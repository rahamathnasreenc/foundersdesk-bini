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9" r:id="rId4"/>
    <p:sldMasterId id="2147483680" r:id="rId5"/>
    <p:sldMasterId id="2147483681"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Lst>
  <p:sldSz cy="5143500" cx="9144000"/>
  <p:notesSz cx="6858000" cy="9144000"/>
  <p:embeddedFontLst>
    <p:embeddedFont>
      <p:font typeface="Proxima Nova"/>
      <p:regular r:id="rId53"/>
      <p:bold r:id="rId54"/>
      <p:italic r:id="rId55"/>
      <p:boldItalic r:id="rId56"/>
    </p:embeddedFont>
    <p:embeddedFont>
      <p:font typeface="Roboto Medium"/>
      <p:regular r:id="rId57"/>
      <p:bold r:id="rId58"/>
      <p:italic r:id="rId59"/>
      <p:boldItalic r:id="rId60"/>
    </p:embeddedFont>
    <p:embeddedFont>
      <p:font typeface="Inconsolata"/>
      <p:regular r:id="rId61"/>
      <p:bold r:id="rId62"/>
    </p:embeddedFont>
    <p:embeddedFont>
      <p:font typeface="Lora SemiBold"/>
      <p:regular r:id="rId63"/>
      <p:bold r:id="rId64"/>
      <p:italic r:id="rId65"/>
      <p:boldItalic r:id="rId66"/>
    </p:embeddedFont>
    <p:embeddedFont>
      <p:font typeface="Proxima Nova Semibold"/>
      <p:regular r:id="rId67"/>
      <p:bold r:id="rId68"/>
      <p:boldItalic r:id="rId69"/>
    </p:embeddedFont>
    <p:embeddedFont>
      <p:font typeface="Philosopher"/>
      <p:regular r:id="rId70"/>
      <p:bold r:id="rId71"/>
      <p:italic r:id="rId72"/>
      <p:boldItalic r:id="rId73"/>
    </p:embeddedFont>
    <p:embeddedFont>
      <p:font typeface="Lora Medium"/>
      <p:regular r:id="rId74"/>
      <p:bold r:id="rId75"/>
      <p:italic r:id="rId76"/>
      <p:boldItalic r:id="rId77"/>
    </p:embeddedFont>
    <p:embeddedFont>
      <p:font typeface="Amatic SC"/>
      <p:regular r:id="rId78"/>
      <p:bold r:id="rId79"/>
    </p:embeddedFont>
    <p:embeddedFont>
      <p:font typeface="Montserrat"/>
      <p:regular r:id="rId80"/>
      <p:bold r:id="rId81"/>
      <p:italic r:id="rId82"/>
      <p:boldItalic r:id="rId83"/>
    </p:embeddedFont>
    <p:embeddedFont>
      <p:font typeface="Montserrat Black"/>
      <p:bold r:id="rId84"/>
      <p:boldItalic r:id="rId85"/>
    </p:embeddedFont>
    <p:embeddedFont>
      <p:font typeface="Bebas Neue"/>
      <p:regular r:id="rId86"/>
    </p:embeddedFont>
    <p:embeddedFont>
      <p:font typeface="Lora"/>
      <p:regular r:id="rId87"/>
      <p:bold r:id="rId88"/>
      <p:italic r:id="rId89"/>
      <p:boldItalic r:id="rId9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C12C5E86-2B3F-495E-B7E0-148A5202B7A1}">
  <a:tblStyle styleId="{C12C5E86-2B3F-495E-B7E0-148A5202B7A1}"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4" Type="http://schemas.openxmlformats.org/officeDocument/2006/relationships/font" Target="fonts/MontserratBlack-bold.fntdata"/><Relationship Id="rId83" Type="http://schemas.openxmlformats.org/officeDocument/2006/relationships/font" Target="fonts/Montserrat-boldItalic.fntdata"/><Relationship Id="rId42" Type="http://schemas.openxmlformats.org/officeDocument/2006/relationships/slide" Target="slides/slide35.xml"/><Relationship Id="rId86" Type="http://schemas.openxmlformats.org/officeDocument/2006/relationships/font" Target="fonts/BebasNeue-regular.fntdata"/><Relationship Id="rId41" Type="http://schemas.openxmlformats.org/officeDocument/2006/relationships/slide" Target="slides/slide34.xml"/><Relationship Id="rId85" Type="http://schemas.openxmlformats.org/officeDocument/2006/relationships/font" Target="fonts/MontserratBlack-boldItalic.fntdata"/><Relationship Id="rId44" Type="http://schemas.openxmlformats.org/officeDocument/2006/relationships/slide" Target="slides/slide37.xml"/><Relationship Id="rId88" Type="http://schemas.openxmlformats.org/officeDocument/2006/relationships/font" Target="fonts/Lora-bold.fntdata"/><Relationship Id="rId43" Type="http://schemas.openxmlformats.org/officeDocument/2006/relationships/slide" Target="slides/slide36.xml"/><Relationship Id="rId87" Type="http://schemas.openxmlformats.org/officeDocument/2006/relationships/font" Target="fonts/Lora-regular.fntdata"/><Relationship Id="rId46" Type="http://schemas.openxmlformats.org/officeDocument/2006/relationships/slide" Target="slides/slide39.xml"/><Relationship Id="rId45" Type="http://schemas.openxmlformats.org/officeDocument/2006/relationships/slide" Target="slides/slide38.xml"/><Relationship Id="rId89" Type="http://schemas.openxmlformats.org/officeDocument/2006/relationships/font" Target="fonts/Lora-italic.fntdata"/><Relationship Id="rId80" Type="http://schemas.openxmlformats.org/officeDocument/2006/relationships/font" Target="fonts/Montserrat-regular.fntdata"/><Relationship Id="rId82" Type="http://schemas.openxmlformats.org/officeDocument/2006/relationships/font" Target="fonts/Montserrat-italic.fntdata"/><Relationship Id="rId81" Type="http://schemas.openxmlformats.org/officeDocument/2006/relationships/font" Target="fonts/Montserrat-bold.fntdata"/><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2.xml"/><Relationship Id="rId6" Type="http://schemas.openxmlformats.org/officeDocument/2006/relationships/slideMaster" Target="slideMasters/slideMaster3.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Philosopher-boldItalic.fntdata"/><Relationship Id="rId72" Type="http://schemas.openxmlformats.org/officeDocument/2006/relationships/font" Target="fonts/Philosopher-italic.fntdata"/><Relationship Id="rId31" Type="http://schemas.openxmlformats.org/officeDocument/2006/relationships/slide" Target="slides/slide24.xml"/><Relationship Id="rId75" Type="http://schemas.openxmlformats.org/officeDocument/2006/relationships/font" Target="fonts/LoraMedium-bold.fntdata"/><Relationship Id="rId30" Type="http://schemas.openxmlformats.org/officeDocument/2006/relationships/slide" Target="slides/slide23.xml"/><Relationship Id="rId74" Type="http://schemas.openxmlformats.org/officeDocument/2006/relationships/font" Target="fonts/LoraMedium-regular.fntdata"/><Relationship Id="rId33" Type="http://schemas.openxmlformats.org/officeDocument/2006/relationships/slide" Target="slides/slide26.xml"/><Relationship Id="rId77" Type="http://schemas.openxmlformats.org/officeDocument/2006/relationships/font" Target="fonts/LoraMedium-boldItalic.fntdata"/><Relationship Id="rId32" Type="http://schemas.openxmlformats.org/officeDocument/2006/relationships/slide" Target="slides/slide25.xml"/><Relationship Id="rId76" Type="http://schemas.openxmlformats.org/officeDocument/2006/relationships/font" Target="fonts/LoraMedium-italic.fntdata"/><Relationship Id="rId35" Type="http://schemas.openxmlformats.org/officeDocument/2006/relationships/slide" Target="slides/slide28.xml"/><Relationship Id="rId79" Type="http://schemas.openxmlformats.org/officeDocument/2006/relationships/font" Target="fonts/AmaticSC-bold.fntdata"/><Relationship Id="rId34" Type="http://schemas.openxmlformats.org/officeDocument/2006/relationships/slide" Target="slides/slide27.xml"/><Relationship Id="rId78" Type="http://schemas.openxmlformats.org/officeDocument/2006/relationships/font" Target="fonts/AmaticSC-regular.fntdata"/><Relationship Id="rId71" Type="http://schemas.openxmlformats.org/officeDocument/2006/relationships/font" Target="fonts/Philosopher-bold.fntdata"/><Relationship Id="rId70" Type="http://schemas.openxmlformats.org/officeDocument/2006/relationships/font" Target="fonts/Philosopher-regular.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Inconsolata-bold.fntdata"/><Relationship Id="rId61" Type="http://schemas.openxmlformats.org/officeDocument/2006/relationships/font" Target="fonts/Inconsolata-regular.fntdata"/><Relationship Id="rId20" Type="http://schemas.openxmlformats.org/officeDocument/2006/relationships/slide" Target="slides/slide13.xml"/><Relationship Id="rId64" Type="http://schemas.openxmlformats.org/officeDocument/2006/relationships/font" Target="fonts/LoraSemiBold-bold.fntdata"/><Relationship Id="rId63" Type="http://schemas.openxmlformats.org/officeDocument/2006/relationships/font" Target="fonts/LoraSemiBold-regular.fntdata"/><Relationship Id="rId22" Type="http://schemas.openxmlformats.org/officeDocument/2006/relationships/slide" Target="slides/slide15.xml"/><Relationship Id="rId66" Type="http://schemas.openxmlformats.org/officeDocument/2006/relationships/font" Target="fonts/LoraSemiBold-boldItalic.fntdata"/><Relationship Id="rId21" Type="http://schemas.openxmlformats.org/officeDocument/2006/relationships/slide" Target="slides/slide14.xml"/><Relationship Id="rId65" Type="http://schemas.openxmlformats.org/officeDocument/2006/relationships/font" Target="fonts/LoraSemiBold-italic.fntdata"/><Relationship Id="rId24" Type="http://schemas.openxmlformats.org/officeDocument/2006/relationships/slide" Target="slides/slide17.xml"/><Relationship Id="rId68" Type="http://schemas.openxmlformats.org/officeDocument/2006/relationships/font" Target="fonts/ProximaNovaSemibold-bold.fntdata"/><Relationship Id="rId23" Type="http://schemas.openxmlformats.org/officeDocument/2006/relationships/slide" Target="slides/slide16.xml"/><Relationship Id="rId67" Type="http://schemas.openxmlformats.org/officeDocument/2006/relationships/font" Target="fonts/ProximaNovaSemibold-regular.fntdata"/><Relationship Id="rId60" Type="http://schemas.openxmlformats.org/officeDocument/2006/relationships/font" Target="fonts/RobotoMedium-boldItalic.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ProximaNovaSemibold-boldItalic.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font" Target="fonts/ProximaNova-regular.fntdata"/><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font" Target="fonts/ProximaNova-italic.fntdata"/><Relationship Id="rId10" Type="http://schemas.openxmlformats.org/officeDocument/2006/relationships/slide" Target="slides/slide3.xml"/><Relationship Id="rId54" Type="http://schemas.openxmlformats.org/officeDocument/2006/relationships/font" Target="fonts/ProximaNova-bold.fntdata"/><Relationship Id="rId13" Type="http://schemas.openxmlformats.org/officeDocument/2006/relationships/slide" Target="slides/slide6.xml"/><Relationship Id="rId57" Type="http://schemas.openxmlformats.org/officeDocument/2006/relationships/font" Target="fonts/RobotoMedium-regular.fntdata"/><Relationship Id="rId12" Type="http://schemas.openxmlformats.org/officeDocument/2006/relationships/slide" Target="slides/slide5.xml"/><Relationship Id="rId56" Type="http://schemas.openxmlformats.org/officeDocument/2006/relationships/font" Target="fonts/ProximaNova-boldItalic.fntdata"/><Relationship Id="rId90" Type="http://schemas.openxmlformats.org/officeDocument/2006/relationships/font" Target="fonts/Lora-boldItalic.fntdata"/><Relationship Id="rId15" Type="http://schemas.openxmlformats.org/officeDocument/2006/relationships/slide" Target="slides/slide8.xml"/><Relationship Id="rId59" Type="http://schemas.openxmlformats.org/officeDocument/2006/relationships/font" Target="fonts/RobotoMedium-italic.fntdata"/><Relationship Id="rId14" Type="http://schemas.openxmlformats.org/officeDocument/2006/relationships/slide" Target="slides/slide7.xml"/><Relationship Id="rId58" Type="http://schemas.openxmlformats.org/officeDocument/2006/relationships/font" Target="fonts/RobotoMedium-bold.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96" name="Shape 3396"/>
        <p:cNvGrpSpPr/>
        <p:nvPr/>
      </p:nvGrpSpPr>
      <p:grpSpPr>
        <a:xfrm>
          <a:off x="0" y="0"/>
          <a:ext cx="0" cy="0"/>
          <a:chOff x="0" y="0"/>
          <a:chExt cx="0" cy="0"/>
        </a:xfrm>
      </p:grpSpPr>
      <p:sp>
        <p:nvSpPr>
          <p:cNvPr id="3397" name="Google Shape;3397;gc84913428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98" name="Google Shape;3398;gc84913428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2" name="Shape 3402"/>
        <p:cNvGrpSpPr/>
        <p:nvPr/>
      </p:nvGrpSpPr>
      <p:grpSpPr>
        <a:xfrm>
          <a:off x="0" y="0"/>
          <a:ext cx="0" cy="0"/>
          <a:chOff x="0" y="0"/>
          <a:chExt cx="0" cy="0"/>
        </a:xfrm>
      </p:grpSpPr>
      <p:sp>
        <p:nvSpPr>
          <p:cNvPr id="3403" name="Google Shape;3403;g99f2f57a7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04" name="Google Shape;3404;g99f2f57a7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11" name="Shape 3411"/>
        <p:cNvGrpSpPr/>
        <p:nvPr/>
      </p:nvGrpSpPr>
      <p:grpSpPr>
        <a:xfrm>
          <a:off x="0" y="0"/>
          <a:ext cx="0" cy="0"/>
          <a:chOff x="0" y="0"/>
          <a:chExt cx="0" cy="0"/>
        </a:xfrm>
      </p:grpSpPr>
      <p:sp>
        <p:nvSpPr>
          <p:cNvPr id="3412" name="Google Shape;3412;g99f2f57a71_0_1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13" name="Google Shape;3413;g99f2f57a71_0_1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17" name="Shape 3417"/>
        <p:cNvGrpSpPr/>
        <p:nvPr/>
      </p:nvGrpSpPr>
      <p:grpSpPr>
        <a:xfrm>
          <a:off x="0" y="0"/>
          <a:ext cx="0" cy="0"/>
          <a:chOff x="0" y="0"/>
          <a:chExt cx="0" cy="0"/>
        </a:xfrm>
      </p:grpSpPr>
      <p:sp>
        <p:nvSpPr>
          <p:cNvPr id="3418" name="Google Shape;3418;g99f2f57a71_0_2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19" name="Google Shape;3419;g99f2f57a71_0_2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38" name="Shape 3438"/>
        <p:cNvGrpSpPr/>
        <p:nvPr/>
      </p:nvGrpSpPr>
      <p:grpSpPr>
        <a:xfrm>
          <a:off x="0" y="0"/>
          <a:ext cx="0" cy="0"/>
          <a:chOff x="0" y="0"/>
          <a:chExt cx="0" cy="0"/>
        </a:xfrm>
      </p:grpSpPr>
      <p:sp>
        <p:nvSpPr>
          <p:cNvPr id="3439" name="Google Shape;3439;g99f2f57a71_0_2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40" name="Google Shape;3440;g99f2f57a71_0_2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9" name="Shape 3449"/>
        <p:cNvGrpSpPr/>
        <p:nvPr/>
      </p:nvGrpSpPr>
      <p:grpSpPr>
        <a:xfrm>
          <a:off x="0" y="0"/>
          <a:ext cx="0" cy="0"/>
          <a:chOff x="0" y="0"/>
          <a:chExt cx="0" cy="0"/>
        </a:xfrm>
      </p:grpSpPr>
      <p:sp>
        <p:nvSpPr>
          <p:cNvPr id="3450" name="Google Shape;3450;gc849134283_0_1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51" name="Google Shape;3451;gc849134283_0_1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1" name="Shape 3721"/>
        <p:cNvGrpSpPr/>
        <p:nvPr/>
      </p:nvGrpSpPr>
      <p:grpSpPr>
        <a:xfrm>
          <a:off x="0" y="0"/>
          <a:ext cx="0" cy="0"/>
          <a:chOff x="0" y="0"/>
          <a:chExt cx="0" cy="0"/>
        </a:xfrm>
      </p:grpSpPr>
      <p:sp>
        <p:nvSpPr>
          <p:cNvPr id="3722" name="Google Shape;3722;gbd6c00e730_0_2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23" name="Google Shape;3723;gbd6c00e730_0_2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53" name="Shape 3753"/>
        <p:cNvGrpSpPr/>
        <p:nvPr/>
      </p:nvGrpSpPr>
      <p:grpSpPr>
        <a:xfrm>
          <a:off x="0" y="0"/>
          <a:ext cx="0" cy="0"/>
          <a:chOff x="0" y="0"/>
          <a:chExt cx="0" cy="0"/>
        </a:xfrm>
      </p:grpSpPr>
      <p:sp>
        <p:nvSpPr>
          <p:cNvPr id="3754" name="Google Shape;3754;gbd6c00e730_0_1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55" name="Google Shape;3755;gbd6c00e730_0_1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1" name="Shape 3781"/>
        <p:cNvGrpSpPr/>
        <p:nvPr/>
      </p:nvGrpSpPr>
      <p:grpSpPr>
        <a:xfrm>
          <a:off x="0" y="0"/>
          <a:ext cx="0" cy="0"/>
          <a:chOff x="0" y="0"/>
          <a:chExt cx="0" cy="0"/>
        </a:xfrm>
      </p:grpSpPr>
      <p:sp>
        <p:nvSpPr>
          <p:cNvPr id="3782" name="Google Shape;3782;gbd6c00e730_0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83" name="Google Shape;3783;gbd6c00e730_0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90" name="Shape 3790"/>
        <p:cNvGrpSpPr/>
        <p:nvPr/>
      </p:nvGrpSpPr>
      <p:grpSpPr>
        <a:xfrm>
          <a:off x="0" y="0"/>
          <a:ext cx="0" cy="0"/>
          <a:chOff x="0" y="0"/>
          <a:chExt cx="0" cy="0"/>
        </a:xfrm>
      </p:grpSpPr>
      <p:sp>
        <p:nvSpPr>
          <p:cNvPr id="3791" name="Google Shape;3791;gcbddcb4b3d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92" name="Google Shape;3792;gcbddcb4b3d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51" name="Shape 3851"/>
        <p:cNvGrpSpPr/>
        <p:nvPr/>
      </p:nvGrpSpPr>
      <p:grpSpPr>
        <a:xfrm>
          <a:off x="0" y="0"/>
          <a:ext cx="0" cy="0"/>
          <a:chOff x="0" y="0"/>
          <a:chExt cx="0" cy="0"/>
        </a:xfrm>
      </p:grpSpPr>
      <p:sp>
        <p:nvSpPr>
          <p:cNvPr id="3852" name="Google Shape;3852;g99f2f57a71_0_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53" name="Google Shape;3853;g99f2f57a71_0_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72" name="Shape 3872"/>
        <p:cNvGrpSpPr/>
        <p:nvPr/>
      </p:nvGrpSpPr>
      <p:grpSpPr>
        <a:xfrm>
          <a:off x="0" y="0"/>
          <a:ext cx="0" cy="0"/>
          <a:chOff x="0" y="0"/>
          <a:chExt cx="0" cy="0"/>
        </a:xfrm>
      </p:grpSpPr>
      <p:sp>
        <p:nvSpPr>
          <p:cNvPr id="3873" name="Google Shape;3873;g99f2f57a71_0_1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74" name="Google Shape;3874;g99f2f57a71_0_1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0" name="Shape 3880"/>
        <p:cNvGrpSpPr/>
        <p:nvPr/>
      </p:nvGrpSpPr>
      <p:grpSpPr>
        <a:xfrm>
          <a:off x="0" y="0"/>
          <a:ext cx="0" cy="0"/>
          <a:chOff x="0" y="0"/>
          <a:chExt cx="0" cy="0"/>
        </a:xfrm>
      </p:grpSpPr>
      <p:sp>
        <p:nvSpPr>
          <p:cNvPr id="3881" name="Google Shape;3881;gbd6c00e730_0_1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82" name="Google Shape;3882;gbd6c00e730_0_1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9" name="Shape 3889"/>
        <p:cNvGrpSpPr/>
        <p:nvPr/>
      </p:nvGrpSpPr>
      <p:grpSpPr>
        <a:xfrm>
          <a:off x="0" y="0"/>
          <a:ext cx="0" cy="0"/>
          <a:chOff x="0" y="0"/>
          <a:chExt cx="0" cy="0"/>
        </a:xfrm>
      </p:grpSpPr>
      <p:sp>
        <p:nvSpPr>
          <p:cNvPr id="3890" name="Google Shape;3890;gc80bffb274_0_1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91" name="Google Shape;3891;gc80bffb274_0_1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9" name="Shape 3899"/>
        <p:cNvGrpSpPr/>
        <p:nvPr/>
      </p:nvGrpSpPr>
      <p:grpSpPr>
        <a:xfrm>
          <a:off x="0" y="0"/>
          <a:ext cx="0" cy="0"/>
          <a:chOff x="0" y="0"/>
          <a:chExt cx="0" cy="0"/>
        </a:xfrm>
      </p:grpSpPr>
      <p:sp>
        <p:nvSpPr>
          <p:cNvPr id="3900" name="Google Shape;3900;gbd6c00e730_0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01" name="Google Shape;3901;gbd6c00e730_0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10" name="Shape 3910"/>
        <p:cNvGrpSpPr/>
        <p:nvPr/>
      </p:nvGrpSpPr>
      <p:grpSpPr>
        <a:xfrm>
          <a:off x="0" y="0"/>
          <a:ext cx="0" cy="0"/>
          <a:chOff x="0" y="0"/>
          <a:chExt cx="0" cy="0"/>
        </a:xfrm>
      </p:grpSpPr>
      <p:sp>
        <p:nvSpPr>
          <p:cNvPr id="3911" name="Google Shape;3911;g99f2f57a71_0_1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12" name="Google Shape;3912;g99f2f57a71_0_1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18" name="Shape 3918"/>
        <p:cNvGrpSpPr/>
        <p:nvPr/>
      </p:nvGrpSpPr>
      <p:grpSpPr>
        <a:xfrm>
          <a:off x="0" y="0"/>
          <a:ext cx="0" cy="0"/>
          <a:chOff x="0" y="0"/>
          <a:chExt cx="0" cy="0"/>
        </a:xfrm>
      </p:grpSpPr>
      <p:sp>
        <p:nvSpPr>
          <p:cNvPr id="3919" name="Google Shape;3919;gc6619e5640_0_265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20" name="Google Shape;3920;gc6619e5640_0_265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36" name="Shape 3936"/>
        <p:cNvGrpSpPr/>
        <p:nvPr/>
      </p:nvGrpSpPr>
      <p:grpSpPr>
        <a:xfrm>
          <a:off x="0" y="0"/>
          <a:ext cx="0" cy="0"/>
          <a:chOff x="0" y="0"/>
          <a:chExt cx="0" cy="0"/>
        </a:xfrm>
      </p:grpSpPr>
      <p:sp>
        <p:nvSpPr>
          <p:cNvPr id="3937" name="Google Shape;3937;gc80bffb274_0_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38" name="Google Shape;3938;gc80bffb274_0_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71" name="Shape 3971"/>
        <p:cNvGrpSpPr/>
        <p:nvPr/>
      </p:nvGrpSpPr>
      <p:grpSpPr>
        <a:xfrm>
          <a:off x="0" y="0"/>
          <a:ext cx="0" cy="0"/>
          <a:chOff x="0" y="0"/>
          <a:chExt cx="0" cy="0"/>
        </a:xfrm>
      </p:grpSpPr>
      <p:sp>
        <p:nvSpPr>
          <p:cNvPr id="3972" name="Google Shape;3972;gc80bffb274_0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73" name="Google Shape;3973;gc80bffb274_0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95" name="Shape 3995"/>
        <p:cNvGrpSpPr/>
        <p:nvPr/>
      </p:nvGrpSpPr>
      <p:grpSpPr>
        <a:xfrm>
          <a:off x="0" y="0"/>
          <a:ext cx="0" cy="0"/>
          <a:chOff x="0" y="0"/>
          <a:chExt cx="0" cy="0"/>
        </a:xfrm>
      </p:grpSpPr>
      <p:sp>
        <p:nvSpPr>
          <p:cNvPr id="3996" name="Google Shape;3996;gc80bffb274_0_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97" name="Google Shape;3997;gc80bffb274_0_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6" name="Shape 4016"/>
        <p:cNvGrpSpPr/>
        <p:nvPr/>
      </p:nvGrpSpPr>
      <p:grpSpPr>
        <a:xfrm>
          <a:off x="0" y="0"/>
          <a:ext cx="0" cy="0"/>
          <a:chOff x="0" y="0"/>
          <a:chExt cx="0" cy="0"/>
        </a:xfrm>
      </p:grpSpPr>
      <p:sp>
        <p:nvSpPr>
          <p:cNvPr id="4017" name="Google Shape;4017;gc6619e5640_0_271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18" name="Google Shape;4018;gc6619e5640_0_271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2" name="Shape 4062"/>
        <p:cNvGrpSpPr/>
        <p:nvPr/>
      </p:nvGrpSpPr>
      <p:grpSpPr>
        <a:xfrm>
          <a:off x="0" y="0"/>
          <a:ext cx="0" cy="0"/>
          <a:chOff x="0" y="0"/>
          <a:chExt cx="0" cy="0"/>
        </a:xfrm>
      </p:grpSpPr>
      <p:sp>
        <p:nvSpPr>
          <p:cNvPr id="4063" name="Google Shape;4063;g99f2f57a71_0_2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64" name="Google Shape;4064;g99f2f57a71_0_2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78" name="Shape 4078"/>
        <p:cNvGrpSpPr/>
        <p:nvPr/>
      </p:nvGrpSpPr>
      <p:grpSpPr>
        <a:xfrm>
          <a:off x="0" y="0"/>
          <a:ext cx="0" cy="0"/>
          <a:chOff x="0" y="0"/>
          <a:chExt cx="0" cy="0"/>
        </a:xfrm>
      </p:grpSpPr>
      <p:sp>
        <p:nvSpPr>
          <p:cNvPr id="4079" name="Google Shape;4079;gbd6c00e730_0_2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80" name="Google Shape;4080;gbd6c00e730_0_2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47" name="Shape 4147"/>
        <p:cNvGrpSpPr/>
        <p:nvPr/>
      </p:nvGrpSpPr>
      <p:grpSpPr>
        <a:xfrm>
          <a:off x="0" y="0"/>
          <a:ext cx="0" cy="0"/>
          <a:chOff x="0" y="0"/>
          <a:chExt cx="0" cy="0"/>
        </a:xfrm>
      </p:grpSpPr>
      <p:sp>
        <p:nvSpPr>
          <p:cNvPr id="4148" name="Google Shape;4148;g99f2f57a71_0_1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49" name="Google Shape;4149;g99f2f57a71_0_1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97" name="Shape 4197"/>
        <p:cNvGrpSpPr/>
        <p:nvPr/>
      </p:nvGrpSpPr>
      <p:grpSpPr>
        <a:xfrm>
          <a:off x="0" y="0"/>
          <a:ext cx="0" cy="0"/>
          <a:chOff x="0" y="0"/>
          <a:chExt cx="0" cy="0"/>
        </a:xfrm>
      </p:grpSpPr>
      <p:sp>
        <p:nvSpPr>
          <p:cNvPr id="4198" name="Google Shape;4198;gc80bffb274_0_1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99" name="Google Shape;4199;gc80bffb274_0_1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12" name="Shape 4512"/>
        <p:cNvGrpSpPr/>
        <p:nvPr/>
      </p:nvGrpSpPr>
      <p:grpSpPr>
        <a:xfrm>
          <a:off x="0" y="0"/>
          <a:ext cx="0" cy="0"/>
          <a:chOff x="0" y="0"/>
          <a:chExt cx="0" cy="0"/>
        </a:xfrm>
      </p:grpSpPr>
      <p:sp>
        <p:nvSpPr>
          <p:cNvPr id="4513" name="Google Shape;4513;gcc8c3453d1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14" name="Google Shape;4514;gcc8c3453d1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0" name="Shape 4600"/>
        <p:cNvGrpSpPr/>
        <p:nvPr/>
      </p:nvGrpSpPr>
      <p:grpSpPr>
        <a:xfrm>
          <a:off x="0" y="0"/>
          <a:ext cx="0" cy="0"/>
          <a:chOff x="0" y="0"/>
          <a:chExt cx="0" cy="0"/>
        </a:xfrm>
      </p:grpSpPr>
      <p:sp>
        <p:nvSpPr>
          <p:cNvPr id="4601" name="Google Shape;4601;gab164b8164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02" name="Google Shape;4602;gab164b816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7" name="Shape 4607"/>
        <p:cNvGrpSpPr/>
        <p:nvPr/>
      </p:nvGrpSpPr>
      <p:grpSpPr>
        <a:xfrm>
          <a:off x="0" y="0"/>
          <a:ext cx="0" cy="0"/>
          <a:chOff x="0" y="0"/>
          <a:chExt cx="0" cy="0"/>
        </a:xfrm>
      </p:grpSpPr>
      <p:sp>
        <p:nvSpPr>
          <p:cNvPr id="4608" name="Google Shape;4608;SLIDES_API1454418955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09" name="Google Shape;4609;SLIDES_API1454418955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14" name="Shape 4614"/>
        <p:cNvGrpSpPr/>
        <p:nvPr/>
      </p:nvGrpSpPr>
      <p:grpSpPr>
        <a:xfrm>
          <a:off x="0" y="0"/>
          <a:ext cx="0" cy="0"/>
          <a:chOff x="0" y="0"/>
          <a:chExt cx="0" cy="0"/>
        </a:xfrm>
      </p:grpSpPr>
      <p:sp>
        <p:nvSpPr>
          <p:cNvPr id="4615" name="Google Shape;4615;SLIDES_API1454418955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16" name="Google Shape;4616;SLIDES_API1454418955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21" name="Shape 4621"/>
        <p:cNvGrpSpPr/>
        <p:nvPr/>
      </p:nvGrpSpPr>
      <p:grpSpPr>
        <a:xfrm>
          <a:off x="0" y="0"/>
          <a:ext cx="0" cy="0"/>
          <a:chOff x="0" y="0"/>
          <a:chExt cx="0" cy="0"/>
        </a:xfrm>
      </p:grpSpPr>
      <p:sp>
        <p:nvSpPr>
          <p:cNvPr id="4622" name="Google Shape;4622;gccbcabdabf_0_1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23" name="Google Shape;4623;gccbcabdabf_0_1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49" name="Shape 4649"/>
        <p:cNvGrpSpPr/>
        <p:nvPr/>
      </p:nvGrpSpPr>
      <p:grpSpPr>
        <a:xfrm>
          <a:off x="0" y="0"/>
          <a:ext cx="0" cy="0"/>
          <a:chOff x="0" y="0"/>
          <a:chExt cx="0" cy="0"/>
        </a:xfrm>
      </p:grpSpPr>
      <p:sp>
        <p:nvSpPr>
          <p:cNvPr id="4650" name="Google Shape;4650;gc6619e5640_0_143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51" name="Google Shape;4651;gc6619e5640_0_143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5" name="Shape 4665"/>
        <p:cNvGrpSpPr/>
        <p:nvPr/>
      </p:nvGrpSpPr>
      <p:grpSpPr>
        <a:xfrm>
          <a:off x="0" y="0"/>
          <a:ext cx="0" cy="0"/>
          <a:chOff x="0" y="0"/>
          <a:chExt cx="0" cy="0"/>
        </a:xfrm>
      </p:grpSpPr>
      <p:sp>
        <p:nvSpPr>
          <p:cNvPr id="4666" name="Google Shape;4666;gc6619e5640_0_143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67" name="Google Shape;4667;gc6619e5640_0_143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02" name="Shape 5002"/>
        <p:cNvGrpSpPr/>
        <p:nvPr/>
      </p:nvGrpSpPr>
      <p:grpSpPr>
        <a:xfrm>
          <a:off x="0" y="0"/>
          <a:ext cx="0" cy="0"/>
          <a:chOff x="0" y="0"/>
          <a:chExt cx="0" cy="0"/>
        </a:xfrm>
      </p:grpSpPr>
      <p:sp>
        <p:nvSpPr>
          <p:cNvPr id="5003" name="Google Shape;5003;gc6619e5640_0_146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04" name="Google Shape;5004;gc6619e5640_0_146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02" name="Shape 11502"/>
        <p:cNvGrpSpPr/>
        <p:nvPr/>
      </p:nvGrpSpPr>
      <p:grpSpPr>
        <a:xfrm>
          <a:off x="0" y="0"/>
          <a:ext cx="0" cy="0"/>
          <a:chOff x="0" y="0"/>
          <a:chExt cx="0" cy="0"/>
        </a:xfrm>
      </p:grpSpPr>
      <p:sp>
        <p:nvSpPr>
          <p:cNvPr id="11503" name="Google Shape;11503;gc6619e5640_0_211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04" name="Google Shape;11504;gc6619e5640_0_211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29" name="Shape 11929"/>
        <p:cNvGrpSpPr/>
        <p:nvPr/>
      </p:nvGrpSpPr>
      <p:grpSpPr>
        <a:xfrm>
          <a:off x="0" y="0"/>
          <a:ext cx="0" cy="0"/>
          <a:chOff x="0" y="0"/>
          <a:chExt cx="0" cy="0"/>
        </a:xfrm>
      </p:grpSpPr>
      <p:sp>
        <p:nvSpPr>
          <p:cNvPr id="11930" name="Google Shape;11930;gc6619e5640_0_216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31" name="Google Shape;11931;gc6619e5640_0_216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92" name="Shape 12092"/>
        <p:cNvGrpSpPr/>
        <p:nvPr/>
      </p:nvGrpSpPr>
      <p:grpSpPr>
        <a:xfrm>
          <a:off x="0" y="0"/>
          <a:ext cx="0" cy="0"/>
          <a:chOff x="0" y="0"/>
          <a:chExt cx="0" cy="0"/>
        </a:xfrm>
      </p:grpSpPr>
      <p:sp>
        <p:nvSpPr>
          <p:cNvPr id="12093" name="Google Shape;12093;gc6619e5640_0_217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94" name="Google Shape;12094;gc6619e5640_0_217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94" name="Shape 12494"/>
        <p:cNvGrpSpPr/>
        <p:nvPr/>
      </p:nvGrpSpPr>
      <p:grpSpPr>
        <a:xfrm>
          <a:off x="0" y="0"/>
          <a:ext cx="0" cy="0"/>
          <a:chOff x="0" y="0"/>
          <a:chExt cx="0" cy="0"/>
        </a:xfrm>
      </p:grpSpPr>
      <p:sp>
        <p:nvSpPr>
          <p:cNvPr id="12495" name="Google Shape;12495;gc6619e5640_0_221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96" name="Google Shape;12496;gc6619e5640_0_221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65" name="Shape 12865"/>
        <p:cNvGrpSpPr/>
        <p:nvPr/>
      </p:nvGrpSpPr>
      <p:grpSpPr>
        <a:xfrm>
          <a:off x="0" y="0"/>
          <a:ext cx="0" cy="0"/>
          <a:chOff x="0" y="0"/>
          <a:chExt cx="0" cy="0"/>
        </a:xfrm>
      </p:grpSpPr>
      <p:sp>
        <p:nvSpPr>
          <p:cNvPr id="12866" name="Google Shape;12866;gc6619e5640_0_225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67" name="Google Shape;12867;gc6619e5640_0_225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42" name="Shape 13242"/>
        <p:cNvGrpSpPr/>
        <p:nvPr/>
      </p:nvGrpSpPr>
      <p:grpSpPr>
        <a:xfrm>
          <a:off x="0" y="0"/>
          <a:ext cx="0" cy="0"/>
          <a:chOff x="0" y="0"/>
          <a:chExt cx="0" cy="0"/>
        </a:xfrm>
      </p:grpSpPr>
      <p:sp>
        <p:nvSpPr>
          <p:cNvPr id="13243" name="Google Shape;13243;gc6619e5640_0_229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44" name="Google Shape;13244;gc6619e5640_0_229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73" name="Shape 13673"/>
        <p:cNvGrpSpPr/>
        <p:nvPr/>
      </p:nvGrpSpPr>
      <p:grpSpPr>
        <a:xfrm>
          <a:off x="0" y="0"/>
          <a:ext cx="0" cy="0"/>
          <a:chOff x="0" y="0"/>
          <a:chExt cx="0" cy="0"/>
        </a:xfrm>
      </p:grpSpPr>
      <p:sp>
        <p:nvSpPr>
          <p:cNvPr id="13674" name="Google Shape;13674;gc6619e5640_0_233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75" name="Google Shape;13675;gc6619e5640_0_233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66" name="Shape 14466"/>
        <p:cNvGrpSpPr/>
        <p:nvPr/>
      </p:nvGrpSpPr>
      <p:grpSpPr>
        <a:xfrm>
          <a:off x="0" y="0"/>
          <a:ext cx="0" cy="0"/>
          <a:chOff x="0" y="0"/>
          <a:chExt cx="0" cy="0"/>
        </a:xfrm>
      </p:grpSpPr>
      <p:sp>
        <p:nvSpPr>
          <p:cNvPr id="14467" name="Google Shape;14467;gc6619e5640_0_241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68" name="Google Shape;14468;gc6619e5640_0_241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7" name="Shape 15207"/>
        <p:cNvGrpSpPr/>
        <p:nvPr/>
      </p:nvGrpSpPr>
      <p:grpSpPr>
        <a:xfrm>
          <a:off x="0" y="0"/>
          <a:ext cx="0" cy="0"/>
          <a:chOff x="0" y="0"/>
          <a:chExt cx="0" cy="0"/>
        </a:xfrm>
      </p:grpSpPr>
      <p:sp>
        <p:nvSpPr>
          <p:cNvPr id="15208" name="Google Shape;15208;gc6619e5640_0_248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09" name="Google Shape;15209;gc6619e5640_0_248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00" name="Shape 15900"/>
        <p:cNvGrpSpPr/>
        <p:nvPr/>
      </p:nvGrpSpPr>
      <p:grpSpPr>
        <a:xfrm>
          <a:off x="0" y="0"/>
          <a:ext cx="0" cy="0"/>
          <a:chOff x="0" y="0"/>
          <a:chExt cx="0" cy="0"/>
        </a:xfrm>
      </p:grpSpPr>
      <p:sp>
        <p:nvSpPr>
          <p:cNvPr id="15901" name="Google Shape;15901;gc6619e5640_0_255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02" name="Google Shape;15902;gc6619e5640_0_255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02" name="Shape 16202"/>
        <p:cNvGrpSpPr/>
        <p:nvPr/>
      </p:nvGrpSpPr>
      <p:grpSpPr>
        <a:xfrm>
          <a:off x="0" y="0"/>
          <a:ext cx="0" cy="0"/>
          <a:chOff x="0" y="0"/>
          <a:chExt cx="0" cy="0"/>
        </a:xfrm>
      </p:grpSpPr>
      <p:sp>
        <p:nvSpPr>
          <p:cNvPr id="16203" name="Google Shape;16203;gc6619e5640_0_258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04" name="Google Shape;16204;gc6619e5640_0_258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36" name="Shape 16836"/>
        <p:cNvGrpSpPr/>
        <p:nvPr/>
      </p:nvGrpSpPr>
      <p:grpSpPr>
        <a:xfrm>
          <a:off x="0" y="0"/>
          <a:ext cx="0" cy="0"/>
          <a:chOff x="0" y="0"/>
          <a:chExt cx="0" cy="0"/>
        </a:xfrm>
      </p:grpSpPr>
      <p:sp>
        <p:nvSpPr>
          <p:cNvPr id="16837" name="Google Shape;16837;gc6619e5640_0_265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38" name="Google Shape;16838;gc6619e5640_0_265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9" name="Shape 9"/>
        <p:cNvGrpSpPr/>
        <p:nvPr/>
      </p:nvGrpSpPr>
      <p:grpSpPr>
        <a:xfrm>
          <a:off x="0" y="0"/>
          <a:ext cx="0" cy="0"/>
          <a:chOff x="0" y="0"/>
          <a:chExt cx="0" cy="0"/>
        </a:xfrm>
      </p:grpSpPr>
      <p:pic>
        <p:nvPicPr>
          <p:cNvPr id="10" name="Google Shape;10;p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 name="Google Shape;11;p2"/>
          <p:cNvSpPr txBox="1"/>
          <p:nvPr>
            <p:ph type="ctrTitle"/>
          </p:nvPr>
        </p:nvSpPr>
        <p:spPr>
          <a:xfrm>
            <a:off x="1192250" y="1120125"/>
            <a:ext cx="6759300" cy="21879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191919"/>
              </a:buClr>
              <a:buSzPts val="5200"/>
              <a:buNone/>
              <a:defRPr sz="6500">
                <a:latin typeface="Lora SemiBold"/>
                <a:ea typeface="Lora SemiBold"/>
                <a:cs typeface="Lora SemiBold"/>
                <a:sym typeface="Lora SemiBold"/>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2" name="Google Shape;12;p2"/>
          <p:cNvSpPr txBox="1"/>
          <p:nvPr>
            <p:ph idx="1" type="subTitle"/>
          </p:nvPr>
        </p:nvSpPr>
        <p:spPr>
          <a:xfrm>
            <a:off x="2307550" y="3351100"/>
            <a:ext cx="4528800" cy="475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a:latin typeface="Inconsolata"/>
                <a:ea typeface="Inconsolata"/>
                <a:cs typeface="Inconsolata"/>
                <a:sym typeface="Inconsolata"/>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3" name="Google Shape;13;p2"/>
          <p:cNvGrpSpPr/>
          <p:nvPr/>
        </p:nvGrpSpPr>
        <p:grpSpPr>
          <a:xfrm>
            <a:off x="939325" y="310613"/>
            <a:ext cx="1312350" cy="638775"/>
            <a:chOff x="2378750" y="627850"/>
            <a:chExt cx="1312350" cy="638775"/>
          </a:xfrm>
        </p:grpSpPr>
        <p:sp>
          <p:nvSpPr>
            <p:cNvPr id="14" name="Google Shape;14;p2"/>
            <p:cNvSpPr/>
            <p:nvPr/>
          </p:nvSpPr>
          <p:spPr>
            <a:xfrm>
              <a:off x="2514775" y="795425"/>
              <a:ext cx="1070400" cy="471200"/>
            </a:xfrm>
            <a:custGeom>
              <a:rect b="b" l="l" r="r" t="t"/>
              <a:pathLst>
                <a:path extrusionOk="0" h="18848" w="42816">
                  <a:moveTo>
                    <a:pt x="20996" y="1"/>
                  </a:moveTo>
                  <a:cubicBezTo>
                    <a:pt x="12718" y="1"/>
                    <a:pt x="4488" y="3311"/>
                    <a:pt x="0" y="10258"/>
                  </a:cubicBezTo>
                  <a:cubicBezTo>
                    <a:pt x="182" y="12508"/>
                    <a:pt x="5775" y="15030"/>
                    <a:pt x="7660" y="15851"/>
                  </a:cubicBezTo>
                  <a:cubicBezTo>
                    <a:pt x="11550" y="17553"/>
                    <a:pt x="15684" y="18587"/>
                    <a:pt x="19940" y="18769"/>
                  </a:cubicBezTo>
                  <a:cubicBezTo>
                    <a:pt x="20924" y="18819"/>
                    <a:pt x="21933" y="18848"/>
                    <a:pt x="22955" y="18848"/>
                  </a:cubicBezTo>
                  <a:cubicBezTo>
                    <a:pt x="28811" y="18848"/>
                    <a:pt x="35104" y="17899"/>
                    <a:pt x="39788" y="14483"/>
                  </a:cubicBezTo>
                  <a:cubicBezTo>
                    <a:pt x="40730" y="13784"/>
                    <a:pt x="41521" y="12994"/>
                    <a:pt x="42129" y="12021"/>
                  </a:cubicBezTo>
                  <a:cubicBezTo>
                    <a:pt x="42417" y="11473"/>
                    <a:pt x="42815" y="9665"/>
                    <a:pt x="42335" y="9665"/>
                  </a:cubicBezTo>
                  <a:cubicBezTo>
                    <a:pt x="42309" y="9665"/>
                    <a:pt x="42281" y="9670"/>
                    <a:pt x="42250" y="9681"/>
                  </a:cubicBezTo>
                  <a:cubicBezTo>
                    <a:pt x="40487" y="8070"/>
                    <a:pt x="39119" y="6064"/>
                    <a:pt x="37052" y="4666"/>
                  </a:cubicBezTo>
                  <a:cubicBezTo>
                    <a:pt x="32498" y="1592"/>
                    <a:pt x="26735" y="1"/>
                    <a:pt x="209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2764775" y="792475"/>
              <a:ext cx="549425" cy="443075"/>
            </a:xfrm>
            <a:custGeom>
              <a:rect b="b" l="l" r="r" t="t"/>
              <a:pathLst>
                <a:path extrusionOk="0" h="17723" w="21977">
                  <a:moveTo>
                    <a:pt x="11877" y="0"/>
                  </a:moveTo>
                  <a:cubicBezTo>
                    <a:pt x="6662" y="0"/>
                    <a:pt x="2098" y="1258"/>
                    <a:pt x="2098" y="1258"/>
                  </a:cubicBezTo>
                  <a:cubicBezTo>
                    <a:pt x="0" y="4419"/>
                    <a:pt x="426" y="8613"/>
                    <a:pt x="1854" y="12079"/>
                  </a:cubicBezTo>
                  <a:cubicBezTo>
                    <a:pt x="2888" y="14662"/>
                    <a:pt x="5350" y="16455"/>
                    <a:pt x="8025" y="17215"/>
                  </a:cubicBezTo>
                  <a:cubicBezTo>
                    <a:pt x="9160" y="17532"/>
                    <a:pt x="10472" y="17723"/>
                    <a:pt x="11793" y="17723"/>
                  </a:cubicBezTo>
                  <a:cubicBezTo>
                    <a:pt x="13514" y="17723"/>
                    <a:pt x="15251" y="17399"/>
                    <a:pt x="16627" y="16607"/>
                  </a:cubicBezTo>
                  <a:cubicBezTo>
                    <a:pt x="19058" y="15179"/>
                    <a:pt x="20305" y="11896"/>
                    <a:pt x="20943" y="9252"/>
                  </a:cubicBezTo>
                  <a:cubicBezTo>
                    <a:pt x="21156" y="8431"/>
                    <a:pt x="21976" y="2382"/>
                    <a:pt x="21338" y="2018"/>
                  </a:cubicBezTo>
                  <a:cubicBezTo>
                    <a:pt x="18546" y="477"/>
                    <a:pt x="15088" y="0"/>
                    <a:pt x="118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2378750" y="905225"/>
              <a:ext cx="159600" cy="117025"/>
            </a:xfrm>
            <a:custGeom>
              <a:rect b="b" l="l" r="r" t="t"/>
              <a:pathLst>
                <a:path extrusionOk="0" h="4681" w="6384">
                  <a:moveTo>
                    <a:pt x="973" y="0"/>
                  </a:moveTo>
                  <a:cubicBezTo>
                    <a:pt x="669" y="365"/>
                    <a:pt x="335" y="973"/>
                    <a:pt x="0" y="1368"/>
                  </a:cubicBezTo>
                  <a:cubicBezTo>
                    <a:pt x="1550" y="2432"/>
                    <a:pt x="3101" y="3830"/>
                    <a:pt x="4772" y="4681"/>
                  </a:cubicBezTo>
                  <a:cubicBezTo>
                    <a:pt x="5289" y="3982"/>
                    <a:pt x="6019" y="3344"/>
                    <a:pt x="6383" y="2584"/>
                  </a:cubicBezTo>
                  <a:cubicBezTo>
                    <a:pt x="5228" y="1611"/>
                    <a:pt x="2523" y="365"/>
                    <a:pt x="9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2473725" y="795800"/>
              <a:ext cx="164175" cy="133750"/>
            </a:xfrm>
            <a:custGeom>
              <a:rect b="b" l="l" r="r" t="t"/>
              <a:pathLst>
                <a:path extrusionOk="0" h="5350" w="6567">
                  <a:moveTo>
                    <a:pt x="1976" y="0"/>
                  </a:moveTo>
                  <a:lnTo>
                    <a:pt x="1" y="1976"/>
                  </a:lnTo>
                  <a:lnTo>
                    <a:pt x="4378" y="5350"/>
                  </a:lnTo>
                  <a:lnTo>
                    <a:pt x="6566" y="3678"/>
                  </a:lnTo>
                  <a:lnTo>
                    <a:pt x="19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2579350" y="715250"/>
              <a:ext cx="150500" cy="147425"/>
            </a:xfrm>
            <a:custGeom>
              <a:rect b="b" l="l" r="r" t="t"/>
              <a:pathLst>
                <a:path extrusionOk="0" h="5897" w="6020">
                  <a:moveTo>
                    <a:pt x="2341" y="0"/>
                  </a:moveTo>
                  <a:lnTo>
                    <a:pt x="1" y="1611"/>
                  </a:lnTo>
                  <a:lnTo>
                    <a:pt x="3739" y="5897"/>
                  </a:lnTo>
                  <a:lnTo>
                    <a:pt x="6019" y="4620"/>
                  </a:lnTo>
                  <a:lnTo>
                    <a:pt x="23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2703975" y="664325"/>
              <a:ext cx="129975" cy="152775"/>
            </a:xfrm>
            <a:custGeom>
              <a:rect b="b" l="l" r="r" t="t"/>
              <a:pathLst>
                <a:path extrusionOk="0" h="6111" w="5199">
                  <a:moveTo>
                    <a:pt x="2280" y="1"/>
                  </a:moveTo>
                  <a:lnTo>
                    <a:pt x="1" y="943"/>
                  </a:lnTo>
                  <a:lnTo>
                    <a:pt x="2706" y="6110"/>
                  </a:lnTo>
                  <a:lnTo>
                    <a:pt x="5198" y="5259"/>
                  </a:lnTo>
                  <a:lnTo>
                    <a:pt x="22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2857475" y="635450"/>
              <a:ext cx="93500" cy="153525"/>
            </a:xfrm>
            <a:custGeom>
              <a:rect b="b" l="l" r="r" t="t"/>
              <a:pathLst>
                <a:path extrusionOk="0" h="6141" w="3740">
                  <a:moveTo>
                    <a:pt x="2189" y="1"/>
                  </a:moveTo>
                  <a:lnTo>
                    <a:pt x="1" y="487"/>
                  </a:lnTo>
                  <a:lnTo>
                    <a:pt x="1460" y="6141"/>
                  </a:lnTo>
                  <a:lnTo>
                    <a:pt x="3739" y="5685"/>
                  </a:lnTo>
                  <a:lnTo>
                    <a:pt x="21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3010975" y="627850"/>
              <a:ext cx="54750" cy="148200"/>
            </a:xfrm>
            <a:custGeom>
              <a:rect b="b" l="l" r="r" t="t"/>
              <a:pathLst>
                <a:path extrusionOk="0" h="5928" w="2190">
                  <a:moveTo>
                    <a:pt x="1" y="1"/>
                  </a:moveTo>
                  <a:lnTo>
                    <a:pt x="1" y="5928"/>
                  </a:lnTo>
                  <a:lnTo>
                    <a:pt x="2189" y="5928"/>
                  </a:lnTo>
                  <a:lnTo>
                    <a:pt x="2189" y="30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3128000" y="635450"/>
              <a:ext cx="104125" cy="153525"/>
            </a:xfrm>
            <a:custGeom>
              <a:rect b="b" l="l" r="r" t="t"/>
              <a:pathLst>
                <a:path extrusionOk="0" h="6141" w="4165">
                  <a:moveTo>
                    <a:pt x="1763" y="1"/>
                  </a:moveTo>
                  <a:lnTo>
                    <a:pt x="0" y="5624"/>
                  </a:lnTo>
                  <a:lnTo>
                    <a:pt x="2858" y="6141"/>
                  </a:lnTo>
                  <a:lnTo>
                    <a:pt x="4165" y="487"/>
                  </a:lnTo>
                  <a:lnTo>
                    <a:pt x="1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3261750" y="674975"/>
              <a:ext cx="120850" cy="152000"/>
            </a:xfrm>
            <a:custGeom>
              <a:rect b="b" l="l" r="r" t="t"/>
              <a:pathLst>
                <a:path extrusionOk="0" h="6080" w="4834">
                  <a:moveTo>
                    <a:pt x="2401" y="0"/>
                  </a:moveTo>
                  <a:lnTo>
                    <a:pt x="0" y="5137"/>
                  </a:lnTo>
                  <a:lnTo>
                    <a:pt x="2553" y="6079"/>
                  </a:lnTo>
                  <a:lnTo>
                    <a:pt x="4833" y="1064"/>
                  </a:lnTo>
                  <a:lnTo>
                    <a:pt x="24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3373450" y="730450"/>
              <a:ext cx="118550" cy="151225"/>
            </a:xfrm>
            <a:custGeom>
              <a:rect b="b" l="l" r="r" t="t"/>
              <a:pathLst>
                <a:path extrusionOk="0" h="6049" w="4742">
                  <a:moveTo>
                    <a:pt x="2827" y="0"/>
                  </a:moveTo>
                  <a:lnTo>
                    <a:pt x="0" y="4894"/>
                  </a:lnTo>
                  <a:lnTo>
                    <a:pt x="1946" y="6049"/>
                  </a:lnTo>
                  <a:lnTo>
                    <a:pt x="4742" y="1368"/>
                  </a:lnTo>
                  <a:lnTo>
                    <a:pt x="2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3477550" y="817075"/>
              <a:ext cx="123875" cy="132225"/>
            </a:xfrm>
            <a:custGeom>
              <a:rect b="b" l="l" r="r" t="t"/>
              <a:pathLst>
                <a:path extrusionOk="0" h="5289" w="4955">
                  <a:moveTo>
                    <a:pt x="3283" y="0"/>
                  </a:moveTo>
                  <a:lnTo>
                    <a:pt x="0" y="3921"/>
                  </a:lnTo>
                  <a:lnTo>
                    <a:pt x="1581" y="5289"/>
                  </a:lnTo>
                  <a:lnTo>
                    <a:pt x="4955" y="1216"/>
                  </a:lnTo>
                  <a:lnTo>
                    <a:pt x="32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3563425" y="929525"/>
              <a:ext cx="127675" cy="101850"/>
            </a:xfrm>
            <a:custGeom>
              <a:rect b="b" l="l" r="r" t="t"/>
              <a:pathLst>
                <a:path extrusionOk="0" h="4074" w="5107">
                  <a:moveTo>
                    <a:pt x="3708" y="1"/>
                  </a:moveTo>
                  <a:lnTo>
                    <a:pt x="0" y="2189"/>
                  </a:lnTo>
                  <a:lnTo>
                    <a:pt x="1246" y="4074"/>
                  </a:lnTo>
                  <a:lnTo>
                    <a:pt x="5107" y="1308"/>
                  </a:lnTo>
                  <a:lnTo>
                    <a:pt x="37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2908400" y="837225"/>
              <a:ext cx="263700" cy="286250"/>
            </a:xfrm>
            <a:custGeom>
              <a:rect b="b" l="l" r="r" t="t"/>
              <a:pathLst>
                <a:path extrusionOk="0" h="11450" w="10548">
                  <a:moveTo>
                    <a:pt x="7074" y="1"/>
                  </a:moveTo>
                  <a:cubicBezTo>
                    <a:pt x="6525" y="1"/>
                    <a:pt x="5982" y="23"/>
                    <a:pt x="5471" y="45"/>
                  </a:cubicBezTo>
                  <a:cubicBezTo>
                    <a:pt x="4137" y="130"/>
                    <a:pt x="2697" y="507"/>
                    <a:pt x="1399" y="507"/>
                  </a:cubicBezTo>
                  <a:cubicBezTo>
                    <a:pt x="1307" y="507"/>
                    <a:pt x="1215" y="505"/>
                    <a:pt x="1125" y="501"/>
                  </a:cubicBezTo>
                  <a:lnTo>
                    <a:pt x="1125" y="501"/>
                  </a:lnTo>
                  <a:cubicBezTo>
                    <a:pt x="0" y="3510"/>
                    <a:pt x="1064" y="8495"/>
                    <a:pt x="3739" y="10501"/>
                  </a:cubicBezTo>
                  <a:cubicBezTo>
                    <a:pt x="4511" y="11091"/>
                    <a:pt x="5515" y="11449"/>
                    <a:pt x="6495" y="11449"/>
                  </a:cubicBezTo>
                  <a:cubicBezTo>
                    <a:pt x="6980" y="11449"/>
                    <a:pt x="7460" y="11361"/>
                    <a:pt x="7903" y="11170"/>
                  </a:cubicBezTo>
                  <a:cubicBezTo>
                    <a:pt x="9605" y="10471"/>
                    <a:pt x="10031" y="8769"/>
                    <a:pt x="10183" y="7067"/>
                  </a:cubicBezTo>
                  <a:cubicBezTo>
                    <a:pt x="10395" y="4817"/>
                    <a:pt x="10547" y="2416"/>
                    <a:pt x="9848" y="319"/>
                  </a:cubicBezTo>
                  <a:cubicBezTo>
                    <a:pt x="8999" y="68"/>
                    <a:pt x="8028" y="1"/>
                    <a:pt x="7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 name="Google Shape;28;p2"/>
          <p:cNvGrpSpPr/>
          <p:nvPr/>
        </p:nvGrpSpPr>
        <p:grpSpPr>
          <a:xfrm rot="5400000">
            <a:off x="7693825" y="3764088"/>
            <a:ext cx="1312350" cy="638775"/>
            <a:chOff x="2378750" y="627850"/>
            <a:chExt cx="1312350" cy="638775"/>
          </a:xfrm>
        </p:grpSpPr>
        <p:sp>
          <p:nvSpPr>
            <p:cNvPr id="29" name="Google Shape;29;p2"/>
            <p:cNvSpPr/>
            <p:nvPr/>
          </p:nvSpPr>
          <p:spPr>
            <a:xfrm>
              <a:off x="2514775" y="795425"/>
              <a:ext cx="1070400" cy="471200"/>
            </a:xfrm>
            <a:custGeom>
              <a:rect b="b" l="l" r="r" t="t"/>
              <a:pathLst>
                <a:path extrusionOk="0" h="18848" w="42816">
                  <a:moveTo>
                    <a:pt x="20996" y="1"/>
                  </a:moveTo>
                  <a:cubicBezTo>
                    <a:pt x="12718" y="1"/>
                    <a:pt x="4488" y="3311"/>
                    <a:pt x="0" y="10258"/>
                  </a:cubicBezTo>
                  <a:cubicBezTo>
                    <a:pt x="182" y="12508"/>
                    <a:pt x="5775" y="15030"/>
                    <a:pt x="7660" y="15851"/>
                  </a:cubicBezTo>
                  <a:cubicBezTo>
                    <a:pt x="11550" y="17553"/>
                    <a:pt x="15684" y="18587"/>
                    <a:pt x="19940" y="18769"/>
                  </a:cubicBezTo>
                  <a:cubicBezTo>
                    <a:pt x="20924" y="18819"/>
                    <a:pt x="21933" y="18848"/>
                    <a:pt x="22955" y="18848"/>
                  </a:cubicBezTo>
                  <a:cubicBezTo>
                    <a:pt x="28811" y="18848"/>
                    <a:pt x="35104" y="17899"/>
                    <a:pt x="39788" y="14483"/>
                  </a:cubicBezTo>
                  <a:cubicBezTo>
                    <a:pt x="40730" y="13784"/>
                    <a:pt x="41521" y="12994"/>
                    <a:pt x="42129" y="12021"/>
                  </a:cubicBezTo>
                  <a:cubicBezTo>
                    <a:pt x="42417" y="11473"/>
                    <a:pt x="42815" y="9665"/>
                    <a:pt x="42335" y="9665"/>
                  </a:cubicBezTo>
                  <a:cubicBezTo>
                    <a:pt x="42309" y="9665"/>
                    <a:pt x="42281" y="9670"/>
                    <a:pt x="42250" y="9681"/>
                  </a:cubicBezTo>
                  <a:cubicBezTo>
                    <a:pt x="40487" y="8070"/>
                    <a:pt x="39119" y="6064"/>
                    <a:pt x="37052" y="4666"/>
                  </a:cubicBezTo>
                  <a:cubicBezTo>
                    <a:pt x="32498" y="1592"/>
                    <a:pt x="26735" y="1"/>
                    <a:pt x="2099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2764775" y="792475"/>
              <a:ext cx="549425" cy="443075"/>
            </a:xfrm>
            <a:custGeom>
              <a:rect b="b" l="l" r="r" t="t"/>
              <a:pathLst>
                <a:path extrusionOk="0" h="17723" w="21977">
                  <a:moveTo>
                    <a:pt x="11877" y="0"/>
                  </a:moveTo>
                  <a:cubicBezTo>
                    <a:pt x="6662" y="0"/>
                    <a:pt x="2098" y="1258"/>
                    <a:pt x="2098" y="1258"/>
                  </a:cubicBezTo>
                  <a:cubicBezTo>
                    <a:pt x="0" y="4419"/>
                    <a:pt x="426" y="8613"/>
                    <a:pt x="1854" y="12079"/>
                  </a:cubicBezTo>
                  <a:cubicBezTo>
                    <a:pt x="2888" y="14662"/>
                    <a:pt x="5350" y="16455"/>
                    <a:pt x="8025" y="17215"/>
                  </a:cubicBezTo>
                  <a:cubicBezTo>
                    <a:pt x="9160" y="17532"/>
                    <a:pt x="10472" y="17723"/>
                    <a:pt x="11793" y="17723"/>
                  </a:cubicBezTo>
                  <a:cubicBezTo>
                    <a:pt x="13514" y="17723"/>
                    <a:pt x="15251" y="17399"/>
                    <a:pt x="16627" y="16607"/>
                  </a:cubicBezTo>
                  <a:cubicBezTo>
                    <a:pt x="19058" y="15179"/>
                    <a:pt x="20305" y="11896"/>
                    <a:pt x="20943" y="9252"/>
                  </a:cubicBezTo>
                  <a:cubicBezTo>
                    <a:pt x="21156" y="8431"/>
                    <a:pt x="21976" y="2382"/>
                    <a:pt x="21338" y="2018"/>
                  </a:cubicBezTo>
                  <a:cubicBezTo>
                    <a:pt x="18546" y="477"/>
                    <a:pt x="15088" y="0"/>
                    <a:pt x="118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2378750" y="905225"/>
              <a:ext cx="159600" cy="117025"/>
            </a:xfrm>
            <a:custGeom>
              <a:rect b="b" l="l" r="r" t="t"/>
              <a:pathLst>
                <a:path extrusionOk="0" h="4681" w="6384">
                  <a:moveTo>
                    <a:pt x="973" y="0"/>
                  </a:moveTo>
                  <a:cubicBezTo>
                    <a:pt x="669" y="365"/>
                    <a:pt x="335" y="973"/>
                    <a:pt x="0" y="1368"/>
                  </a:cubicBezTo>
                  <a:cubicBezTo>
                    <a:pt x="1550" y="2432"/>
                    <a:pt x="3101" y="3830"/>
                    <a:pt x="4772" y="4681"/>
                  </a:cubicBezTo>
                  <a:cubicBezTo>
                    <a:pt x="5289" y="3982"/>
                    <a:pt x="6019" y="3344"/>
                    <a:pt x="6383" y="2584"/>
                  </a:cubicBezTo>
                  <a:cubicBezTo>
                    <a:pt x="5228" y="1611"/>
                    <a:pt x="2523" y="365"/>
                    <a:pt x="9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2473725" y="795800"/>
              <a:ext cx="164175" cy="133750"/>
            </a:xfrm>
            <a:custGeom>
              <a:rect b="b" l="l" r="r" t="t"/>
              <a:pathLst>
                <a:path extrusionOk="0" h="5350" w="6567">
                  <a:moveTo>
                    <a:pt x="1976" y="0"/>
                  </a:moveTo>
                  <a:lnTo>
                    <a:pt x="1" y="1976"/>
                  </a:lnTo>
                  <a:lnTo>
                    <a:pt x="4378" y="5350"/>
                  </a:lnTo>
                  <a:lnTo>
                    <a:pt x="6566" y="3678"/>
                  </a:lnTo>
                  <a:lnTo>
                    <a:pt x="19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2579350" y="715250"/>
              <a:ext cx="150500" cy="147425"/>
            </a:xfrm>
            <a:custGeom>
              <a:rect b="b" l="l" r="r" t="t"/>
              <a:pathLst>
                <a:path extrusionOk="0" h="5897" w="6020">
                  <a:moveTo>
                    <a:pt x="2341" y="0"/>
                  </a:moveTo>
                  <a:lnTo>
                    <a:pt x="1" y="1611"/>
                  </a:lnTo>
                  <a:lnTo>
                    <a:pt x="3739" y="5897"/>
                  </a:lnTo>
                  <a:lnTo>
                    <a:pt x="6019" y="4620"/>
                  </a:lnTo>
                  <a:lnTo>
                    <a:pt x="23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2703975" y="664325"/>
              <a:ext cx="129975" cy="152775"/>
            </a:xfrm>
            <a:custGeom>
              <a:rect b="b" l="l" r="r" t="t"/>
              <a:pathLst>
                <a:path extrusionOk="0" h="6111" w="5199">
                  <a:moveTo>
                    <a:pt x="2280" y="1"/>
                  </a:moveTo>
                  <a:lnTo>
                    <a:pt x="1" y="943"/>
                  </a:lnTo>
                  <a:lnTo>
                    <a:pt x="2706" y="6110"/>
                  </a:lnTo>
                  <a:lnTo>
                    <a:pt x="5198" y="5259"/>
                  </a:lnTo>
                  <a:lnTo>
                    <a:pt x="22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2857475" y="635450"/>
              <a:ext cx="93500" cy="153525"/>
            </a:xfrm>
            <a:custGeom>
              <a:rect b="b" l="l" r="r" t="t"/>
              <a:pathLst>
                <a:path extrusionOk="0" h="6141" w="3740">
                  <a:moveTo>
                    <a:pt x="2189" y="1"/>
                  </a:moveTo>
                  <a:lnTo>
                    <a:pt x="1" y="487"/>
                  </a:lnTo>
                  <a:lnTo>
                    <a:pt x="1460" y="6141"/>
                  </a:lnTo>
                  <a:lnTo>
                    <a:pt x="3739" y="5685"/>
                  </a:lnTo>
                  <a:lnTo>
                    <a:pt x="21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3010975" y="627850"/>
              <a:ext cx="54750" cy="148200"/>
            </a:xfrm>
            <a:custGeom>
              <a:rect b="b" l="l" r="r" t="t"/>
              <a:pathLst>
                <a:path extrusionOk="0" h="5928" w="2190">
                  <a:moveTo>
                    <a:pt x="1" y="1"/>
                  </a:moveTo>
                  <a:lnTo>
                    <a:pt x="1" y="5928"/>
                  </a:lnTo>
                  <a:lnTo>
                    <a:pt x="2189" y="5928"/>
                  </a:lnTo>
                  <a:lnTo>
                    <a:pt x="2189" y="30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3128000" y="635450"/>
              <a:ext cx="104125" cy="153525"/>
            </a:xfrm>
            <a:custGeom>
              <a:rect b="b" l="l" r="r" t="t"/>
              <a:pathLst>
                <a:path extrusionOk="0" h="6141" w="4165">
                  <a:moveTo>
                    <a:pt x="1763" y="1"/>
                  </a:moveTo>
                  <a:lnTo>
                    <a:pt x="0" y="5624"/>
                  </a:lnTo>
                  <a:lnTo>
                    <a:pt x="2858" y="6141"/>
                  </a:lnTo>
                  <a:lnTo>
                    <a:pt x="4165" y="487"/>
                  </a:lnTo>
                  <a:lnTo>
                    <a:pt x="1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3261750" y="674975"/>
              <a:ext cx="120850" cy="152000"/>
            </a:xfrm>
            <a:custGeom>
              <a:rect b="b" l="l" r="r" t="t"/>
              <a:pathLst>
                <a:path extrusionOk="0" h="6080" w="4834">
                  <a:moveTo>
                    <a:pt x="2401" y="0"/>
                  </a:moveTo>
                  <a:lnTo>
                    <a:pt x="0" y="5137"/>
                  </a:lnTo>
                  <a:lnTo>
                    <a:pt x="2553" y="6079"/>
                  </a:lnTo>
                  <a:lnTo>
                    <a:pt x="4833" y="1064"/>
                  </a:lnTo>
                  <a:lnTo>
                    <a:pt x="24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3373450" y="730450"/>
              <a:ext cx="118550" cy="151225"/>
            </a:xfrm>
            <a:custGeom>
              <a:rect b="b" l="l" r="r" t="t"/>
              <a:pathLst>
                <a:path extrusionOk="0" h="6049" w="4742">
                  <a:moveTo>
                    <a:pt x="2827" y="0"/>
                  </a:moveTo>
                  <a:lnTo>
                    <a:pt x="0" y="4894"/>
                  </a:lnTo>
                  <a:lnTo>
                    <a:pt x="1946" y="6049"/>
                  </a:lnTo>
                  <a:lnTo>
                    <a:pt x="4742" y="1368"/>
                  </a:lnTo>
                  <a:lnTo>
                    <a:pt x="2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3477550" y="817075"/>
              <a:ext cx="123875" cy="132225"/>
            </a:xfrm>
            <a:custGeom>
              <a:rect b="b" l="l" r="r" t="t"/>
              <a:pathLst>
                <a:path extrusionOk="0" h="5289" w="4955">
                  <a:moveTo>
                    <a:pt x="3283" y="0"/>
                  </a:moveTo>
                  <a:lnTo>
                    <a:pt x="0" y="3921"/>
                  </a:lnTo>
                  <a:lnTo>
                    <a:pt x="1581" y="5289"/>
                  </a:lnTo>
                  <a:lnTo>
                    <a:pt x="4955" y="1216"/>
                  </a:lnTo>
                  <a:lnTo>
                    <a:pt x="32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3563425" y="929525"/>
              <a:ext cx="127675" cy="101850"/>
            </a:xfrm>
            <a:custGeom>
              <a:rect b="b" l="l" r="r" t="t"/>
              <a:pathLst>
                <a:path extrusionOk="0" h="4074" w="5107">
                  <a:moveTo>
                    <a:pt x="3708" y="1"/>
                  </a:moveTo>
                  <a:lnTo>
                    <a:pt x="0" y="2189"/>
                  </a:lnTo>
                  <a:lnTo>
                    <a:pt x="1246" y="4074"/>
                  </a:lnTo>
                  <a:lnTo>
                    <a:pt x="5107" y="1308"/>
                  </a:lnTo>
                  <a:lnTo>
                    <a:pt x="37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2908400" y="837225"/>
              <a:ext cx="263700" cy="286250"/>
            </a:xfrm>
            <a:custGeom>
              <a:rect b="b" l="l" r="r" t="t"/>
              <a:pathLst>
                <a:path extrusionOk="0" h="11450" w="10548">
                  <a:moveTo>
                    <a:pt x="7074" y="1"/>
                  </a:moveTo>
                  <a:cubicBezTo>
                    <a:pt x="6525" y="1"/>
                    <a:pt x="5982" y="23"/>
                    <a:pt x="5471" y="45"/>
                  </a:cubicBezTo>
                  <a:cubicBezTo>
                    <a:pt x="4137" y="130"/>
                    <a:pt x="2697" y="507"/>
                    <a:pt x="1399" y="507"/>
                  </a:cubicBezTo>
                  <a:cubicBezTo>
                    <a:pt x="1307" y="507"/>
                    <a:pt x="1215" y="505"/>
                    <a:pt x="1125" y="501"/>
                  </a:cubicBezTo>
                  <a:lnTo>
                    <a:pt x="1125" y="501"/>
                  </a:lnTo>
                  <a:cubicBezTo>
                    <a:pt x="0" y="3510"/>
                    <a:pt x="1064" y="8495"/>
                    <a:pt x="3739" y="10501"/>
                  </a:cubicBezTo>
                  <a:cubicBezTo>
                    <a:pt x="4511" y="11091"/>
                    <a:pt x="5515" y="11449"/>
                    <a:pt x="6495" y="11449"/>
                  </a:cubicBezTo>
                  <a:cubicBezTo>
                    <a:pt x="6980" y="11449"/>
                    <a:pt x="7460" y="11361"/>
                    <a:pt x="7903" y="11170"/>
                  </a:cubicBezTo>
                  <a:cubicBezTo>
                    <a:pt x="9605" y="10471"/>
                    <a:pt x="10031" y="8769"/>
                    <a:pt x="10183" y="7067"/>
                  </a:cubicBezTo>
                  <a:cubicBezTo>
                    <a:pt x="10395" y="4817"/>
                    <a:pt x="10547" y="2416"/>
                    <a:pt x="9848" y="319"/>
                  </a:cubicBezTo>
                  <a:cubicBezTo>
                    <a:pt x="8999" y="68"/>
                    <a:pt x="8028" y="1"/>
                    <a:pt x="7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 name="Google Shape;43;p2"/>
          <p:cNvSpPr/>
          <p:nvPr/>
        </p:nvSpPr>
        <p:spPr>
          <a:xfrm>
            <a:off x="7869525" y="584850"/>
            <a:ext cx="728775" cy="694150"/>
          </a:xfrm>
          <a:custGeom>
            <a:rect b="b" l="l" r="r" t="t"/>
            <a:pathLst>
              <a:path extrusionOk="0" h="27766" w="29151">
                <a:moveTo>
                  <a:pt x="4317" y="2872"/>
                </a:moveTo>
                <a:lnTo>
                  <a:pt x="4347" y="2944"/>
                </a:lnTo>
                <a:lnTo>
                  <a:pt x="4347" y="2944"/>
                </a:lnTo>
                <a:cubicBezTo>
                  <a:pt x="4346" y="2920"/>
                  <a:pt x="4341" y="2896"/>
                  <a:pt x="4317" y="2872"/>
                </a:cubicBezTo>
                <a:close/>
                <a:moveTo>
                  <a:pt x="4347" y="2944"/>
                </a:moveTo>
                <a:cubicBezTo>
                  <a:pt x="4347" y="2950"/>
                  <a:pt x="4347" y="2957"/>
                  <a:pt x="4347" y="2963"/>
                </a:cubicBezTo>
                <a:cubicBezTo>
                  <a:pt x="4349" y="2961"/>
                  <a:pt x="4351" y="2958"/>
                  <a:pt x="4352" y="2956"/>
                </a:cubicBezTo>
                <a:lnTo>
                  <a:pt x="4352" y="2956"/>
                </a:lnTo>
                <a:lnTo>
                  <a:pt x="4347" y="2944"/>
                </a:lnTo>
                <a:close/>
                <a:moveTo>
                  <a:pt x="12820" y="1"/>
                </a:moveTo>
                <a:cubicBezTo>
                  <a:pt x="12608" y="1"/>
                  <a:pt x="12392" y="14"/>
                  <a:pt x="12189" y="14"/>
                </a:cubicBezTo>
                <a:cubicBezTo>
                  <a:pt x="12144" y="10"/>
                  <a:pt x="12100" y="8"/>
                  <a:pt x="12059" y="8"/>
                </a:cubicBezTo>
                <a:cubicBezTo>
                  <a:pt x="11795" y="8"/>
                  <a:pt x="11601" y="84"/>
                  <a:pt x="11338" y="136"/>
                </a:cubicBezTo>
                <a:cubicBezTo>
                  <a:pt x="11065" y="166"/>
                  <a:pt x="10882" y="136"/>
                  <a:pt x="10609" y="227"/>
                </a:cubicBezTo>
                <a:cubicBezTo>
                  <a:pt x="10244" y="379"/>
                  <a:pt x="9849" y="470"/>
                  <a:pt x="9484" y="622"/>
                </a:cubicBezTo>
                <a:cubicBezTo>
                  <a:pt x="8542" y="1017"/>
                  <a:pt x="7509" y="1291"/>
                  <a:pt x="6627" y="1777"/>
                </a:cubicBezTo>
                <a:cubicBezTo>
                  <a:pt x="6262" y="1990"/>
                  <a:pt x="5928" y="2264"/>
                  <a:pt x="5502" y="2416"/>
                </a:cubicBezTo>
                <a:cubicBezTo>
                  <a:pt x="5049" y="2567"/>
                  <a:pt x="4655" y="2538"/>
                  <a:pt x="4352" y="2956"/>
                </a:cubicBezTo>
                <a:lnTo>
                  <a:pt x="4352" y="2956"/>
                </a:lnTo>
                <a:lnTo>
                  <a:pt x="4469" y="3236"/>
                </a:lnTo>
                <a:cubicBezTo>
                  <a:pt x="3983" y="3510"/>
                  <a:pt x="3679" y="3875"/>
                  <a:pt x="3344" y="4209"/>
                </a:cubicBezTo>
                <a:cubicBezTo>
                  <a:pt x="3040" y="4543"/>
                  <a:pt x="2888" y="4847"/>
                  <a:pt x="2676" y="5212"/>
                </a:cubicBezTo>
                <a:cubicBezTo>
                  <a:pt x="2402" y="5668"/>
                  <a:pt x="2128" y="6124"/>
                  <a:pt x="1885" y="6610"/>
                </a:cubicBezTo>
                <a:cubicBezTo>
                  <a:pt x="1551" y="7218"/>
                  <a:pt x="1308" y="7826"/>
                  <a:pt x="1065" y="8495"/>
                </a:cubicBezTo>
                <a:cubicBezTo>
                  <a:pt x="882" y="9072"/>
                  <a:pt x="700" y="9680"/>
                  <a:pt x="517" y="10288"/>
                </a:cubicBezTo>
                <a:cubicBezTo>
                  <a:pt x="366" y="10866"/>
                  <a:pt x="396" y="11474"/>
                  <a:pt x="305" y="12081"/>
                </a:cubicBezTo>
                <a:cubicBezTo>
                  <a:pt x="92" y="13388"/>
                  <a:pt x="1" y="14787"/>
                  <a:pt x="214" y="16094"/>
                </a:cubicBezTo>
                <a:cubicBezTo>
                  <a:pt x="335" y="16671"/>
                  <a:pt x="366" y="17279"/>
                  <a:pt x="517" y="17826"/>
                </a:cubicBezTo>
                <a:cubicBezTo>
                  <a:pt x="669" y="18313"/>
                  <a:pt x="730" y="18890"/>
                  <a:pt x="973" y="19346"/>
                </a:cubicBezTo>
                <a:cubicBezTo>
                  <a:pt x="1399" y="20258"/>
                  <a:pt x="1916" y="21200"/>
                  <a:pt x="2493" y="22021"/>
                </a:cubicBezTo>
                <a:cubicBezTo>
                  <a:pt x="3527" y="23571"/>
                  <a:pt x="4925" y="25121"/>
                  <a:pt x="6657" y="26063"/>
                </a:cubicBezTo>
                <a:cubicBezTo>
                  <a:pt x="8299" y="26945"/>
                  <a:pt x="10214" y="27097"/>
                  <a:pt x="12037" y="27431"/>
                </a:cubicBezTo>
                <a:cubicBezTo>
                  <a:pt x="12767" y="27553"/>
                  <a:pt x="13496" y="27553"/>
                  <a:pt x="14196" y="27674"/>
                </a:cubicBezTo>
                <a:cubicBezTo>
                  <a:pt x="14515" y="27735"/>
                  <a:pt x="14902" y="27766"/>
                  <a:pt x="15290" y="27766"/>
                </a:cubicBezTo>
                <a:cubicBezTo>
                  <a:pt x="15677" y="27766"/>
                  <a:pt x="16065" y="27735"/>
                  <a:pt x="16384" y="27674"/>
                </a:cubicBezTo>
                <a:cubicBezTo>
                  <a:pt x="17539" y="27492"/>
                  <a:pt x="18694" y="27006"/>
                  <a:pt x="19819" y="26580"/>
                </a:cubicBezTo>
                <a:cubicBezTo>
                  <a:pt x="20579" y="26307"/>
                  <a:pt x="21278" y="25911"/>
                  <a:pt x="21977" y="25516"/>
                </a:cubicBezTo>
                <a:cubicBezTo>
                  <a:pt x="22281" y="25364"/>
                  <a:pt x="22646" y="25212"/>
                  <a:pt x="22950" y="25030"/>
                </a:cubicBezTo>
                <a:cubicBezTo>
                  <a:pt x="23284" y="24756"/>
                  <a:pt x="23527" y="24544"/>
                  <a:pt x="23922" y="24331"/>
                </a:cubicBezTo>
                <a:cubicBezTo>
                  <a:pt x="24500" y="24027"/>
                  <a:pt x="24925" y="23510"/>
                  <a:pt x="25412" y="23054"/>
                </a:cubicBezTo>
                <a:cubicBezTo>
                  <a:pt x="26019" y="22477"/>
                  <a:pt x="26871" y="21838"/>
                  <a:pt x="27205" y="21079"/>
                </a:cubicBezTo>
                <a:cubicBezTo>
                  <a:pt x="27509" y="20349"/>
                  <a:pt x="27904" y="19711"/>
                  <a:pt x="28117" y="18951"/>
                </a:cubicBezTo>
                <a:cubicBezTo>
                  <a:pt x="28330" y="18191"/>
                  <a:pt x="28421" y="17462"/>
                  <a:pt x="28573" y="16702"/>
                </a:cubicBezTo>
                <a:cubicBezTo>
                  <a:pt x="28968" y="15030"/>
                  <a:pt x="29150" y="13297"/>
                  <a:pt x="28846" y="11595"/>
                </a:cubicBezTo>
                <a:cubicBezTo>
                  <a:pt x="28634" y="10501"/>
                  <a:pt x="28269" y="9164"/>
                  <a:pt x="27539" y="8252"/>
                </a:cubicBezTo>
                <a:cubicBezTo>
                  <a:pt x="27327" y="7948"/>
                  <a:pt x="27175" y="7674"/>
                  <a:pt x="26931" y="7431"/>
                </a:cubicBezTo>
                <a:cubicBezTo>
                  <a:pt x="26475" y="6975"/>
                  <a:pt x="25928" y="6610"/>
                  <a:pt x="25503" y="6154"/>
                </a:cubicBezTo>
                <a:cubicBezTo>
                  <a:pt x="25351" y="5972"/>
                  <a:pt x="25138" y="5850"/>
                  <a:pt x="24986" y="5668"/>
                </a:cubicBezTo>
                <a:cubicBezTo>
                  <a:pt x="24804" y="5486"/>
                  <a:pt x="24682" y="5273"/>
                  <a:pt x="24469" y="5091"/>
                </a:cubicBezTo>
                <a:cubicBezTo>
                  <a:pt x="23497" y="4209"/>
                  <a:pt x="22950" y="2963"/>
                  <a:pt x="21734" y="2325"/>
                </a:cubicBezTo>
                <a:cubicBezTo>
                  <a:pt x="21460" y="2173"/>
                  <a:pt x="21247" y="1960"/>
                  <a:pt x="20974" y="1838"/>
                </a:cubicBezTo>
                <a:cubicBezTo>
                  <a:pt x="20791" y="1747"/>
                  <a:pt x="20579" y="1686"/>
                  <a:pt x="20396" y="1595"/>
                </a:cubicBezTo>
                <a:cubicBezTo>
                  <a:pt x="19849" y="1321"/>
                  <a:pt x="19363" y="1109"/>
                  <a:pt x="18725" y="1017"/>
                </a:cubicBezTo>
                <a:cubicBezTo>
                  <a:pt x="18208" y="926"/>
                  <a:pt x="17569" y="835"/>
                  <a:pt x="17083" y="653"/>
                </a:cubicBezTo>
                <a:cubicBezTo>
                  <a:pt x="16810" y="562"/>
                  <a:pt x="16688" y="531"/>
                  <a:pt x="16414" y="501"/>
                </a:cubicBezTo>
                <a:cubicBezTo>
                  <a:pt x="16171" y="470"/>
                  <a:pt x="15989" y="410"/>
                  <a:pt x="15776" y="379"/>
                </a:cubicBezTo>
                <a:cubicBezTo>
                  <a:pt x="15229" y="318"/>
                  <a:pt x="14712" y="288"/>
                  <a:pt x="14196" y="227"/>
                </a:cubicBezTo>
                <a:cubicBezTo>
                  <a:pt x="13831" y="166"/>
                  <a:pt x="13496" y="45"/>
                  <a:pt x="13132" y="14"/>
                </a:cubicBezTo>
                <a:cubicBezTo>
                  <a:pt x="13030" y="4"/>
                  <a:pt x="12926" y="1"/>
                  <a:pt x="128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5354700" y="250550"/>
            <a:ext cx="554000" cy="481100"/>
          </a:xfrm>
          <a:custGeom>
            <a:rect b="b" l="l" r="r" t="t"/>
            <a:pathLst>
              <a:path extrusionOk="0" h="19244" w="22160">
                <a:moveTo>
                  <a:pt x="10828" y="1"/>
                </a:moveTo>
                <a:cubicBezTo>
                  <a:pt x="10457" y="1"/>
                  <a:pt x="10146" y="296"/>
                  <a:pt x="10001" y="702"/>
                </a:cubicBezTo>
                <a:cubicBezTo>
                  <a:pt x="9454" y="2070"/>
                  <a:pt x="10609" y="3985"/>
                  <a:pt x="11125" y="5201"/>
                </a:cubicBezTo>
                <a:cubicBezTo>
                  <a:pt x="11581" y="6356"/>
                  <a:pt x="12281" y="7389"/>
                  <a:pt x="12767" y="8514"/>
                </a:cubicBezTo>
                <a:cubicBezTo>
                  <a:pt x="13192" y="9486"/>
                  <a:pt x="13891" y="10246"/>
                  <a:pt x="14287" y="11249"/>
                </a:cubicBezTo>
                <a:cubicBezTo>
                  <a:pt x="14378" y="11553"/>
                  <a:pt x="14469" y="11857"/>
                  <a:pt x="14621" y="12161"/>
                </a:cubicBezTo>
                <a:cubicBezTo>
                  <a:pt x="14773" y="12404"/>
                  <a:pt x="15077" y="12526"/>
                  <a:pt x="15229" y="12799"/>
                </a:cubicBezTo>
                <a:cubicBezTo>
                  <a:pt x="15381" y="13043"/>
                  <a:pt x="15624" y="13711"/>
                  <a:pt x="15594" y="14015"/>
                </a:cubicBezTo>
                <a:cubicBezTo>
                  <a:pt x="15411" y="13529"/>
                  <a:pt x="14955" y="13195"/>
                  <a:pt x="14591" y="12860"/>
                </a:cubicBezTo>
                <a:cubicBezTo>
                  <a:pt x="13922" y="12192"/>
                  <a:pt x="13405" y="11462"/>
                  <a:pt x="12767" y="10793"/>
                </a:cubicBezTo>
                <a:cubicBezTo>
                  <a:pt x="11156" y="9061"/>
                  <a:pt x="9302" y="7723"/>
                  <a:pt x="7326" y="6447"/>
                </a:cubicBezTo>
                <a:cubicBezTo>
                  <a:pt x="6622" y="5992"/>
                  <a:pt x="2995" y="3771"/>
                  <a:pt x="1158" y="3771"/>
                </a:cubicBezTo>
                <a:cubicBezTo>
                  <a:pt x="538" y="3771"/>
                  <a:pt x="123" y="4024"/>
                  <a:pt x="92" y="4684"/>
                </a:cubicBezTo>
                <a:cubicBezTo>
                  <a:pt x="1" y="6112"/>
                  <a:pt x="973" y="6903"/>
                  <a:pt x="1794" y="7967"/>
                </a:cubicBezTo>
                <a:cubicBezTo>
                  <a:pt x="2037" y="8331"/>
                  <a:pt x="2341" y="8544"/>
                  <a:pt x="2675" y="8787"/>
                </a:cubicBezTo>
                <a:cubicBezTo>
                  <a:pt x="2979" y="9030"/>
                  <a:pt x="3131" y="9304"/>
                  <a:pt x="3375" y="9547"/>
                </a:cubicBezTo>
                <a:cubicBezTo>
                  <a:pt x="3800" y="10033"/>
                  <a:pt x="4438" y="10429"/>
                  <a:pt x="4955" y="10793"/>
                </a:cubicBezTo>
                <a:cubicBezTo>
                  <a:pt x="5624" y="11249"/>
                  <a:pt x="6262" y="11553"/>
                  <a:pt x="6840" y="12161"/>
                </a:cubicBezTo>
                <a:cubicBezTo>
                  <a:pt x="7296" y="12587"/>
                  <a:pt x="7812" y="12860"/>
                  <a:pt x="8299" y="13255"/>
                </a:cubicBezTo>
                <a:cubicBezTo>
                  <a:pt x="9028" y="13803"/>
                  <a:pt x="9849" y="14198"/>
                  <a:pt x="10578" y="14775"/>
                </a:cubicBezTo>
                <a:cubicBezTo>
                  <a:pt x="10532" y="14782"/>
                  <a:pt x="10487" y="14785"/>
                  <a:pt x="10444" y="14785"/>
                </a:cubicBezTo>
                <a:cubicBezTo>
                  <a:pt x="10091" y="14785"/>
                  <a:pt x="9836" y="14586"/>
                  <a:pt x="9484" y="14532"/>
                </a:cubicBezTo>
                <a:cubicBezTo>
                  <a:pt x="9366" y="14510"/>
                  <a:pt x="9224" y="14500"/>
                  <a:pt x="9076" y="14500"/>
                </a:cubicBezTo>
                <a:cubicBezTo>
                  <a:pt x="8807" y="14500"/>
                  <a:pt x="8515" y="14534"/>
                  <a:pt x="8299" y="14593"/>
                </a:cubicBezTo>
                <a:cubicBezTo>
                  <a:pt x="7934" y="14684"/>
                  <a:pt x="7508" y="14866"/>
                  <a:pt x="7144" y="15018"/>
                </a:cubicBezTo>
                <a:cubicBezTo>
                  <a:pt x="6779" y="15140"/>
                  <a:pt x="6019" y="15201"/>
                  <a:pt x="5745" y="15535"/>
                </a:cubicBezTo>
                <a:cubicBezTo>
                  <a:pt x="5533" y="15809"/>
                  <a:pt x="5745" y="16447"/>
                  <a:pt x="5958" y="16660"/>
                </a:cubicBezTo>
                <a:cubicBezTo>
                  <a:pt x="6293" y="17024"/>
                  <a:pt x="6931" y="17237"/>
                  <a:pt x="7387" y="17420"/>
                </a:cubicBezTo>
                <a:cubicBezTo>
                  <a:pt x="8329" y="17815"/>
                  <a:pt x="9302" y="17845"/>
                  <a:pt x="10274" y="18028"/>
                </a:cubicBezTo>
                <a:cubicBezTo>
                  <a:pt x="10551" y="18083"/>
                  <a:pt x="10834" y="18101"/>
                  <a:pt x="11121" y="18101"/>
                </a:cubicBezTo>
                <a:cubicBezTo>
                  <a:pt x="11679" y="18101"/>
                  <a:pt x="12248" y="18032"/>
                  <a:pt x="12805" y="18032"/>
                </a:cubicBezTo>
                <a:cubicBezTo>
                  <a:pt x="13059" y="18032"/>
                  <a:pt x="13311" y="18046"/>
                  <a:pt x="13557" y="18088"/>
                </a:cubicBezTo>
                <a:cubicBezTo>
                  <a:pt x="14287" y="18179"/>
                  <a:pt x="14925" y="18301"/>
                  <a:pt x="15685" y="18301"/>
                </a:cubicBezTo>
                <a:lnTo>
                  <a:pt x="17326" y="18301"/>
                </a:lnTo>
                <a:cubicBezTo>
                  <a:pt x="17853" y="18301"/>
                  <a:pt x="18380" y="18288"/>
                  <a:pt x="18907" y="18288"/>
                </a:cubicBezTo>
                <a:cubicBezTo>
                  <a:pt x="19170" y="18288"/>
                  <a:pt x="19434" y="18291"/>
                  <a:pt x="19697" y="18301"/>
                </a:cubicBezTo>
                <a:cubicBezTo>
                  <a:pt x="20123" y="18301"/>
                  <a:pt x="20244" y="18453"/>
                  <a:pt x="20609" y="18544"/>
                </a:cubicBezTo>
                <a:cubicBezTo>
                  <a:pt x="20699" y="18564"/>
                  <a:pt x="20790" y="18571"/>
                  <a:pt x="20882" y="18571"/>
                </a:cubicBezTo>
                <a:cubicBezTo>
                  <a:pt x="21134" y="18571"/>
                  <a:pt x="21391" y="18518"/>
                  <a:pt x="21643" y="18518"/>
                </a:cubicBezTo>
                <a:cubicBezTo>
                  <a:pt x="21735" y="18518"/>
                  <a:pt x="21826" y="18525"/>
                  <a:pt x="21916" y="18544"/>
                </a:cubicBezTo>
                <a:cubicBezTo>
                  <a:pt x="21916" y="18643"/>
                  <a:pt x="21906" y="18742"/>
                  <a:pt x="21882" y="18838"/>
                </a:cubicBezTo>
                <a:lnTo>
                  <a:pt x="21882" y="18838"/>
                </a:lnTo>
                <a:lnTo>
                  <a:pt x="22159" y="18301"/>
                </a:lnTo>
                <a:cubicBezTo>
                  <a:pt x="21825" y="16569"/>
                  <a:pt x="20761" y="14927"/>
                  <a:pt x="19849" y="13438"/>
                </a:cubicBezTo>
                <a:cubicBezTo>
                  <a:pt x="18846" y="11705"/>
                  <a:pt x="18177" y="9760"/>
                  <a:pt x="17235" y="7997"/>
                </a:cubicBezTo>
                <a:cubicBezTo>
                  <a:pt x="16840" y="7267"/>
                  <a:pt x="16323" y="6599"/>
                  <a:pt x="15928" y="5869"/>
                </a:cubicBezTo>
                <a:cubicBezTo>
                  <a:pt x="15502" y="5140"/>
                  <a:pt x="15047" y="4441"/>
                  <a:pt x="14560" y="3772"/>
                </a:cubicBezTo>
                <a:cubicBezTo>
                  <a:pt x="13740" y="2617"/>
                  <a:pt x="12949" y="1401"/>
                  <a:pt x="11825" y="520"/>
                </a:cubicBezTo>
                <a:cubicBezTo>
                  <a:pt x="11490" y="246"/>
                  <a:pt x="11338" y="3"/>
                  <a:pt x="10882" y="3"/>
                </a:cubicBezTo>
                <a:cubicBezTo>
                  <a:pt x="10864" y="2"/>
                  <a:pt x="10846" y="1"/>
                  <a:pt x="10828" y="1"/>
                </a:cubicBezTo>
                <a:close/>
                <a:moveTo>
                  <a:pt x="21882" y="18838"/>
                </a:moveTo>
                <a:lnTo>
                  <a:pt x="21673" y="19243"/>
                </a:lnTo>
                <a:cubicBezTo>
                  <a:pt x="21781" y="19117"/>
                  <a:pt x="21847" y="18980"/>
                  <a:pt x="21882" y="1883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 name="Google Shape;45;p2"/>
          <p:cNvGrpSpPr/>
          <p:nvPr/>
        </p:nvGrpSpPr>
        <p:grpSpPr>
          <a:xfrm>
            <a:off x="-311761" y="4114225"/>
            <a:ext cx="1424950" cy="1312361"/>
            <a:chOff x="548175" y="3691725"/>
            <a:chExt cx="990925" cy="1044125"/>
          </a:xfrm>
        </p:grpSpPr>
        <p:sp>
          <p:nvSpPr>
            <p:cNvPr id="46" name="Google Shape;46;p2"/>
            <p:cNvSpPr/>
            <p:nvPr/>
          </p:nvSpPr>
          <p:spPr>
            <a:xfrm>
              <a:off x="803500" y="3747200"/>
              <a:ext cx="52450" cy="99575"/>
            </a:xfrm>
            <a:custGeom>
              <a:rect b="b" l="l" r="r" t="t"/>
              <a:pathLst>
                <a:path extrusionOk="0" fill="none" h="3983" w="2098">
                  <a:moveTo>
                    <a:pt x="2097" y="0"/>
                  </a:moveTo>
                  <a:cubicBezTo>
                    <a:pt x="1733" y="760"/>
                    <a:pt x="1307" y="1490"/>
                    <a:pt x="881" y="2250"/>
                  </a:cubicBezTo>
                  <a:cubicBezTo>
                    <a:pt x="578" y="2827"/>
                    <a:pt x="213" y="3374"/>
                    <a:pt x="0" y="3982"/>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773850" y="3864975"/>
              <a:ext cx="58550" cy="99575"/>
            </a:xfrm>
            <a:custGeom>
              <a:rect b="b" l="l" r="r" t="t"/>
              <a:pathLst>
                <a:path extrusionOk="0" fill="none" h="3983" w="2342">
                  <a:moveTo>
                    <a:pt x="2341" y="1"/>
                  </a:moveTo>
                  <a:cubicBezTo>
                    <a:pt x="2067" y="700"/>
                    <a:pt x="1490" y="1308"/>
                    <a:pt x="1186" y="2007"/>
                  </a:cubicBezTo>
                  <a:cubicBezTo>
                    <a:pt x="852" y="2706"/>
                    <a:pt x="517" y="3436"/>
                    <a:pt x="1" y="398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712300" y="3923500"/>
              <a:ext cx="38025" cy="64600"/>
            </a:xfrm>
            <a:custGeom>
              <a:rect b="b" l="l" r="r" t="t"/>
              <a:pathLst>
                <a:path extrusionOk="0" fill="none" h="2584" w="1521">
                  <a:moveTo>
                    <a:pt x="1520" y="0"/>
                  </a:moveTo>
                  <a:cubicBezTo>
                    <a:pt x="1216" y="487"/>
                    <a:pt x="1034" y="1034"/>
                    <a:pt x="700" y="1520"/>
                  </a:cubicBezTo>
                  <a:cubicBezTo>
                    <a:pt x="456" y="1885"/>
                    <a:pt x="244" y="2219"/>
                    <a:pt x="1" y="258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718375" y="3829275"/>
              <a:ext cx="41075" cy="64600"/>
            </a:xfrm>
            <a:custGeom>
              <a:rect b="b" l="l" r="r" t="t"/>
              <a:pathLst>
                <a:path extrusionOk="0" fill="none" h="2584" w="1643">
                  <a:moveTo>
                    <a:pt x="1642" y="0"/>
                  </a:moveTo>
                  <a:cubicBezTo>
                    <a:pt x="1034" y="851"/>
                    <a:pt x="487" y="1702"/>
                    <a:pt x="1" y="258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621125" y="3993400"/>
              <a:ext cx="26600" cy="53225"/>
            </a:xfrm>
            <a:custGeom>
              <a:rect b="b" l="l" r="r" t="t"/>
              <a:pathLst>
                <a:path extrusionOk="0" fill="none" h="2129" w="1064">
                  <a:moveTo>
                    <a:pt x="1064" y="1"/>
                  </a:moveTo>
                  <a:cubicBezTo>
                    <a:pt x="1003" y="335"/>
                    <a:pt x="699" y="761"/>
                    <a:pt x="517" y="1065"/>
                  </a:cubicBezTo>
                  <a:cubicBezTo>
                    <a:pt x="365" y="1429"/>
                    <a:pt x="182" y="1764"/>
                    <a:pt x="0" y="2128"/>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662150" y="4043550"/>
              <a:ext cx="32700" cy="58550"/>
            </a:xfrm>
            <a:custGeom>
              <a:rect b="b" l="l" r="r" t="t"/>
              <a:pathLst>
                <a:path extrusionOk="0" fill="none" h="2342" w="1308">
                  <a:moveTo>
                    <a:pt x="1307" y="1"/>
                  </a:moveTo>
                  <a:cubicBezTo>
                    <a:pt x="1034" y="487"/>
                    <a:pt x="578" y="882"/>
                    <a:pt x="396" y="1399"/>
                  </a:cubicBezTo>
                  <a:cubicBezTo>
                    <a:pt x="274" y="1703"/>
                    <a:pt x="244" y="2098"/>
                    <a:pt x="0" y="2341"/>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726750" y="4043550"/>
              <a:ext cx="44075" cy="67650"/>
            </a:xfrm>
            <a:custGeom>
              <a:rect b="b" l="l" r="r" t="t"/>
              <a:pathLst>
                <a:path extrusionOk="0" fill="none" h="2706" w="1763">
                  <a:moveTo>
                    <a:pt x="1763" y="1"/>
                  </a:moveTo>
                  <a:cubicBezTo>
                    <a:pt x="973" y="761"/>
                    <a:pt x="426" y="1703"/>
                    <a:pt x="0" y="270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827050" y="3955400"/>
              <a:ext cx="43325" cy="67675"/>
            </a:xfrm>
            <a:custGeom>
              <a:rect b="b" l="l" r="r" t="t"/>
              <a:pathLst>
                <a:path extrusionOk="0" fill="none" h="2707" w="1733">
                  <a:moveTo>
                    <a:pt x="1733" y="1"/>
                  </a:moveTo>
                  <a:cubicBezTo>
                    <a:pt x="1307" y="487"/>
                    <a:pt x="851" y="1065"/>
                    <a:pt x="578" y="1673"/>
                  </a:cubicBezTo>
                  <a:cubicBezTo>
                    <a:pt x="487" y="1855"/>
                    <a:pt x="426" y="2068"/>
                    <a:pt x="304" y="2250"/>
                  </a:cubicBezTo>
                  <a:cubicBezTo>
                    <a:pt x="213" y="2402"/>
                    <a:pt x="0" y="2524"/>
                    <a:pt x="0" y="270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908350" y="3835350"/>
              <a:ext cx="44100" cy="76000"/>
            </a:xfrm>
            <a:custGeom>
              <a:rect b="b" l="l" r="r" t="t"/>
              <a:pathLst>
                <a:path extrusionOk="0" fill="none" h="3040" w="1764">
                  <a:moveTo>
                    <a:pt x="1764" y="0"/>
                  </a:moveTo>
                  <a:cubicBezTo>
                    <a:pt x="1399" y="699"/>
                    <a:pt x="1034" y="1429"/>
                    <a:pt x="700" y="2158"/>
                  </a:cubicBezTo>
                  <a:cubicBezTo>
                    <a:pt x="578" y="2462"/>
                    <a:pt x="457" y="3040"/>
                    <a:pt x="1" y="2949"/>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901525" y="3764675"/>
              <a:ext cx="50925" cy="76775"/>
            </a:xfrm>
            <a:custGeom>
              <a:rect b="b" l="l" r="r" t="t"/>
              <a:pathLst>
                <a:path extrusionOk="0" fill="none" h="3071" w="2037">
                  <a:moveTo>
                    <a:pt x="2037" y="1"/>
                  </a:moveTo>
                  <a:cubicBezTo>
                    <a:pt x="1489" y="457"/>
                    <a:pt x="1155" y="1095"/>
                    <a:pt x="821" y="1703"/>
                  </a:cubicBezTo>
                  <a:cubicBezTo>
                    <a:pt x="608" y="2067"/>
                    <a:pt x="0" y="2645"/>
                    <a:pt x="61" y="3071"/>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1008650" y="3762400"/>
              <a:ext cx="28900" cy="52450"/>
            </a:xfrm>
            <a:custGeom>
              <a:rect b="b" l="l" r="r" t="t"/>
              <a:pathLst>
                <a:path extrusionOk="0" fill="none" h="2098" w="1156">
                  <a:moveTo>
                    <a:pt x="1156" y="0"/>
                  </a:moveTo>
                  <a:cubicBezTo>
                    <a:pt x="882" y="456"/>
                    <a:pt x="487" y="882"/>
                    <a:pt x="305" y="1399"/>
                  </a:cubicBezTo>
                  <a:cubicBezTo>
                    <a:pt x="214" y="1611"/>
                    <a:pt x="183" y="1915"/>
                    <a:pt x="1" y="2098"/>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1084650" y="3732750"/>
              <a:ext cx="44100" cy="61600"/>
            </a:xfrm>
            <a:custGeom>
              <a:rect b="b" l="l" r="r" t="t"/>
              <a:pathLst>
                <a:path extrusionOk="0" fill="none" h="2464" w="1764">
                  <a:moveTo>
                    <a:pt x="1763" y="1"/>
                  </a:moveTo>
                  <a:cubicBezTo>
                    <a:pt x="1551" y="487"/>
                    <a:pt x="1277" y="913"/>
                    <a:pt x="943" y="1308"/>
                  </a:cubicBezTo>
                  <a:cubicBezTo>
                    <a:pt x="608" y="1703"/>
                    <a:pt x="396" y="2098"/>
                    <a:pt x="0" y="246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1155325" y="3762400"/>
              <a:ext cx="38000" cy="49425"/>
            </a:xfrm>
            <a:custGeom>
              <a:rect b="b" l="l" r="r" t="t"/>
              <a:pathLst>
                <a:path extrusionOk="0" fill="none" h="1977" w="1520">
                  <a:moveTo>
                    <a:pt x="1520" y="0"/>
                  </a:moveTo>
                  <a:cubicBezTo>
                    <a:pt x="1216" y="365"/>
                    <a:pt x="942" y="791"/>
                    <a:pt x="639" y="1155"/>
                  </a:cubicBezTo>
                  <a:cubicBezTo>
                    <a:pt x="426" y="1429"/>
                    <a:pt x="183" y="1672"/>
                    <a:pt x="0" y="197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969900" y="39934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929625" y="3917425"/>
              <a:ext cx="43350" cy="64600"/>
            </a:xfrm>
            <a:custGeom>
              <a:rect b="b" l="l" r="r" t="t"/>
              <a:pathLst>
                <a:path extrusionOk="0" fill="none" h="2584" w="1734">
                  <a:moveTo>
                    <a:pt x="1733" y="0"/>
                  </a:moveTo>
                  <a:cubicBezTo>
                    <a:pt x="1217" y="882"/>
                    <a:pt x="730" y="1854"/>
                    <a:pt x="1" y="258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847550" y="4061025"/>
              <a:ext cx="40300" cy="56275"/>
            </a:xfrm>
            <a:custGeom>
              <a:rect b="b" l="l" r="r" t="t"/>
              <a:pathLst>
                <a:path extrusionOk="0" fill="none" h="2251" w="1612">
                  <a:moveTo>
                    <a:pt x="1612" y="1"/>
                  </a:moveTo>
                  <a:cubicBezTo>
                    <a:pt x="974" y="700"/>
                    <a:pt x="487" y="1429"/>
                    <a:pt x="1" y="225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750300" y="4169700"/>
              <a:ext cx="50175" cy="64625"/>
            </a:xfrm>
            <a:custGeom>
              <a:rect b="b" l="l" r="r" t="t"/>
              <a:pathLst>
                <a:path extrusionOk="0" fill="none" h="2585" w="2007">
                  <a:moveTo>
                    <a:pt x="2006" y="0"/>
                  </a:moveTo>
                  <a:cubicBezTo>
                    <a:pt x="1307" y="852"/>
                    <a:pt x="791" y="1824"/>
                    <a:pt x="0" y="258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747250" y="4114225"/>
              <a:ext cx="32700" cy="46375"/>
            </a:xfrm>
            <a:custGeom>
              <a:rect b="b" l="l" r="r" t="t"/>
              <a:pathLst>
                <a:path extrusionOk="0" fill="none" h="1855" w="1308">
                  <a:moveTo>
                    <a:pt x="1308" y="1"/>
                  </a:moveTo>
                  <a:cubicBezTo>
                    <a:pt x="913" y="639"/>
                    <a:pt x="517" y="1308"/>
                    <a:pt x="1" y="185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641625" y="4222900"/>
              <a:ext cx="35750" cy="52450"/>
            </a:xfrm>
            <a:custGeom>
              <a:rect b="b" l="l" r="r" t="t"/>
              <a:pathLst>
                <a:path extrusionOk="0" fill="none" h="2098" w="1430">
                  <a:moveTo>
                    <a:pt x="1429" y="0"/>
                  </a:moveTo>
                  <a:cubicBezTo>
                    <a:pt x="1399" y="182"/>
                    <a:pt x="1004" y="699"/>
                    <a:pt x="913" y="821"/>
                  </a:cubicBezTo>
                  <a:cubicBezTo>
                    <a:pt x="791" y="973"/>
                    <a:pt x="639" y="1125"/>
                    <a:pt x="517" y="1277"/>
                  </a:cubicBezTo>
                  <a:cubicBezTo>
                    <a:pt x="335" y="1520"/>
                    <a:pt x="62" y="1763"/>
                    <a:pt x="1" y="2097"/>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615800" y="4169700"/>
              <a:ext cx="46375" cy="55500"/>
            </a:xfrm>
            <a:custGeom>
              <a:rect b="b" l="l" r="r" t="t"/>
              <a:pathLst>
                <a:path extrusionOk="0" fill="none" h="2220" w="1855">
                  <a:moveTo>
                    <a:pt x="1854" y="0"/>
                  </a:moveTo>
                  <a:cubicBezTo>
                    <a:pt x="973" y="517"/>
                    <a:pt x="699" y="1551"/>
                    <a:pt x="0" y="2219"/>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589200" y="4114225"/>
              <a:ext cx="31950" cy="46375"/>
            </a:xfrm>
            <a:custGeom>
              <a:rect b="b" l="l" r="r" t="t"/>
              <a:pathLst>
                <a:path extrusionOk="0" fill="none" h="1855" w="1278">
                  <a:moveTo>
                    <a:pt x="1277" y="1"/>
                  </a:moveTo>
                  <a:cubicBezTo>
                    <a:pt x="973" y="456"/>
                    <a:pt x="669" y="943"/>
                    <a:pt x="335" y="1399"/>
                  </a:cubicBezTo>
                  <a:cubicBezTo>
                    <a:pt x="244" y="1551"/>
                    <a:pt x="122" y="1733"/>
                    <a:pt x="0" y="185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630225" y="3855875"/>
              <a:ext cx="31950" cy="50175"/>
            </a:xfrm>
            <a:custGeom>
              <a:rect b="b" l="l" r="r" t="t"/>
              <a:pathLst>
                <a:path extrusionOk="0" fill="none" h="2007" w="1278">
                  <a:moveTo>
                    <a:pt x="1277" y="0"/>
                  </a:moveTo>
                  <a:cubicBezTo>
                    <a:pt x="913" y="365"/>
                    <a:pt x="487" y="760"/>
                    <a:pt x="305" y="1246"/>
                  </a:cubicBezTo>
                  <a:cubicBezTo>
                    <a:pt x="214" y="1459"/>
                    <a:pt x="31" y="1763"/>
                    <a:pt x="1" y="200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756375" y="3756325"/>
              <a:ext cx="28900" cy="28900"/>
            </a:xfrm>
            <a:custGeom>
              <a:rect b="b" l="l" r="r" t="t"/>
              <a:pathLst>
                <a:path extrusionOk="0" fill="none" h="1156" w="1156">
                  <a:moveTo>
                    <a:pt x="1156" y="0"/>
                  </a:moveTo>
                  <a:cubicBezTo>
                    <a:pt x="608" y="243"/>
                    <a:pt x="244" y="639"/>
                    <a:pt x="0" y="115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565650" y="3982000"/>
              <a:ext cx="26600" cy="41075"/>
            </a:xfrm>
            <a:custGeom>
              <a:rect b="b" l="l" r="r" t="t"/>
              <a:pathLst>
                <a:path extrusionOk="0" fill="none" h="1643" w="1064">
                  <a:moveTo>
                    <a:pt x="1064" y="1"/>
                  </a:moveTo>
                  <a:cubicBezTo>
                    <a:pt x="760" y="305"/>
                    <a:pt x="426" y="669"/>
                    <a:pt x="243" y="1065"/>
                  </a:cubicBezTo>
                  <a:cubicBezTo>
                    <a:pt x="152" y="1247"/>
                    <a:pt x="91" y="1460"/>
                    <a:pt x="0" y="1642"/>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548175" y="4222900"/>
              <a:ext cx="26600" cy="43325"/>
            </a:xfrm>
            <a:custGeom>
              <a:rect b="b" l="l" r="r" t="t"/>
              <a:pathLst>
                <a:path extrusionOk="0" fill="none" h="1733" w="1064">
                  <a:moveTo>
                    <a:pt x="1064" y="0"/>
                  </a:moveTo>
                  <a:cubicBezTo>
                    <a:pt x="821" y="365"/>
                    <a:pt x="517" y="760"/>
                    <a:pt x="334" y="1155"/>
                  </a:cubicBezTo>
                  <a:cubicBezTo>
                    <a:pt x="274" y="1338"/>
                    <a:pt x="182" y="1702"/>
                    <a:pt x="0" y="173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583125" y="4278350"/>
              <a:ext cx="26625" cy="41075"/>
            </a:xfrm>
            <a:custGeom>
              <a:rect b="b" l="l" r="r" t="t"/>
              <a:pathLst>
                <a:path extrusionOk="0" fill="none" h="1643" w="1065">
                  <a:moveTo>
                    <a:pt x="1064" y="1"/>
                  </a:moveTo>
                  <a:cubicBezTo>
                    <a:pt x="730" y="335"/>
                    <a:pt x="487" y="700"/>
                    <a:pt x="304" y="1126"/>
                  </a:cubicBezTo>
                  <a:cubicBezTo>
                    <a:pt x="213" y="1278"/>
                    <a:pt x="152" y="1582"/>
                    <a:pt x="0" y="1642"/>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621125" y="4322425"/>
              <a:ext cx="58525" cy="85150"/>
            </a:xfrm>
            <a:custGeom>
              <a:rect b="b" l="l" r="r" t="t"/>
              <a:pathLst>
                <a:path extrusionOk="0" fill="none" h="3406" w="2341">
                  <a:moveTo>
                    <a:pt x="2341" y="1"/>
                  </a:moveTo>
                  <a:cubicBezTo>
                    <a:pt x="1824" y="578"/>
                    <a:pt x="1368" y="1247"/>
                    <a:pt x="973" y="1946"/>
                  </a:cubicBezTo>
                  <a:cubicBezTo>
                    <a:pt x="821" y="2220"/>
                    <a:pt x="669" y="2433"/>
                    <a:pt x="517" y="2706"/>
                  </a:cubicBezTo>
                  <a:cubicBezTo>
                    <a:pt x="334" y="2919"/>
                    <a:pt x="243" y="3223"/>
                    <a:pt x="0" y="340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618075" y="4459975"/>
              <a:ext cx="26625" cy="44100"/>
            </a:xfrm>
            <a:custGeom>
              <a:rect b="b" l="l" r="r" t="t"/>
              <a:pathLst>
                <a:path extrusionOk="0" fill="none" h="1764" w="1065">
                  <a:moveTo>
                    <a:pt x="1064" y="1"/>
                  </a:moveTo>
                  <a:cubicBezTo>
                    <a:pt x="760" y="426"/>
                    <a:pt x="578" y="760"/>
                    <a:pt x="365" y="1216"/>
                  </a:cubicBezTo>
                  <a:cubicBezTo>
                    <a:pt x="304" y="1368"/>
                    <a:pt x="152" y="1642"/>
                    <a:pt x="0" y="176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741925" y="4275325"/>
              <a:ext cx="41075" cy="55500"/>
            </a:xfrm>
            <a:custGeom>
              <a:rect b="b" l="l" r="r" t="t"/>
              <a:pathLst>
                <a:path extrusionOk="0" fill="none" h="2220" w="1643">
                  <a:moveTo>
                    <a:pt x="1642" y="0"/>
                  </a:moveTo>
                  <a:cubicBezTo>
                    <a:pt x="1095" y="335"/>
                    <a:pt x="882" y="851"/>
                    <a:pt x="578" y="1368"/>
                  </a:cubicBezTo>
                  <a:cubicBezTo>
                    <a:pt x="426" y="1672"/>
                    <a:pt x="244" y="2037"/>
                    <a:pt x="1" y="2219"/>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849850" y="4178825"/>
              <a:ext cx="26600" cy="41050"/>
            </a:xfrm>
            <a:custGeom>
              <a:rect b="b" l="l" r="r" t="t"/>
              <a:pathLst>
                <a:path extrusionOk="0" fill="none" h="1642" w="1064">
                  <a:moveTo>
                    <a:pt x="1064" y="0"/>
                  </a:moveTo>
                  <a:cubicBezTo>
                    <a:pt x="790" y="335"/>
                    <a:pt x="517" y="638"/>
                    <a:pt x="304" y="1034"/>
                  </a:cubicBezTo>
                  <a:cubicBezTo>
                    <a:pt x="183" y="1216"/>
                    <a:pt x="152" y="1459"/>
                    <a:pt x="0" y="1642"/>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944075" y="4102075"/>
              <a:ext cx="49400" cy="70675"/>
            </a:xfrm>
            <a:custGeom>
              <a:rect b="b" l="l" r="r" t="t"/>
              <a:pathLst>
                <a:path extrusionOk="0" fill="none" h="2827" w="1976">
                  <a:moveTo>
                    <a:pt x="1976" y="0"/>
                  </a:moveTo>
                  <a:cubicBezTo>
                    <a:pt x="1429" y="547"/>
                    <a:pt x="1003" y="1094"/>
                    <a:pt x="639" y="1794"/>
                  </a:cubicBezTo>
                  <a:cubicBezTo>
                    <a:pt x="456" y="2098"/>
                    <a:pt x="243" y="2553"/>
                    <a:pt x="0" y="2827"/>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1052725" y="4013925"/>
              <a:ext cx="34975" cy="50175"/>
            </a:xfrm>
            <a:custGeom>
              <a:rect b="b" l="l" r="r" t="t"/>
              <a:pathLst>
                <a:path extrusionOk="0" fill="none" h="2007" w="1399">
                  <a:moveTo>
                    <a:pt x="1399" y="0"/>
                  </a:moveTo>
                  <a:cubicBezTo>
                    <a:pt x="943" y="456"/>
                    <a:pt x="609" y="851"/>
                    <a:pt x="335" y="1399"/>
                  </a:cubicBezTo>
                  <a:cubicBezTo>
                    <a:pt x="274" y="1490"/>
                    <a:pt x="274" y="1672"/>
                    <a:pt x="183" y="1763"/>
                  </a:cubicBezTo>
                  <a:cubicBezTo>
                    <a:pt x="122" y="1885"/>
                    <a:pt x="62" y="1885"/>
                    <a:pt x="1" y="200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1149250" y="3899950"/>
              <a:ext cx="34975" cy="50175"/>
            </a:xfrm>
            <a:custGeom>
              <a:rect b="b" l="l" r="r" t="t"/>
              <a:pathLst>
                <a:path extrusionOk="0" fill="none" h="2007" w="1399">
                  <a:moveTo>
                    <a:pt x="1398" y="0"/>
                  </a:moveTo>
                  <a:cubicBezTo>
                    <a:pt x="1003" y="426"/>
                    <a:pt x="730" y="821"/>
                    <a:pt x="395" y="1307"/>
                  </a:cubicBezTo>
                  <a:cubicBezTo>
                    <a:pt x="243" y="1489"/>
                    <a:pt x="0" y="1733"/>
                    <a:pt x="0" y="200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1102125" y="3879425"/>
              <a:ext cx="26625" cy="41050"/>
            </a:xfrm>
            <a:custGeom>
              <a:rect b="b" l="l" r="r" t="t"/>
              <a:pathLst>
                <a:path extrusionOk="0" fill="none" h="1642" w="1065">
                  <a:moveTo>
                    <a:pt x="1064" y="0"/>
                  </a:moveTo>
                  <a:cubicBezTo>
                    <a:pt x="730" y="183"/>
                    <a:pt x="517" y="699"/>
                    <a:pt x="304" y="1003"/>
                  </a:cubicBezTo>
                  <a:cubicBezTo>
                    <a:pt x="183" y="1186"/>
                    <a:pt x="31" y="1429"/>
                    <a:pt x="1" y="1642"/>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972950" y="3697800"/>
              <a:ext cx="38775" cy="44100"/>
            </a:xfrm>
            <a:custGeom>
              <a:rect b="b" l="l" r="r" t="t"/>
              <a:pathLst>
                <a:path extrusionOk="0" fill="none" h="1764" w="1551">
                  <a:moveTo>
                    <a:pt x="1550" y="1"/>
                  </a:moveTo>
                  <a:cubicBezTo>
                    <a:pt x="1186" y="426"/>
                    <a:pt x="851" y="791"/>
                    <a:pt x="487" y="1186"/>
                  </a:cubicBezTo>
                  <a:cubicBezTo>
                    <a:pt x="365" y="1308"/>
                    <a:pt x="61" y="1612"/>
                    <a:pt x="0" y="176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908350" y="3691725"/>
              <a:ext cx="20550" cy="23575"/>
            </a:xfrm>
            <a:custGeom>
              <a:rect b="b" l="l" r="r" t="t"/>
              <a:pathLst>
                <a:path extrusionOk="0" fill="none" h="943" w="822">
                  <a:moveTo>
                    <a:pt x="821" y="1"/>
                  </a:moveTo>
                  <a:cubicBezTo>
                    <a:pt x="457" y="213"/>
                    <a:pt x="122" y="517"/>
                    <a:pt x="1" y="94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1207000" y="3779875"/>
              <a:ext cx="38775" cy="49425"/>
            </a:xfrm>
            <a:custGeom>
              <a:rect b="b" l="l" r="r" t="t"/>
              <a:pathLst>
                <a:path extrusionOk="0" fill="none" h="1977" w="1551">
                  <a:moveTo>
                    <a:pt x="1550" y="1"/>
                  </a:moveTo>
                  <a:cubicBezTo>
                    <a:pt x="1094" y="396"/>
                    <a:pt x="730" y="821"/>
                    <a:pt x="334" y="1277"/>
                  </a:cubicBezTo>
                  <a:cubicBezTo>
                    <a:pt x="182" y="1490"/>
                    <a:pt x="0" y="1703"/>
                    <a:pt x="31" y="197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1275375" y="3814825"/>
              <a:ext cx="38025" cy="38025"/>
            </a:xfrm>
            <a:custGeom>
              <a:rect b="b" l="l" r="r" t="t"/>
              <a:pathLst>
                <a:path extrusionOk="0" fill="none" h="1521" w="1521">
                  <a:moveTo>
                    <a:pt x="1521" y="1"/>
                  </a:moveTo>
                  <a:cubicBezTo>
                    <a:pt x="1125" y="61"/>
                    <a:pt x="852" y="609"/>
                    <a:pt x="639" y="882"/>
                  </a:cubicBezTo>
                  <a:cubicBezTo>
                    <a:pt x="457" y="1065"/>
                    <a:pt x="214" y="1368"/>
                    <a:pt x="1" y="152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1322500" y="3858900"/>
              <a:ext cx="58525" cy="61575"/>
            </a:xfrm>
            <a:custGeom>
              <a:rect b="b" l="l" r="r" t="t"/>
              <a:pathLst>
                <a:path extrusionOk="0" fill="none" h="2463" w="2341">
                  <a:moveTo>
                    <a:pt x="2341" y="1"/>
                  </a:moveTo>
                  <a:cubicBezTo>
                    <a:pt x="1976" y="274"/>
                    <a:pt x="1520" y="578"/>
                    <a:pt x="1246" y="943"/>
                  </a:cubicBezTo>
                  <a:cubicBezTo>
                    <a:pt x="1095" y="1125"/>
                    <a:pt x="973" y="1338"/>
                    <a:pt x="791" y="1520"/>
                  </a:cubicBezTo>
                  <a:cubicBezTo>
                    <a:pt x="547" y="1824"/>
                    <a:pt x="243" y="2128"/>
                    <a:pt x="0" y="246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1325525" y="3944000"/>
              <a:ext cx="66900" cy="72975"/>
            </a:xfrm>
            <a:custGeom>
              <a:rect b="b" l="l" r="r" t="t"/>
              <a:pathLst>
                <a:path extrusionOk="0" fill="none" h="2919" w="2676">
                  <a:moveTo>
                    <a:pt x="2676" y="1"/>
                  </a:moveTo>
                  <a:cubicBezTo>
                    <a:pt x="2159" y="609"/>
                    <a:pt x="1673" y="1308"/>
                    <a:pt x="1034" y="1855"/>
                  </a:cubicBezTo>
                  <a:cubicBezTo>
                    <a:pt x="670" y="2159"/>
                    <a:pt x="335" y="2585"/>
                    <a:pt x="1" y="2919"/>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1407600" y="3958450"/>
              <a:ext cx="38025" cy="44100"/>
            </a:xfrm>
            <a:custGeom>
              <a:rect b="b" l="l" r="r" t="t"/>
              <a:pathLst>
                <a:path extrusionOk="0" fill="none" h="1764" w="1521">
                  <a:moveTo>
                    <a:pt x="1520" y="0"/>
                  </a:moveTo>
                  <a:cubicBezTo>
                    <a:pt x="1004" y="578"/>
                    <a:pt x="609" y="1307"/>
                    <a:pt x="1" y="176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1242700" y="3970600"/>
              <a:ext cx="44100" cy="55500"/>
            </a:xfrm>
            <a:custGeom>
              <a:rect b="b" l="l" r="r" t="t"/>
              <a:pathLst>
                <a:path extrusionOk="0" fill="none" h="2220" w="1764">
                  <a:moveTo>
                    <a:pt x="1764" y="1"/>
                  </a:moveTo>
                  <a:cubicBezTo>
                    <a:pt x="1308" y="274"/>
                    <a:pt x="1034" y="791"/>
                    <a:pt x="791" y="1277"/>
                  </a:cubicBezTo>
                  <a:cubicBezTo>
                    <a:pt x="578" y="1612"/>
                    <a:pt x="274" y="1885"/>
                    <a:pt x="1" y="222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1178875" y="3944000"/>
              <a:ext cx="49425" cy="58550"/>
            </a:xfrm>
            <a:custGeom>
              <a:rect b="b" l="l" r="r" t="t"/>
              <a:pathLst>
                <a:path extrusionOk="0" fill="none" h="2342" w="1977">
                  <a:moveTo>
                    <a:pt x="1976" y="1"/>
                  </a:moveTo>
                  <a:cubicBezTo>
                    <a:pt x="1520" y="487"/>
                    <a:pt x="1034" y="974"/>
                    <a:pt x="639" y="1521"/>
                  </a:cubicBezTo>
                  <a:cubicBezTo>
                    <a:pt x="456" y="1764"/>
                    <a:pt x="92" y="2068"/>
                    <a:pt x="0" y="2341"/>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a:off x="1117325" y="4076225"/>
              <a:ext cx="41050" cy="49425"/>
            </a:xfrm>
            <a:custGeom>
              <a:rect b="b" l="l" r="r" t="t"/>
              <a:pathLst>
                <a:path extrusionOk="0" fill="none" h="1977" w="1642">
                  <a:moveTo>
                    <a:pt x="1642" y="1"/>
                  </a:moveTo>
                  <a:cubicBezTo>
                    <a:pt x="1186" y="396"/>
                    <a:pt x="943" y="882"/>
                    <a:pt x="548" y="1308"/>
                  </a:cubicBezTo>
                  <a:cubicBezTo>
                    <a:pt x="365" y="1521"/>
                    <a:pt x="183" y="1764"/>
                    <a:pt x="0" y="197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a:off x="1198625" y="4084600"/>
              <a:ext cx="41825" cy="50175"/>
            </a:xfrm>
            <a:custGeom>
              <a:rect b="b" l="l" r="r" t="t"/>
              <a:pathLst>
                <a:path extrusionOk="0" fill="none" h="2007" w="1673">
                  <a:moveTo>
                    <a:pt x="1673" y="0"/>
                  </a:moveTo>
                  <a:cubicBezTo>
                    <a:pt x="1308" y="456"/>
                    <a:pt x="1004" y="912"/>
                    <a:pt x="639" y="1338"/>
                  </a:cubicBezTo>
                  <a:cubicBezTo>
                    <a:pt x="457" y="1520"/>
                    <a:pt x="274" y="1915"/>
                    <a:pt x="1" y="200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1295900" y="4064075"/>
              <a:ext cx="41050" cy="50175"/>
            </a:xfrm>
            <a:custGeom>
              <a:rect b="b" l="l" r="r" t="t"/>
              <a:pathLst>
                <a:path extrusionOk="0" fill="none" h="2007" w="1642">
                  <a:moveTo>
                    <a:pt x="1642" y="0"/>
                  </a:moveTo>
                  <a:cubicBezTo>
                    <a:pt x="1247" y="487"/>
                    <a:pt x="821" y="912"/>
                    <a:pt x="456" y="1429"/>
                  </a:cubicBezTo>
                  <a:cubicBezTo>
                    <a:pt x="335" y="1611"/>
                    <a:pt x="183" y="1946"/>
                    <a:pt x="0" y="2007"/>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1360500" y="4061025"/>
              <a:ext cx="58525" cy="61575"/>
            </a:xfrm>
            <a:custGeom>
              <a:rect b="b" l="l" r="r" t="t"/>
              <a:pathLst>
                <a:path extrusionOk="0" fill="none" h="2463" w="2341">
                  <a:moveTo>
                    <a:pt x="2341" y="1"/>
                  </a:moveTo>
                  <a:cubicBezTo>
                    <a:pt x="2006" y="214"/>
                    <a:pt x="1733" y="396"/>
                    <a:pt x="1489" y="730"/>
                  </a:cubicBezTo>
                  <a:cubicBezTo>
                    <a:pt x="1337" y="913"/>
                    <a:pt x="1216" y="1125"/>
                    <a:pt x="1064" y="1308"/>
                  </a:cubicBezTo>
                  <a:cubicBezTo>
                    <a:pt x="669" y="1703"/>
                    <a:pt x="304" y="2037"/>
                    <a:pt x="0" y="246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1442550" y="4055725"/>
              <a:ext cx="52475" cy="58525"/>
            </a:xfrm>
            <a:custGeom>
              <a:rect b="b" l="l" r="r" t="t"/>
              <a:pathLst>
                <a:path extrusionOk="0" fill="none" h="2341" w="2099">
                  <a:moveTo>
                    <a:pt x="2098" y="0"/>
                  </a:moveTo>
                  <a:cubicBezTo>
                    <a:pt x="1825" y="456"/>
                    <a:pt x="1399" y="851"/>
                    <a:pt x="1065" y="1277"/>
                  </a:cubicBezTo>
                  <a:cubicBezTo>
                    <a:pt x="761" y="1672"/>
                    <a:pt x="396" y="2037"/>
                    <a:pt x="1" y="2341"/>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1448625" y="4149175"/>
              <a:ext cx="41075" cy="58550"/>
            </a:xfrm>
            <a:custGeom>
              <a:rect b="b" l="l" r="r" t="t"/>
              <a:pathLst>
                <a:path extrusionOk="0" fill="none" h="2342" w="1643">
                  <a:moveTo>
                    <a:pt x="1642" y="1"/>
                  </a:moveTo>
                  <a:cubicBezTo>
                    <a:pt x="1186" y="852"/>
                    <a:pt x="396" y="1490"/>
                    <a:pt x="1" y="2341"/>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1480550" y="4193250"/>
              <a:ext cx="58550" cy="67650"/>
            </a:xfrm>
            <a:custGeom>
              <a:rect b="b" l="l" r="r" t="t"/>
              <a:pathLst>
                <a:path extrusionOk="0" fill="none" h="2706" w="2342">
                  <a:moveTo>
                    <a:pt x="2341" y="1"/>
                  </a:moveTo>
                  <a:cubicBezTo>
                    <a:pt x="1885" y="517"/>
                    <a:pt x="1490" y="1065"/>
                    <a:pt x="1064" y="1612"/>
                  </a:cubicBezTo>
                  <a:cubicBezTo>
                    <a:pt x="760" y="2007"/>
                    <a:pt x="365" y="2341"/>
                    <a:pt x="1" y="270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1442550" y="4389300"/>
              <a:ext cx="41075" cy="44100"/>
            </a:xfrm>
            <a:custGeom>
              <a:rect b="b" l="l" r="r" t="t"/>
              <a:pathLst>
                <a:path extrusionOk="0" fill="none" h="1764" w="1643">
                  <a:moveTo>
                    <a:pt x="1642" y="1"/>
                  </a:moveTo>
                  <a:cubicBezTo>
                    <a:pt x="1369" y="335"/>
                    <a:pt x="973" y="517"/>
                    <a:pt x="700" y="852"/>
                  </a:cubicBezTo>
                  <a:cubicBezTo>
                    <a:pt x="457" y="1156"/>
                    <a:pt x="244" y="1490"/>
                    <a:pt x="1" y="176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1392400" y="4501000"/>
              <a:ext cx="50175" cy="50175"/>
            </a:xfrm>
            <a:custGeom>
              <a:rect b="b" l="l" r="r" t="t"/>
              <a:pathLst>
                <a:path extrusionOk="0" fill="none" h="2007" w="2007">
                  <a:moveTo>
                    <a:pt x="2007" y="1"/>
                  </a:moveTo>
                  <a:cubicBezTo>
                    <a:pt x="1581" y="426"/>
                    <a:pt x="1217" y="882"/>
                    <a:pt x="821" y="1308"/>
                  </a:cubicBezTo>
                  <a:cubicBezTo>
                    <a:pt x="578" y="1551"/>
                    <a:pt x="244" y="1733"/>
                    <a:pt x="1" y="2007"/>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a:off x="1474475" y="4295850"/>
              <a:ext cx="38025" cy="47125"/>
            </a:xfrm>
            <a:custGeom>
              <a:rect b="b" l="l" r="r" t="t"/>
              <a:pathLst>
                <a:path extrusionOk="0" fill="none" h="1885" w="1521">
                  <a:moveTo>
                    <a:pt x="1520" y="0"/>
                  </a:moveTo>
                  <a:cubicBezTo>
                    <a:pt x="1216" y="365"/>
                    <a:pt x="912" y="699"/>
                    <a:pt x="639" y="1094"/>
                  </a:cubicBezTo>
                  <a:cubicBezTo>
                    <a:pt x="426" y="1368"/>
                    <a:pt x="274" y="1641"/>
                    <a:pt x="0" y="188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
            <p:cNvSpPr/>
            <p:nvPr/>
          </p:nvSpPr>
          <p:spPr>
            <a:xfrm>
              <a:off x="1515500" y="4105100"/>
              <a:ext cx="23600" cy="29675"/>
            </a:xfrm>
            <a:custGeom>
              <a:rect b="b" l="l" r="r" t="t"/>
              <a:pathLst>
                <a:path extrusionOk="0" fill="none" h="1187" w="944">
                  <a:moveTo>
                    <a:pt x="943" y="1"/>
                  </a:moveTo>
                  <a:cubicBezTo>
                    <a:pt x="457" y="274"/>
                    <a:pt x="122" y="639"/>
                    <a:pt x="1" y="118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
            <p:cNvSpPr/>
            <p:nvPr/>
          </p:nvSpPr>
          <p:spPr>
            <a:xfrm>
              <a:off x="1351375" y="4281400"/>
              <a:ext cx="61575" cy="72975"/>
            </a:xfrm>
            <a:custGeom>
              <a:rect b="b" l="l" r="r" t="t"/>
              <a:pathLst>
                <a:path extrusionOk="0" fill="none" h="2919" w="2463">
                  <a:moveTo>
                    <a:pt x="2462" y="1"/>
                  </a:moveTo>
                  <a:cubicBezTo>
                    <a:pt x="2128" y="274"/>
                    <a:pt x="1702" y="548"/>
                    <a:pt x="1429" y="943"/>
                  </a:cubicBezTo>
                  <a:cubicBezTo>
                    <a:pt x="1247" y="1216"/>
                    <a:pt x="1064" y="1490"/>
                    <a:pt x="851" y="1764"/>
                  </a:cubicBezTo>
                  <a:cubicBezTo>
                    <a:pt x="578" y="2128"/>
                    <a:pt x="365" y="2645"/>
                    <a:pt x="0" y="2919"/>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1333900" y="4199325"/>
              <a:ext cx="44100" cy="46375"/>
            </a:xfrm>
            <a:custGeom>
              <a:rect b="b" l="l" r="r" t="t"/>
              <a:pathLst>
                <a:path extrusionOk="0" fill="none" h="1855" w="1764">
                  <a:moveTo>
                    <a:pt x="1763" y="1"/>
                  </a:moveTo>
                  <a:cubicBezTo>
                    <a:pt x="1368" y="122"/>
                    <a:pt x="1094" y="700"/>
                    <a:pt x="821" y="1004"/>
                  </a:cubicBezTo>
                  <a:cubicBezTo>
                    <a:pt x="547" y="1277"/>
                    <a:pt x="304" y="1581"/>
                    <a:pt x="0" y="185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1008650" y="4172750"/>
              <a:ext cx="46375" cy="58525"/>
            </a:xfrm>
            <a:custGeom>
              <a:rect b="b" l="l" r="r" t="t"/>
              <a:pathLst>
                <a:path extrusionOk="0" fill="none" h="2341" w="1855">
                  <a:moveTo>
                    <a:pt x="1855" y="0"/>
                  </a:moveTo>
                  <a:cubicBezTo>
                    <a:pt x="1277" y="790"/>
                    <a:pt x="670" y="1611"/>
                    <a:pt x="1" y="234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1114275" y="4193250"/>
              <a:ext cx="38025" cy="41075"/>
            </a:xfrm>
            <a:custGeom>
              <a:rect b="b" l="l" r="r" t="t"/>
              <a:pathLst>
                <a:path extrusionOk="0" fill="none" h="1643" w="1521">
                  <a:moveTo>
                    <a:pt x="1521" y="1"/>
                  </a:moveTo>
                  <a:cubicBezTo>
                    <a:pt x="1095" y="213"/>
                    <a:pt x="670" y="548"/>
                    <a:pt x="396" y="973"/>
                  </a:cubicBezTo>
                  <a:cubicBezTo>
                    <a:pt x="244" y="1186"/>
                    <a:pt x="183" y="1460"/>
                    <a:pt x="1" y="1642"/>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1216875" y="4187175"/>
              <a:ext cx="31925" cy="35750"/>
            </a:xfrm>
            <a:custGeom>
              <a:rect b="b" l="l" r="r" t="t"/>
              <a:pathLst>
                <a:path extrusionOk="0" fill="none" h="1430" w="1277">
                  <a:moveTo>
                    <a:pt x="1277" y="1"/>
                  </a:moveTo>
                  <a:cubicBezTo>
                    <a:pt x="912" y="335"/>
                    <a:pt x="547" y="517"/>
                    <a:pt x="335" y="943"/>
                  </a:cubicBezTo>
                  <a:cubicBezTo>
                    <a:pt x="243" y="1156"/>
                    <a:pt x="152" y="1247"/>
                    <a:pt x="0" y="1429"/>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1286775" y="4178825"/>
              <a:ext cx="44100" cy="43325"/>
            </a:xfrm>
            <a:custGeom>
              <a:rect b="b" l="l" r="r" t="t"/>
              <a:pathLst>
                <a:path extrusionOk="0" fill="none" h="1733" w="1764">
                  <a:moveTo>
                    <a:pt x="1764" y="0"/>
                  </a:moveTo>
                  <a:cubicBezTo>
                    <a:pt x="1186" y="487"/>
                    <a:pt x="457" y="1094"/>
                    <a:pt x="1" y="173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1146200" y="4310275"/>
              <a:ext cx="58525" cy="64625"/>
            </a:xfrm>
            <a:custGeom>
              <a:rect b="b" l="l" r="r" t="t"/>
              <a:pathLst>
                <a:path extrusionOk="0" fill="none" h="2585" w="2341">
                  <a:moveTo>
                    <a:pt x="2341" y="1"/>
                  </a:moveTo>
                  <a:cubicBezTo>
                    <a:pt x="2037" y="92"/>
                    <a:pt x="1763" y="639"/>
                    <a:pt x="1611" y="852"/>
                  </a:cubicBezTo>
                  <a:cubicBezTo>
                    <a:pt x="1429" y="1064"/>
                    <a:pt x="1247" y="1247"/>
                    <a:pt x="1064" y="1429"/>
                  </a:cubicBezTo>
                  <a:cubicBezTo>
                    <a:pt x="669" y="1794"/>
                    <a:pt x="335" y="2189"/>
                    <a:pt x="0" y="258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a:off x="1102125" y="4286725"/>
              <a:ext cx="50175" cy="56250"/>
            </a:xfrm>
            <a:custGeom>
              <a:rect b="b" l="l" r="r" t="t"/>
              <a:pathLst>
                <a:path extrusionOk="0" fill="none" h="2250" w="2007">
                  <a:moveTo>
                    <a:pt x="2007" y="0"/>
                  </a:moveTo>
                  <a:cubicBezTo>
                    <a:pt x="1277" y="730"/>
                    <a:pt x="639" y="1490"/>
                    <a:pt x="1" y="225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a:off x="994225" y="4310275"/>
              <a:ext cx="49425" cy="50175"/>
            </a:xfrm>
            <a:custGeom>
              <a:rect b="b" l="l" r="r" t="t"/>
              <a:pathLst>
                <a:path extrusionOk="0" fill="none" h="2007" w="1977">
                  <a:moveTo>
                    <a:pt x="1976" y="1"/>
                  </a:moveTo>
                  <a:cubicBezTo>
                    <a:pt x="1551" y="426"/>
                    <a:pt x="1155" y="852"/>
                    <a:pt x="730" y="1247"/>
                  </a:cubicBezTo>
                  <a:cubicBezTo>
                    <a:pt x="487" y="1520"/>
                    <a:pt x="183" y="1703"/>
                    <a:pt x="0" y="2007"/>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a:off x="887825" y="4313325"/>
              <a:ext cx="41075" cy="38000"/>
            </a:xfrm>
            <a:custGeom>
              <a:rect b="b" l="l" r="r" t="t"/>
              <a:pathLst>
                <a:path extrusionOk="0" fill="none" h="1520" w="1643">
                  <a:moveTo>
                    <a:pt x="1642" y="0"/>
                  </a:moveTo>
                  <a:cubicBezTo>
                    <a:pt x="1308" y="335"/>
                    <a:pt x="974" y="699"/>
                    <a:pt x="639" y="1034"/>
                  </a:cubicBezTo>
                  <a:cubicBezTo>
                    <a:pt x="426" y="1216"/>
                    <a:pt x="214" y="1338"/>
                    <a:pt x="1" y="152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a:off x="882525" y="4234300"/>
              <a:ext cx="41050" cy="47125"/>
            </a:xfrm>
            <a:custGeom>
              <a:rect b="b" l="l" r="r" t="t"/>
              <a:pathLst>
                <a:path extrusionOk="0" fill="none" h="1885" w="1642">
                  <a:moveTo>
                    <a:pt x="1642" y="0"/>
                  </a:moveTo>
                  <a:cubicBezTo>
                    <a:pt x="1003" y="517"/>
                    <a:pt x="578" y="1307"/>
                    <a:pt x="0" y="188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770800" y="4368800"/>
              <a:ext cx="47150" cy="53200"/>
            </a:xfrm>
            <a:custGeom>
              <a:rect b="b" l="l" r="r" t="t"/>
              <a:pathLst>
                <a:path extrusionOk="0" fill="none" h="2128" w="1886">
                  <a:moveTo>
                    <a:pt x="1886" y="0"/>
                  </a:moveTo>
                  <a:cubicBezTo>
                    <a:pt x="1399" y="426"/>
                    <a:pt x="974" y="882"/>
                    <a:pt x="579" y="1398"/>
                  </a:cubicBezTo>
                  <a:cubicBezTo>
                    <a:pt x="396" y="1641"/>
                    <a:pt x="244" y="1885"/>
                    <a:pt x="1" y="2128"/>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
            <p:cNvSpPr/>
            <p:nvPr/>
          </p:nvSpPr>
          <p:spPr>
            <a:xfrm>
              <a:off x="723700" y="4483525"/>
              <a:ext cx="41050" cy="50175"/>
            </a:xfrm>
            <a:custGeom>
              <a:rect b="b" l="l" r="r" t="t"/>
              <a:pathLst>
                <a:path extrusionOk="0" fill="none" h="2007" w="1642">
                  <a:moveTo>
                    <a:pt x="1642" y="1"/>
                  </a:moveTo>
                  <a:cubicBezTo>
                    <a:pt x="1277" y="426"/>
                    <a:pt x="943" y="791"/>
                    <a:pt x="700" y="1247"/>
                  </a:cubicBezTo>
                  <a:cubicBezTo>
                    <a:pt x="548" y="1551"/>
                    <a:pt x="274" y="1825"/>
                    <a:pt x="0" y="2007"/>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
            <p:cNvSpPr/>
            <p:nvPr/>
          </p:nvSpPr>
          <p:spPr>
            <a:xfrm>
              <a:off x="709250" y="4583075"/>
              <a:ext cx="31950" cy="38025"/>
            </a:xfrm>
            <a:custGeom>
              <a:rect b="b" l="l" r="r" t="t"/>
              <a:pathLst>
                <a:path extrusionOk="0" fill="none" h="1521" w="1278">
                  <a:moveTo>
                    <a:pt x="1278" y="1"/>
                  </a:moveTo>
                  <a:cubicBezTo>
                    <a:pt x="974" y="457"/>
                    <a:pt x="578" y="1338"/>
                    <a:pt x="1" y="152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a:off x="694825" y="4404500"/>
              <a:ext cx="20550" cy="28900"/>
            </a:xfrm>
            <a:custGeom>
              <a:rect b="b" l="l" r="r" t="t"/>
              <a:pathLst>
                <a:path extrusionOk="0" fill="none" h="1156" w="822">
                  <a:moveTo>
                    <a:pt x="821" y="1"/>
                  </a:moveTo>
                  <a:cubicBezTo>
                    <a:pt x="456" y="335"/>
                    <a:pt x="335" y="821"/>
                    <a:pt x="0" y="115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a:off x="577050" y="4404500"/>
              <a:ext cx="20525" cy="26625"/>
            </a:xfrm>
            <a:custGeom>
              <a:rect b="b" l="l" r="r" t="t"/>
              <a:pathLst>
                <a:path extrusionOk="0" fill="none" h="1065" w="821">
                  <a:moveTo>
                    <a:pt x="821" y="1"/>
                  </a:moveTo>
                  <a:cubicBezTo>
                    <a:pt x="517" y="335"/>
                    <a:pt x="304" y="730"/>
                    <a:pt x="0" y="106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873400" y="4407550"/>
              <a:ext cx="38025" cy="58525"/>
            </a:xfrm>
            <a:custGeom>
              <a:rect b="b" l="l" r="r" t="t"/>
              <a:pathLst>
                <a:path extrusionOk="0" fill="none" h="2341" w="1521">
                  <a:moveTo>
                    <a:pt x="1520" y="0"/>
                  </a:moveTo>
                  <a:cubicBezTo>
                    <a:pt x="1490" y="304"/>
                    <a:pt x="1095" y="699"/>
                    <a:pt x="943" y="943"/>
                  </a:cubicBezTo>
                  <a:cubicBezTo>
                    <a:pt x="821" y="1155"/>
                    <a:pt x="669" y="1338"/>
                    <a:pt x="548" y="1520"/>
                  </a:cubicBezTo>
                  <a:cubicBezTo>
                    <a:pt x="365" y="1733"/>
                    <a:pt x="31" y="2037"/>
                    <a:pt x="0" y="2341"/>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955475" y="4421975"/>
              <a:ext cx="50175" cy="55500"/>
            </a:xfrm>
            <a:custGeom>
              <a:rect b="b" l="l" r="r" t="t"/>
              <a:pathLst>
                <a:path extrusionOk="0" fill="none" h="2220" w="2007">
                  <a:moveTo>
                    <a:pt x="2006" y="1"/>
                  </a:moveTo>
                  <a:cubicBezTo>
                    <a:pt x="1611" y="244"/>
                    <a:pt x="1398" y="335"/>
                    <a:pt x="1155" y="669"/>
                  </a:cubicBezTo>
                  <a:cubicBezTo>
                    <a:pt x="1034" y="882"/>
                    <a:pt x="912" y="1095"/>
                    <a:pt x="760" y="1277"/>
                  </a:cubicBezTo>
                  <a:cubicBezTo>
                    <a:pt x="517" y="1612"/>
                    <a:pt x="304" y="1946"/>
                    <a:pt x="0" y="222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a:off x="1084650" y="4415900"/>
              <a:ext cx="26625" cy="32700"/>
            </a:xfrm>
            <a:custGeom>
              <a:rect b="b" l="l" r="r" t="t"/>
              <a:pathLst>
                <a:path extrusionOk="0" fill="none" h="1308" w="1065">
                  <a:moveTo>
                    <a:pt x="1064" y="1"/>
                  </a:moveTo>
                  <a:cubicBezTo>
                    <a:pt x="730" y="365"/>
                    <a:pt x="152" y="821"/>
                    <a:pt x="0" y="1308"/>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a:off x="1122650" y="4451625"/>
              <a:ext cx="44100" cy="58525"/>
            </a:xfrm>
            <a:custGeom>
              <a:rect b="b" l="l" r="r" t="t"/>
              <a:pathLst>
                <a:path extrusionOk="0" fill="none" h="2341" w="1764">
                  <a:moveTo>
                    <a:pt x="1763" y="0"/>
                  </a:moveTo>
                  <a:cubicBezTo>
                    <a:pt x="1368" y="517"/>
                    <a:pt x="1003" y="1094"/>
                    <a:pt x="578" y="1611"/>
                  </a:cubicBezTo>
                  <a:cubicBezTo>
                    <a:pt x="395" y="1854"/>
                    <a:pt x="243" y="2158"/>
                    <a:pt x="0" y="2341"/>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1245750" y="4327750"/>
              <a:ext cx="29650" cy="32700"/>
            </a:xfrm>
            <a:custGeom>
              <a:rect b="b" l="l" r="r" t="t"/>
              <a:pathLst>
                <a:path extrusionOk="0" fill="none" h="1308" w="1186">
                  <a:moveTo>
                    <a:pt x="1186" y="1"/>
                  </a:moveTo>
                  <a:cubicBezTo>
                    <a:pt x="851" y="213"/>
                    <a:pt x="456" y="487"/>
                    <a:pt x="304" y="852"/>
                  </a:cubicBezTo>
                  <a:cubicBezTo>
                    <a:pt x="213" y="1034"/>
                    <a:pt x="183" y="1156"/>
                    <a:pt x="0" y="1308"/>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
            <p:cNvSpPr/>
            <p:nvPr/>
          </p:nvSpPr>
          <p:spPr>
            <a:xfrm>
              <a:off x="1284500" y="4418950"/>
              <a:ext cx="31950" cy="44100"/>
            </a:xfrm>
            <a:custGeom>
              <a:rect b="b" l="l" r="r" t="t"/>
              <a:pathLst>
                <a:path extrusionOk="0" fill="none" h="1764" w="1278">
                  <a:moveTo>
                    <a:pt x="1277" y="0"/>
                  </a:moveTo>
                  <a:cubicBezTo>
                    <a:pt x="943" y="395"/>
                    <a:pt x="578" y="821"/>
                    <a:pt x="304" y="1246"/>
                  </a:cubicBezTo>
                  <a:cubicBezTo>
                    <a:pt x="183" y="1398"/>
                    <a:pt x="122" y="1611"/>
                    <a:pt x="0" y="176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
            <p:cNvSpPr/>
            <p:nvPr/>
          </p:nvSpPr>
          <p:spPr>
            <a:xfrm>
              <a:off x="1292850" y="4507100"/>
              <a:ext cx="35000" cy="49400"/>
            </a:xfrm>
            <a:custGeom>
              <a:rect b="b" l="l" r="r" t="t"/>
              <a:pathLst>
                <a:path extrusionOk="0" fill="none" h="1976" w="1400">
                  <a:moveTo>
                    <a:pt x="1399" y="0"/>
                  </a:moveTo>
                  <a:cubicBezTo>
                    <a:pt x="822" y="517"/>
                    <a:pt x="548" y="1398"/>
                    <a:pt x="1" y="197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
            <p:cNvSpPr/>
            <p:nvPr/>
          </p:nvSpPr>
          <p:spPr>
            <a:xfrm>
              <a:off x="1257900" y="4627150"/>
              <a:ext cx="44100" cy="52450"/>
            </a:xfrm>
            <a:custGeom>
              <a:rect b="b" l="l" r="r" t="t"/>
              <a:pathLst>
                <a:path extrusionOk="0" fill="none" h="2098" w="1764">
                  <a:moveTo>
                    <a:pt x="1764" y="1"/>
                  </a:moveTo>
                  <a:cubicBezTo>
                    <a:pt x="1308" y="517"/>
                    <a:pt x="882" y="1034"/>
                    <a:pt x="457" y="1520"/>
                  </a:cubicBezTo>
                  <a:cubicBezTo>
                    <a:pt x="335" y="1672"/>
                    <a:pt x="31" y="1946"/>
                    <a:pt x="1" y="2098"/>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1175825" y="4636275"/>
              <a:ext cx="41075" cy="49425"/>
            </a:xfrm>
            <a:custGeom>
              <a:rect b="b" l="l" r="r" t="t"/>
              <a:pathLst>
                <a:path extrusionOk="0" fill="none" h="1977" w="1643">
                  <a:moveTo>
                    <a:pt x="1642" y="0"/>
                  </a:moveTo>
                  <a:cubicBezTo>
                    <a:pt x="1156" y="304"/>
                    <a:pt x="852" y="791"/>
                    <a:pt x="578" y="1277"/>
                  </a:cubicBezTo>
                  <a:cubicBezTo>
                    <a:pt x="426" y="1550"/>
                    <a:pt x="214" y="1763"/>
                    <a:pt x="1" y="197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1175825" y="4530650"/>
              <a:ext cx="49425" cy="64600"/>
            </a:xfrm>
            <a:custGeom>
              <a:rect b="b" l="l" r="r" t="t"/>
              <a:pathLst>
                <a:path extrusionOk="0" fill="none" h="2584" w="1977">
                  <a:moveTo>
                    <a:pt x="1977" y="0"/>
                  </a:moveTo>
                  <a:cubicBezTo>
                    <a:pt x="1581" y="426"/>
                    <a:pt x="1156" y="943"/>
                    <a:pt x="822" y="1429"/>
                  </a:cubicBezTo>
                  <a:cubicBezTo>
                    <a:pt x="548" y="1824"/>
                    <a:pt x="305" y="2219"/>
                    <a:pt x="1" y="258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1067175" y="4662100"/>
              <a:ext cx="38025" cy="47150"/>
            </a:xfrm>
            <a:custGeom>
              <a:rect b="b" l="l" r="r" t="t"/>
              <a:pathLst>
                <a:path extrusionOk="0" fill="none" h="1886" w="1521">
                  <a:moveTo>
                    <a:pt x="1520" y="1"/>
                  </a:moveTo>
                  <a:cubicBezTo>
                    <a:pt x="1186" y="426"/>
                    <a:pt x="943" y="943"/>
                    <a:pt x="578" y="1308"/>
                  </a:cubicBezTo>
                  <a:cubicBezTo>
                    <a:pt x="395" y="1521"/>
                    <a:pt x="183" y="1703"/>
                    <a:pt x="0" y="188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1105175" y="4697825"/>
              <a:ext cx="32700" cy="38025"/>
            </a:xfrm>
            <a:custGeom>
              <a:rect b="b" l="l" r="r" t="t"/>
              <a:pathLst>
                <a:path extrusionOk="0" fill="none" h="1521" w="1308">
                  <a:moveTo>
                    <a:pt x="1307" y="0"/>
                  </a:moveTo>
                  <a:cubicBezTo>
                    <a:pt x="942" y="335"/>
                    <a:pt x="578" y="699"/>
                    <a:pt x="304" y="1125"/>
                  </a:cubicBezTo>
                  <a:cubicBezTo>
                    <a:pt x="243" y="1247"/>
                    <a:pt x="182" y="1490"/>
                    <a:pt x="0" y="152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1061100" y="4556475"/>
              <a:ext cx="34975" cy="44100"/>
            </a:xfrm>
            <a:custGeom>
              <a:rect b="b" l="l" r="r" t="t"/>
              <a:pathLst>
                <a:path extrusionOk="0" fill="none" h="1764" w="1399">
                  <a:moveTo>
                    <a:pt x="1398" y="1"/>
                  </a:moveTo>
                  <a:cubicBezTo>
                    <a:pt x="942" y="274"/>
                    <a:pt x="578" y="730"/>
                    <a:pt x="365" y="1247"/>
                  </a:cubicBezTo>
                  <a:cubicBezTo>
                    <a:pt x="304" y="1338"/>
                    <a:pt x="274" y="1460"/>
                    <a:pt x="213" y="1551"/>
                  </a:cubicBezTo>
                  <a:cubicBezTo>
                    <a:pt x="152" y="1642"/>
                    <a:pt x="31" y="1642"/>
                    <a:pt x="0" y="176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923550" y="4653750"/>
              <a:ext cx="41050" cy="55500"/>
            </a:xfrm>
            <a:custGeom>
              <a:rect b="b" l="l" r="r" t="t"/>
              <a:pathLst>
                <a:path extrusionOk="0" fill="none" h="2220" w="1642">
                  <a:moveTo>
                    <a:pt x="1642" y="0"/>
                  </a:moveTo>
                  <a:cubicBezTo>
                    <a:pt x="1277" y="487"/>
                    <a:pt x="912" y="1003"/>
                    <a:pt x="517" y="1520"/>
                  </a:cubicBezTo>
                  <a:cubicBezTo>
                    <a:pt x="365" y="1733"/>
                    <a:pt x="183" y="2007"/>
                    <a:pt x="1" y="2219"/>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947100" y="4527600"/>
              <a:ext cx="44100" cy="55500"/>
            </a:xfrm>
            <a:custGeom>
              <a:rect b="b" l="l" r="r" t="t"/>
              <a:pathLst>
                <a:path extrusionOk="0" fill="none" h="2220" w="1764">
                  <a:moveTo>
                    <a:pt x="1764" y="1"/>
                  </a:moveTo>
                  <a:cubicBezTo>
                    <a:pt x="821" y="517"/>
                    <a:pt x="639" y="1490"/>
                    <a:pt x="1" y="222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820975" y="4527600"/>
              <a:ext cx="49400" cy="64625"/>
            </a:xfrm>
            <a:custGeom>
              <a:rect b="b" l="l" r="r" t="t"/>
              <a:pathLst>
                <a:path extrusionOk="0" fill="none" h="2585" w="1976">
                  <a:moveTo>
                    <a:pt x="1976" y="1"/>
                  </a:moveTo>
                  <a:cubicBezTo>
                    <a:pt x="1398" y="487"/>
                    <a:pt x="973" y="913"/>
                    <a:pt x="517" y="1521"/>
                  </a:cubicBezTo>
                  <a:cubicBezTo>
                    <a:pt x="274" y="1855"/>
                    <a:pt x="182" y="2220"/>
                    <a:pt x="0" y="258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827050" y="4659825"/>
              <a:ext cx="38025" cy="46375"/>
            </a:xfrm>
            <a:custGeom>
              <a:rect b="b" l="l" r="r" t="t"/>
              <a:pathLst>
                <a:path extrusionOk="0" fill="none" h="1855" w="1521">
                  <a:moveTo>
                    <a:pt x="1520" y="1"/>
                  </a:moveTo>
                  <a:cubicBezTo>
                    <a:pt x="1125" y="365"/>
                    <a:pt x="608" y="730"/>
                    <a:pt x="335" y="1186"/>
                  </a:cubicBezTo>
                  <a:cubicBezTo>
                    <a:pt x="274" y="1308"/>
                    <a:pt x="243" y="1429"/>
                    <a:pt x="183" y="1520"/>
                  </a:cubicBezTo>
                  <a:cubicBezTo>
                    <a:pt x="122" y="1642"/>
                    <a:pt x="0" y="1703"/>
                    <a:pt x="0" y="185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772325" y="4647675"/>
              <a:ext cx="22075" cy="23575"/>
            </a:xfrm>
            <a:custGeom>
              <a:rect b="b" l="l" r="r" t="t"/>
              <a:pathLst>
                <a:path extrusionOk="0" fill="none" h="943" w="883">
                  <a:moveTo>
                    <a:pt x="882" y="0"/>
                  </a:moveTo>
                  <a:cubicBezTo>
                    <a:pt x="609" y="152"/>
                    <a:pt x="1" y="578"/>
                    <a:pt x="62" y="94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988150" y="4682625"/>
              <a:ext cx="28900" cy="38775"/>
            </a:xfrm>
            <a:custGeom>
              <a:rect b="b" l="l" r="r" t="t"/>
              <a:pathLst>
                <a:path extrusionOk="0" fill="none" h="1551" w="1156">
                  <a:moveTo>
                    <a:pt x="1155" y="0"/>
                  </a:moveTo>
                  <a:cubicBezTo>
                    <a:pt x="760" y="396"/>
                    <a:pt x="547" y="578"/>
                    <a:pt x="335" y="1034"/>
                  </a:cubicBezTo>
                  <a:cubicBezTo>
                    <a:pt x="274" y="1216"/>
                    <a:pt x="152" y="1429"/>
                    <a:pt x="0" y="1551"/>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
            <p:cNvSpPr/>
            <p:nvPr/>
          </p:nvSpPr>
          <p:spPr>
            <a:xfrm>
              <a:off x="1357450" y="4407550"/>
              <a:ext cx="23575" cy="34975"/>
            </a:xfrm>
            <a:custGeom>
              <a:rect b="b" l="l" r="r" t="t"/>
              <a:pathLst>
                <a:path extrusionOk="0" fill="none" h="1399" w="943">
                  <a:moveTo>
                    <a:pt x="943" y="0"/>
                  </a:moveTo>
                  <a:cubicBezTo>
                    <a:pt x="669" y="304"/>
                    <a:pt x="426" y="639"/>
                    <a:pt x="213" y="973"/>
                  </a:cubicBezTo>
                  <a:cubicBezTo>
                    <a:pt x="122" y="1125"/>
                    <a:pt x="0" y="1246"/>
                    <a:pt x="0" y="1398"/>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
            <p:cNvSpPr/>
            <p:nvPr/>
          </p:nvSpPr>
          <p:spPr>
            <a:xfrm>
              <a:off x="1349100" y="4603600"/>
              <a:ext cx="19775" cy="17500"/>
            </a:xfrm>
            <a:custGeom>
              <a:rect b="b" l="l" r="r" t="t"/>
              <a:pathLst>
                <a:path extrusionOk="0" fill="none" h="700" w="791">
                  <a:moveTo>
                    <a:pt x="790" y="0"/>
                  </a:moveTo>
                  <a:cubicBezTo>
                    <a:pt x="578" y="213"/>
                    <a:pt x="213" y="456"/>
                    <a:pt x="0" y="699"/>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a:off x="1005238" y="38760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 name="Google Shape;138;p2"/>
          <p:cNvGrpSpPr/>
          <p:nvPr/>
        </p:nvGrpSpPr>
        <p:grpSpPr>
          <a:xfrm>
            <a:off x="139750" y="143925"/>
            <a:ext cx="8720725" cy="4768625"/>
            <a:chOff x="139750" y="143925"/>
            <a:chExt cx="8720725" cy="4768625"/>
          </a:xfrm>
        </p:grpSpPr>
        <p:sp>
          <p:nvSpPr>
            <p:cNvPr id="139" name="Google Shape;139;p2"/>
            <p:cNvSpPr/>
            <p:nvPr/>
          </p:nvSpPr>
          <p:spPr>
            <a:xfrm>
              <a:off x="1935925" y="4578550"/>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flipH="1">
              <a:off x="8241350" y="1553575"/>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166525" y="2882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
            <p:cNvSpPr/>
            <p:nvPr/>
          </p:nvSpPr>
          <p:spPr>
            <a:xfrm>
              <a:off x="2907925" y="232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a:off x="1206550" y="3461275"/>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p:nvPr/>
          </p:nvSpPr>
          <p:spPr>
            <a:xfrm>
              <a:off x="7634125" y="31869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a:off x="6235750" y="10990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a:off x="4483150" y="7942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a:off x="3747925" y="41013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 name="Google Shape;152;p2"/>
          <p:cNvGrpSpPr/>
          <p:nvPr/>
        </p:nvGrpSpPr>
        <p:grpSpPr>
          <a:xfrm>
            <a:off x="3819399" y="4394500"/>
            <a:ext cx="1505038" cy="285750"/>
            <a:chOff x="3819399" y="4394500"/>
            <a:chExt cx="1505038" cy="285750"/>
          </a:xfrm>
        </p:grpSpPr>
        <p:sp>
          <p:nvSpPr>
            <p:cNvPr id="153" name="Google Shape;153;p2"/>
            <p:cNvSpPr/>
            <p:nvPr/>
          </p:nvSpPr>
          <p:spPr>
            <a:xfrm>
              <a:off x="3819399" y="4394500"/>
              <a:ext cx="1505038"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6"/>
                    <a:pt x="4134" y="1217"/>
                    <a:pt x="4621" y="1217"/>
                  </a:cubicBezTo>
                  <a:cubicBezTo>
                    <a:pt x="5198" y="1217"/>
                    <a:pt x="5715" y="1156"/>
                    <a:pt x="6262" y="1399"/>
                  </a:cubicBezTo>
                  <a:cubicBezTo>
                    <a:pt x="6870" y="1673"/>
                    <a:pt x="7478" y="2007"/>
                    <a:pt x="8055" y="2372"/>
                  </a:cubicBezTo>
                  <a:cubicBezTo>
                    <a:pt x="8572" y="2706"/>
                    <a:pt x="8937" y="3162"/>
                    <a:pt x="9545" y="3345"/>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4"/>
                  </a:cubicBezTo>
                  <a:cubicBezTo>
                    <a:pt x="16110" y="579"/>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8"/>
                    <a:pt x="24378" y="4287"/>
                    <a:pt x="25138" y="4287"/>
                  </a:cubicBezTo>
                  <a:cubicBezTo>
                    <a:pt x="25502" y="4287"/>
                    <a:pt x="26050" y="4378"/>
                    <a:pt x="26414" y="4256"/>
                  </a:cubicBezTo>
                  <a:cubicBezTo>
                    <a:pt x="26870" y="4135"/>
                    <a:pt x="27296" y="3740"/>
                    <a:pt x="27721" y="3527"/>
                  </a:cubicBezTo>
                  <a:cubicBezTo>
                    <a:pt x="28451" y="3162"/>
                    <a:pt x="29150" y="2372"/>
                    <a:pt x="29636" y="1734"/>
                  </a:cubicBezTo>
                  <a:cubicBezTo>
                    <a:pt x="29910" y="1430"/>
                    <a:pt x="30123" y="1065"/>
                    <a:pt x="30335" y="730"/>
                  </a:cubicBezTo>
                  <a:cubicBezTo>
                    <a:pt x="30427" y="548"/>
                    <a:pt x="30548" y="305"/>
                    <a:pt x="30761" y="275"/>
                  </a:cubicBezTo>
                  <a:cubicBezTo>
                    <a:pt x="30822" y="457"/>
                    <a:pt x="30822" y="609"/>
                    <a:pt x="30822" y="822"/>
                  </a:cubicBezTo>
                </a:path>
              </a:pathLst>
            </a:custGeom>
            <a:noFill/>
            <a:ln cap="flat" cmpd="sng" w="66875">
              <a:solidFill>
                <a:schemeClr val="accent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a:off x="3819399" y="4570800"/>
              <a:ext cx="1505038"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5"/>
                    <a:pt x="4134" y="1217"/>
                    <a:pt x="4621" y="1217"/>
                  </a:cubicBezTo>
                  <a:cubicBezTo>
                    <a:pt x="5198" y="1217"/>
                    <a:pt x="5715" y="1156"/>
                    <a:pt x="6262" y="1399"/>
                  </a:cubicBezTo>
                  <a:cubicBezTo>
                    <a:pt x="6870" y="1673"/>
                    <a:pt x="7478" y="2007"/>
                    <a:pt x="8055" y="2372"/>
                  </a:cubicBezTo>
                  <a:cubicBezTo>
                    <a:pt x="8572" y="2706"/>
                    <a:pt x="8937" y="3162"/>
                    <a:pt x="9545" y="3344"/>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3"/>
                  </a:cubicBezTo>
                  <a:cubicBezTo>
                    <a:pt x="16110" y="578"/>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7"/>
                    <a:pt x="24378" y="4287"/>
                    <a:pt x="25138" y="4287"/>
                  </a:cubicBezTo>
                  <a:cubicBezTo>
                    <a:pt x="25502" y="4287"/>
                    <a:pt x="26050" y="4378"/>
                    <a:pt x="26414" y="4256"/>
                  </a:cubicBezTo>
                  <a:cubicBezTo>
                    <a:pt x="26870" y="4135"/>
                    <a:pt x="27296" y="3739"/>
                    <a:pt x="27721" y="3527"/>
                  </a:cubicBezTo>
                  <a:cubicBezTo>
                    <a:pt x="28451" y="3162"/>
                    <a:pt x="29150" y="2372"/>
                    <a:pt x="29636" y="1733"/>
                  </a:cubicBezTo>
                  <a:cubicBezTo>
                    <a:pt x="29910" y="1399"/>
                    <a:pt x="30123" y="1065"/>
                    <a:pt x="30335" y="730"/>
                  </a:cubicBezTo>
                  <a:cubicBezTo>
                    <a:pt x="30427" y="548"/>
                    <a:pt x="30548" y="305"/>
                    <a:pt x="30761" y="274"/>
                  </a:cubicBezTo>
                  <a:cubicBezTo>
                    <a:pt x="30822" y="457"/>
                    <a:pt x="30822" y="609"/>
                    <a:pt x="30822" y="821"/>
                  </a:cubicBezTo>
                </a:path>
              </a:pathLst>
            </a:custGeom>
            <a:noFill/>
            <a:ln cap="flat" cmpd="sng" w="76000">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 name="Google Shape;155;p2"/>
          <p:cNvGrpSpPr/>
          <p:nvPr/>
        </p:nvGrpSpPr>
        <p:grpSpPr>
          <a:xfrm rot="10800000">
            <a:off x="825550" y="1251475"/>
            <a:ext cx="2064850" cy="2149600"/>
            <a:chOff x="6235750" y="1099075"/>
            <a:chExt cx="2064850" cy="2149600"/>
          </a:xfrm>
        </p:grpSpPr>
        <p:sp>
          <p:nvSpPr>
            <p:cNvPr id="156" name="Google Shape;156;p2"/>
            <p:cNvSpPr/>
            <p:nvPr/>
          </p:nvSpPr>
          <p:spPr>
            <a:xfrm flipH="1">
              <a:off x="8241350" y="1553575"/>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a:off x="7634125" y="31869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
            <p:cNvSpPr/>
            <p:nvPr/>
          </p:nvSpPr>
          <p:spPr>
            <a:xfrm>
              <a:off x="6235750" y="10990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59" name="Shape 159"/>
        <p:cNvGrpSpPr/>
        <p:nvPr/>
      </p:nvGrpSpPr>
      <p:grpSpPr>
        <a:xfrm>
          <a:off x="0" y="0"/>
          <a:ext cx="0" cy="0"/>
          <a:chOff x="0" y="0"/>
          <a:chExt cx="0" cy="0"/>
        </a:xfrm>
      </p:grpSpPr>
      <p:pic>
        <p:nvPicPr>
          <p:cNvPr id="160" name="Google Shape;160;p3"/>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61" name="Google Shape;161;p3"/>
          <p:cNvGrpSpPr/>
          <p:nvPr/>
        </p:nvGrpSpPr>
        <p:grpSpPr>
          <a:xfrm>
            <a:off x="26390" y="67520"/>
            <a:ext cx="9050795" cy="4921221"/>
            <a:chOff x="26390" y="67520"/>
            <a:chExt cx="9050795" cy="4921221"/>
          </a:xfrm>
        </p:grpSpPr>
        <p:grpSp>
          <p:nvGrpSpPr>
            <p:cNvPr id="162" name="Google Shape;162;p3"/>
            <p:cNvGrpSpPr/>
            <p:nvPr/>
          </p:nvGrpSpPr>
          <p:grpSpPr>
            <a:xfrm>
              <a:off x="470555" y="385431"/>
              <a:ext cx="8056418" cy="4438159"/>
              <a:chOff x="166525" y="220125"/>
              <a:chExt cx="8656300" cy="4768625"/>
            </a:xfrm>
          </p:grpSpPr>
          <p:grpSp>
            <p:nvGrpSpPr>
              <p:cNvPr id="163" name="Google Shape;163;p3"/>
              <p:cNvGrpSpPr/>
              <p:nvPr/>
            </p:nvGrpSpPr>
            <p:grpSpPr>
              <a:xfrm flipH="1" rot="10800000">
                <a:off x="166525" y="220125"/>
                <a:ext cx="8656300" cy="4768625"/>
                <a:chOff x="90325" y="143925"/>
                <a:chExt cx="8656300" cy="4768625"/>
              </a:xfrm>
            </p:grpSpPr>
            <p:sp>
              <p:nvSpPr>
                <p:cNvPr id="164" name="Google Shape;164;p3"/>
                <p:cNvSpPr/>
                <p:nvPr/>
              </p:nvSpPr>
              <p:spPr>
                <a:xfrm>
                  <a:off x="1402525" y="3130750"/>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3"/>
                <p:cNvSpPr/>
                <p:nvPr/>
              </p:nvSpPr>
              <p:spPr>
                <a:xfrm flipH="1">
                  <a:off x="8241350" y="1553575"/>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3"/>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3"/>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3"/>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3"/>
                <p:cNvSpPr/>
                <p:nvPr/>
              </p:nvSpPr>
              <p:spPr>
                <a:xfrm>
                  <a:off x="2907925" y="232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3"/>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3"/>
                <p:cNvSpPr/>
                <p:nvPr/>
              </p:nvSpPr>
              <p:spPr>
                <a:xfrm>
                  <a:off x="444550" y="3994675"/>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3"/>
                <p:cNvSpPr/>
                <p:nvPr/>
              </p:nvSpPr>
              <p:spPr>
                <a:xfrm>
                  <a:off x="4483150" y="7942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3"/>
                <p:cNvSpPr/>
                <p:nvPr/>
              </p:nvSpPr>
              <p:spPr>
                <a:xfrm>
                  <a:off x="3502303" y="3937577"/>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 name="Google Shape;174;p3"/>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3"/>
              <p:cNvSpPr/>
              <p:nvPr/>
            </p:nvSpPr>
            <p:spPr>
              <a:xfrm flipH="1" rot="10800000">
                <a:off x="6007150" y="1198958"/>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 name="Google Shape;176;p3"/>
            <p:cNvGrpSpPr/>
            <p:nvPr/>
          </p:nvGrpSpPr>
          <p:grpSpPr>
            <a:xfrm flipH="1" rot="10800000">
              <a:off x="26390" y="67520"/>
              <a:ext cx="9050795" cy="4921221"/>
              <a:chOff x="166525" y="220125"/>
              <a:chExt cx="8770150" cy="4768625"/>
            </a:xfrm>
          </p:grpSpPr>
          <p:grpSp>
            <p:nvGrpSpPr>
              <p:cNvPr id="177" name="Google Shape;177;p3"/>
              <p:cNvGrpSpPr/>
              <p:nvPr/>
            </p:nvGrpSpPr>
            <p:grpSpPr>
              <a:xfrm flipH="1" rot="10800000">
                <a:off x="166525" y="220125"/>
                <a:ext cx="8770150" cy="4768625"/>
                <a:chOff x="90325" y="143925"/>
                <a:chExt cx="8770150" cy="4768625"/>
              </a:xfrm>
            </p:grpSpPr>
            <p:sp>
              <p:nvSpPr>
                <p:cNvPr id="178" name="Google Shape;178;p3"/>
                <p:cNvSpPr/>
                <p:nvPr/>
              </p:nvSpPr>
              <p:spPr>
                <a:xfrm flipH="1">
                  <a:off x="8019838" y="1701249"/>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3"/>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3"/>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3"/>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3"/>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3"/>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3"/>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3"/>
                <p:cNvSpPr/>
                <p:nvPr/>
              </p:nvSpPr>
              <p:spPr>
                <a:xfrm>
                  <a:off x="223038" y="4068512"/>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3"/>
                <p:cNvSpPr/>
                <p:nvPr/>
              </p:nvSpPr>
              <p:spPr>
                <a:xfrm>
                  <a:off x="7786525" y="24249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3"/>
                <p:cNvSpPr/>
                <p:nvPr/>
              </p:nvSpPr>
              <p:spPr>
                <a:xfrm>
                  <a:off x="4852336" y="27741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 name="Google Shape;188;p3"/>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9" name="Google Shape;189;p3"/>
          <p:cNvGrpSpPr/>
          <p:nvPr/>
        </p:nvGrpSpPr>
        <p:grpSpPr>
          <a:xfrm>
            <a:off x="8255782" y="385430"/>
            <a:ext cx="336435" cy="561689"/>
            <a:chOff x="5365125" y="3127125"/>
            <a:chExt cx="986325" cy="1646700"/>
          </a:xfrm>
        </p:grpSpPr>
        <p:sp>
          <p:nvSpPr>
            <p:cNvPr id="190" name="Google Shape;190;p3"/>
            <p:cNvSpPr/>
            <p:nvPr/>
          </p:nvSpPr>
          <p:spPr>
            <a:xfrm>
              <a:off x="5365125" y="3389625"/>
              <a:ext cx="307775" cy="1384200"/>
            </a:xfrm>
            <a:custGeom>
              <a:rect b="b" l="l" r="r" t="t"/>
              <a:pathLst>
                <a:path extrusionOk="0" h="55368" w="12311">
                  <a:moveTo>
                    <a:pt x="1767" y="1"/>
                  </a:moveTo>
                  <a:cubicBezTo>
                    <a:pt x="1677" y="1"/>
                    <a:pt x="1576" y="58"/>
                    <a:pt x="1459" y="200"/>
                  </a:cubicBezTo>
                  <a:cubicBezTo>
                    <a:pt x="1216" y="504"/>
                    <a:pt x="1095" y="1264"/>
                    <a:pt x="1034" y="1598"/>
                  </a:cubicBezTo>
                  <a:cubicBezTo>
                    <a:pt x="548" y="3665"/>
                    <a:pt x="152" y="5823"/>
                    <a:pt x="152" y="7951"/>
                  </a:cubicBezTo>
                  <a:cubicBezTo>
                    <a:pt x="183" y="10778"/>
                    <a:pt x="0" y="13696"/>
                    <a:pt x="183" y="16522"/>
                  </a:cubicBezTo>
                  <a:cubicBezTo>
                    <a:pt x="456" y="20231"/>
                    <a:pt x="1003" y="23908"/>
                    <a:pt x="1763" y="27556"/>
                  </a:cubicBezTo>
                  <a:cubicBezTo>
                    <a:pt x="2189" y="29653"/>
                    <a:pt x="2462" y="31781"/>
                    <a:pt x="2918" y="33848"/>
                  </a:cubicBezTo>
                  <a:cubicBezTo>
                    <a:pt x="3344" y="35854"/>
                    <a:pt x="4043" y="37738"/>
                    <a:pt x="4590" y="39684"/>
                  </a:cubicBezTo>
                  <a:cubicBezTo>
                    <a:pt x="5502" y="43179"/>
                    <a:pt x="7052" y="46462"/>
                    <a:pt x="8177" y="49866"/>
                  </a:cubicBezTo>
                  <a:cubicBezTo>
                    <a:pt x="8572" y="51082"/>
                    <a:pt x="8937" y="52328"/>
                    <a:pt x="9423" y="53514"/>
                  </a:cubicBezTo>
                  <a:cubicBezTo>
                    <a:pt x="9575" y="53909"/>
                    <a:pt x="9818" y="55125"/>
                    <a:pt x="10153" y="55368"/>
                  </a:cubicBezTo>
                  <a:cubicBezTo>
                    <a:pt x="10244" y="55307"/>
                    <a:pt x="10305" y="55246"/>
                    <a:pt x="10396" y="55186"/>
                  </a:cubicBezTo>
                  <a:cubicBezTo>
                    <a:pt x="10434" y="55189"/>
                    <a:pt x="10470" y="55191"/>
                    <a:pt x="10504" y="55191"/>
                  </a:cubicBezTo>
                  <a:cubicBezTo>
                    <a:pt x="10791" y="55191"/>
                    <a:pt x="10916" y="55057"/>
                    <a:pt x="10943" y="54486"/>
                  </a:cubicBezTo>
                  <a:cubicBezTo>
                    <a:pt x="10973" y="53909"/>
                    <a:pt x="11064" y="53635"/>
                    <a:pt x="11186" y="53119"/>
                  </a:cubicBezTo>
                  <a:cubicBezTo>
                    <a:pt x="11308" y="52602"/>
                    <a:pt x="11308" y="52116"/>
                    <a:pt x="11429" y="51599"/>
                  </a:cubicBezTo>
                  <a:cubicBezTo>
                    <a:pt x="11551" y="51143"/>
                    <a:pt x="11368" y="50657"/>
                    <a:pt x="11490" y="50201"/>
                  </a:cubicBezTo>
                  <a:cubicBezTo>
                    <a:pt x="11581" y="49745"/>
                    <a:pt x="11764" y="49623"/>
                    <a:pt x="11764" y="49106"/>
                  </a:cubicBezTo>
                  <a:cubicBezTo>
                    <a:pt x="11764" y="48590"/>
                    <a:pt x="11946" y="48438"/>
                    <a:pt x="12068" y="48012"/>
                  </a:cubicBezTo>
                  <a:cubicBezTo>
                    <a:pt x="12250" y="47222"/>
                    <a:pt x="12037" y="46067"/>
                    <a:pt x="12037" y="45246"/>
                  </a:cubicBezTo>
                  <a:cubicBezTo>
                    <a:pt x="12037" y="43058"/>
                    <a:pt x="12311" y="40687"/>
                    <a:pt x="12068" y="38529"/>
                  </a:cubicBezTo>
                  <a:cubicBezTo>
                    <a:pt x="11976" y="37799"/>
                    <a:pt x="11824" y="37161"/>
                    <a:pt x="11794" y="36401"/>
                  </a:cubicBezTo>
                  <a:cubicBezTo>
                    <a:pt x="11733" y="35672"/>
                    <a:pt x="11551" y="34912"/>
                    <a:pt x="11460" y="34182"/>
                  </a:cubicBezTo>
                  <a:cubicBezTo>
                    <a:pt x="11277" y="32723"/>
                    <a:pt x="11004" y="31264"/>
                    <a:pt x="10730" y="29775"/>
                  </a:cubicBezTo>
                  <a:cubicBezTo>
                    <a:pt x="9970" y="25641"/>
                    <a:pt x="9150" y="21477"/>
                    <a:pt x="8238" y="17343"/>
                  </a:cubicBezTo>
                  <a:cubicBezTo>
                    <a:pt x="7751" y="15094"/>
                    <a:pt x="6870" y="12905"/>
                    <a:pt x="6444" y="10656"/>
                  </a:cubicBezTo>
                  <a:cubicBezTo>
                    <a:pt x="6080" y="8741"/>
                    <a:pt x="5624" y="6735"/>
                    <a:pt x="4985" y="4911"/>
                  </a:cubicBezTo>
                  <a:cubicBezTo>
                    <a:pt x="4438" y="3361"/>
                    <a:pt x="3314" y="2024"/>
                    <a:pt x="2371" y="686"/>
                  </a:cubicBezTo>
                  <a:cubicBezTo>
                    <a:pt x="2173" y="400"/>
                    <a:pt x="2006" y="1"/>
                    <a:pt x="17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3"/>
            <p:cNvSpPr/>
            <p:nvPr/>
          </p:nvSpPr>
          <p:spPr>
            <a:xfrm>
              <a:off x="5616950" y="3127125"/>
              <a:ext cx="734500" cy="1639875"/>
            </a:xfrm>
            <a:custGeom>
              <a:rect b="b" l="l" r="r" t="t"/>
              <a:pathLst>
                <a:path extrusionOk="0" h="65595" w="29380">
                  <a:moveTo>
                    <a:pt x="29047" y="1"/>
                  </a:moveTo>
                  <a:cubicBezTo>
                    <a:pt x="29047" y="4"/>
                    <a:pt x="29048" y="7"/>
                    <a:pt x="29049" y="10"/>
                  </a:cubicBezTo>
                  <a:lnTo>
                    <a:pt x="29049" y="10"/>
                  </a:lnTo>
                  <a:cubicBezTo>
                    <a:pt x="29057" y="4"/>
                    <a:pt x="29057" y="1"/>
                    <a:pt x="29047" y="1"/>
                  </a:cubicBezTo>
                  <a:close/>
                  <a:moveTo>
                    <a:pt x="28712" y="61"/>
                  </a:moveTo>
                  <a:cubicBezTo>
                    <a:pt x="28621" y="122"/>
                    <a:pt x="28560" y="183"/>
                    <a:pt x="28469" y="244"/>
                  </a:cubicBezTo>
                  <a:cubicBezTo>
                    <a:pt x="28466" y="245"/>
                    <a:pt x="28465" y="246"/>
                    <a:pt x="28466" y="246"/>
                  </a:cubicBezTo>
                  <a:cubicBezTo>
                    <a:pt x="28470" y="246"/>
                    <a:pt x="28519" y="229"/>
                    <a:pt x="28586" y="204"/>
                  </a:cubicBezTo>
                  <a:lnTo>
                    <a:pt x="28586" y="204"/>
                  </a:lnTo>
                  <a:cubicBezTo>
                    <a:pt x="28631" y="157"/>
                    <a:pt x="28674" y="110"/>
                    <a:pt x="28712" y="61"/>
                  </a:cubicBezTo>
                  <a:close/>
                  <a:moveTo>
                    <a:pt x="29049" y="10"/>
                  </a:moveTo>
                  <a:lnTo>
                    <a:pt x="29049" y="10"/>
                  </a:lnTo>
                  <a:cubicBezTo>
                    <a:pt x="29008" y="41"/>
                    <a:pt x="28745" y="145"/>
                    <a:pt x="28586" y="204"/>
                  </a:cubicBezTo>
                  <a:lnTo>
                    <a:pt x="28586" y="204"/>
                  </a:lnTo>
                  <a:cubicBezTo>
                    <a:pt x="28208" y="596"/>
                    <a:pt x="27630" y="931"/>
                    <a:pt x="27223" y="1338"/>
                  </a:cubicBezTo>
                  <a:cubicBezTo>
                    <a:pt x="26372" y="2250"/>
                    <a:pt x="25430" y="3101"/>
                    <a:pt x="24609" y="4013"/>
                  </a:cubicBezTo>
                  <a:cubicBezTo>
                    <a:pt x="23849" y="4864"/>
                    <a:pt x="23150" y="5776"/>
                    <a:pt x="22390" y="6627"/>
                  </a:cubicBezTo>
                  <a:cubicBezTo>
                    <a:pt x="21387" y="7812"/>
                    <a:pt x="20809" y="9150"/>
                    <a:pt x="19928" y="10396"/>
                  </a:cubicBezTo>
                  <a:cubicBezTo>
                    <a:pt x="17739" y="13405"/>
                    <a:pt x="15612" y="16384"/>
                    <a:pt x="13849" y="19667"/>
                  </a:cubicBezTo>
                  <a:cubicBezTo>
                    <a:pt x="12359" y="22493"/>
                    <a:pt x="10657" y="25229"/>
                    <a:pt x="9289" y="28117"/>
                  </a:cubicBezTo>
                  <a:cubicBezTo>
                    <a:pt x="7557" y="31703"/>
                    <a:pt x="6341" y="35533"/>
                    <a:pt x="5277" y="39393"/>
                  </a:cubicBezTo>
                  <a:cubicBezTo>
                    <a:pt x="4821" y="41035"/>
                    <a:pt x="4609" y="42706"/>
                    <a:pt x="4183" y="44348"/>
                  </a:cubicBezTo>
                  <a:cubicBezTo>
                    <a:pt x="3788" y="45837"/>
                    <a:pt x="3210" y="47266"/>
                    <a:pt x="2785" y="48755"/>
                  </a:cubicBezTo>
                  <a:cubicBezTo>
                    <a:pt x="2238" y="50701"/>
                    <a:pt x="1782" y="52676"/>
                    <a:pt x="1265" y="54622"/>
                  </a:cubicBezTo>
                  <a:cubicBezTo>
                    <a:pt x="809" y="56324"/>
                    <a:pt x="779" y="58147"/>
                    <a:pt x="627" y="59910"/>
                  </a:cubicBezTo>
                  <a:cubicBezTo>
                    <a:pt x="467" y="61450"/>
                    <a:pt x="355" y="62919"/>
                    <a:pt x="328" y="64461"/>
                  </a:cubicBezTo>
                  <a:lnTo>
                    <a:pt x="328" y="64461"/>
                  </a:lnTo>
                  <a:cubicBezTo>
                    <a:pt x="446" y="64207"/>
                    <a:pt x="571" y="63961"/>
                    <a:pt x="657" y="63740"/>
                  </a:cubicBezTo>
                  <a:cubicBezTo>
                    <a:pt x="900" y="63132"/>
                    <a:pt x="1143" y="62646"/>
                    <a:pt x="1478" y="62099"/>
                  </a:cubicBezTo>
                  <a:cubicBezTo>
                    <a:pt x="2177" y="60944"/>
                    <a:pt x="2906" y="59910"/>
                    <a:pt x="3666" y="58786"/>
                  </a:cubicBezTo>
                  <a:cubicBezTo>
                    <a:pt x="4700" y="57266"/>
                    <a:pt x="5672" y="55685"/>
                    <a:pt x="6919" y="54348"/>
                  </a:cubicBezTo>
                  <a:cubicBezTo>
                    <a:pt x="7679" y="53558"/>
                    <a:pt x="8286" y="52889"/>
                    <a:pt x="8864" y="51916"/>
                  </a:cubicBezTo>
                  <a:cubicBezTo>
                    <a:pt x="9624" y="50670"/>
                    <a:pt x="10657" y="49576"/>
                    <a:pt x="11326" y="48299"/>
                  </a:cubicBezTo>
                  <a:cubicBezTo>
                    <a:pt x="11752" y="47539"/>
                    <a:pt x="12299" y="46779"/>
                    <a:pt x="12785" y="46080"/>
                  </a:cubicBezTo>
                  <a:cubicBezTo>
                    <a:pt x="13332" y="45290"/>
                    <a:pt x="13666" y="44500"/>
                    <a:pt x="14153" y="43649"/>
                  </a:cubicBezTo>
                  <a:cubicBezTo>
                    <a:pt x="15095" y="42068"/>
                    <a:pt x="15855" y="40396"/>
                    <a:pt x="16797" y="38846"/>
                  </a:cubicBezTo>
                  <a:cubicBezTo>
                    <a:pt x="17405" y="37782"/>
                    <a:pt x="17800" y="36688"/>
                    <a:pt x="18317" y="35594"/>
                  </a:cubicBezTo>
                  <a:cubicBezTo>
                    <a:pt x="18864" y="34378"/>
                    <a:pt x="19502" y="33314"/>
                    <a:pt x="19898" y="32038"/>
                  </a:cubicBezTo>
                  <a:cubicBezTo>
                    <a:pt x="20627" y="29819"/>
                    <a:pt x="21630" y="27661"/>
                    <a:pt x="22390" y="25411"/>
                  </a:cubicBezTo>
                  <a:cubicBezTo>
                    <a:pt x="23241" y="22889"/>
                    <a:pt x="24183" y="20427"/>
                    <a:pt x="24882" y="17843"/>
                  </a:cubicBezTo>
                  <a:cubicBezTo>
                    <a:pt x="25521" y="15411"/>
                    <a:pt x="26493" y="13101"/>
                    <a:pt x="27101" y="10639"/>
                  </a:cubicBezTo>
                  <a:cubicBezTo>
                    <a:pt x="27405" y="9393"/>
                    <a:pt x="27497" y="8116"/>
                    <a:pt x="27892" y="6840"/>
                  </a:cubicBezTo>
                  <a:cubicBezTo>
                    <a:pt x="28256" y="5745"/>
                    <a:pt x="28621" y="4742"/>
                    <a:pt x="28804" y="3587"/>
                  </a:cubicBezTo>
                  <a:cubicBezTo>
                    <a:pt x="29046" y="2253"/>
                    <a:pt x="29379" y="1312"/>
                    <a:pt x="29049" y="10"/>
                  </a:cubicBezTo>
                  <a:close/>
                  <a:moveTo>
                    <a:pt x="328" y="64461"/>
                  </a:moveTo>
                  <a:lnTo>
                    <a:pt x="328" y="64461"/>
                  </a:lnTo>
                  <a:cubicBezTo>
                    <a:pt x="155" y="64837"/>
                    <a:pt x="1" y="65232"/>
                    <a:pt x="19" y="65594"/>
                  </a:cubicBezTo>
                  <a:cubicBezTo>
                    <a:pt x="19" y="65534"/>
                    <a:pt x="323" y="65199"/>
                    <a:pt x="323" y="65138"/>
                  </a:cubicBezTo>
                  <a:cubicBezTo>
                    <a:pt x="323" y="64911"/>
                    <a:pt x="325" y="64685"/>
                    <a:pt x="328" y="6446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 name="Google Shape;192;p3"/>
          <p:cNvGrpSpPr/>
          <p:nvPr/>
        </p:nvGrpSpPr>
        <p:grpSpPr>
          <a:xfrm>
            <a:off x="1015964" y="4047766"/>
            <a:ext cx="677099" cy="713451"/>
            <a:chOff x="548175" y="3691725"/>
            <a:chExt cx="990925" cy="1044125"/>
          </a:xfrm>
        </p:grpSpPr>
        <p:sp>
          <p:nvSpPr>
            <p:cNvPr id="193" name="Google Shape;193;p3"/>
            <p:cNvSpPr/>
            <p:nvPr/>
          </p:nvSpPr>
          <p:spPr>
            <a:xfrm>
              <a:off x="803500" y="3747200"/>
              <a:ext cx="52450" cy="99575"/>
            </a:xfrm>
            <a:custGeom>
              <a:rect b="b" l="l" r="r" t="t"/>
              <a:pathLst>
                <a:path extrusionOk="0" fill="none" h="3983" w="2098">
                  <a:moveTo>
                    <a:pt x="2097" y="0"/>
                  </a:moveTo>
                  <a:cubicBezTo>
                    <a:pt x="1733" y="760"/>
                    <a:pt x="1307" y="1490"/>
                    <a:pt x="881" y="2250"/>
                  </a:cubicBezTo>
                  <a:cubicBezTo>
                    <a:pt x="578" y="2827"/>
                    <a:pt x="213" y="3374"/>
                    <a:pt x="0" y="3982"/>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3"/>
            <p:cNvSpPr/>
            <p:nvPr/>
          </p:nvSpPr>
          <p:spPr>
            <a:xfrm>
              <a:off x="773850" y="3864975"/>
              <a:ext cx="58550" cy="99575"/>
            </a:xfrm>
            <a:custGeom>
              <a:rect b="b" l="l" r="r" t="t"/>
              <a:pathLst>
                <a:path extrusionOk="0" fill="none" h="3983" w="2342">
                  <a:moveTo>
                    <a:pt x="2341" y="1"/>
                  </a:moveTo>
                  <a:cubicBezTo>
                    <a:pt x="2067" y="700"/>
                    <a:pt x="1490" y="1308"/>
                    <a:pt x="1186" y="2007"/>
                  </a:cubicBezTo>
                  <a:cubicBezTo>
                    <a:pt x="852" y="2706"/>
                    <a:pt x="517" y="3436"/>
                    <a:pt x="1" y="398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3"/>
            <p:cNvSpPr/>
            <p:nvPr/>
          </p:nvSpPr>
          <p:spPr>
            <a:xfrm>
              <a:off x="712300" y="3923500"/>
              <a:ext cx="38025" cy="64600"/>
            </a:xfrm>
            <a:custGeom>
              <a:rect b="b" l="l" r="r" t="t"/>
              <a:pathLst>
                <a:path extrusionOk="0" fill="none" h="2584" w="1521">
                  <a:moveTo>
                    <a:pt x="1520" y="0"/>
                  </a:moveTo>
                  <a:cubicBezTo>
                    <a:pt x="1216" y="487"/>
                    <a:pt x="1034" y="1034"/>
                    <a:pt x="700" y="1520"/>
                  </a:cubicBezTo>
                  <a:cubicBezTo>
                    <a:pt x="456" y="1885"/>
                    <a:pt x="244" y="2219"/>
                    <a:pt x="1" y="258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3"/>
            <p:cNvSpPr/>
            <p:nvPr/>
          </p:nvSpPr>
          <p:spPr>
            <a:xfrm>
              <a:off x="718375" y="3829275"/>
              <a:ext cx="41075" cy="64600"/>
            </a:xfrm>
            <a:custGeom>
              <a:rect b="b" l="l" r="r" t="t"/>
              <a:pathLst>
                <a:path extrusionOk="0" fill="none" h="2584" w="1643">
                  <a:moveTo>
                    <a:pt x="1642" y="0"/>
                  </a:moveTo>
                  <a:cubicBezTo>
                    <a:pt x="1034" y="851"/>
                    <a:pt x="487" y="1702"/>
                    <a:pt x="1" y="258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3"/>
            <p:cNvSpPr/>
            <p:nvPr/>
          </p:nvSpPr>
          <p:spPr>
            <a:xfrm>
              <a:off x="621125" y="3993400"/>
              <a:ext cx="26600" cy="53225"/>
            </a:xfrm>
            <a:custGeom>
              <a:rect b="b" l="l" r="r" t="t"/>
              <a:pathLst>
                <a:path extrusionOk="0" fill="none" h="2129" w="1064">
                  <a:moveTo>
                    <a:pt x="1064" y="1"/>
                  </a:moveTo>
                  <a:cubicBezTo>
                    <a:pt x="1003" y="335"/>
                    <a:pt x="699" y="761"/>
                    <a:pt x="517" y="1065"/>
                  </a:cubicBezTo>
                  <a:cubicBezTo>
                    <a:pt x="365" y="1429"/>
                    <a:pt x="182" y="1764"/>
                    <a:pt x="0" y="2128"/>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3"/>
            <p:cNvSpPr/>
            <p:nvPr/>
          </p:nvSpPr>
          <p:spPr>
            <a:xfrm>
              <a:off x="662150" y="4043550"/>
              <a:ext cx="32700" cy="58550"/>
            </a:xfrm>
            <a:custGeom>
              <a:rect b="b" l="l" r="r" t="t"/>
              <a:pathLst>
                <a:path extrusionOk="0" fill="none" h="2342" w="1308">
                  <a:moveTo>
                    <a:pt x="1307" y="1"/>
                  </a:moveTo>
                  <a:cubicBezTo>
                    <a:pt x="1034" y="487"/>
                    <a:pt x="578" y="882"/>
                    <a:pt x="396" y="1399"/>
                  </a:cubicBezTo>
                  <a:cubicBezTo>
                    <a:pt x="274" y="1703"/>
                    <a:pt x="244" y="2098"/>
                    <a:pt x="0" y="2341"/>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3"/>
            <p:cNvSpPr/>
            <p:nvPr/>
          </p:nvSpPr>
          <p:spPr>
            <a:xfrm>
              <a:off x="726750" y="4043550"/>
              <a:ext cx="44075" cy="67650"/>
            </a:xfrm>
            <a:custGeom>
              <a:rect b="b" l="l" r="r" t="t"/>
              <a:pathLst>
                <a:path extrusionOk="0" fill="none" h="2706" w="1763">
                  <a:moveTo>
                    <a:pt x="1763" y="1"/>
                  </a:moveTo>
                  <a:cubicBezTo>
                    <a:pt x="973" y="761"/>
                    <a:pt x="426" y="1703"/>
                    <a:pt x="0" y="270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
            <p:cNvSpPr/>
            <p:nvPr/>
          </p:nvSpPr>
          <p:spPr>
            <a:xfrm>
              <a:off x="827050" y="3955400"/>
              <a:ext cx="43325" cy="67675"/>
            </a:xfrm>
            <a:custGeom>
              <a:rect b="b" l="l" r="r" t="t"/>
              <a:pathLst>
                <a:path extrusionOk="0" fill="none" h="2707" w="1733">
                  <a:moveTo>
                    <a:pt x="1733" y="1"/>
                  </a:moveTo>
                  <a:cubicBezTo>
                    <a:pt x="1307" y="487"/>
                    <a:pt x="851" y="1065"/>
                    <a:pt x="578" y="1673"/>
                  </a:cubicBezTo>
                  <a:cubicBezTo>
                    <a:pt x="487" y="1855"/>
                    <a:pt x="426" y="2068"/>
                    <a:pt x="304" y="2250"/>
                  </a:cubicBezTo>
                  <a:cubicBezTo>
                    <a:pt x="213" y="2402"/>
                    <a:pt x="0" y="2524"/>
                    <a:pt x="0" y="270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3"/>
            <p:cNvSpPr/>
            <p:nvPr/>
          </p:nvSpPr>
          <p:spPr>
            <a:xfrm>
              <a:off x="908350" y="3835350"/>
              <a:ext cx="44100" cy="76000"/>
            </a:xfrm>
            <a:custGeom>
              <a:rect b="b" l="l" r="r" t="t"/>
              <a:pathLst>
                <a:path extrusionOk="0" fill="none" h="3040" w="1764">
                  <a:moveTo>
                    <a:pt x="1764" y="0"/>
                  </a:moveTo>
                  <a:cubicBezTo>
                    <a:pt x="1399" y="699"/>
                    <a:pt x="1034" y="1429"/>
                    <a:pt x="700" y="2158"/>
                  </a:cubicBezTo>
                  <a:cubicBezTo>
                    <a:pt x="578" y="2462"/>
                    <a:pt x="457" y="3040"/>
                    <a:pt x="1" y="2949"/>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3"/>
            <p:cNvSpPr/>
            <p:nvPr/>
          </p:nvSpPr>
          <p:spPr>
            <a:xfrm>
              <a:off x="901525" y="3764675"/>
              <a:ext cx="50925" cy="76775"/>
            </a:xfrm>
            <a:custGeom>
              <a:rect b="b" l="l" r="r" t="t"/>
              <a:pathLst>
                <a:path extrusionOk="0" fill="none" h="3071" w="2037">
                  <a:moveTo>
                    <a:pt x="2037" y="1"/>
                  </a:moveTo>
                  <a:cubicBezTo>
                    <a:pt x="1489" y="457"/>
                    <a:pt x="1155" y="1095"/>
                    <a:pt x="821" y="1703"/>
                  </a:cubicBezTo>
                  <a:cubicBezTo>
                    <a:pt x="608" y="2067"/>
                    <a:pt x="0" y="2645"/>
                    <a:pt x="61" y="3071"/>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3"/>
            <p:cNvSpPr/>
            <p:nvPr/>
          </p:nvSpPr>
          <p:spPr>
            <a:xfrm>
              <a:off x="1008650" y="3762400"/>
              <a:ext cx="28900" cy="52450"/>
            </a:xfrm>
            <a:custGeom>
              <a:rect b="b" l="l" r="r" t="t"/>
              <a:pathLst>
                <a:path extrusionOk="0" fill="none" h="2098" w="1156">
                  <a:moveTo>
                    <a:pt x="1156" y="0"/>
                  </a:moveTo>
                  <a:cubicBezTo>
                    <a:pt x="882" y="456"/>
                    <a:pt x="487" y="882"/>
                    <a:pt x="305" y="1399"/>
                  </a:cubicBezTo>
                  <a:cubicBezTo>
                    <a:pt x="214" y="1611"/>
                    <a:pt x="183" y="1915"/>
                    <a:pt x="1" y="2098"/>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3"/>
            <p:cNvSpPr/>
            <p:nvPr/>
          </p:nvSpPr>
          <p:spPr>
            <a:xfrm>
              <a:off x="1084650" y="3732750"/>
              <a:ext cx="44100" cy="61600"/>
            </a:xfrm>
            <a:custGeom>
              <a:rect b="b" l="l" r="r" t="t"/>
              <a:pathLst>
                <a:path extrusionOk="0" fill="none" h="2464" w="1764">
                  <a:moveTo>
                    <a:pt x="1763" y="1"/>
                  </a:moveTo>
                  <a:cubicBezTo>
                    <a:pt x="1551" y="487"/>
                    <a:pt x="1277" y="913"/>
                    <a:pt x="943" y="1308"/>
                  </a:cubicBezTo>
                  <a:cubicBezTo>
                    <a:pt x="608" y="1703"/>
                    <a:pt x="396" y="2098"/>
                    <a:pt x="0" y="246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3"/>
            <p:cNvSpPr/>
            <p:nvPr/>
          </p:nvSpPr>
          <p:spPr>
            <a:xfrm>
              <a:off x="1155325" y="3762400"/>
              <a:ext cx="38000" cy="49425"/>
            </a:xfrm>
            <a:custGeom>
              <a:rect b="b" l="l" r="r" t="t"/>
              <a:pathLst>
                <a:path extrusionOk="0" fill="none" h="1977" w="1520">
                  <a:moveTo>
                    <a:pt x="1520" y="0"/>
                  </a:moveTo>
                  <a:cubicBezTo>
                    <a:pt x="1216" y="365"/>
                    <a:pt x="942" y="791"/>
                    <a:pt x="639" y="1155"/>
                  </a:cubicBezTo>
                  <a:cubicBezTo>
                    <a:pt x="426" y="1429"/>
                    <a:pt x="183" y="1672"/>
                    <a:pt x="0" y="197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3"/>
            <p:cNvSpPr/>
            <p:nvPr/>
          </p:nvSpPr>
          <p:spPr>
            <a:xfrm>
              <a:off x="969900" y="39934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3"/>
            <p:cNvSpPr/>
            <p:nvPr/>
          </p:nvSpPr>
          <p:spPr>
            <a:xfrm>
              <a:off x="929625" y="3917425"/>
              <a:ext cx="43350" cy="64600"/>
            </a:xfrm>
            <a:custGeom>
              <a:rect b="b" l="l" r="r" t="t"/>
              <a:pathLst>
                <a:path extrusionOk="0" fill="none" h="2584" w="1734">
                  <a:moveTo>
                    <a:pt x="1733" y="0"/>
                  </a:moveTo>
                  <a:cubicBezTo>
                    <a:pt x="1217" y="882"/>
                    <a:pt x="730" y="1854"/>
                    <a:pt x="1" y="258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3"/>
            <p:cNvSpPr/>
            <p:nvPr/>
          </p:nvSpPr>
          <p:spPr>
            <a:xfrm>
              <a:off x="847550" y="4061025"/>
              <a:ext cx="40300" cy="56275"/>
            </a:xfrm>
            <a:custGeom>
              <a:rect b="b" l="l" r="r" t="t"/>
              <a:pathLst>
                <a:path extrusionOk="0" fill="none" h="2251" w="1612">
                  <a:moveTo>
                    <a:pt x="1612" y="1"/>
                  </a:moveTo>
                  <a:cubicBezTo>
                    <a:pt x="974" y="700"/>
                    <a:pt x="487" y="1429"/>
                    <a:pt x="1" y="225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3"/>
            <p:cNvSpPr/>
            <p:nvPr/>
          </p:nvSpPr>
          <p:spPr>
            <a:xfrm>
              <a:off x="750300" y="4169700"/>
              <a:ext cx="50175" cy="64625"/>
            </a:xfrm>
            <a:custGeom>
              <a:rect b="b" l="l" r="r" t="t"/>
              <a:pathLst>
                <a:path extrusionOk="0" fill="none" h="2585" w="2007">
                  <a:moveTo>
                    <a:pt x="2006" y="0"/>
                  </a:moveTo>
                  <a:cubicBezTo>
                    <a:pt x="1307" y="852"/>
                    <a:pt x="791" y="1824"/>
                    <a:pt x="0" y="258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3"/>
            <p:cNvSpPr/>
            <p:nvPr/>
          </p:nvSpPr>
          <p:spPr>
            <a:xfrm>
              <a:off x="747250" y="4114225"/>
              <a:ext cx="32700" cy="46375"/>
            </a:xfrm>
            <a:custGeom>
              <a:rect b="b" l="l" r="r" t="t"/>
              <a:pathLst>
                <a:path extrusionOk="0" fill="none" h="1855" w="1308">
                  <a:moveTo>
                    <a:pt x="1308" y="1"/>
                  </a:moveTo>
                  <a:cubicBezTo>
                    <a:pt x="913" y="639"/>
                    <a:pt x="517" y="1308"/>
                    <a:pt x="1" y="185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3"/>
            <p:cNvSpPr/>
            <p:nvPr/>
          </p:nvSpPr>
          <p:spPr>
            <a:xfrm>
              <a:off x="641625" y="4222900"/>
              <a:ext cx="35750" cy="52450"/>
            </a:xfrm>
            <a:custGeom>
              <a:rect b="b" l="l" r="r" t="t"/>
              <a:pathLst>
                <a:path extrusionOk="0" fill="none" h="2098" w="1430">
                  <a:moveTo>
                    <a:pt x="1429" y="0"/>
                  </a:moveTo>
                  <a:cubicBezTo>
                    <a:pt x="1399" y="182"/>
                    <a:pt x="1004" y="699"/>
                    <a:pt x="913" y="821"/>
                  </a:cubicBezTo>
                  <a:cubicBezTo>
                    <a:pt x="791" y="973"/>
                    <a:pt x="639" y="1125"/>
                    <a:pt x="517" y="1277"/>
                  </a:cubicBezTo>
                  <a:cubicBezTo>
                    <a:pt x="335" y="1520"/>
                    <a:pt x="62" y="1763"/>
                    <a:pt x="1" y="2097"/>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3"/>
            <p:cNvSpPr/>
            <p:nvPr/>
          </p:nvSpPr>
          <p:spPr>
            <a:xfrm>
              <a:off x="615800" y="4169700"/>
              <a:ext cx="46375" cy="55500"/>
            </a:xfrm>
            <a:custGeom>
              <a:rect b="b" l="l" r="r" t="t"/>
              <a:pathLst>
                <a:path extrusionOk="0" fill="none" h="2220" w="1855">
                  <a:moveTo>
                    <a:pt x="1854" y="0"/>
                  </a:moveTo>
                  <a:cubicBezTo>
                    <a:pt x="973" y="517"/>
                    <a:pt x="699" y="1551"/>
                    <a:pt x="0" y="2219"/>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3"/>
            <p:cNvSpPr/>
            <p:nvPr/>
          </p:nvSpPr>
          <p:spPr>
            <a:xfrm>
              <a:off x="589200" y="4114225"/>
              <a:ext cx="31950" cy="46375"/>
            </a:xfrm>
            <a:custGeom>
              <a:rect b="b" l="l" r="r" t="t"/>
              <a:pathLst>
                <a:path extrusionOk="0" fill="none" h="1855" w="1278">
                  <a:moveTo>
                    <a:pt x="1277" y="1"/>
                  </a:moveTo>
                  <a:cubicBezTo>
                    <a:pt x="973" y="456"/>
                    <a:pt x="669" y="943"/>
                    <a:pt x="335" y="1399"/>
                  </a:cubicBezTo>
                  <a:cubicBezTo>
                    <a:pt x="244" y="1551"/>
                    <a:pt x="122" y="1733"/>
                    <a:pt x="0" y="185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3"/>
            <p:cNvSpPr/>
            <p:nvPr/>
          </p:nvSpPr>
          <p:spPr>
            <a:xfrm>
              <a:off x="630225" y="3855875"/>
              <a:ext cx="31950" cy="50175"/>
            </a:xfrm>
            <a:custGeom>
              <a:rect b="b" l="l" r="r" t="t"/>
              <a:pathLst>
                <a:path extrusionOk="0" fill="none" h="2007" w="1278">
                  <a:moveTo>
                    <a:pt x="1277" y="0"/>
                  </a:moveTo>
                  <a:cubicBezTo>
                    <a:pt x="913" y="365"/>
                    <a:pt x="487" y="760"/>
                    <a:pt x="305" y="1246"/>
                  </a:cubicBezTo>
                  <a:cubicBezTo>
                    <a:pt x="214" y="1459"/>
                    <a:pt x="31" y="1763"/>
                    <a:pt x="1" y="200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3"/>
            <p:cNvSpPr/>
            <p:nvPr/>
          </p:nvSpPr>
          <p:spPr>
            <a:xfrm>
              <a:off x="756375" y="3756325"/>
              <a:ext cx="28900" cy="28900"/>
            </a:xfrm>
            <a:custGeom>
              <a:rect b="b" l="l" r="r" t="t"/>
              <a:pathLst>
                <a:path extrusionOk="0" fill="none" h="1156" w="1156">
                  <a:moveTo>
                    <a:pt x="1156" y="0"/>
                  </a:moveTo>
                  <a:cubicBezTo>
                    <a:pt x="608" y="243"/>
                    <a:pt x="244" y="639"/>
                    <a:pt x="0" y="115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3"/>
            <p:cNvSpPr/>
            <p:nvPr/>
          </p:nvSpPr>
          <p:spPr>
            <a:xfrm>
              <a:off x="565650" y="3982000"/>
              <a:ext cx="26600" cy="41075"/>
            </a:xfrm>
            <a:custGeom>
              <a:rect b="b" l="l" r="r" t="t"/>
              <a:pathLst>
                <a:path extrusionOk="0" fill="none" h="1643" w="1064">
                  <a:moveTo>
                    <a:pt x="1064" y="1"/>
                  </a:moveTo>
                  <a:cubicBezTo>
                    <a:pt x="760" y="305"/>
                    <a:pt x="426" y="669"/>
                    <a:pt x="243" y="1065"/>
                  </a:cubicBezTo>
                  <a:cubicBezTo>
                    <a:pt x="152" y="1247"/>
                    <a:pt x="91" y="1460"/>
                    <a:pt x="0" y="1642"/>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
            <p:cNvSpPr/>
            <p:nvPr/>
          </p:nvSpPr>
          <p:spPr>
            <a:xfrm>
              <a:off x="548175" y="4222900"/>
              <a:ext cx="26600" cy="43325"/>
            </a:xfrm>
            <a:custGeom>
              <a:rect b="b" l="l" r="r" t="t"/>
              <a:pathLst>
                <a:path extrusionOk="0" fill="none" h="1733" w="1064">
                  <a:moveTo>
                    <a:pt x="1064" y="0"/>
                  </a:moveTo>
                  <a:cubicBezTo>
                    <a:pt x="821" y="365"/>
                    <a:pt x="517" y="760"/>
                    <a:pt x="334" y="1155"/>
                  </a:cubicBezTo>
                  <a:cubicBezTo>
                    <a:pt x="274" y="1338"/>
                    <a:pt x="182" y="1702"/>
                    <a:pt x="0" y="173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3"/>
            <p:cNvSpPr/>
            <p:nvPr/>
          </p:nvSpPr>
          <p:spPr>
            <a:xfrm>
              <a:off x="583125" y="4278350"/>
              <a:ext cx="26625" cy="41075"/>
            </a:xfrm>
            <a:custGeom>
              <a:rect b="b" l="l" r="r" t="t"/>
              <a:pathLst>
                <a:path extrusionOk="0" fill="none" h="1643" w="1065">
                  <a:moveTo>
                    <a:pt x="1064" y="1"/>
                  </a:moveTo>
                  <a:cubicBezTo>
                    <a:pt x="730" y="335"/>
                    <a:pt x="487" y="700"/>
                    <a:pt x="304" y="1126"/>
                  </a:cubicBezTo>
                  <a:cubicBezTo>
                    <a:pt x="213" y="1278"/>
                    <a:pt x="152" y="1582"/>
                    <a:pt x="0" y="1642"/>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
            <p:cNvSpPr/>
            <p:nvPr/>
          </p:nvSpPr>
          <p:spPr>
            <a:xfrm>
              <a:off x="621125" y="4322425"/>
              <a:ext cx="58525" cy="85150"/>
            </a:xfrm>
            <a:custGeom>
              <a:rect b="b" l="l" r="r" t="t"/>
              <a:pathLst>
                <a:path extrusionOk="0" fill="none" h="3406" w="2341">
                  <a:moveTo>
                    <a:pt x="2341" y="1"/>
                  </a:moveTo>
                  <a:cubicBezTo>
                    <a:pt x="1824" y="578"/>
                    <a:pt x="1368" y="1247"/>
                    <a:pt x="973" y="1946"/>
                  </a:cubicBezTo>
                  <a:cubicBezTo>
                    <a:pt x="821" y="2220"/>
                    <a:pt x="669" y="2433"/>
                    <a:pt x="517" y="2706"/>
                  </a:cubicBezTo>
                  <a:cubicBezTo>
                    <a:pt x="334" y="2919"/>
                    <a:pt x="243" y="3223"/>
                    <a:pt x="0" y="340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3"/>
            <p:cNvSpPr/>
            <p:nvPr/>
          </p:nvSpPr>
          <p:spPr>
            <a:xfrm>
              <a:off x="618075" y="4459975"/>
              <a:ext cx="26625" cy="44100"/>
            </a:xfrm>
            <a:custGeom>
              <a:rect b="b" l="l" r="r" t="t"/>
              <a:pathLst>
                <a:path extrusionOk="0" fill="none" h="1764" w="1065">
                  <a:moveTo>
                    <a:pt x="1064" y="1"/>
                  </a:moveTo>
                  <a:cubicBezTo>
                    <a:pt x="760" y="426"/>
                    <a:pt x="578" y="760"/>
                    <a:pt x="365" y="1216"/>
                  </a:cubicBezTo>
                  <a:cubicBezTo>
                    <a:pt x="304" y="1368"/>
                    <a:pt x="152" y="1642"/>
                    <a:pt x="0" y="176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3"/>
            <p:cNvSpPr/>
            <p:nvPr/>
          </p:nvSpPr>
          <p:spPr>
            <a:xfrm>
              <a:off x="741925" y="4275325"/>
              <a:ext cx="41075" cy="55500"/>
            </a:xfrm>
            <a:custGeom>
              <a:rect b="b" l="l" r="r" t="t"/>
              <a:pathLst>
                <a:path extrusionOk="0" fill="none" h="2220" w="1643">
                  <a:moveTo>
                    <a:pt x="1642" y="0"/>
                  </a:moveTo>
                  <a:cubicBezTo>
                    <a:pt x="1095" y="335"/>
                    <a:pt x="882" y="851"/>
                    <a:pt x="578" y="1368"/>
                  </a:cubicBezTo>
                  <a:cubicBezTo>
                    <a:pt x="426" y="1672"/>
                    <a:pt x="244" y="2037"/>
                    <a:pt x="1" y="2219"/>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3"/>
            <p:cNvSpPr/>
            <p:nvPr/>
          </p:nvSpPr>
          <p:spPr>
            <a:xfrm>
              <a:off x="849850" y="4178825"/>
              <a:ext cx="26600" cy="41050"/>
            </a:xfrm>
            <a:custGeom>
              <a:rect b="b" l="l" r="r" t="t"/>
              <a:pathLst>
                <a:path extrusionOk="0" fill="none" h="1642" w="1064">
                  <a:moveTo>
                    <a:pt x="1064" y="0"/>
                  </a:moveTo>
                  <a:cubicBezTo>
                    <a:pt x="790" y="335"/>
                    <a:pt x="517" y="638"/>
                    <a:pt x="304" y="1034"/>
                  </a:cubicBezTo>
                  <a:cubicBezTo>
                    <a:pt x="183" y="1216"/>
                    <a:pt x="152" y="1459"/>
                    <a:pt x="0" y="1642"/>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3"/>
            <p:cNvSpPr/>
            <p:nvPr/>
          </p:nvSpPr>
          <p:spPr>
            <a:xfrm>
              <a:off x="944075" y="4102075"/>
              <a:ext cx="49400" cy="70675"/>
            </a:xfrm>
            <a:custGeom>
              <a:rect b="b" l="l" r="r" t="t"/>
              <a:pathLst>
                <a:path extrusionOk="0" fill="none" h="2827" w="1976">
                  <a:moveTo>
                    <a:pt x="1976" y="0"/>
                  </a:moveTo>
                  <a:cubicBezTo>
                    <a:pt x="1429" y="547"/>
                    <a:pt x="1003" y="1094"/>
                    <a:pt x="639" y="1794"/>
                  </a:cubicBezTo>
                  <a:cubicBezTo>
                    <a:pt x="456" y="2098"/>
                    <a:pt x="243" y="2553"/>
                    <a:pt x="0" y="2827"/>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3"/>
            <p:cNvSpPr/>
            <p:nvPr/>
          </p:nvSpPr>
          <p:spPr>
            <a:xfrm>
              <a:off x="1052725" y="4013925"/>
              <a:ext cx="34975" cy="50175"/>
            </a:xfrm>
            <a:custGeom>
              <a:rect b="b" l="l" r="r" t="t"/>
              <a:pathLst>
                <a:path extrusionOk="0" fill="none" h="2007" w="1399">
                  <a:moveTo>
                    <a:pt x="1399" y="0"/>
                  </a:moveTo>
                  <a:cubicBezTo>
                    <a:pt x="943" y="456"/>
                    <a:pt x="609" y="851"/>
                    <a:pt x="335" y="1399"/>
                  </a:cubicBezTo>
                  <a:cubicBezTo>
                    <a:pt x="274" y="1490"/>
                    <a:pt x="274" y="1672"/>
                    <a:pt x="183" y="1763"/>
                  </a:cubicBezTo>
                  <a:cubicBezTo>
                    <a:pt x="122" y="1885"/>
                    <a:pt x="62" y="1885"/>
                    <a:pt x="1" y="200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3"/>
            <p:cNvSpPr/>
            <p:nvPr/>
          </p:nvSpPr>
          <p:spPr>
            <a:xfrm>
              <a:off x="1149250" y="3899950"/>
              <a:ext cx="34975" cy="50175"/>
            </a:xfrm>
            <a:custGeom>
              <a:rect b="b" l="l" r="r" t="t"/>
              <a:pathLst>
                <a:path extrusionOk="0" fill="none" h="2007" w="1399">
                  <a:moveTo>
                    <a:pt x="1398" y="0"/>
                  </a:moveTo>
                  <a:cubicBezTo>
                    <a:pt x="1003" y="426"/>
                    <a:pt x="730" y="821"/>
                    <a:pt x="395" y="1307"/>
                  </a:cubicBezTo>
                  <a:cubicBezTo>
                    <a:pt x="243" y="1489"/>
                    <a:pt x="0" y="1733"/>
                    <a:pt x="0" y="200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3"/>
            <p:cNvSpPr/>
            <p:nvPr/>
          </p:nvSpPr>
          <p:spPr>
            <a:xfrm>
              <a:off x="1102125" y="3879425"/>
              <a:ext cx="26625" cy="41050"/>
            </a:xfrm>
            <a:custGeom>
              <a:rect b="b" l="l" r="r" t="t"/>
              <a:pathLst>
                <a:path extrusionOk="0" fill="none" h="1642" w="1065">
                  <a:moveTo>
                    <a:pt x="1064" y="0"/>
                  </a:moveTo>
                  <a:cubicBezTo>
                    <a:pt x="730" y="183"/>
                    <a:pt x="517" y="699"/>
                    <a:pt x="304" y="1003"/>
                  </a:cubicBezTo>
                  <a:cubicBezTo>
                    <a:pt x="183" y="1186"/>
                    <a:pt x="31" y="1429"/>
                    <a:pt x="1" y="1642"/>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3"/>
            <p:cNvSpPr/>
            <p:nvPr/>
          </p:nvSpPr>
          <p:spPr>
            <a:xfrm>
              <a:off x="972950" y="3697800"/>
              <a:ext cx="38775" cy="44100"/>
            </a:xfrm>
            <a:custGeom>
              <a:rect b="b" l="l" r="r" t="t"/>
              <a:pathLst>
                <a:path extrusionOk="0" fill="none" h="1764" w="1551">
                  <a:moveTo>
                    <a:pt x="1550" y="1"/>
                  </a:moveTo>
                  <a:cubicBezTo>
                    <a:pt x="1186" y="426"/>
                    <a:pt x="851" y="791"/>
                    <a:pt x="487" y="1186"/>
                  </a:cubicBezTo>
                  <a:cubicBezTo>
                    <a:pt x="365" y="1308"/>
                    <a:pt x="61" y="1612"/>
                    <a:pt x="0" y="176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3"/>
            <p:cNvSpPr/>
            <p:nvPr/>
          </p:nvSpPr>
          <p:spPr>
            <a:xfrm>
              <a:off x="908350" y="3691725"/>
              <a:ext cx="20550" cy="23575"/>
            </a:xfrm>
            <a:custGeom>
              <a:rect b="b" l="l" r="r" t="t"/>
              <a:pathLst>
                <a:path extrusionOk="0" fill="none" h="943" w="822">
                  <a:moveTo>
                    <a:pt x="821" y="1"/>
                  </a:moveTo>
                  <a:cubicBezTo>
                    <a:pt x="457" y="213"/>
                    <a:pt x="122" y="517"/>
                    <a:pt x="1" y="94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3"/>
            <p:cNvSpPr/>
            <p:nvPr/>
          </p:nvSpPr>
          <p:spPr>
            <a:xfrm>
              <a:off x="1207000" y="3779875"/>
              <a:ext cx="38775" cy="49425"/>
            </a:xfrm>
            <a:custGeom>
              <a:rect b="b" l="l" r="r" t="t"/>
              <a:pathLst>
                <a:path extrusionOk="0" fill="none" h="1977" w="1551">
                  <a:moveTo>
                    <a:pt x="1550" y="1"/>
                  </a:moveTo>
                  <a:cubicBezTo>
                    <a:pt x="1094" y="396"/>
                    <a:pt x="730" y="821"/>
                    <a:pt x="334" y="1277"/>
                  </a:cubicBezTo>
                  <a:cubicBezTo>
                    <a:pt x="182" y="1490"/>
                    <a:pt x="0" y="1703"/>
                    <a:pt x="31" y="197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3"/>
            <p:cNvSpPr/>
            <p:nvPr/>
          </p:nvSpPr>
          <p:spPr>
            <a:xfrm>
              <a:off x="1275375" y="3814825"/>
              <a:ext cx="38025" cy="38025"/>
            </a:xfrm>
            <a:custGeom>
              <a:rect b="b" l="l" r="r" t="t"/>
              <a:pathLst>
                <a:path extrusionOk="0" fill="none" h="1521" w="1521">
                  <a:moveTo>
                    <a:pt x="1521" y="1"/>
                  </a:moveTo>
                  <a:cubicBezTo>
                    <a:pt x="1125" y="61"/>
                    <a:pt x="852" y="609"/>
                    <a:pt x="639" y="882"/>
                  </a:cubicBezTo>
                  <a:cubicBezTo>
                    <a:pt x="457" y="1065"/>
                    <a:pt x="214" y="1368"/>
                    <a:pt x="1" y="152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3"/>
            <p:cNvSpPr/>
            <p:nvPr/>
          </p:nvSpPr>
          <p:spPr>
            <a:xfrm>
              <a:off x="1322500" y="3858900"/>
              <a:ext cx="58525" cy="61575"/>
            </a:xfrm>
            <a:custGeom>
              <a:rect b="b" l="l" r="r" t="t"/>
              <a:pathLst>
                <a:path extrusionOk="0" fill="none" h="2463" w="2341">
                  <a:moveTo>
                    <a:pt x="2341" y="1"/>
                  </a:moveTo>
                  <a:cubicBezTo>
                    <a:pt x="1976" y="274"/>
                    <a:pt x="1520" y="578"/>
                    <a:pt x="1246" y="943"/>
                  </a:cubicBezTo>
                  <a:cubicBezTo>
                    <a:pt x="1095" y="1125"/>
                    <a:pt x="973" y="1338"/>
                    <a:pt x="791" y="1520"/>
                  </a:cubicBezTo>
                  <a:cubicBezTo>
                    <a:pt x="547" y="1824"/>
                    <a:pt x="243" y="2128"/>
                    <a:pt x="0" y="246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3"/>
            <p:cNvSpPr/>
            <p:nvPr/>
          </p:nvSpPr>
          <p:spPr>
            <a:xfrm>
              <a:off x="1325525" y="3944000"/>
              <a:ext cx="66900" cy="72975"/>
            </a:xfrm>
            <a:custGeom>
              <a:rect b="b" l="l" r="r" t="t"/>
              <a:pathLst>
                <a:path extrusionOk="0" fill="none" h="2919" w="2676">
                  <a:moveTo>
                    <a:pt x="2676" y="1"/>
                  </a:moveTo>
                  <a:cubicBezTo>
                    <a:pt x="2159" y="609"/>
                    <a:pt x="1673" y="1308"/>
                    <a:pt x="1034" y="1855"/>
                  </a:cubicBezTo>
                  <a:cubicBezTo>
                    <a:pt x="670" y="2159"/>
                    <a:pt x="335" y="2585"/>
                    <a:pt x="1" y="2919"/>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3"/>
            <p:cNvSpPr/>
            <p:nvPr/>
          </p:nvSpPr>
          <p:spPr>
            <a:xfrm>
              <a:off x="1407600" y="3958450"/>
              <a:ext cx="38025" cy="44100"/>
            </a:xfrm>
            <a:custGeom>
              <a:rect b="b" l="l" r="r" t="t"/>
              <a:pathLst>
                <a:path extrusionOk="0" fill="none" h="1764" w="1521">
                  <a:moveTo>
                    <a:pt x="1520" y="0"/>
                  </a:moveTo>
                  <a:cubicBezTo>
                    <a:pt x="1004" y="578"/>
                    <a:pt x="609" y="1307"/>
                    <a:pt x="1" y="176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3"/>
            <p:cNvSpPr/>
            <p:nvPr/>
          </p:nvSpPr>
          <p:spPr>
            <a:xfrm>
              <a:off x="1242700" y="3970600"/>
              <a:ext cx="44100" cy="55500"/>
            </a:xfrm>
            <a:custGeom>
              <a:rect b="b" l="l" r="r" t="t"/>
              <a:pathLst>
                <a:path extrusionOk="0" fill="none" h="2220" w="1764">
                  <a:moveTo>
                    <a:pt x="1764" y="1"/>
                  </a:moveTo>
                  <a:cubicBezTo>
                    <a:pt x="1308" y="274"/>
                    <a:pt x="1034" y="791"/>
                    <a:pt x="791" y="1277"/>
                  </a:cubicBezTo>
                  <a:cubicBezTo>
                    <a:pt x="578" y="1612"/>
                    <a:pt x="274" y="1885"/>
                    <a:pt x="1" y="222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3"/>
            <p:cNvSpPr/>
            <p:nvPr/>
          </p:nvSpPr>
          <p:spPr>
            <a:xfrm>
              <a:off x="1178875" y="3944000"/>
              <a:ext cx="49425" cy="58550"/>
            </a:xfrm>
            <a:custGeom>
              <a:rect b="b" l="l" r="r" t="t"/>
              <a:pathLst>
                <a:path extrusionOk="0" fill="none" h="2342" w="1977">
                  <a:moveTo>
                    <a:pt x="1976" y="1"/>
                  </a:moveTo>
                  <a:cubicBezTo>
                    <a:pt x="1520" y="487"/>
                    <a:pt x="1034" y="974"/>
                    <a:pt x="639" y="1521"/>
                  </a:cubicBezTo>
                  <a:cubicBezTo>
                    <a:pt x="456" y="1764"/>
                    <a:pt x="92" y="2068"/>
                    <a:pt x="0" y="2341"/>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3"/>
            <p:cNvSpPr/>
            <p:nvPr/>
          </p:nvSpPr>
          <p:spPr>
            <a:xfrm>
              <a:off x="1117325" y="4076225"/>
              <a:ext cx="41050" cy="49425"/>
            </a:xfrm>
            <a:custGeom>
              <a:rect b="b" l="l" r="r" t="t"/>
              <a:pathLst>
                <a:path extrusionOk="0" fill="none" h="1977" w="1642">
                  <a:moveTo>
                    <a:pt x="1642" y="1"/>
                  </a:moveTo>
                  <a:cubicBezTo>
                    <a:pt x="1186" y="396"/>
                    <a:pt x="943" y="882"/>
                    <a:pt x="548" y="1308"/>
                  </a:cubicBezTo>
                  <a:cubicBezTo>
                    <a:pt x="365" y="1521"/>
                    <a:pt x="183" y="1764"/>
                    <a:pt x="0" y="197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3"/>
            <p:cNvSpPr/>
            <p:nvPr/>
          </p:nvSpPr>
          <p:spPr>
            <a:xfrm>
              <a:off x="1198625" y="4084600"/>
              <a:ext cx="41825" cy="50175"/>
            </a:xfrm>
            <a:custGeom>
              <a:rect b="b" l="l" r="r" t="t"/>
              <a:pathLst>
                <a:path extrusionOk="0" fill="none" h="2007" w="1673">
                  <a:moveTo>
                    <a:pt x="1673" y="0"/>
                  </a:moveTo>
                  <a:cubicBezTo>
                    <a:pt x="1308" y="456"/>
                    <a:pt x="1004" y="912"/>
                    <a:pt x="639" y="1338"/>
                  </a:cubicBezTo>
                  <a:cubicBezTo>
                    <a:pt x="457" y="1520"/>
                    <a:pt x="274" y="1915"/>
                    <a:pt x="1" y="200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3"/>
            <p:cNvSpPr/>
            <p:nvPr/>
          </p:nvSpPr>
          <p:spPr>
            <a:xfrm>
              <a:off x="1295900" y="4064075"/>
              <a:ext cx="41050" cy="50175"/>
            </a:xfrm>
            <a:custGeom>
              <a:rect b="b" l="l" r="r" t="t"/>
              <a:pathLst>
                <a:path extrusionOk="0" fill="none" h="2007" w="1642">
                  <a:moveTo>
                    <a:pt x="1642" y="0"/>
                  </a:moveTo>
                  <a:cubicBezTo>
                    <a:pt x="1247" y="487"/>
                    <a:pt x="821" y="912"/>
                    <a:pt x="456" y="1429"/>
                  </a:cubicBezTo>
                  <a:cubicBezTo>
                    <a:pt x="335" y="1611"/>
                    <a:pt x="183" y="1946"/>
                    <a:pt x="0" y="2007"/>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3"/>
            <p:cNvSpPr/>
            <p:nvPr/>
          </p:nvSpPr>
          <p:spPr>
            <a:xfrm>
              <a:off x="1360500" y="4061025"/>
              <a:ext cx="58525" cy="61575"/>
            </a:xfrm>
            <a:custGeom>
              <a:rect b="b" l="l" r="r" t="t"/>
              <a:pathLst>
                <a:path extrusionOk="0" fill="none" h="2463" w="2341">
                  <a:moveTo>
                    <a:pt x="2341" y="1"/>
                  </a:moveTo>
                  <a:cubicBezTo>
                    <a:pt x="2006" y="214"/>
                    <a:pt x="1733" y="396"/>
                    <a:pt x="1489" y="730"/>
                  </a:cubicBezTo>
                  <a:cubicBezTo>
                    <a:pt x="1337" y="913"/>
                    <a:pt x="1216" y="1125"/>
                    <a:pt x="1064" y="1308"/>
                  </a:cubicBezTo>
                  <a:cubicBezTo>
                    <a:pt x="669" y="1703"/>
                    <a:pt x="304" y="2037"/>
                    <a:pt x="0" y="246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3"/>
            <p:cNvSpPr/>
            <p:nvPr/>
          </p:nvSpPr>
          <p:spPr>
            <a:xfrm>
              <a:off x="1442550" y="4055725"/>
              <a:ext cx="52475" cy="58525"/>
            </a:xfrm>
            <a:custGeom>
              <a:rect b="b" l="l" r="r" t="t"/>
              <a:pathLst>
                <a:path extrusionOk="0" fill="none" h="2341" w="2099">
                  <a:moveTo>
                    <a:pt x="2098" y="0"/>
                  </a:moveTo>
                  <a:cubicBezTo>
                    <a:pt x="1825" y="456"/>
                    <a:pt x="1399" y="851"/>
                    <a:pt x="1065" y="1277"/>
                  </a:cubicBezTo>
                  <a:cubicBezTo>
                    <a:pt x="761" y="1672"/>
                    <a:pt x="396" y="2037"/>
                    <a:pt x="1" y="2341"/>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3"/>
            <p:cNvSpPr/>
            <p:nvPr/>
          </p:nvSpPr>
          <p:spPr>
            <a:xfrm>
              <a:off x="1448625" y="4149175"/>
              <a:ext cx="41075" cy="58550"/>
            </a:xfrm>
            <a:custGeom>
              <a:rect b="b" l="l" r="r" t="t"/>
              <a:pathLst>
                <a:path extrusionOk="0" fill="none" h="2342" w="1643">
                  <a:moveTo>
                    <a:pt x="1642" y="1"/>
                  </a:moveTo>
                  <a:cubicBezTo>
                    <a:pt x="1186" y="852"/>
                    <a:pt x="396" y="1490"/>
                    <a:pt x="1" y="2341"/>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3"/>
            <p:cNvSpPr/>
            <p:nvPr/>
          </p:nvSpPr>
          <p:spPr>
            <a:xfrm>
              <a:off x="1480550" y="4193250"/>
              <a:ext cx="58550" cy="67650"/>
            </a:xfrm>
            <a:custGeom>
              <a:rect b="b" l="l" r="r" t="t"/>
              <a:pathLst>
                <a:path extrusionOk="0" fill="none" h="2706" w="2342">
                  <a:moveTo>
                    <a:pt x="2341" y="1"/>
                  </a:moveTo>
                  <a:cubicBezTo>
                    <a:pt x="1885" y="517"/>
                    <a:pt x="1490" y="1065"/>
                    <a:pt x="1064" y="1612"/>
                  </a:cubicBezTo>
                  <a:cubicBezTo>
                    <a:pt x="760" y="2007"/>
                    <a:pt x="365" y="2341"/>
                    <a:pt x="1" y="270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3"/>
            <p:cNvSpPr/>
            <p:nvPr/>
          </p:nvSpPr>
          <p:spPr>
            <a:xfrm>
              <a:off x="1442550" y="4389300"/>
              <a:ext cx="41075" cy="44100"/>
            </a:xfrm>
            <a:custGeom>
              <a:rect b="b" l="l" r="r" t="t"/>
              <a:pathLst>
                <a:path extrusionOk="0" fill="none" h="1764" w="1643">
                  <a:moveTo>
                    <a:pt x="1642" y="1"/>
                  </a:moveTo>
                  <a:cubicBezTo>
                    <a:pt x="1369" y="335"/>
                    <a:pt x="973" y="517"/>
                    <a:pt x="700" y="852"/>
                  </a:cubicBezTo>
                  <a:cubicBezTo>
                    <a:pt x="457" y="1156"/>
                    <a:pt x="244" y="1490"/>
                    <a:pt x="1" y="176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3"/>
            <p:cNvSpPr/>
            <p:nvPr/>
          </p:nvSpPr>
          <p:spPr>
            <a:xfrm>
              <a:off x="1392400" y="4501000"/>
              <a:ext cx="50175" cy="50175"/>
            </a:xfrm>
            <a:custGeom>
              <a:rect b="b" l="l" r="r" t="t"/>
              <a:pathLst>
                <a:path extrusionOk="0" fill="none" h="2007" w="2007">
                  <a:moveTo>
                    <a:pt x="2007" y="1"/>
                  </a:moveTo>
                  <a:cubicBezTo>
                    <a:pt x="1581" y="426"/>
                    <a:pt x="1217" y="882"/>
                    <a:pt x="821" y="1308"/>
                  </a:cubicBezTo>
                  <a:cubicBezTo>
                    <a:pt x="578" y="1551"/>
                    <a:pt x="244" y="1733"/>
                    <a:pt x="1" y="2007"/>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3"/>
            <p:cNvSpPr/>
            <p:nvPr/>
          </p:nvSpPr>
          <p:spPr>
            <a:xfrm>
              <a:off x="1474475" y="4295850"/>
              <a:ext cx="38025" cy="47125"/>
            </a:xfrm>
            <a:custGeom>
              <a:rect b="b" l="l" r="r" t="t"/>
              <a:pathLst>
                <a:path extrusionOk="0" fill="none" h="1885" w="1521">
                  <a:moveTo>
                    <a:pt x="1520" y="0"/>
                  </a:moveTo>
                  <a:cubicBezTo>
                    <a:pt x="1216" y="365"/>
                    <a:pt x="912" y="699"/>
                    <a:pt x="639" y="1094"/>
                  </a:cubicBezTo>
                  <a:cubicBezTo>
                    <a:pt x="426" y="1368"/>
                    <a:pt x="274" y="1641"/>
                    <a:pt x="0" y="188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3"/>
            <p:cNvSpPr/>
            <p:nvPr/>
          </p:nvSpPr>
          <p:spPr>
            <a:xfrm>
              <a:off x="1515500" y="4105100"/>
              <a:ext cx="23600" cy="29675"/>
            </a:xfrm>
            <a:custGeom>
              <a:rect b="b" l="l" r="r" t="t"/>
              <a:pathLst>
                <a:path extrusionOk="0" fill="none" h="1187" w="944">
                  <a:moveTo>
                    <a:pt x="943" y="1"/>
                  </a:moveTo>
                  <a:cubicBezTo>
                    <a:pt x="457" y="274"/>
                    <a:pt x="122" y="639"/>
                    <a:pt x="1" y="118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3"/>
            <p:cNvSpPr/>
            <p:nvPr/>
          </p:nvSpPr>
          <p:spPr>
            <a:xfrm>
              <a:off x="1351375" y="4281400"/>
              <a:ext cx="61575" cy="72975"/>
            </a:xfrm>
            <a:custGeom>
              <a:rect b="b" l="l" r="r" t="t"/>
              <a:pathLst>
                <a:path extrusionOk="0" fill="none" h="2919" w="2463">
                  <a:moveTo>
                    <a:pt x="2462" y="1"/>
                  </a:moveTo>
                  <a:cubicBezTo>
                    <a:pt x="2128" y="274"/>
                    <a:pt x="1702" y="548"/>
                    <a:pt x="1429" y="943"/>
                  </a:cubicBezTo>
                  <a:cubicBezTo>
                    <a:pt x="1247" y="1216"/>
                    <a:pt x="1064" y="1490"/>
                    <a:pt x="851" y="1764"/>
                  </a:cubicBezTo>
                  <a:cubicBezTo>
                    <a:pt x="578" y="2128"/>
                    <a:pt x="365" y="2645"/>
                    <a:pt x="0" y="2919"/>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
            <p:cNvSpPr/>
            <p:nvPr/>
          </p:nvSpPr>
          <p:spPr>
            <a:xfrm>
              <a:off x="1333900" y="4199325"/>
              <a:ext cx="44100" cy="46375"/>
            </a:xfrm>
            <a:custGeom>
              <a:rect b="b" l="l" r="r" t="t"/>
              <a:pathLst>
                <a:path extrusionOk="0" fill="none" h="1855" w="1764">
                  <a:moveTo>
                    <a:pt x="1763" y="1"/>
                  </a:moveTo>
                  <a:cubicBezTo>
                    <a:pt x="1368" y="122"/>
                    <a:pt x="1094" y="700"/>
                    <a:pt x="821" y="1004"/>
                  </a:cubicBezTo>
                  <a:cubicBezTo>
                    <a:pt x="547" y="1277"/>
                    <a:pt x="304" y="1581"/>
                    <a:pt x="0" y="185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3"/>
            <p:cNvSpPr/>
            <p:nvPr/>
          </p:nvSpPr>
          <p:spPr>
            <a:xfrm>
              <a:off x="1008650" y="4172750"/>
              <a:ext cx="46375" cy="58525"/>
            </a:xfrm>
            <a:custGeom>
              <a:rect b="b" l="l" r="r" t="t"/>
              <a:pathLst>
                <a:path extrusionOk="0" fill="none" h="2341" w="1855">
                  <a:moveTo>
                    <a:pt x="1855" y="0"/>
                  </a:moveTo>
                  <a:cubicBezTo>
                    <a:pt x="1277" y="790"/>
                    <a:pt x="670" y="1611"/>
                    <a:pt x="1" y="234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
            <p:cNvSpPr/>
            <p:nvPr/>
          </p:nvSpPr>
          <p:spPr>
            <a:xfrm>
              <a:off x="1114275" y="4193250"/>
              <a:ext cx="38025" cy="41075"/>
            </a:xfrm>
            <a:custGeom>
              <a:rect b="b" l="l" r="r" t="t"/>
              <a:pathLst>
                <a:path extrusionOk="0" fill="none" h="1643" w="1521">
                  <a:moveTo>
                    <a:pt x="1521" y="1"/>
                  </a:moveTo>
                  <a:cubicBezTo>
                    <a:pt x="1095" y="213"/>
                    <a:pt x="670" y="548"/>
                    <a:pt x="396" y="973"/>
                  </a:cubicBezTo>
                  <a:cubicBezTo>
                    <a:pt x="244" y="1186"/>
                    <a:pt x="183" y="1460"/>
                    <a:pt x="1" y="1642"/>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
            <p:cNvSpPr/>
            <p:nvPr/>
          </p:nvSpPr>
          <p:spPr>
            <a:xfrm>
              <a:off x="1216875" y="4187175"/>
              <a:ext cx="31925" cy="35750"/>
            </a:xfrm>
            <a:custGeom>
              <a:rect b="b" l="l" r="r" t="t"/>
              <a:pathLst>
                <a:path extrusionOk="0" fill="none" h="1430" w="1277">
                  <a:moveTo>
                    <a:pt x="1277" y="1"/>
                  </a:moveTo>
                  <a:cubicBezTo>
                    <a:pt x="912" y="335"/>
                    <a:pt x="547" y="517"/>
                    <a:pt x="335" y="943"/>
                  </a:cubicBezTo>
                  <a:cubicBezTo>
                    <a:pt x="243" y="1156"/>
                    <a:pt x="152" y="1247"/>
                    <a:pt x="0" y="1429"/>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
            <p:cNvSpPr/>
            <p:nvPr/>
          </p:nvSpPr>
          <p:spPr>
            <a:xfrm>
              <a:off x="1286775" y="4178825"/>
              <a:ext cx="44100" cy="43325"/>
            </a:xfrm>
            <a:custGeom>
              <a:rect b="b" l="l" r="r" t="t"/>
              <a:pathLst>
                <a:path extrusionOk="0" fill="none" h="1733" w="1764">
                  <a:moveTo>
                    <a:pt x="1764" y="0"/>
                  </a:moveTo>
                  <a:cubicBezTo>
                    <a:pt x="1186" y="487"/>
                    <a:pt x="457" y="1094"/>
                    <a:pt x="1" y="173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
            <p:cNvSpPr/>
            <p:nvPr/>
          </p:nvSpPr>
          <p:spPr>
            <a:xfrm>
              <a:off x="1146200" y="4310275"/>
              <a:ext cx="58525" cy="64625"/>
            </a:xfrm>
            <a:custGeom>
              <a:rect b="b" l="l" r="r" t="t"/>
              <a:pathLst>
                <a:path extrusionOk="0" fill="none" h="2585" w="2341">
                  <a:moveTo>
                    <a:pt x="2341" y="1"/>
                  </a:moveTo>
                  <a:cubicBezTo>
                    <a:pt x="2037" y="92"/>
                    <a:pt x="1763" y="639"/>
                    <a:pt x="1611" y="852"/>
                  </a:cubicBezTo>
                  <a:cubicBezTo>
                    <a:pt x="1429" y="1064"/>
                    <a:pt x="1247" y="1247"/>
                    <a:pt x="1064" y="1429"/>
                  </a:cubicBezTo>
                  <a:cubicBezTo>
                    <a:pt x="669" y="1794"/>
                    <a:pt x="335" y="2189"/>
                    <a:pt x="0" y="258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
            <p:cNvSpPr/>
            <p:nvPr/>
          </p:nvSpPr>
          <p:spPr>
            <a:xfrm>
              <a:off x="1102125" y="4286725"/>
              <a:ext cx="50175" cy="56250"/>
            </a:xfrm>
            <a:custGeom>
              <a:rect b="b" l="l" r="r" t="t"/>
              <a:pathLst>
                <a:path extrusionOk="0" fill="none" h="2250" w="2007">
                  <a:moveTo>
                    <a:pt x="2007" y="0"/>
                  </a:moveTo>
                  <a:cubicBezTo>
                    <a:pt x="1277" y="730"/>
                    <a:pt x="639" y="1490"/>
                    <a:pt x="1" y="225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
            <p:cNvSpPr/>
            <p:nvPr/>
          </p:nvSpPr>
          <p:spPr>
            <a:xfrm>
              <a:off x="994225" y="4310275"/>
              <a:ext cx="49425" cy="50175"/>
            </a:xfrm>
            <a:custGeom>
              <a:rect b="b" l="l" r="r" t="t"/>
              <a:pathLst>
                <a:path extrusionOk="0" fill="none" h="2007" w="1977">
                  <a:moveTo>
                    <a:pt x="1976" y="1"/>
                  </a:moveTo>
                  <a:cubicBezTo>
                    <a:pt x="1551" y="426"/>
                    <a:pt x="1155" y="852"/>
                    <a:pt x="730" y="1247"/>
                  </a:cubicBezTo>
                  <a:cubicBezTo>
                    <a:pt x="487" y="1520"/>
                    <a:pt x="183" y="1703"/>
                    <a:pt x="0" y="2007"/>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3"/>
            <p:cNvSpPr/>
            <p:nvPr/>
          </p:nvSpPr>
          <p:spPr>
            <a:xfrm>
              <a:off x="887825" y="4313325"/>
              <a:ext cx="41075" cy="38000"/>
            </a:xfrm>
            <a:custGeom>
              <a:rect b="b" l="l" r="r" t="t"/>
              <a:pathLst>
                <a:path extrusionOk="0" fill="none" h="1520" w="1643">
                  <a:moveTo>
                    <a:pt x="1642" y="0"/>
                  </a:moveTo>
                  <a:cubicBezTo>
                    <a:pt x="1308" y="335"/>
                    <a:pt x="974" y="699"/>
                    <a:pt x="639" y="1034"/>
                  </a:cubicBezTo>
                  <a:cubicBezTo>
                    <a:pt x="426" y="1216"/>
                    <a:pt x="214" y="1338"/>
                    <a:pt x="1" y="152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3"/>
            <p:cNvSpPr/>
            <p:nvPr/>
          </p:nvSpPr>
          <p:spPr>
            <a:xfrm>
              <a:off x="882525" y="4234300"/>
              <a:ext cx="41050" cy="47125"/>
            </a:xfrm>
            <a:custGeom>
              <a:rect b="b" l="l" r="r" t="t"/>
              <a:pathLst>
                <a:path extrusionOk="0" fill="none" h="1885" w="1642">
                  <a:moveTo>
                    <a:pt x="1642" y="0"/>
                  </a:moveTo>
                  <a:cubicBezTo>
                    <a:pt x="1003" y="517"/>
                    <a:pt x="578" y="1307"/>
                    <a:pt x="0" y="188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
            <p:cNvSpPr/>
            <p:nvPr/>
          </p:nvSpPr>
          <p:spPr>
            <a:xfrm>
              <a:off x="770800" y="4368800"/>
              <a:ext cx="47150" cy="53200"/>
            </a:xfrm>
            <a:custGeom>
              <a:rect b="b" l="l" r="r" t="t"/>
              <a:pathLst>
                <a:path extrusionOk="0" fill="none" h="2128" w="1886">
                  <a:moveTo>
                    <a:pt x="1886" y="0"/>
                  </a:moveTo>
                  <a:cubicBezTo>
                    <a:pt x="1399" y="426"/>
                    <a:pt x="974" y="882"/>
                    <a:pt x="579" y="1398"/>
                  </a:cubicBezTo>
                  <a:cubicBezTo>
                    <a:pt x="396" y="1641"/>
                    <a:pt x="244" y="1885"/>
                    <a:pt x="1" y="2128"/>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
            <p:cNvSpPr/>
            <p:nvPr/>
          </p:nvSpPr>
          <p:spPr>
            <a:xfrm>
              <a:off x="723700" y="4483525"/>
              <a:ext cx="41050" cy="50175"/>
            </a:xfrm>
            <a:custGeom>
              <a:rect b="b" l="l" r="r" t="t"/>
              <a:pathLst>
                <a:path extrusionOk="0" fill="none" h="2007" w="1642">
                  <a:moveTo>
                    <a:pt x="1642" y="1"/>
                  </a:moveTo>
                  <a:cubicBezTo>
                    <a:pt x="1277" y="426"/>
                    <a:pt x="943" y="791"/>
                    <a:pt x="700" y="1247"/>
                  </a:cubicBezTo>
                  <a:cubicBezTo>
                    <a:pt x="548" y="1551"/>
                    <a:pt x="274" y="1825"/>
                    <a:pt x="0" y="2007"/>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
            <p:cNvSpPr/>
            <p:nvPr/>
          </p:nvSpPr>
          <p:spPr>
            <a:xfrm>
              <a:off x="709250" y="4583075"/>
              <a:ext cx="31950" cy="38025"/>
            </a:xfrm>
            <a:custGeom>
              <a:rect b="b" l="l" r="r" t="t"/>
              <a:pathLst>
                <a:path extrusionOk="0" fill="none" h="1521" w="1278">
                  <a:moveTo>
                    <a:pt x="1278" y="1"/>
                  </a:moveTo>
                  <a:cubicBezTo>
                    <a:pt x="974" y="457"/>
                    <a:pt x="578" y="1338"/>
                    <a:pt x="1" y="152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
            <p:cNvSpPr/>
            <p:nvPr/>
          </p:nvSpPr>
          <p:spPr>
            <a:xfrm>
              <a:off x="694825" y="4404500"/>
              <a:ext cx="20550" cy="28900"/>
            </a:xfrm>
            <a:custGeom>
              <a:rect b="b" l="l" r="r" t="t"/>
              <a:pathLst>
                <a:path extrusionOk="0" fill="none" h="1156" w="822">
                  <a:moveTo>
                    <a:pt x="821" y="1"/>
                  </a:moveTo>
                  <a:cubicBezTo>
                    <a:pt x="456" y="335"/>
                    <a:pt x="335" y="821"/>
                    <a:pt x="0" y="115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
            <p:cNvSpPr/>
            <p:nvPr/>
          </p:nvSpPr>
          <p:spPr>
            <a:xfrm>
              <a:off x="577050" y="4404500"/>
              <a:ext cx="20525" cy="26625"/>
            </a:xfrm>
            <a:custGeom>
              <a:rect b="b" l="l" r="r" t="t"/>
              <a:pathLst>
                <a:path extrusionOk="0" fill="none" h="1065" w="821">
                  <a:moveTo>
                    <a:pt x="821" y="1"/>
                  </a:moveTo>
                  <a:cubicBezTo>
                    <a:pt x="517" y="335"/>
                    <a:pt x="304" y="730"/>
                    <a:pt x="0" y="106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
            <p:cNvSpPr/>
            <p:nvPr/>
          </p:nvSpPr>
          <p:spPr>
            <a:xfrm>
              <a:off x="873400" y="4407550"/>
              <a:ext cx="38025" cy="58525"/>
            </a:xfrm>
            <a:custGeom>
              <a:rect b="b" l="l" r="r" t="t"/>
              <a:pathLst>
                <a:path extrusionOk="0" fill="none" h="2341" w="1521">
                  <a:moveTo>
                    <a:pt x="1520" y="0"/>
                  </a:moveTo>
                  <a:cubicBezTo>
                    <a:pt x="1490" y="304"/>
                    <a:pt x="1095" y="699"/>
                    <a:pt x="943" y="943"/>
                  </a:cubicBezTo>
                  <a:cubicBezTo>
                    <a:pt x="821" y="1155"/>
                    <a:pt x="669" y="1338"/>
                    <a:pt x="548" y="1520"/>
                  </a:cubicBezTo>
                  <a:cubicBezTo>
                    <a:pt x="365" y="1733"/>
                    <a:pt x="31" y="2037"/>
                    <a:pt x="0" y="2341"/>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
            <p:cNvSpPr/>
            <p:nvPr/>
          </p:nvSpPr>
          <p:spPr>
            <a:xfrm>
              <a:off x="955475" y="4421975"/>
              <a:ext cx="50175" cy="55500"/>
            </a:xfrm>
            <a:custGeom>
              <a:rect b="b" l="l" r="r" t="t"/>
              <a:pathLst>
                <a:path extrusionOk="0" fill="none" h="2220" w="2007">
                  <a:moveTo>
                    <a:pt x="2006" y="1"/>
                  </a:moveTo>
                  <a:cubicBezTo>
                    <a:pt x="1611" y="244"/>
                    <a:pt x="1398" y="335"/>
                    <a:pt x="1155" y="669"/>
                  </a:cubicBezTo>
                  <a:cubicBezTo>
                    <a:pt x="1034" y="882"/>
                    <a:pt x="912" y="1095"/>
                    <a:pt x="760" y="1277"/>
                  </a:cubicBezTo>
                  <a:cubicBezTo>
                    <a:pt x="517" y="1612"/>
                    <a:pt x="304" y="1946"/>
                    <a:pt x="0" y="222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
            <p:cNvSpPr/>
            <p:nvPr/>
          </p:nvSpPr>
          <p:spPr>
            <a:xfrm>
              <a:off x="1084650" y="4415900"/>
              <a:ext cx="26625" cy="32700"/>
            </a:xfrm>
            <a:custGeom>
              <a:rect b="b" l="l" r="r" t="t"/>
              <a:pathLst>
                <a:path extrusionOk="0" fill="none" h="1308" w="1065">
                  <a:moveTo>
                    <a:pt x="1064" y="1"/>
                  </a:moveTo>
                  <a:cubicBezTo>
                    <a:pt x="730" y="365"/>
                    <a:pt x="152" y="821"/>
                    <a:pt x="0" y="1308"/>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
            <p:cNvSpPr/>
            <p:nvPr/>
          </p:nvSpPr>
          <p:spPr>
            <a:xfrm>
              <a:off x="1122650" y="4451625"/>
              <a:ext cx="44100" cy="58525"/>
            </a:xfrm>
            <a:custGeom>
              <a:rect b="b" l="l" r="r" t="t"/>
              <a:pathLst>
                <a:path extrusionOk="0" fill="none" h="2341" w="1764">
                  <a:moveTo>
                    <a:pt x="1763" y="0"/>
                  </a:moveTo>
                  <a:cubicBezTo>
                    <a:pt x="1368" y="517"/>
                    <a:pt x="1003" y="1094"/>
                    <a:pt x="578" y="1611"/>
                  </a:cubicBezTo>
                  <a:cubicBezTo>
                    <a:pt x="395" y="1854"/>
                    <a:pt x="243" y="2158"/>
                    <a:pt x="0" y="2341"/>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
            <p:cNvSpPr/>
            <p:nvPr/>
          </p:nvSpPr>
          <p:spPr>
            <a:xfrm>
              <a:off x="1245750" y="4327750"/>
              <a:ext cx="29650" cy="32700"/>
            </a:xfrm>
            <a:custGeom>
              <a:rect b="b" l="l" r="r" t="t"/>
              <a:pathLst>
                <a:path extrusionOk="0" fill="none" h="1308" w="1186">
                  <a:moveTo>
                    <a:pt x="1186" y="1"/>
                  </a:moveTo>
                  <a:cubicBezTo>
                    <a:pt x="851" y="213"/>
                    <a:pt x="456" y="487"/>
                    <a:pt x="304" y="852"/>
                  </a:cubicBezTo>
                  <a:cubicBezTo>
                    <a:pt x="213" y="1034"/>
                    <a:pt x="183" y="1156"/>
                    <a:pt x="0" y="1308"/>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
            <p:cNvSpPr/>
            <p:nvPr/>
          </p:nvSpPr>
          <p:spPr>
            <a:xfrm>
              <a:off x="1284500" y="4418950"/>
              <a:ext cx="31950" cy="44100"/>
            </a:xfrm>
            <a:custGeom>
              <a:rect b="b" l="l" r="r" t="t"/>
              <a:pathLst>
                <a:path extrusionOk="0" fill="none" h="1764" w="1278">
                  <a:moveTo>
                    <a:pt x="1277" y="0"/>
                  </a:moveTo>
                  <a:cubicBezTo>
                    <a:pt x="943" y="395"/>
                    <a:pt x="578" y="821"/>
                    <a:pt x="304" y="1246"/>
                  </a:cubicBezTo>
                  <a:cubicBezTo>
                    <a:pt x="183" y="1398"/>
                    <a:pt x="122" y="1611"/>
                    <a:pt x="0" y="176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
            <p:cNvSpPr/>
            <p:nvPr/>
          </p:nvSpPr>
          <p:spPr>
            <a:xfrm>
              <a:off x="1292850" y="4507100"/>
              <a:ext cx="35000" cy="49400"/>
            </a:xfrm>
            <a:custGeom>
              <a:rect b="b" l="l" r="r" t="t"/>
              <a:pathLst>
                <a:path extrusionOk="0" fill="none" h="1976" w="1400">
                  <a:moveTo>
                    <a:pt x="1399" y="0"/>
                  </a:moveTo>
                  <a:cubicBezTo>
                    <a:pt x="822" y="517"/>
                    <a:pt x="548" y="1398"/>
                    <a:pt x="1" y="197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
            <p:cNvSpPr/>
            <p:nvPr/>
          </p:nvSpPr>
          <p:spPr>
            <a:xfrm>
              <a:off x="1257900" y="4627150"/>
              <a:ext cx="44100" cy="52450"/>
            </a:xfrm>
            <a:custGeom>
              <a:rect b="b" l="l" r="r" t="t"/>
              <a:pathLst>
                <a:path extrusionOk="0" fill="none" h="2098" w="1764">
                  <a:moveTo>
                    <a:pt x="1764" y="1"/>
                  </a:moveTo>
                  <a:cubicBezTo>
                    <a:pt x="1308" y="517"/>
                    <a:pt x="882" y="1034"/>
                    <a:pt x="457" y="1520"/>
                  </a:cubicBezTo>
                  <a:cubicBezTo>
                    <a:pt x="335" y="1672"/>
                    <a:pt x="31" y="1946"/>
                    <a:pt x="1" y="2098"/>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
            <p:cNvSpPr/>
            <p:nvPr/>
          </p:nvSpPr>
          <p:spPr>
            <a:xfrm>
              <a:off x="1175825" y="4636275"/>
              <a:ext cx="41075" cy="49425"/>
            </a:xfrm>
            <a:custGeom>
              <a:rect b="b" l="l" r="r" t="t"/>
              <a:pathLst>
                <a:path extrusionOk="0" fill="none" h="1977" w="1643">
                  <a:moveTo>
                    <a:pt x="1642" y="0"/>
                  </a:moveTo>
                  <a:cubicBezTo>
                    <a:pt x="1156" y="304"/>
                    <a:pt x="852" y="791"/>
                    <a:pt x="578" y="1277"/>
                  </a:cubicBezTo>
                  <a:cubicBezTo>
                    <a:pt x="426" y="1550"/>
                    <a:pt x="214" y="1763"/>
                    <a:pt x="1" y="197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
            <p:cNvSpPr/>
            <p:nvPr/>
          </p:nvSpPr>
          <p:spPr>
            <a:xfrm>
              <a:off x="1175825" y="4530650"/>
              <a:ext cx="49425" cy="64600"/>
            </a:xfrm>
            <a:custGeom>
              <a:rect b="b" l="l" r="r" t="t"/>
              <a:pathLst>
                <a:path extrusionOk="0" fill="none" h="2584" w="1977">
                  <a:moveTo>
                    <a:pt x="1977" y="0"/>
                  </a:moveTo>
                  <a:cubicBezTo>
                    <a:pt x="1581" y="426"/>
                    <a:pt x="1156" y="943"/>
                    <a:pt x="822" y="1429"/>
                  </a:cubicBezTo>
                  <a:cubicBezTo>
                    <a:pt x="548" y="1824"/>
                    <a:pt x="305" y="2219"/>
                    <a:pt x="1" y="258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
            <p:cNvSpPr/>
            <p:nvPr/>
          </p:nvSpPr>
          <p:spPr>
            <a:xfrm>
              <a:off x="1067175" y="4662100"/>
              <a:ext cx="38025" cy="47150"/>
            </a:xfrm>
            <a:custGeom>
              <a:rect b="b" l="l" r="r" t="t"/>
              <a:pathLst>
                <a:path extrusionOk="0" fill="none" h="1886" w="1521">
                  <a:moveTo>
                    <a:pt x="1520" y="1"/>
                  </a:moveTo>
                  <a:cubicBezTo>
                    <a:pt x="1186" y="426"/>
                    <a:pt x="943" y="943"/>
                    <a:pt x="578" y="1308"/>
                  </a:cubicBezTo>
                  <a:cubicBezTo>
                    <a:pt x="395" y="1521"/>
                    <a:pt x="183" y="1703"/>
                    <a:pt x="0" y="188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
            <p:cNvSpPr/>
            <p:nvPr/>
          </p:nvSpPr>
          <p:spPr>
            <a:xfrm>
              <a:off x="1105175" y="4697825"/>
              <a:ext cx="32700" cy="38025"/>
            </a:xfrm>
            <a:custGeom>
              <a:rect b="b" l="l" r="r" t="t"/>
              <a:pathLst>
                <a:path extrusionOk="0" fill="none" h="1521" w="1308">
                  <a:moveTo>
                    <a:pt x="1307" y="0"/>
                  </a:moveTo>
                  <a:cubicBezTo>
                    <a:pt x="942" y="335"/>
                    <a:pt x="578" y="699"/>
                    <a:pt x="304" y="1125"/>
                  </a:cubicBezTo>
                  <a:cubicBezTo>
                    <a:pt x="243" y="1247"/>
                    <a:pt x="182" y="1490"/>
                    <a:pt x="0" y="152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
            <p:cNvSpPr/>
            <p:nvPr/>
          </p:nvSpPr>
          <p:spPr>
            <a:xfrm>
              <a:off x="1061100" y="4556475"/>
              <a:ext cx="34975" cy="44100"/>
            </a:xfrm>
            <a:custGeom>
              <a:rect b="b" l="l" r="r" t="t"/>
              <a:pathLst>
                <a:path extrusionOk="0" fill="none" h="1764" w="1399">
                  <a:moveTo>
                    <a:pt x="1398" y="1"/>
                  </a:moveTo>
                  <a:cubicBezTo>
                    <a:pt x="942" y="274"/>
                    <a:pt x="578" y="730"/>
                    <a:pt x="365" y="1247"/>
                  </a:cubicBezTo>
                  <a:cubicBezTo>
                    <a:pt x="304" y="1338"/>
                    <a:pt x="274" y="1460"/>
                    <a:pt x="213" y="1551"/>
                  </a:cubicBezTo>
                  <a:cubicBezTo>
                    <a:pt x="152" y="1642"/>
                    <a:pt x="31" y="1642"/>
                    <a:pt x="0" y="176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
            <p:cNvSpPr/>
            <p:nvPr/>
          </p:nvSpPr>
          <p:spPr>
            <a:xfrm>
              <a:off x="923550" y="4653750"/>
              <a:ext cx="41050" cy="55500"/>
            </a:xfrm>
            <a:custGeom>
              <a:rect b="b" l="l" r="r" t="t"/>
              <a:pathLst>
                <a:path extrusionOk="0" fill="none" h="2220" w="1642">
                  <a:moveTo>
                    <a:pt x="1642" y="0"/>
                  </a:moveTo>
                  <a:cubicBezTo>
                    <a:pt x="1277" y="487"/>
                    <a:pt x="912" y="1003"/>
                    <a:pt x="517" y="1520"/>
                  </a:cubicBezTo>
                  <a:cubicBezTo>
                    <a:pt x="365" y="1733"/>
                    <a:pt x="183" y="2007"/>
                    <a:pt x="1" y="2219"/>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
            <p:cNvSpPr/>
            <p:nvPr/>
          </p:nvSpPr>
          <p:spPr>
            <a:xfrm>
              <a:off x="947100" y="4527600"/>
              <a:ext cx="44100" cy="55500"/>
            </a:xfrm>
            <a:custGeom>
              <a:rect b="b" l="l" r="r" t="t"/>
              <a:pathLst>
                <a:path extrusionOk="0" fill="none" h="2220" w="1764">
                  <a:moveTo>
                    <a:pt x="1764" y="1"/>
                  </a:moveTo>
                  <a:cubicBezTo>
                    <a:pt x="821" y="517"/>
                    <a:pt x="639" y="1490"/>
                    <a:pt x="1" y="222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
            <p:cNvSpPr/>
            <p:nvPr/>
          </p:nvSpPr>
          <p:spPr>
            <a:xfrm>
              <a:off x="820975" y="4527600"/>
              <a:ext cx="49400" cy="64625"/>
            </a:xfrm>
            <a:custGeom>
              <a:rect b="b" l="l" r="r" t="t"/>
              <a:pathLst>
                <a:path extrusionOk="0" fill="none" h="2585" w="1976">
                  <a:moveTo>
                    <a:pt x="1976" y="1"/>
                  </a:moveTo>
                  <a:cubicBezTo>
                    <a:pt x="1398" y="487"/>
                    <a:pt x="973" y="913"/>
                    <a:pt x="517" y="1521"/>
                  </a:cubicBezTo>
                  <a:cubicBezTo>
                    <a:pt x="274" y="1855"/>
                    <a:pt x="182" y="2220"/>
                    <a:pt x="0" y="258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
            <p:cNvSpPr/>
            <p:nvPr/>
          </p:nvSpPr>
          <p:spPr>
            <a:xfrm>
              <a:off x="827050" y="4659825"/>
              <a:ext cx="38025" cy="46375"/>
            </a:xfrm>
            <a:custGeom>
              <a:rect b="b" l="l" r="r" t="t"/>
              <a:pathLst>
                <a:path extrusionOk="0" fill="none" h="1855" w="1521">
                  <a:moveTo>
                    <a:pt x="1520" y="1"/>
                  </a:moveTo>
                  <a:cubicBezTo>
                    <a:pt x="1125" y="365"/>
                    <a:pt x="608" y="730"/>
                    <a:pt x="335" y="1186"/>
                  </a:cubicBezTo>
                  <a:cubicBezTo>
                    <a:pt x="274" y="1308"/>
                    <a:pt x="243" y="1429"/>
                    <a:pt x="183" y="1520"/>
                  </a:cubicBezTo>
                  <a:cubicBezTo>
                    <a:pt x="122" y="1642"/>
                    <a:pt x="0" y="1703"/>
                    <a:pt x="0" y="185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
            <p:cNvSpPr/>
            <p:nvPr/>
          </p:nvSpPr>
          <p:spPr>
            <a:xfrm>
              <a:off x="772325" y="4647675"/>
              <a:ext cx="22075" cy="23575"/>
            </a:xfrm>
            <a:custGeom>
              <a:rect b="b" l="l" r="r" t="t"/>
              <a:pathLst>
                <a:path extrusionOk="0" fill="none" h="943" w="883">
                  <a:moveTo>
                    <a:pt x="882" y="0"/>
                  </a:moveTo>
                  <a:cubicBezTo>
                    <a:pt x="609" y="152"/>
                    <a:pt x="1" y="578"/>
                    <a:pt x="62" y="94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
            <p:cNvSpPr/>
            <p:nvPr/>
          </p:nvSpPr>
          <p:spPr>
            <a:xfrm>
              <a:off x="988150" y="4682625"/>
              <a:ext cx="28900" cy="38775"/>
            </a:xfrm>
            <a:custGeom>
              <a:rect b="b" l="l" r="r" t="t"/>
              <a:pathLst>
                <a:path extrusionOk="0" fill="none" h="1551" w="1156">
                  <a:moveTo>
                    <a:pt x="1155" y="0"/>
                  </a:moveTo>
                  <a:cubicBezTo>
                    <a:pt x="760" y="396"/>
                    <a:pt x="547" y="578"/>
                    <a:pt x="335" y="1034"/>
                  </a:cubicBezTo>
                  <a:cubicBezTo>
                    <a:pt x="274" y="1216"/>
                    <a:pt x="152" y="1429"/>
                    <a:pt x="0" y="1551"/>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
            <p:cNvSpPr/>
            <p:nvPr/>
          </p:nvSpPr>
          <p:spPr>
            <a:xfrm>
              <a:off x="1357450" y="4407550"/>
              <a:ext cx="23575" cy="34975"/>
            </a:xfrm>
            <a:custGeom>
              <a:rect b="b" l="l" r="r" t="t"/>
              <a:pathLst>
                <a:path extrusionOk="0" fill="none" h="1399" w="943">
                  <a:moveTo>
                    <a:pt x="943" y="0"/>
                  </a:moveTo>
                  <a:cubicBezTo>
                    <a:pt x="669" y="304"/>
                    <a:pt x="426" y="639"/>
                    <a:pt x="213" y="973"/>
                  </a:cubicBezTo>
                  <a:cubicBezTo>
                    <a:pt x="122" y="1125"/>
                    <a:pt x="0" y="1246"/>
                    <a:pt x="0" y="1398"/>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
            <p:cNvSpPr/>
            <p:nvPr/>
          </p:nvSpPr>
          <p:spPr>
            <a:xfrm>
              <a:off x="1349100" y="4603600"/>
              <a:ext cx="19775" cy="17500"/>
            </a:xfrm>
            <a:custGeom>
              <a:rect b="b" l="l" r="r" t="t"/>
              <a:pathLst>
                <a:path extrusionOk="0" fill="none" h="700" w="791">
                  <a:moveTo>
                    <a:pt x="790" y="0"/>
                  </a:moveTo>
                  <a:cubicBezTo>
                    <a:pt x="578" y="213"/>
                    <a:pt x="213" y="456"/>
                    <a:pt x="0" y="699"/>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
            <p:cNvSpPr/>
            <p:nvPr/>
          </p:nvSpPr>
          <p:spPr>
            <a:xfrm>
              <a:off x="1005238" y="38760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5" name="Google Shape;285;p3"/>
          <p:cNvSpPr/>
          <p:nvPr/>
        </p:nvSpPr>
        <p:spPr>
          <a:xfrm rot="-1822946">
            <a:off x="649746" y="134785"/>
            <a:ext cx="108454" cy="946332"/>
          </a:xfrm>
          <a:custGeom>
            <a:rect b="b" l="l" r="r" t="t"/>
            <a:pathLst>
              <a:path extrusionOk="0" h="44211" w="7661">
                <a:moveTo>
                  <a:pt x="3162" y="1"/>
                </a:moveTo>
                <a:cubicBezTo>
                  <a:pt x="2554" y="1"/>
                  <a:pt x="2189" y="396"/>
                  <a:pt x="1612" y="609"/>
                </a:cubicBezTo>
                <a:cubicBezTo>
                  <a:pt x="1581" y="1034"/>
                  <a:pt x="1672" y="1369"/>
                  <a:pt x="1612" y="2159"/>
                </a:cubicBezTo>
                <a:cubicBezTo>
                  <a:pt x="912" y="4955"/>
                  <a:pt x="335" y="7630"/>
                  <a:pt x="274" y="10913"/>
                </a:cubicBezTo>
                <a:cubicBezTo>
                  <a:pt x="244" y="12433"/>
                  <a:pt x="61" y="13861"/>
                  <a:pt x="31" y="15351"/>
                </a:cubicBezTo>
                <a:cubicBezTo>
                  <a:pt x="1" y="16931"/>
                  <a:pt x="31" y="18542"/>
                  <a:pt x="31" y="20123"/>
                </a:cubicBezTo>
                <a:cubicBezTo>
                  <a:pt x="31" y="22494"/>
                  <a:pt x="61" y="24591"/>
                  <a:pt x="244" y="26931"/>
                </a:cubicBezTo>
                <a:cubicBezTo>
                  <a:pt x="426" y="29211"/>
                  <a:pt x="761" y="31399"/>
                  <a:pt x="1034" y="33649"/>
                </a:cubicBezTo>
                <a:cubicBezTo>
                  <a:pt x="1277" y="35564"/>
                  <a:pt x="1612" y="37418"/>
                  <a:pt x="1885" y="39302"/>
                </a:cubicBezTo>
                <a:cubicBezTo>
                  <a:pt x="2068" y="40670"/>
                  <a:pt x="2280" y="41825"/>
                  <a:pt x="2736" y="42859"/>
                </a:cubicBezTo>
                <a:cubicBezTo>
                  <a:pt x="3131" y="43801"/>
                  <a:pt x="3527" y="44044"/>
                  <a:pt x="4074" y="44044"/>
                </a:cubicBezTo>
                <a:cubicBezTo>
                  <a:pt x="4319" y="44063"/>
                  <a:pt x="4741" y="44211"/>
                  <a:pt x="5105" y="44211"/>
                </a:cubicBezTo>
                <a:cubicBezTo>
                  <a:pt x="5327" y="44211"/>
                  <a:pt x="5528" y="44156"/>
                  <a:pt x="5654" y="43983"/>
                </a:cubicBezTo>
                <a:cubicBezTo>
                  <a:pt x="5867" y="43679"/>
                  <a:pt x="5897" y="42919"/>
                  <a:pt x="6019" y="42433"/>
                </a:cubicBezTo>
                <a:cubicBezTo>
                  <a:pt x="6171" y="41734"/>
                  <a:pt x="6384" y="41156"/>
                  <a:pt x="6536" y="40457"/>
                </a:cubicBezTo>
                <a:cubicBezTo>
                  <a:pt x="6688" y="39637"/>
                  <a:pt x="6688" y="38907"/>
                  <a:pt x="6748" y="38056"/>
                </a:cubicBezTo>
                <a:cubicBezTo>
                  <a:pt x="6779" y="37479"/>
                  <a:pt x="6900" y="37144"/>
                  <a:pt x="6961" y="36658"/>
                </a:cubicBezTo>
                <a:cubicBezTo>
                  <a:pt x="7204" y="33922"/>
                  <a:pt x="6961" y="30366"/>
                  <a:pt x="6961" y="27509"/>
                </a:cubicBezTo>
                <a:cubicBezTo>
                  <a:pt x="6961" y="26050"/>
                  <a:pt x="6870" y="24408"/>
                  <a:pt x="6961" y="22980"/>
                </a:cubicBezTo>
                <a:cubicBezTo>
                  <a:pt x="6992" y="22220"/>
                  <a:pt x="7174" y="21582"/>
                  <a:pt x="7204" y="20791"/>
                </a:cubicBezTo>
                <a:cubicBezTo>
                  <a:pt x="7265" y="19849"/>
                  <a:pt x="7204" y="18755"/>
                  <a:pt x="7204" y="17782"/>
                </a:cubicBezTo>
                <a:cubicBezTo>
                  <a:pt x="7204" y="13679"/>
                  <a:pt x="7660" y="10001"/>
                  <a:pt x="7022" y="5958"/>
                </a:cubicBezTo>
                <a:cubicBezTo>
                  <a:pt x="6657" y="3496"/>
                  <a:pt x="5958" y="639"/>
                  <a:pt x="4742" y="518"/>
                </a:cubicBezTo>
                <a:cubicBezTo>
                  <a:pt x="4165" y="457"/>
                  <a:pt x="3800" y="1"/>
                  <a:pt x="31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
          <p:cNvSpPr/>
          <p:nvPr/>
        </p:nvSpPr>
        <p:spPr>
          <a:xfrm rot="-1822946">
            <a:off x="629010" y="248003"/>
            <a:ext cx="108879" cy="946332"/>
          </a:xfrm>
          <a:custGeom>
            <a:rect b="b" l="l" r="r" t="t"/>
            <a:pathLst>
              <a:path extrusionOk="0" h="44211" w="7691">
                <a:moveTo>
                  <a:pt x="3192" y="1"/>
                </a:moveTo>
                <a:cubicBezTo>
                  <a:pt x="2584" y="1"/>
                  <a:pt x="2219" y="396"/>
                  <a:pt x="1642" y="609"/>
                </a:cubicBezTo>
                <a:cubicBezTo>
                  <a:pt x="1611" y="1034"/>
                  <a:pt x="1672" y="1369"/>
                  <a:pt x="1611" y="2159"/>
                </a:cubicBezTo>
                <a:cubicBezTo>
                  <a:pt x="912" y="4955"/>
                  <a:pt x="335" y="7630"/>
                  <a:pt x="274" y="10913"/>
                </a:cubicBezTo>
                <a:cubicBezTo>
                  <a:pt x="243" y="12433"/>
                  <a:pt x="91" y="13861"/>
                  <a:pt x="31" y="15351"/>
                </a:cubicBezTo>
                <a:cubicBezTo>
                  <a:pt x="0" y="16931"/>
                  <a:pt x="61" y="18542"/>
                  <a:pt x="61" y="20123"/>
                </a:cubicBezTo>
                <a:cubicBezTo>
                  <a:pt x="61" y="22494"/>
                  <a:pt x="61" y="24621"/>
                  <a:pt x="243" y="26931"/>
                </a:cubicBezTo>
                <a:cubicBezTo>
                  <a:pt x="426" y="29211"/>
                  <a:pt x="790" y="31400"/>
                  <a:pt x="1064" y="33649"/>
                </a:cubicBezTo>
                <a:cubicBezTo>
                  <a:pt x="1277" y="35564"/>
                  <a:pt x="1642" y="37418"/>
                  <a:pt x="1885" y="39302"/>
                </a:cubicBezTo>
                <a:cubicBezTo>
                  <a:pt x="2097" y="40670"/>
                  <a:pt x="2310" y="41825"/>
                  <a:pt x="2736" y="42859"/>
                </a:cubicBezTo>
                <a:cubicBezTo>
                  <a:pt x="3131" y="43801"/>
                  <a:pt x="3526" y="44044"/>
                  <a:pt x="4073" y="44044"/>
                </a:cubicBezTo>
                <a:cubicBezTo>
                  <a:pt x="4319" y="44063"/>
                  <a:pt x="4740" y="44211"/>
                  <a:pt x="5104" y="44211"/>
                </a:cubicBezTo>
                <a:cubicBezTo>
                  <a:pt x="5326" y="44211"/>
                  <a:pt x="5527" y="44156"/>
                  <a:pt x="5654" y="43983"/>
                </a:cubicBezTo>
                <a:cubicBezTo>
                  <a:pt x="5867" y="43679"/>
                  <a:pt x="5927" y="42919"/>
                  <a:pt x="6018" y="42433"/>
                </a:cubicBezTo>
                <a:cubicBezTo>
                  <a:pt x="6170" y="41734"/>
                  <a:pt x="6414" y="41187"/>
                  <a:pt x="6535" y="40488"/>
                </a:cubicBezTo>
                <a:cubicBezTo>
                  <a:pt x="6718" y="39667"/>
                  <a:pt x="6718" y="38907"/>
                  <a:pt x="6778" y="38056"/>
                </a:cubicBezTo>
                <a:cubicBezTo>
                  <a:pt x="6809" y="37479"/>
                  <a:pt x="6930" y="37144"/>
                  <a:pt x="6961" y="36658"/>
                </a:cubicBezTo>
                <a:cubicBezTo>
                  <a:pt x="7234" y="33922"/>
                  <a:pt x="6991" y="30366"/>
                  <a:pt x="6991" y="27509"/>
                </a:cubicBezTo>
                <a:cubicBezTo>
                  <a:pt x="6991" y="26050"/>
                  <a:pt x="6900" y="24439"/>
                  <a:pt x="6991" y="22980"/>
                </a:cubicBezTo>
                <a:cubicBezTo>
                  <a:pt x="7022" y="22220"/>
                  <a:pt x="7174" y="21582"/>
                  <a:pt x="7234" y="20791"/>
                </a:cubicBezTo>
                <a:cubicBezTo>
                  <a:pt x="7265" y="19849"/>
                  <a:pt x="7204" y="18755"/>
                  <a:pt x="7204" y="17782"/>
                </a:cubicBezTo>
                <a:cubicBezTo>
                  <a:pt x="7204" y="13679"/>
                  <a:pt x="7690" y="10001"/>
                  <a:pt x="7052" y="5958"/>
                </a:cubicBezTo>
                <a:cubicBezTo>
                  <a:pt x="6657" y="3496"/>
                  <a:pt x="5958" y="639"/>
                  <a:pt x="4742" y="518"/>
                </a:cubicBezTo>
                <a:cubicBezTo>
                  <a:pt x="4164" y="457"/>
                  <a:pt x="3800" y="1"/>
                  <a:pt x="31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
          <p:cNvSpPr/>
          <p:nvPr/>
        </p:nvSpPr>
        <p:spPr>
          <a:xfrm rot="-1822946">
            <a:off x="623011" y="385190"/>
            <a:ext cx="108879" cy="946653"/>
          </a:xfrm>
          <a:custGeom>
            <a:rect b="b" l="l" r="r" t="t"/>
            <a:pathLst>
              <a:path extrusionOk="0" h="44226" w="7691">
                <a:moveTo>
                  <a:pt x="3192" y="1"/>
                </a:moveTo>
                <a:cubicBezTo>
                  <a:pt x="2584" y="1"/>
                  <a:pt x="2220" y="426"/>
                  <a:pt x="1642" y="639"/>
                </a:cubicBezTo>
                <a:cubicBezTo>
                  <a:pt x="1612" y="1064"/>
                  <a:pt x="1672" y="1399"/>
                  <a:pt x="1642" y="2189"/>
                </a:cubicBezTo>
                <a:cubicBezTo>
                  <a:pt x="943" y="4985"/>
                  <a:pt x="335" y="7660"/>
                  <a:pt x="274" y="10943"/>
                </a:cubicBezTo>
                <a:cubicBezTo>
                  <a:pt x="274" y="12463"/>
                  <a:pt x="92" y="13891"/>
                  <a:pt x="61" y="15381"/>
                </a:cubicBezTo>
                <a:cubicBezTo>
                  <a:pt x="1" y="16961"/>
                  <a:pt x="61" y="18572"/>
                  <a:pt x="61" y="20153"/>
                </a:cubicBezTo>
                <a:cubicBezTo>
                  <a:pt x="61" y="22493"/>
                  <a:pt x="61" y="24621"/>
                  <a:pt x="244" y="26931"/>
                </a:cubicBezTo>
                <a:cubicBezTo>
                  <a:pt x="457" y="29241"/>
                  <a:pt x="791" y="31430"/>
                  <a:pt x="1065" y="33679"/>
                </a:cubicBezTo>
                <a:cubicBezTo>
                  <a:pt x="1308" y="35594"/>
                  <a:pt x="1642" y="37417"/>
                  <a:pt x="1916" y="39332"/>
                </a:cubicBezTo>
                <a:cubicBezTo>
                  <a:pt x="2098" y="40700"/>
                  <a:pt x="2311" y="41855"/>
                  <a:pt x="2736" y="42858"/>
                </a:cubicBezTo>
                <a:cubicBezTo>
                  <a:pt x="3162" y="43831"/>
                  <a:pt x="3527" y="44074"/>
                  <a:pt x="4074" y="44074"/>
                </a:cubicBezTo>
                <a:cubicBezTo>
                  <a:pt x="4318" y="44074"/>
                  <a:pt x="4738" y="44226"/>
                  <a:pt x="5101" y="44226"/>
                </a:cubicBezTo>
                <a:cubicBezTo>
                  <a:pt x="5325" y="44226"/>
                  <a:pt x="5527" y="44168"/>
                  <a:pt x="5654" y="43983"/>
                </a:cubicBezTo>
                <a:cubicBezTo>
                  <a:pt x="5897" y="43709"/>
                  <a:pt x="5928" y="42949"/>
                  <a:pt x="6049" y="42433"/>
                </a:cubicBezTo>
                <a:cubicBezTo>
                  <a:pt x="6201" y="41764"/>
                  <a:pt x="6414" y="41187"/>
                  <a:pt x="6566" y="40487"/>
                </a:cubicBezTo>
                <a:cubicBezTo>
                  <a:pt x="6718" y="39667"/>
                  <a:pt x="6718" y="38907"/>
                  <a:pt x="6779" y="38056"/>
                </a:cubicBezTo>
                <a:cubicBezTo>
                  <a:pt x="6809" y="37478"/>
                  <a:pt x="6931" y="37174"/>
                  <a:pt x="6961" y="36688"/>
                </a:cubicBezTo>
                <a:cubicBezTo>
                  <a:pt x="7235" y="33922"/>
                  <a:pt x="6992" y="30396"/>
                  <a:pt x="6992" y="27539"/>
                </a:cubicBezTo>
                <a:cubicBezTo>
                  <a:pt x="6992" y="26080"/>
                  <a:pt x="6901" y="24439"/>
                  <a:pt x="6992" y="23010"/>
                </a:cubicBezTo>
                <a:cubicBezTo>
                  <a:pt x="7022" y="22250"/>
                  <a:pt x="7204" y="21581"/>
                  <a:pt x="7235" y="20821"/>
                </a:cubicBezTo>
                <a:cubicBezTo>
                  <a:pt x="7265" y="19879"/>
                  <a:pt x="7204" y="18785"/>
                  <a:pt x="7204" y="17812"/>
                </a:cubicBezTo>
                <a:cubicBezTo>
                  <a:pt x="7204" y="13709"/>
                  <a:pt x="7691" y="10031"/>
                  <a:pt x="7052" y="5988"/>
                </a:cubicBezTo>
                <a:cubicBezTo>
                  <a:pt x="6688" y="3526"/>
                  <a:pt x="5958" y="639"/>
                  <a:pt x="4773" y="548"/>
                </a:cubicBezTo>
                <a:cubicBezTo>
                  <a:pt x="4165" y="487"/>
                  <a:pt x="3800" y="1"/>
                  <a:pt x="31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
          <p:cNvSpPr txBox="1"/>
          <p:nvPr>
            <p:ph type="title"/>
          </p:nvPr>
        </p:nvSpPr>
        <p:spPr>
          <a:xfrm>
            <a:off x="720250" y="2074650"/>
            <a:ext cx="77034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75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89" name="Google Shape;289;p3"/>
          <p:cNvSpPr txBox="1"/>
          <p:nvPr>
            <p:ph hasCustomPrompt="1" idx="2" type="title"/>
          </p:nvPr>
        </p:nvSpPr>
        <p:spPr>
          <a:xfrm>
            <a:off x="4085200" y="1160250"/>
            <a:ext cx="983700" cy="841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solidFill>
                  <a:schemeClr val="lt2"/>
                </a:solidFill>
                <a:latin typeface="Lora SemiBold"/>
                <a:ea typeface="Lora SemiBold"/>
                <a:cs typeface="Lora SemiBold"/>
                <a:sym typeface="Lora SemiBold"/>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90" name="Google Shape;290;p3"/>
          <p:cNvSpPr txBox="1"/>
          <p:nvPr>
            <p:ph idx="1" type="subTitle"/>
          </p:nvPr>
        </p:nvSpPr>
        <p:spPr>
          <a:xfrm>
            <a:off x="2043350" y="3747775"/>
            <a:ext cx="5067600" cy="47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500">
                <a:latin typeface="Inconsolata"/>
                <a:ea typeface="Inconsolata"/>
                <a:cs typeface="Inconsolata"/>
                <a:sym typeface="Inconsolata"/>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291" name="Google Shape;291;p3"/>
          <p:cNvGrpSpPr/>
          <p:nvPr/>
        </p:nvGrpSpPr>
        <p:grpSpPr>
          <a:xfrm>
            <a:off x="7423793" y="3146480"/>
            <a:ext cx="408955" cy="376720"/>
            <a:chOff x="548175" y="3691725"/>
            <a:chExt cx="990925" cy="1044125"/>
          </a:xfrm>
        </p:grpSpPr>
        <p:sp>
          <p:nvSpPr>
            <p:cNvPr id="292" name="Google Shape;292;p3"/>
            <p:cNvSpPr/>
            <p:nvPr/>
          </p:nvSpPr>
          <p:spPr>
            <a:xfrm>
              <a:off x="803500" y="3747200"/>
              <a:ext cx="52450" cy="99575"/>
            </a:xfrm>
            <a:custGeom>
              <a:rect b="b" l="l" r="r" t="t"/>
              <a:pathLst>
                <a:path extrusionOk="0" fill="none" h="3983" w="2098">
                  <a:moveTo>
                    <a:pt x="2097" y="0"/>
                  </a:moveTo>
                  <a:cubicBezTo>
                    <a:pt x="1733" y="760"/>
                    <a:pt x="1307" y="1490"/>
                    <a:pt x="881" y="2250"/>
                  </a:cubicBezTo>
                  <a:cubicBezTo>
                    <a:pt x="578" y="2827"/>
                    <a:pt x="213" y="3374"/>
                    <a:pt x="0" y="3982"/>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
            <p:cNvSpPr/>
            <p:nvPr/>
          </p:nvSpPr>
          <p:spPr>
            <a:xfrm>
              <a:off x="773850" y="3864975"/>
              <a:ext cx="58550" cy="99575"/>
            </a:xfrm>
            <a:custGeom>
              <a:rect b="b" l="l" r="r" t="t"/>
              <a:pathLst>
                <a:path extrusionOk="0" fill="none" h="3983" w="2342">
                  <a:moveTo>
                    <a:pt x="2341" y="1"/>
                  </a:moveTo>
                  <a:cubicBezTo>
                    <a:pt x="2067" y="700"/>
                    <a:pt x="1490" y="1308"/>
                    <a:pt x="1186" y="2007"/>
                  </a:cubicBezTo>
                  <a:cubicBezTo>
                    <a:pt x="852" y="2706"/>
                    <a:pt x="517" y="3436"/>
                    <a:pt x="1" y="398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
            <p:cNvSpPr/>
            <p:nvPr/>
          </p:nvSpPr>
          <p:spPr>
            <a:xfrm>
              <a:off x="712300" y="3923500"/>
              <a:ext cx="38025" cy="64600"/>
            </a:xfrm>
            <a:custGeom>
              <a:rect b="b" l="l" r="r" t="t"/>
              <a:pathLst>
                <a:path extrusionOk="0" fill="none" h="2584" w="1521">
                  <a:moveTo>
                    <a:pt x="1520" y="0"/>
                  </a:moveTo>
                  <a:cubicBezTo>
                    <a:pt x="1216" y="487"/>
                    <a:pt x="1034" y="1034"/>
                    <a:pt x="700" y="1520"/>
                  </a:cubicBezTo>
                  <a:cubicBezTo>
                    <a:pt x="456" y="1885"/>
                    <a:pt x="244" y="2219"/>
                    <a:pt x="1" y="258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
            <p:cNvSpPr/>
            <p:nvPr/>
          </p:nvSpPr>
          <p:spPr>
            <a:xfrm>
              <a:off x="718375" y="3829275"/>
              <a:ext cx="41075" cy="64600"/>
            </a:xfrm>
            <a:custGeom>
              <a:rect b="b" l="l" r="r" t="t"/>
              <a:pathLst>
                <a:path extrusionOk="0" fill="none" h="2584" w="1643">
                  <a:moveTo>
                    <a:pt x="1642" y="0"/>
                  </a:moveTo>
                  <a:cubicBezTo>
                    <a:pt x="1034" y="851"/>
                    <a:pt x="487" y="1702"/>
                    <a:pt x="1" y="258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
            <p:cNvSpPr/>
            <p:nvPr/>
          </p:nvSpPr>
          <p:spPr>
            <a:xfrm>
              <a:off x="621125" y="3993400"/>
              <a:ext cx="26600" cy="53225"/>
            </a:xfrm>
            <a:custGeom>
              <a:rect b="b" l="l" r="r" t="t"/>
              <a:pathLst>
                <a:path extrusionOk="0" fill="none" h="2129" w="1064">
                  <a:moveTo>
                    <a:pt x="1064" y="1"/>
                  </a:moveTo>
                  <a:cubicBezTo>
                    <a:pt x="1003" y="335"/>
                    <a:pt x="699" y="761"/>
                    <a:pt x="517" y="1065"/>
                  </a:cubicBezTo>
                  <a:cubicBezTo>
                    <a:pt x="365" y="1429"/>
                    <a:pt x="182" y="1764"/>
                    <a:pt x="0" y="2128"/>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
            <p:cNvSpPr/>
            <p:nvPr/>
          </p:nvSpPr>
          <p:spPr>
            <a:xfrm>
              <a:off x="662150" y="4043550"/>
              <a:ext cx="32700" cy="58550"/>
            </a:xfrm>
            <a:custGeom>
              <a:rect b="b" l="l" r="r" t="t"/>
              <a:pathLst>
                <a:path extrusionOk="0" fill="none" h="2342" w="1308">
                  <a:moveTo>
                    <a:pt x="1307" y="1"/>
                  </a:moveTo>
                  <a:cubicBezTo>
                    <a:pt x="1034" y="487"/>
                    <a:pt x="578" y="882"/>
                    <a:pt x="396" y="1399"/>
                  </a:cubicBezTo>
                  <a:cubicBezTo>
                    <a:pt x="274" y="1703"/>
                    <a:pt x="244" y="2098"/>
                    <a:pt x="0" y="2341"/>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
            <p:cNvSpPr/>
            <p:nvPr/>
          </p:nvSpPr>
          <p:spPr>
            <a:xfrm>
              <a:off x="726750" y="4043550"/>
              <a:ext cx="44075" cy="67650"/>
            </a:xfrm>
            <a:custGeom>
              <a:rect b="b" l="l" r="r" t="t"/>
              <a:pathLst>
                <a:path extrusionOk="0" fill="none" h="2706" w="1763">
                  <a:moveTo>
                    <a:pt x="1763" y="1"/>
                  </a:moveTo>
                  <a:cubicBezTo>
                    <a:pt x="973" y="761"/>
                    <a:pt x="426" y="1703"/>
                    <a:pt x="0" y="270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
            <p:cNvSpPr/>
            <p:nvPr/>
          </p:nvSpPr>
          <p:spPr>
            <a:xfrm>
              <a:off x="827050" y="3955400"/>
              <a:ext cx="43325" cy="67675"/>
            </a:xfrm>
            <a:custGeom>
              <a:rect b="b" l="l" r="r" t="t"/>
              <a:pathLst>
                <a:path extrusionOk="0" fill="none" h="2707" w="1733">
                  <a:moveTo>
                    <a:pt x="1733" y="1"/>
                  </a:moveTo>
                  <a:cubicBezTo>
                    <a:pt x="1307" y="487"/>
                    <a:pt x="851" y="1065"/>
                    <a:pt x="578" y="1673"/>
                  </a:cubicBezTo>
                  <a:cubicBezTo>
                    <a:pt x="487" y="1855"/>
                    <a:pt x="426" y="2068"/>
                    <a:pt x="304" y="2250"/>
                  </a:cubicBezTo>
                  <a:cubicBezTo>
                    <a:pt x="213" y="2402"/>
                    <a:pt x="0" y="2524"/>
                    <a:pt x="0" y="270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
            <p:cNvSpPr/>
            <p:nvPr/>
          </p:nvSpPr>
          <p:spPr>
            <a:xfrm>
              <a:off x="908350" y="3835350"/>
              <a:ext cx="44100" cy="76000"/>
            </a:xfrm>
            <a:custGeom>
              <a:rect b="b" l="l" r="r" t="t"/>
              <a:pathLst>
                <a:path extrusionOk="0" fill="none" h="3040" w="1764">
                  <a:moveTo>
                    <a:pt x="1764" y="0"/>
                  </a:moveTo>
                  <a:cubicBezTo>
                    <a:pt x="1399" y="699"/>
                    <a:pt x="1034" y="1429"/>
                    <a:pt x="700" y="2158"/>
                  </a:cubicBezTo>
                  <a:cubicBezTo>
                    <a:pt x="578" y="2462"/>
                    <a:pt x="457" y="3040"/>
                    <a:pt x="1" y="2949"/>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
            <p:cNvSpPr/>
            <p:nvPr/>
          </p:nvSpPr>
          <p:spPr>
            <a:xfrm>
              <a:off x="901525" y="3764675"/>
              <a:ext cx="50925" cy="76775"/>
            </a:xfrm>
            <a:custGeom>
              <a:rect b="b" l="l" r="r" t="t"/>
              <a:pathLst>
                <a:path extrusionOk="0" fill="none" h="3071" w="2037">
                  <a:moveTo>
                    <a:pt x="2037" y="1"/>
                  </a:moveTo>
                  <a:cubicBezTo>
                    <a:pt x="1489" y="457"/>
                    <a:pt x="1155" y="1095"/>
                    <a:pt x="821" y="1703"/>
                  </a:cubicBezTo>
                  <a:cubicBezTo>
                    <a:pt x="608" y="2067"/>
                    <a:pt x="0" y="2645"/>
                    <a:pt x="61" y="3071"/>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
            <p:cNvSpPr/>
            <p:nvPr/>
          </p:nvSpPr>
          <p:spPr>
            <a:xfrm>
              <a:off x="1008650" y="3762400"/>
              <a:ext cx="28900" cy="52450"/>
            </a:xfrm>
            <a:custGeom>
              <a:rect b="b" l="l" r="r" t="t"/>
              <a:pathLst>
                <a:path extrusionOk="0" fill="none" h="2098" w="1156">
                  <a:moveTo>
                    <a:pt x="1156" y="0"/>
                  </a:moveTo>
                  <a:cubicBezTo>
                    <a:pt x="882" y="456"/>
                    <a:pt x="487" y="882"/>
                    <a:pt x="305" y="1399"/>
                  </a:cubicBezTo>
                  <a:cubicBezTo>
                    <a:pt x="214" y="1611"/>
                    <a:pt x="183" y="1915"/>
                    <a:pt x="1" y="2098"/>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
            <p:cNvSpPr/>
            <p:nvPr/>
          </p:nvSpPr>
          <p:spPr>
            <a:xfrm>
              <a:off x="1084650" y="3732750"/>
              <a:ext cx="44100" cy="61600"/>
            </a:xfrm>
            <a:custGeom>
              <a:rect b="b" l="l" r="r" t="t"/>
              <a:pathLst>
                <a:path extrusionOk="0" fill="none" h="2464" w="1764">
                  <a:moveTo>
                    <a:pt x="1763" y="1"/>
                  </a:moveTo>
                  <a:cubicBezTo>
                    <a:pt x="1551" y="487"/>
                    <a:pt x="1277" y="913"/>
                    <a:pt x="943" y="1308"/>
                  </a:cubicBezTo>
                  <a:cubicBezTo>
                    <a:pt x="608" y="1703"/>
                    <a:pt x="396" y="2098"/>
                    <a:pt x="0" y="246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
            <p:cNvSpPr/>
            <p:nvPr/>
          </p:nvSpPr>
          <p:spPr>
            <a:xfrm>
              <a:off x="1155325" y="3762400"/>
              <a:ext cx="38000" cy="49425"/>
            </a:xfrm>
            <a:custGeom>
              <a:rect b="b" l="l" r="r" t="t"/>
              <a:pathLst>
                <a:path extrusionOk="0" fill="none" h="1977" w="1520">
                  <a:moveTo>
                    <a:pt x="1520" y="0"/>
                  </a:moveTo>
                  <a:cubicBezTo>
                    <a:pt x="1216" y="365"/>
                    <a:pt x="942" y="791"/>
                    <a:pt x="639" y="1155"/>
                  </a:cubicBezTo>
                  <a:cubicBezTo>
                    <a:pt x="426" y="1429"/>
                    <a:pt x="183" y="1672"/>
                    <a:pt x="0" y="197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
            <p:cNvSpPr/>
            <p:nvPr/>
          </p:nvSpPr>
          <p:spPr>
            <a:xfrm>
              <a:off x="969900" y="39934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
            <p:cNvSpPr/>
            <p:nvPr/>
          </p:nvSpPr>
          <p:spPr>
            <a:xfrm>
              <a:off x="929625" y="3917425"/>
              <a:ext cx="43350" cy="64600"/>
            </a:xfrm>
            <a:custGeom>
              <a:rect b="b" l="l" r="r" t="t"/>
              <a:pathLst>
                <a:path extrusionOk="0" fill="none" h="2584" w="1734">
                  <a:moveTo>
                    <a:pt x="1733" y="0"/>
                  </a:moveTo>
                  <a:cubicBezTo>
                    <a:pt x="1217" y="882"/>
                    <a:pt x="730" y="1854"/>
                    <a:pt x="1" y="258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
            <p:cNvSpPr/>
            <p:nvPr/>
          </p:nvSpPr>
          <p:spPr>
            <a:xfrm>
              <a:off x="847550" y="4061025"/>
              <a:ext cx="40300" cy="56275"/>
            </a:xfrm>
            <a:custGeom>
              <a:rect b="b" l="l" r="r" t="t"/>
              <a:pathLst>
                <a:path extrusionOk="0" fill="none" h="2251" w="1612">
                  <a:moveTo>
                    <a:pt x="1612" y="1"/>
                  </a:moveTo>
                  <a:cubicBezTo>
                    <a:pt x="974" y="700"/>
                    <a:pt x="487" y="1429"/>
                    <a:pt x="1" y="225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
            <p:cNvSpPr/>
            <p:nvPr/>
          </p:nvSpPr>
          <p:spPr>
            <a:xfrm>
              <a:off x="750300" y="4169700"/>
              <a:ext cx="50175" cy="64625"/>
            </a:xfrm>
            <a:custGeom>
              <a:rect b="b" l="l" r="r" t="t"/>
              <a:pathLst>
                <a:path extrusionOk="0" fill="none" h="2585" w="2007">
                  <a:moveTo>
                    <a:pt x="2006" y="0"/>
                  </a:moveTo>
                  <a:cubicBezTo>
                    <a:pt x="1307" y="852"/>
                    <a:pt x="791" y="1824"/>
                    <a:pt x="0" y="258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
            <p:cNvSpPr/>
            <p:nvPr/>
          </p:nvSpPr>
          <p:spPr>
            <a:xfrm>
              <a:off x="747250" y="4114225"/>
              <a:ext cx="32700" cy="46375"/>
            </a:xfrm>
            <a:custGeom>
              <a:rect b="b" l="l" r="r" t="t"/>
              <a:pathLst>
                <a:path extrusionOk="0" fill="none" h="1855" w="1308">
                  <a:moveTo>
                    <a:pt x="1308" y="1"/>
                  </a:moveTo>
                  <a:cubicBezTo>
                    <a:pt x="913" y="639"/>
                    <a:pt x="517" y="1308"/>
                    <a:pt x="1" y="185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
            <p:cNvSpPr/>
            <p:nvPr/>
          </p:nvSpPr>
          <p:spPr>
            <a:xfrm>
              <a:off x="641625" y="4222900"/>
              <a:ext cx="35750" cy="52450"/>
            </a:xfrm>
            <a:custGeom>
              <a:rect b="b" l="l" r="r" t="t"/>
              <a:pathLst>
                <a:path extrusionOk="0" fill="none" h="2098" w="1430">
                  <a:moveTo>
                    <a:pt x="1429" y="0"/>
                  </a:moveTo>
                  <a:cubicBezTo>
                    <a:pt x="1399" y="182"/>
                    <a:pt x="1004" y="699"/>
                    <a:pt x="913" y="821"/>
                  </a:cubicBezTo>
                  <a:cubicBezTo>
                    <a:pt x="791" y="973"/>
                    <a:pt x="639" y="1125"/>
                    <a:pt x="517" y="1277"/>
                  </a:cubicBezTo>
                  <a:cubicBezTo>
                    <a:pt x="335" y="1520"/>
                    <a:pt x="62" y="1763"/>
                    <a:pt x="1" y="2097"/>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
            <p:cNvSpPr/>
            <p:nvPr/>
          </p:nvSpPr>
          <p:spPr>
            <a:xfrm>
              <a:off x="615800" y="4169700"/>
              <a:ext cx="46375" cy="55500"/>
            </a:xfrm>
            <a:custGeom>
              <a:rect b="b" l="l" r="r" t="t"/>
              <a:pathLst>
                <a:path extrusionOk="0" fill="none" h="2220" w="1855">
                  <a:moveTo>
                    <a:pt x="1854" y="0"/>
                  </a:moveTo>
                  <a:cubicBezTo>
                    <a:pt x="973" y="517"/>
                    <a:pt x="699" y="1551"/>
                    <a:pt x="0" y="2219"/>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
            <p:cNvSpPr/>
            <p:nvPr/>
          </p:nvSpPr>
          <p:spPr>
            <a:xfrm>
              <a:off x="589200" y="4114225"/>
              <a:ext cx="31950" cy="46375"/>
            </a:xfrm>
            <a:custGeom>
              <a:rect b="b" l="l" r="r" t="t"/>
              <a:pathLst>
                <a:path extrusionOk="0" fill="none" h="1855" w="1278">
                  <a:moveTo>
                    <a:pt x="1277" y="1"/>
                  </a:moveTo>
                  <a:cubicBezTo>
                    <a:pt x="973" y="456"/>
                    <a:pt x="669" y="943"/>
                    <a:pt x="335" y="1399"/>
                  </a:cubicBezTo>
                  <a:cubicBezTo>
                    <a:pt x="244" y="1551"/>
                    <a:pt x="122" y="1733"/>
                    <a:pt x="0" y="185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
            <p:cNvSpPr/>
            <p:nvPr/>
          </p:nvSpPr>
          <p:spPr>
            <a:xfrm>
              <a:off x="630225" y="3855875"/>
              <a:ext cx="31950" cy="50175"/>
            </a:xfrm>
            <a:custGeom>
              <a:rect b="b" l="l" r="r" t="t"/>
              <a:pathLst>
                <a:path extrusionOk="0" fill="none" h="2007" w="1278">
                  <a:moveTo>
                    <a:pt x="1277" y="0"/>
                  </a:moveTo>
                  <a:cubicBezTo>
                    <a:pt x="913" y="365"/>
                    <a:pt x="487" y="760"/>
                    <a:pt x="305" y="1246"/>
                  </a:cubicBezTo>
                  <a:cubicBezTo>
                    <a:pt x="214" y="1459"/>
                    <a:pt x="31" y="1763"/>
                    <a:pt x="1" y="200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
            <p:cNvSpPr/>
            <p:nvPr/>
          </p:nvSpPr>
          <p:spPr>
            <a:xfrm>
              <a:off x="756375" y="3756325"/>
              <a:ext cx="28900" cy="28900"/>
            </a:xfrm>
            <a:custGeom>
              <a:rect b="b" l="l" r="r" t="t"/>
              <a:pathLst>
                <a:path extrusionOk="0" fill="none" h="1156" w="1156">
                  <a:moveTo>
                    <a:pt x="1156" y="0"/>
                  </a:moveTo>
                  <a:cubicBezTo>
                    <a:pt x="608" y="243"/>
                    <a:pt x="244" y="639"/>
                    <a:pt x="0" y="115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
            <p:cNvSpPr/>
            <p:nvPr/>
          </p:nvSpPr>
          <p:spPr>
            <a:xfrm>
              <a:off x="565650" y="3982000"/>
              <a:ext cx="26600" cy="41075"/>
            </a:xfrm>
            <a:custGeom>
              <a:rect b="b" l="l" r="r" t="t"/>
              <a:pathLst>
                <a:path extrusionOk="0" fill="none" h="1643" w="1064">
                  <a:moveTo>
                    <a:pt x="1064" y="1"/>
                  </a:moveTo>
                  <a:cubicBezTo>
                    <a:pt x="760" y="305"/>
                    <a:pt x="426" y="669"/>
                    <a:pt x="243" y="1065"/>
                  </a:cubicBezTo>
                  <a:cubicBezTo>
                    <a:pt x="152" y="1247"/>
                    <a:pt x="91" y="1460"/>
                    <a:pt x="0" y="1642"/>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
            <p:cNvSpPr/>
            <p:nvPr/>
          </p:nvSpPr>
          <p:spPr>
            <a:xfrm>
              <a:off x="548175" y="4222900"/>
              <a:ext cx="26600" cy="43325"/>
            </a:xfrm>
            <a:custGeom>
              <a:rect b="b" l="l" r="r" t="t"/>
              <a:pathLst>
                <a:path extrusionOk="0" fill="none" h="1733" w="1064">
                  <a:moveTo>
                    <a:pt x="1064" y="0"/>
                  </a:moveTo>
                  <a:cubicBezTo>
                    <a:pt x="821" y="365"/>
                    <a:pt x="517" y="760"/>
                    <a:pt x="334" y="1155"/>
                  </a:cubicBezTo>
                  <a:cubicBezTo>
                    <a:pt x="274" y="1338"/>
                    <a:pt x="182" y="1702"/>
                    <a:pt x="0" y="173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
            <p:cNvSpPr/>
            <p:nvPr/>
          </p:nvSpPr>
          <p:spPr>
            <a:xfrm>
              <a:off x="583125" y="4278350"/>
              <a:ext cx="26625" cy="41075"/>
            </a:xfrm>
            <a:custGeom>
              <a:rect b="b" l="l" r="r" t="t"/>
              <a:pathLst>
                <a:path extrusionOk="0" fill="none" h="1643" w="1065">
                  <a:moveTo>
                    <a:pt x="1064" y="1"/>
                  </a:moveTo>
                  <a:cubicBezTo>
                    <a:pt x="730" y="335"/>
                    <a:pt x="487" y="700"/>
                    <a:pt x="304" y="1126"/>
                  </a:cubicBezTo>
                  <a:cubicBezTo>
                    <a:pt x="213" y="1278"/>
                    <a:pt x="152" y="1582"/>
                    <a:pt x="0" y="1642"/>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
            <p:cNvSpPr/>
            <p:nvPr/>
          </p:nvSpPr>
          <p:spPr>
            <a:xfrm>
              <a:off x="621125" y="4322425"/>
              <a:ext cx="58525" cy="85150"/>
            </a:xfrm>
            <a:custGeom>
              <a:rect b="b" l="l" r="r" t="t"/>
              <a:pathLst>
                <a:path extrusionOk="0" fill="none" h="3406" w="2341">
                  <a:moveTo>
                    <a:pt x="2341" y="1"/>
                  </a:moveTo>
                  <a:cubicBezTo>
                    <a:pt x="1824" y="578"/>
                    <a:pt x="1368" y="1247"/>
                    <a:pt x="973" y="1946"/>
                  </a:cubicBezTo>
                  <a:cubicBezTo>
                    <a:pt x="821" y="2220"/>
                    <a:pt x="669" y="2433"/>
                    <a:pt x="517" y="2706"/>
                  </a:cubicBezTo>
                  <a:cubicBezTo>
                    <a:pt x="334" y="2919"/>
                    <a:pt x="243" y="3223"/>
                    <a:pt x="0" y="340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
            <p:cNvSpPr/>
            <p:nvPr/>
          </p:nvSpPr>
          <p:spPr>
            <a:xfrm>
              <a:off x="618075" y="4459975"/>
              <a:ext cx="26625" cy="44100"/>
            </a:xfrm>
            <a:custGeom>
              <a:rect b="b" l="l" r="r" t="t"/>
              <a:pathLst>
                <a:path extrusionOk="0" fill="none" h="1764" w="1065">
                  <a:moveTo>
                    <a:pt x="1064" y="1"/>
                  </a:moveTo>
                  <a:cubicBezTo>
                    <a:pt x="760" y="426"/>
                    <a:pt x="578" y="760"/>
                    <a:pt x="365" y="1216"/>
                  </a:cubicBezTo>
                  <a:cubicBezTo>
                    <a:pt x="304" y="1368"/>
                    <a:pt x="152" y="1642"/>
                    <a:pt x="0" y="176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
            <p:cNvSpPr/>
            <p:nvPr/>
          </p:nvSpPr>
          <p:spPr>
            <a:xfrm>
              <a:off x="741925" y="4275325"/>
              <a:ext cx="41075" cy="55500"/>
            </a:xfrm>
            <a:custGeom>
              <a:rect b="b" l="l" r="r" t="t"/>
              <a:pathLst>
                <a:path extrusionOk="0" fill="none" h="2220" w="1643">
                  <a:moveTo>
                    <a:pt x="1642" y="0"/>
                  </a:moveTo>
                  <a:cubicBezTo>
                    <a:pt x="1095" y="335"/>
                    <a:pt x="882" y="851"/>
                    <a:pt x="578" y="1368"/>
                  </a:cubicBezTo>
                  <a:cubicBezTo>
                    <a:pt x="426" y="1672"/>
                    <a:pt x="244" y="2037"/>
                    <a:pt x="1" y="2219"/>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
            <p:cNvSpPr/>
            <p:nvPr/>
          </p:nvSpPr>
          <p:spPr>
            <a:xfrm>
              <a:off x="849850" y="4178825"/>
              <a:ext cx="26600" cy="41050"/>
            </a:xfrm>
            <a:custGeom>
              <a:rect b="b" l="l" r="r" t="t"/>
              <a:pathLst>
                <a:path extrusionOk="0" fill="none" h="1642" w="1064">
                  <a:moveTo>
                    <a:pt x="1064" y="0"/>
                  </a:moveTo>
                  <a:cubicBezTo>
                    <a:pt x="790" y="335"/>
                    <a:pt x="517" y="638"/>
                    <a:pt x="304" y="1034"/>
                  </a:cubicBezTo>
                  <a:cubicBezTo>
                    <a:pt x="183" y="1216"/>
                    <a:pt x="152" y="1459"/>
                    <a:pt x="0" y="1642"/>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
            <p:cNvSpPr/>
            <p:nvPr/>
          </p:nvSpPr>
          <p:spPr>
            <a:xfrm>
              <a:off x="944075" y="4102075"/>
              <a:ext cx="49400" cy="70675"/>
            </a:xfrm>
            <a:custGeom>
              <a:rect b="b" l="l" r="r" t="t"/>
              <a:pathLst>
                <a:path extrusionOk="0" fill="none" h="2827" w="1976">
                  <a:moveTo>
                    <a:pt x="1976" y="0"/>
                  </a:moveTo>
                  <a:cubicBezTo>
                    <a:pt x="1429" y="547"/>
                    <a:pt x="1003" y="1094"/>
                    <a:pt x="639" y="1794"/>
                  </a:cubicBezTo>
                  <a:cubicBezTo>
                    <a:pt x="456" y="2098"/>
                    <a:pt x="243" y="2553"/>
                    <a:pt x="0" y="2827"/>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
            <p:cNvSpPr/>
            <p:nvPr/>
          </p:nvSpPr>
          <p:spPr>
            <a:xfrm>
              <a:off x="1052725" y="4013925"/>
              <a:ext cx="34975" cy="50175"/>
            </a:xfrm>
            <a:custGeom>
              <a:rect b="b" l="l" r="r" t="t"/>
              <a:pathLst>
                <a:path extrusionOk="0" fill="none" h="2007" w="1399">
                  <a:moveTo>
                    <a:pt x="1399" y="0"/>
                  </a:moveTo>
                  <a:cubicBezTo>
                    <a:pt x="943" y="456"/>
                    <a:pt x="609" y="851"/>
                    <a:pt x="335" y="1399"/>
                  </a:cubicBezTo>
                  <a:cubicBezTo>
                    <a:pt x="274" y="1490"/>
                    <a:pt x="274" y="1672"/>
                    <a:pt x="183" y="1763"/>
                  </a:cubicBezTo>
                  <a:cubicBezTo>
                    <a:pt x="122" y="1885"/>
                    <a:pt x="62" y="1885"/>
                    <a:pt x="1" y="200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
            <p:cNvSpPr/>
            <p:nvPr/>
          </p:nvSpPr>
          <p:spPr>
            <a:xfrm>
              <a:off x="1149250" y="3899950"/>
              <a:ext cx="34975" cy="50175"/>
            </a:xfrm>
            <a:custGeom>
              <a:rect b="b" l="l" r="r" t="t"/>
              <a:pathLst>
                <a:path extrusionOk="0" fill="none" h="2007" w="1399">
                  <a:moveTo>
                    <a:pt x="1398" y="0"/>
                  </a:moveTo>
                  <a:cubicBezTo>
                    <a:pt x="1003" y="426"/>
                    <a:pt x="730" y="821"/>
                    <a:pt x="395" y="1307"/>
                  </a:cubicBezTo>
                  <a:cubicBezTo>
                    <a:pt x="243" y="1489"/>
                    <a:pt x="0" y="1733"/>
                    <a:pt x="0" y="200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
            <p:cNvSpPr/>
            <p:nvPr/>
          </p:nvSpPr>
          <p:spPr>
            <a:xfrm>
              <a:off x="1102125" y="3879425"/>
              <a:ext cx="26625" cy="41050"/>
            </a:xfrm>
            <a:custGeom>
              <a:rect b="b" l="l" r="r" t="t"/>
              <a:pathLst>
                <a:path extrusionOk="0" fill="none" h="1642" w="1065">
                  <a:moveTo>
                    <a:pt x="1064" y="0"/>
                  </a:moveTo>
                  <a:cubicBezTo>
                    <a:pt x="730" y="183"/>
                    <a:pt x="517" y="699"/>
                    <a:pt x="304" y="1003"/>
                  </a:cubicBezTo>
                  <a:cubicBezTo>
                    <a:pt x="183" y="1186"/>
                    <a:pt x="31" y="1429"/>
                    <a:pt x="1" y="1642"/>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
            <p:cNvSpPr/>
            <p:nvPr/>
          </p:nvSpPr>
          <p:spPr>
            <a:xfrm>
              <a:off x="972950" y="3697800"/>
              <a:ext cx="38775" cy="44100"/>
            </a:xfrm>
            <a:custGeom>
              <a:rect b="b" l="l" r="r" t="t"/>
              <a:pathLst>
                <a:path extrusionOk="0" fill="none" h="1764" w="1551">
                  <a:moveTo>
                    <a:pt x="1550" y="1"/>
                  </a:moveTo>
                  <a:cubicBezTo>
                    <a:pt x="1186" y="426"/>
                    <a:pt x="851" y="791"/>
                    <a:pt x="487" y="1186"/>
                  </a:cubicBezTo>
                  <a:cubicBezTo>
                    <a:pt x="365" y="1308"/>
                    <a:pt x="61" y="1612"/>
                    <a:pt x="0" y="176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
            <p:cNvSpPr/>
            <p:nvPr/>
          </p:nvSpPr>
          <p:spPr>
            <a:xfrm>
              <a:off x="908350" y="3691725"/>
              <a:ext cx="20550" cy="23575"/>
            </a:xfrm>
            <a:custGeom>
              <a:rect b="b" l="l" r="r" t="t"/>
              <a:pathLst>
                <a:path extrusionOk="0" fill="none" h="943" w="822">
                  <a:moveTo>
                    <a:pt x="821" y="1"/>
                  </a:moveTo>
                  <a:cubicBezTo>
                    <a:pt x="457" y="213"/>
                    <a:pt x="122" y="517"/>
                    <a:pt x="1" y="94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
            <p:cNvSpPr/>
            <p:nvPr/>
          </p:nvSpPr>
          <p:spPr>
            <a:xfrm>
              <a:off x="1207000" y="3779875"/>
              <a:ext cx="38775" cy="49425"/>
            </a:xfrm>
            <a:custGeom>
              <a:rect b="b" l="l" r="r" t="t"/>
              <a:pathLst>
                <a:path extrusionOk="0" fill="none" h="1977" w="1551">
                  <a:moveTo>
                    <a:pt x="1550" y="1"/>
                  </a:moveTo>
                  <a:cubicBezTo>
                    <a:pt x="1094" y="396"/>
                    <a:pt x="730" y="821"/>
                    <a:pt x="334" y="1277"/>
                  </a:cubicBezTo>
                  <a:cubicBezTo>
                    <a:pt x="182" y="1490"/>
                    <a:pt x="0" y="1703"/>
                    <a:pt x="31" y="197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
            <p:cNvSpPr/>
            <p:nvPr/>
          </p:nvSpPr>
          <p:spPr>
            <a:xfrm>
              <a:off x="1275375" y="3814825"/>
              <a:ext cx="38025" cy="38025"/>
            </a:xfrm>
            <a:custGeom>
              <a:rect b="b" l="l" r="r" t="t"/>
              <a:pathLst>
                <a:path extrusionOk="0" fill="none" h="1521" w="1521">
                  <a:moveTo>
                    <a:pt x="1521" y="1"/>
                  </a:moveTo>
                  <a:cubicBezTo>
                    <a:pt x="1125" y="61"/>
                    <a:pt x="852" y="609"/>
                    <a:pt x="639" y="882"/>
                  </a:cubicBezTo>
                  <a:cubicBezTo>
                    <a:pt x="457" y="1065"/>
                    <a:pt x="214" y="1368"/>
                    <a:pt x="1" y="152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
            <p:cNvSpPr/>
            <p:nvPr/>
          </p:nvSpPr>
          <p:spPr>
            <a:xfrm>
              <a:off x="1322500" y="3858900"/>
              <a:ext cx="58525" cy="61575"/>
            </a:xfrm>
            <a:custGeom>
              <a:rect b="b" l="l" r="r" t="t"/>
              <a:pathLst>
                <a:path extrusionOk="0" fill="none" h="2463" w="2341">
                  <a:moveTo>
                    <a:pt x="2341" y="1"/>
                  </a:moveTo>
                  <a:cubicBezTo>
                    <a:pt x="1976" y="274"/>
                    <a:pt x="1520" y="578"/>
                    <a:pt x="1246" y="943"/>
                  </a:cubicBezTo>
                  <a:cubicBezTo>
                    <a:pt x="1095" y="1125"/>
                    <a:pt x="973" y="1338"/>
                    <a:pt x="791" y="1520"/>
                  </a:cubicBezTo>
                  <a:cubicBezTo>
                    <a:pt x="547" y="1824"/>
                    <a:pt x="243" y="2128"/>
                    <a:pt x="0" y="246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
            <p:cNvSpPr/>
            <p:nvPr/>
          </p:nvSpPr>
          <p:spPr>
            <a:xfrm>
              <a:off x="1325525" y="3944000"/>
              <a:ext cx="66900" cy="72975"/>
            </a:xfrm>
            <a:custGeom>
              <a:rect b="b" l="l" r="r" t="t"/>
              <a:pathLst>
                <a:path extrusionOk="0" fill="none" h="2919" w="2676">
                  <a:moveTo>
                    <a:pt x="2676" y="1"/>
                  </a:moveTo>
                  <a:cubicBezTo>
                    <a:pt x="2159" y="609"/>
                    <a:pt x="1673" y="1308"/>
                    <a:pt x="1034" y="1855"/>
                  </a:cubicBezTo>
                  <a:cubicBezTo>
                    <a:pt x="670" y="2159"/>
                    <a:pt x="335" y="2585"/>
                    <a:pt x="1" y="2919"/>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
            <p:cNvSpPr/>
            <p:nvPr/>
          </p:nvSpPr>
          <p:spPr>
            <a:xfrm>
              <a:off x="1407600" y="3958450"/>
              <a:ext cx="38025" cy="44100"/>
            </a:xfrm>
            <a:custGeom>
              <a:rect b="b" l="l" r="r" t="t"/>
              <a:pathLst>
                <a:path extrusionOk="0" fill="none" h="1764" w="1521">
                  <a:moveTo>
                    <a:pt x="1520" y="0"/>
                  </a:moveTo>
                  <a:cubicBezTo>
                    <a:pt x="1004" y="578"/>
                    <a:pt x="609" y="1307"/>
                    <a:pt x="1" y="176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
            <p:cNvSpPr/>
            <p:nvPr/>
          </p:nvSpPr>
          <p:spPr>
            <a:xfrm>
              <a:off x="1242700" y="3970600"/>
              <a:ext cx="44100" cy="55500"/>
            </a:xfrm>
            <a:custGeom>
              <a:rect b="b" l="l" r="r" t="t"/>
              <a:pathLst>
                <a:path extrusionOk="0" fill="none" h="2220" w="1764">
                  <a:moveTo>
                    <a:pt x="1764" y="1"/>
                  </a:moveTo>
                  <a:cubicBezTo>
                    <a:pt x="1308" y="274"/>
                    <a:pt x="1034" y="791"/>
                    <a:pt x="791" y="1277"/>
                  </a:cubicBezTo>
                  <a:cubicBezTo>
                    <a:pt x="578" y="1612"/>
                    <a:pt x="274" y="1885"/>
                    <a:pt x="1" y="222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
            <p:cNvSpPr/>
            <p:nvPr/>
          </p:nvSpPr>
          <p:spPr>
            <a:xfrm>
              <a:off x="1178875" y="3944000"/>
              <a:ext cx="49425" cy="58550"/>
            </a:xfrm>
            <a:custGeom>
              <a:rect b="b" l="l" r="r" t="t"/>
              <a:pathLst>
                <a:path extrusionOk="0" fill="none" h="2342" w="1977">
                  <a:moveTo>
                    <a:pt x="1976" y="1"/>
                  </a:moveTo>
                  <a:cubicBezTo>
                    <a:pt x="1520" y="487"/>
                    <a:pt x="1034" y="974"/>
                    <a:pt x="639" y="1521"/>
                  </a:cubicBezTo>
                  <a:cubicBezTo>
                    <a:pt x="456" y="1764"/>
                    <a:pt x="92" y="2068"/>
                    <a:pt x="0" y="2341"/>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
            <p:cNvSpPr/>
            <p:nvPr/>
          </p:nvSpPr>
          <p:spPr>
            <a:xfrm>
              <a:off x="1117325" y="4076225"/>
              <a:ext cx="41050" cy="49425"/>
            </a:xfrm>
            <a:custGeom>
              <a:rect b="b" l="l" r="r" t="t"/>
              <a:pathLst>
                <a:path extrusionOk="0" fill="none" h="1977" w="1642">
                  <a:moveTo>
                    <a:pt x="1642" y="1"/>
                  </a:moveTo>
                  <a:cubicBezTo>
                    <a:pt x="1186" y="396"/>
                    <a:pt x="943" y="882"/>
                    <a:pt x="548" y="1308"/>
                  </a:cubicBezTo>
                  <a:cubicBezTo>
                    <a:pt x="365" y="1521"/>
                    <a:pt x="183" y="1764"/>
                    <a:pt x="0" y="197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
            <p:cNvSpPr/>
            <p:nvPr/>
          </p:nvSpPr>
          <p:spPr>
            <a:xfrm>
              <a:off x="1198625" y="4084600"/>
              <a:ext cx="41825" cy="50175"/>
            </a:xfrm>
            <a:custGeom>
              <a:rect b="b" l="l" r="r" t="t"/>
              <a:pathLst>
                <a:path extrusionOk="0" fill="none" h="2007" w="1673">
                  <a:moveTo>
                    <a:pt x="1673" y="0"/>
                  </a:moveTo>
                  <a:cubicBezTo>
                    <a:pt x="1308" y="456"/>
                    <a:pt x="1004" y="912"/>
                    <a:pt x="639" y="1338"/>
                  </a:cubicBezTo>
                  <a:cubicBezTo>
                    <a:pt x="457" y="1520"/>
                    <a:pt x="274" y="1915"/>
                    <a:pt x="1" y="200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
            <p:cNvSpPr/>
            <p:nvPr/>
          </p:nvSpPr>
          <p:spPr>
            <a:xfrm>
              <a:off x="1295900" y="4064075"/>
              <a:ext cx="41050" cy="50175"/>
            </a:xfrm>
            <a:custGeom>
              <a:rect b="b" l="l" r="r" t="t"/>
              <a:pathLst>
                <a:path extrusionOk="0" fill="none" h="2007" w="1642">
                  <a:moveTo>
                    <a:pt x="1642" y="0"/>
                  </a:moveTo>
                  <a:cubicBezTo>
                    <a:pt x="1247" y="487"/>
                    <a:pt x="821" y="912"/>
                    <a:pt x="456" y="1429"/>
                  </a:cubicBezTo>
                  <a:cubicBezTo>
                    <a:pt x="335" y="1611"/>
                    <a:pt x="183" y="1946"/>
                    <a:pt x="0" y="2007"/>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
            <p:cNvSpPr/>
            <p:nvPr/>
          </p:nvSpPr>
          <p:spPr>
            <a:xfrm>
              <a:off x="1360500" y="4061025"/>
              <a:ext cx="58525" cy="61575"/>
            </a:xfrm>
            <a:custGeom>
              <a:rect b="b" l="l" r="r" t="t"/>
              <a:pathLst>
                <a:path extrusionOk="0" fill="none" h="2463" w="2341">
                  <a:moveTo>
                    <a:pt x="2341" y="1"/>
                  </a:moveTo>
                  <a:cubicBezTo>
                    <a:pt x="2006" y="214"/>
                    <a:pt x="1733" y="396"/>
                    <a:pt x="1489" y="730"/>
                  </a:cubicBezTo>
                  <a:cubicBezTo>
                    <a:pt x="1337" y="913"/>
                    <a:pt x="1216" y="1125"/>
                    <a:pt x="1064" y="1308"/>
                  </a:cubicBezTo>
                  <a:cubicBezTo>
                    <a:pt x="669" y="1703"/>
                    <a:pt x="304" y="2037"/>
                    <a:pt x="0" y="246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
            <p:cNvSpPr/>
            <p:nvPr/>
          </p:nvSpPr>
          <p:spPr>
            <a:xfrm>
              <a:off x="1442550" y="4055725"/>
              <a:ext cx="52475" cy="58525"/>
            </a:xfrm>
            <a:custGeom>
              <a:rect b="b" l="l" r="r" t="t"/>
              <a:pathLst>
                <a:path extrusionOk="0" fill="none" h="2341" w="2099">
                  <a:moveTo>
                    <a:pt x="2098" y="0"/>
                  </a:moveTo>
                  <a:cubicBezTo>
                    <a:pt x="1825" y="456"/>
                    <a:pt x="1399" y="851"/>
                    <a:pt x="1065" y="1277"/>
                  </a:cubicBezTo>
                  <a:cubicBezTo>
                    <a:pt x="761" y="1672"/>
                    <a:pt x="396" y="2037"/>
                    <a:pt x="1" y="2341"/>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
            <p:cNvSpPr/>
            <p:nvPr/>
          </p:nvSpPr>
          <p:spPr>
            <a:xfrm>
              <a:off x="1448625" y="4149175"/>
              <a:ext cx="41075" cy="58550"/>
            </a:xfrm>
            <a:custGeom>
              <a:rect b="b" l="l" r="r" t="t"/>
              <a:pathLst>
                <a:path extrusionOk="0" fill="none" h="2342" w="1643">
                  <a:moveTo>
                    <a:pt x="1642" y="1"/>
                  </a:moveTo>
                  <a:cubicBezTo>
                    <a:pt x="1186" y="852"/>
                    <a:pt x="396" y="1490"/>
                    <a:pt x="1" y="2341"/>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
            <p:cNvSpPr/>
            <p:nvPr/>
          </p:nvSpPr>
          <p:spPr>
            <a:xfrm>
              <a:off x="1480550" y="4193250"/>
              <a:ext cx="58550" cy="67650"/>
            </a:xfrm>
            <a:custGeom>
              <a:rect b="b" l="l" r="r" t="t"/>
              <a:pathLst>
                <a:path extrusionOk="0" fill="none" h="2706" w="2342">
                  <a:moveTo>
                    <a:pt x="2341" y="1"/>
                  </a:moveTo>
                  <a:cubicBezTo>
                    <a:pt x="1885" y="517"/>
                    <a:pt x="1490" y="1065"/>
                    <a:pt x="1064" y="1612"/>
                  </a:cubicBezTo>
                  <a:cubicBezTo>
                    <a:pt x="760" y="2007"/>
                    <a:pt x="365" y="2341"/>
                    <a:pt x="1" y="270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
            <p:cNvSpPr/>
            <p:nvPr/>
          </p:nvSpPr>
          <p:spPr>
            <a:xfrm>
              <a:off x="1442550" y="4389300"/>
              <a:ext cx="41075" cy="44100"/>
            </a:xfrm>
            <a:custGeom>
              <a:rect b="b" l="l" r="r" t="t"/>
              <a:pathLst>
                <a:path extrusionOk="0" fill="none" h="1764" w="1643">
                  <a:moveTo>
                    <a:pt x="1642" y="1"/>
                  </a:moveTo>
                  <a:cubicBezTo>
                    <a:pt x="1369" y="335"/>
                    <a:pt x="973" y="517"/>
                    <a:pt x="700" y="852"/>
                  </a:cubicBezTo>
                  <a:cubicBezTo>
                    <a:pt x="457" y="1156"/>
                    <a:pt x="244" y="1490"/>
                    <a:pt x="1" y="176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
            <p:cNvSpPr/>
            <p:nvPr/>
          </p:nvSpPr>
          <p:spPr>
            <a:xfrm>
              <a:off x="1392400" y="4501000"/>
              <a:ext cx="50175" cy="50175"/>
            </a:xfrm>
            <a:custGeom>
              <a:rect b="b" l="l" r="r" t="t"/>
              <a:pathLst>
                <a:path extrusionOk="0" fill="none" h="2007" w="2007">
                  <a:moveTo>
                    <a:pt x="2007" y="1"/>
                  </a:moveTo>
                  <a:cubicBezTo>
                    <a:pt x="1581" y="426"/>
                    <a:pt x="1217" y="882"/>
                    <a:pt x="821" y="1308"/>
                  </a:cubicBezTo>
                  <a:cubicBezTo>
                    <a:pt x="578" y="1551"/>
                    <a:pt x="244" y="1733"/>
                    <a:pt x="1" y="2007"/>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
            <p:cNvSpPr/>
            <p:nvPr/>
          </p:nvSpPr>
          <p:spPr>
            <a:xfrm>
              <a:off x="1474475" y="4295850"/>
              <a:ext cx="38025" cy="47125"/>
            </a:xfrm>
            <a:custGeom>
              <a:rect b="b" l="l" r="r" t="t"/>
              <a:pathLst>
                <a:path extrusionOk="0" fill="none" h="1885" w="1521">
                  <a:moveTo>
                    <a:pt x="1520" y="0"/>
                  </a:moveTo>
                  <a:cubicBezTo>
                    <a:pt x="1216" y="365"/>
                    <a:pt x="912" y="699"/>
                    <a:pt x="639" y="1094"/>
                  </a:cubicBezTo>
                  <a:cubicBezTo>
                    <a:pt x="426" y="1368"/>
                    <a:pt x="274" y="1641"/>
                    <a:pt x="0" y="188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
            <p:cNvSpPr/>
            <p:nvPr/>
          </p:nvSpPr>
          <p:spPr>
            <a:xfrm>
              <a:off x="1515500" y="4105100"/>
              <a:ext cx="23600" cy="29675"/>
            </a:xfrm>
            <a:custGeom>
              <a:rect b="b" l="l" r="r" t="t"/>
              <a:pathLst>
                <a:path extrusionOk="0" fill="none" h="1187" w="944">
                  <a:moveTo>
                    <a:pt x="943" y="1"/>
                  </a:moveTo>
                  <a:cubicBezTo>
                    <a:pt x="457" y="274"/>
                    <a:pt x="122" y="639"/>
                    <a:pt x="1" y="118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
            <p:cNvSpPr/>
            <p:nvPr/>
          </p:nvSpPr>
          <p:spPr>
            <a:xfrm>
              <a:off x="1351375" y="4281400"/>
              <a:ext cx="61575" cy="72975"/>
            </a:xfrm>
            <a:custGeom>
              <a:rect b="b" l="l" r="r" t="t"/>
              <a:pathLst>
                <a:path extrusionOk="0" fill="none" h="2919" w="2463">
                  <a:moveTo>
                    <a:pt x="2462" y="1"/>
                  </a:moveTo>
                  <a:cubicBezTo>
                    <a:pt x="2128" y="274"/>
                    <a:pt x="1702" y="548"/>
                    <a:pt x="1429" y="943"/>
                  </a:cubicBezTo>
                  <a:cubicBezTo>
                    <a:pt x="1247" y="1216"/>
                    <a:pt x="1064" y="1490"/>
                    <a:pt x="851" y="1764"/>
                  </a:cubicBezTo>
                  <a:cubicBezTo>
                    <a:pt x="578" y="2128"/>
                    <a:pt x="365" y="2645"/>
                    <a:pt x="0" y="2919"/>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
            <p:cNvSpPr/>
            <p:nvPr/>
          </p:nvSpPr>
          <p:spPr>
            <a:xfrm>
              <a:off x="1333900" y="4199325"/>
              <a:ext cx="44100" cy="46375"/>
            </a:xfrm>
            <a:custGeom>
              <a:rect b="b" l="l" r="r" t="t"/>
              <a:pathLst>
                <a:path extrusionOk="0" fill="none" h="1855" w="1764">
                  <a:moveTo>
                    <a:pt x="1763" y="1"/>
                  </a:moveTo>
                  <a:cubicBezTo>
                    <a:pt x="1368" y="122"/>
                    <a:pt x="1094" y="700"/>
                    <a:pt x="821" y="1004"/>
                  </a:cubicBezTo>
                  <a:cubicBezTo>
                    <a:pt x="547" y="1277"/>
                    <a:pt x="304" y="1581"/>
                    <a:pt x="0" y="185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
            <p:cNvSpPr/>
            <p:nvPr/>
          </p:nvSpPr>
          <p:spPr>
            <a:xfrm>
              <a:off x="1008650" y="4172750"/>
              <a:ext cx="46375" cy="58525"/>
            </a:xfrm>
            <a:custGeom>
              <a:rect b="b" l="l" r="r" t="t"/>
              <a:pathLst>
                <a:path extrusionOk="0" fill="none" h="2341" w="1855">
                  <a:moveTo>
                    <a:pt x="1855" y="0"/>
                  </a:moveTo>
                  <a:cubicBezTo>
                    <a:pt x="1277" y="790"/>
                    <a:pt x="670" y="1611"/>
                    <a:pt x="1" y="234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
            <p:cNvSpPr/>
            <p:nvPr/>
          </p:nvSpPr>
          <p:spPr>
            <a:xfrm>
              <a:off x="1114275" y="4193250"/>
              <a:ext cx="38025" cy="41075"/>
            </a:xfrm>
            <a:custGeom>
              <a:rect b="b" l="l" r="r" t="t"/>
              <a:pathLst>
                <a:path extrusionOk="0" fill="none" h="1643" w="1521">
                  <a:moveTo>
                    <a:pt x="1521" y="1"/>
                  </a:moveTo>
                  <a:cubicBezTo>
                    <a:pt x="1095" y="213"/>
                    <a:pt x="670" y="548"/>
                    <a:pt x="396" y="973"/>
                  </a:cubicBezTo>
                  <a:cubicBezTo>
                    <a:pt x="244" y="1186"/>
                    <a:pt x="183" y="1460"/>
                    <a:pt x="1" y="1642"/>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
            <p:cNvSpPr/>
            <p:nvPr/>
          </p:nvSpPr>
          <p:spPr>
            <a:xfrm>
              <a:off x="1216875" y="4187175"/>
              <a:ext cx="31925" cy="35750"/>
            </a:xfrm>
            <a:custGeom>
              <a:rect b="b" l="l" r="r" t="t"/>
              <a:pathLst>
                <a:path extrusionOk="0" fill="none" h="1430" w="1277">
                  <a:moveTo>
                    <a:pt x="1277" y="1"/>
                  </a:moveTo>
                  <a:cubicBezTo>
                    <a:pt x="912" y="335"/>
                    <a:pt x="547" y="517"/>
                    <a:pt x="335" y="943"/>
                  </a:cubicBezTo>
                  <a:cubicBezTo>
                    <a:pt x="243" y="1156"/>
                    <a:pt x="152" y="1247"/>
                    <a:pt x="0" y="1429"/>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
            <p:cNvSpPr/>
            <p:nvPr/>
          </p:nvSpPr>
          <p:spPr>
            <a:xfrm>
              <a:off x="1286775" y="4178825"/>
              <a:ext cx="44100" cy="43325"/>
            </a:xfrm>
            <a:custGeom>
              <a:rect b="b" l="l" r="r" t="t"/>
              <a:pathLst>
                <a:path extrusionOk="0" fill="none" h="1733" w="1764">
                  <a:moveTo>
                    <a:pt x="1764" y="0"/>
                  </a:moveTo>
                  <a:cubicBezTo>
                    <a:pt x="1186" y="487"/>
                    <a:pt x="457" y="1094"/>
                    <a:pt x="1" y="173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
            <p:cNvSpPr/>
            <p:nvPr/>
          </p:nvSpPr>
          <p:spPr>
            <a:xfrm>
              <a:off x="1146200" y="4310275"/>
              <a:ext cx="58525" cy="64625"/>
            </a:xfrm>
            <a:custGeom>
              <a:rect b="b" l="l" r="r" t="t"/>
              <a:pathLst>
                <a:path extrusionOk="0" fill="none" h="2585" w="2341">
                  <a:moveTo>
                    <a:pt x="2341" y="1"/>
                  </a:moveTo>
                  <a:cubicBezTo>
                    <a:pt x="2037" y="92"/>
                    <a:pt x="1763" y="639"/>
                    <a:pt x="1611" y="852"/>
                  </a:cubicBezTo>
                  <a:cubicBezTo>
                    <a:pt x="1429" y="1064"/>
                    <a:pt x="1247" y="1247"/>
                    <a:pt x="1064" y="1429"/>
                  </a:cubicBezTo>
                  <a:cubicBezTo>
                    <a:pt x="669" y="1794"/>
                    <a:pt x="335" y="2189"/>
                    <a:pt x="0" y="258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
            <p:cNvSpPr/>
            <p:nvPr/>
          </p:nvSpPr>
          <p:spPr>
            <a:xfrm>
              <a:off x="1102125" y="4286725"/>
              <a:ext cx="50175" cy="56250"/>
            </a:xfrm>
            <a:custGeom>
              <a:rect b="b" l="l" r="r" t="t"/>
              <a:pathLst>
                <a:path extrusionOk="0" fill="none" h="2250" w="2007">
                  <a:moveTo>
                    <a:pt x="2007" y="0"/>
                  </a:moveTo>
                  <a:cubicBezTo>
                    <a:pt x="1277" y="730"/>
                    <a:pt x="639" y="1490"/>
                    <a:pt x="1" y="225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
            <p:cNvSpPr/>
            <p:nvPr/>
          </p:nvSpPr>
          <p:spPr>
            <a:xfrm>
              <a:off x="994225" y="4310275"/>
              <a:ext cx="49425" cy="50175"/>
            </a:xfrm>
            <a:custGeom>
              <a:rect b="b" l="l" r="r" t="t"/>
              <a:pathLst>
                <a:path extrusionOk="0" fill="none" h="2007" w="1977">
                  <a:moveTo>
                    <a:pt x="1976" y="1"/>
                  </a:moveTo>
                  <a:cubicBezTo>
                    <a:pt x="1551" y="426"/>
                    <a:pt x="1155" y="852"/>
                    <a:pt x="730" y="1247"/>
                  </a:cubicBezTo>
                  <a:cubicBezTo>
                    <a:pt x="487" y="1520"/>
                    <a:pt x="183" y="1703"/>
                    <a:pt x="0" y="2007"/>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
            <p:cNvSpPr/>
            <p:nvPr/>
          </p:nvSpPr>
          <p:spPr>
            <a:xfrm>
              <a:off x="887825" y="4313325"/>
              <a:ext cx="41075" cy="38000"/>
            </a:xfrm>
            <a:custGeom>
              <a:rect b="b" l="l" r="r" t="t"/>
              <a:pathLst>
                <a:path extrusionOk="0" fill="none" h="1520" w="1643">
                  <a:moveTo>
                    <a:pt x="1642" y="0"/>
                  </a:moveTo>
                  <a:cubicBezTo>
                    <a:pt x="1308" y="335"/>
                    <a:pt x="974" y="699"/>
                    <a:pt x="639" y="1034"/>
                  </a:cubicBezTo>
                  <a:cubicBezTo>
                    <a:pt x="426" y="1216"/>
                    <a:pt x="214" y="1338"/>
                    <a:pt x="1" y="152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
            <p:cNvSpPr/>
            <p:nvPr/>
          </p:nvSpPr>
          <p:spPr>
            <a:xfrm>
              <a:off x="882525" y="4234300"/>
              <a:ext cx="41050" cy="47125"/>
            </a:xfrm>
            <a:custGeom>
              <a:rect b="b" l="l" r="r" t="t"/>
              <a:pathLst>
                <a:path extrusionOk="0" fill="none" h="1885" w="1642">
                  <a:moveTo>
                    <a:pt x="1642" y="0"/>
                  </a:moveTo>
                  <a:cubicBezTo>
                    <a:pt x="1003" y="517"/>
                    <a:pt x="578" y="1307"/>
                    <a:pt x="0" y="188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
            <p:cNvSpPr/>
            <p:nvPr/>
          </p:nvSpPr>
          <p:spPr>
            <a:xfrm>
              <a:off x="770800" y="4368800"/>
              <a:ext cx="47150" cy="53200"/>
            </a:xfrm>
            <a:custGeom>
              <a:rect b="b" l="l" r="r" t="t"/>
              <a:pathLst>
                <a:path extrusionOk="0" fill="none" h="2128" w="1886">
                  <a:moveTo>
                    <a:pt x="1886" y="0"/>
                  </a:moveTo>
                  <a:cubicBezTo>
                    <a:pt x="1399" y="426"/>
                    <a:pt x="974" y="882"/>
                    <a:pt x="579" y="1398"/>
                  </a:cubicBezTo>
                  <a:cubicBezTo>
                    <a:pt x="396" y="1641"/>
                    <a:pt x="244" y="1885"/>
                    <a:pt x="1" y="2128"/>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
            <p:cNvSpPr/>
            <p:nvPr/>
          </p:nvSpPr>
          <p:spPr>
            <a:xfrm>
              <a:off x="723700" y="4483525"/>
              <a:ext cx="41050" cy="50175"/>
            </a:xfrm>
            <a:custGeom>
              <a:rect b="b" l="l" r="r" t="t"/>
              <a:pathLst>
                <a:path extrusionOk="0" fill="none" h="2007" w="1642">
                  <a:moveTo>
                    <a:pt x="1642" y="1"/>
                  </a:moveTo>
                  <a:cubicBezTo>
                    <a:pt x="1277" y="426"/>
                    <a:pt x="943" y="791"/>
                    <a:pt x="700" y="1247"/>
                  </a:cubicBezTo>
                  <a:cubicBezTo>
                    <a:pt x="548" y="1551"/>
                    <a:pt x="274" y="1825"/>
                    <a:pt x="0" y="2007"/>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
            <p:cNvSpPr/>
            <p:nvPr/>
          </p:nvSpPr>
          <p:spPr>
            <a:xfrm>
              <a:off x="709250" y="4583075"/>
              <a:ext cx="31950" cy="38025"/>
            </a:xfrm>
            <a:custGeom>
              <a:rect b="b" l="l" r="r" t="t"/>
              <a:pathLst>
                <a:path extrusionOk="0" fill="none" h="1521" w="1278">
                  <a:moveTo>
                    <a:pt x="1278" y="1"/>
                  </a:moveTo>
                  <a:cubicBezTo>
                    <a:pt x="974" y="457"/>
                    <a:pt x="578" y="1338"/>
                    <a:pt x="1" y="152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
            <p:cNvSpPr/>
            <p:nvPr/>
          </p:nvSpPr>
          <p:spPr>
            <a:xfrm>
              <a:off x="694825" y="4404500"/>
              <a:ext cx="20550" cy="28900"/>
            </a:xfrm>
            <a:custGeom>
              <a:rect b="b" l="l" r="r" t="t"/>
              <a:pathLst>
                <a:path extrusionOk="0" fill="none" h="1156" w="822">
                  <a:moveTo>
                    <a:pt x="821" y="1"/>
                  </a:moveTo>
                  <a:cubicBezTo>
                    <a:pt x="456" y="335"/>
                    <a:pt x="335" y="821"/>
                    <a:pt x="0" y="115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
            <p:cNvSpPr/>
            <p:nvPr/>
          </p:nvSpPr>
          <p:spPr>
            <a:xfrm>
              <a:off x="577050" y="4404500"/>
              <a:ext cx="20525" cy="26625"/>
            </a:xfrm>
            <a:custGeom>
              <a:rect b="b" l="l" r="r" t="t"/>
              <a:pathLst>
                <a:path extrusionOk="0" fill="none" h="1065" w="821">
                  <a:moveTo>
                    <a:pt x="821" y="1"/>
                  </a:moveTo>
                  <a:cubicBezTo>
                    <a:pt x="517" y="335"/>
                    <a:pt x="304" y="730"/>
                    <a:pt x="0" y="106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
            <p:cNvSpPr/>
            <p:nvPr/>
          </p:nvSpPr>
          <p:spPr>
            <a:xfrm>
              <a:off x="873400" y="4407550"/>
              <a:ext cx="38025" cy="58525"/>
            </a:xfrm>
            <a:custGeom>
              <a:rect b="b" l="l" r="r" t="t"/>
              <a:pathLst>
                <a:path extrusionOk="0" fill="none" h="2341" w="1521">
                  <a:moveTo>
                    <a:pt x="1520" y="0"/>
                  </a:moveTo>
                  <a:cubicBezTo>
                    <a:pt x="1490" y="304"/>
                    <a:pt x="1095" y="699"/>
                    <a:pt x="943" y="943"/>
                  </a:cubicBezTo>
                  <a:cubicBezTo>
                    <a:pt x="821" y="1155"/>
                    <a:pt x="669" y="1338"/>
                    <a:pt x="548" y="1520"/>
                  </a:cubicBezTo>
                  <a:cubicBezTo>
                    <a:pt x="365" y="1733"/>
                    <a:pt x="31" y="2037"/>
                    <a:pt x="0" y="2341"/>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
            <p:cNvSpPr/>
            <p:nvPr/>
          </p:nvSpPr>
          <p:spPr>
            <a:xfrm>
              <a:off x="955475" y="4421975"/>
              <a:ext cx="50175" cy="55500"/>
            </a:xfrm>
            <a:custGeom>
              <a:rect b="b" l="l" r="r" t="t"/>
              <a:pathLst>
                <a:path extrusionOk="0" fill="none" h="2220" w="2007">
                  <a:moveTo>
                    <a:pt x="2006" y="1"/>
                  </a:moveTo>
                  <a:cubicBezTo>
                    <a:pt x="1611" y="244"/>
                    <a:pt x="1398" y="335"/>
                    <a:pt x="1155" y="669"/>
                  </a:cubicBezTo>
                  <a:cubicBezTo>
                    <a:pt x="1034" y="882"/>
                    <a:pt x="912" y="1095"/>
                    <a:pt x="760" y="1277"/>
                  </a:cubicBezTo>
                  <a:cubicBezTo>
                    <a:pt x="517" y="1612"/>
                    <a:pt x="304" y="1946"/>
                    <a:pt x="0" y="222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
            <p:cNvSpPr/>
            <p:nvPr/>
          </p:nvSpPr>
          <p:spPr>
            <a:xfrm>
              <a:off x="1084650" y="4415900"/>
              <a:ext cx="26625" cy="32700"/>
            </a:xfrm>
            <a:custGeom>
              <a:rect b="b" l="l" r="r" t="t"/>
              <a:pathLst>
                <a:path extrusionOk="0" fill="none" h="1308" w="1065">
                  <a:moveTo>
                    <a:pt x="1064" y="1"/>
                  </a:moveTo>
                  <a:cubicBezTo>
                    <a:pt x="730" y="365"/>
                    <a:pt x="152" y="821"/>
                    <a:pt x="0" y="1308"/>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
            <p:cNvSpPr/>
            <p:nvPr/>
          </p:nvSpPr>
          <p:spPr>
            <a:xfrm>
              <a:off x="1122650" y="4451625"/>
              <a:ext cx="44100" cy="58525"/>
            </a:xfrm>
            <a:custGeom>
              <a:rect b="b" l="l" r="r" t="t"/>
              <a:pathLst>
                <a:path extrusionOk="0" fill="none" h="2341" w="1764">
                  <a:moveTo>
                    <a:pt x="1763" y="0"/>
                  </a:moveTo>
                  <a:cubicBezTo>
                    <a:pt x="1368" y="517"/>
                    <a:pt x="1003" y="1094"/>
                    <a:pt x="578" y="1611"/>
                  </a:cubicBezTo>
                  <a:cubicBezTo>
                    <a:pt x="395" y="1854"/>
                    <a:pt x="243" y="2158"/>
                    <a:pt x="0" y="2341"/>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
            <p:cNvSpPr/>
            <p:nvPr/>
          </p:nvSpPr>
          <p:spPr>
            <a:xfrm>
              <a:off x="1245750" y="4327750"/>
              <a:ext cx="29650" cy="32700"/>
            </a:xfrm>
            <a:custGeom>
              <a:rect b="b" l="l" r="r" t="t"/>
              <a:pathLst>
                <a:path extrusionOk="0" fill="none" h="1308" w="1186">
                  <a:moveTo>
                    <a:pt x="1186" y="1"/>
                  </a:moveTo>
                  <a:cubicBezTo>
                    <a:pt x="851" y="213"/>
                    <a:pt x="456" y="487"/>
                    <a:pt x="304" y="852"/>
                  </a:cubicBezTo>
                  <a:cubicBezTo>
                    <a:pt x="213" y="1034"/>
                    <a:pt x="183" y="1156"/>
                    <a:pt x="0" y="1308"/>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
            <p:cNvSpPr/>
            <p:nvPr/>
          </p:nvSpPr>
          <p:spPr>
            <a:xfrm>
              <a:off x="1284500" y="4418950"/>
              <a:ext cx="31950" cy="44100"/>
            </a:xfrm>
            <a:custGeom>
              <a:rect b="b" l="l" r="r" t="t"/>
              <a:pathLst>
                <a:path extrusionOk="0" fill="none" h="1764" w="1278">
                  <a:moveTo>
                    <a:pt x="1277" y="0"/>
                  </a:moveTo>
                  <a:cubicBezTo>
                    <a:pt x="943" y="395"/>
                    <a:pt x="578" y="821"/>
                    <a:pt x="304" y="1246"/>
                  </a:cubicBezTo>
                  <a:cubicBezTo>
                    <a:pt x="183" y="1398"/>
                    <a:pt x="122" y="1611"/>
                    <a:pt x="0" y="176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
            <p:cNvSpPr/>
            <p:nvPr/>
          </p:nvSpPr>
          <p:spPr>
            <a:xfrm>
              <a:off x="1292850" y="4507100"/>
              <a:ext cx="35000" cy="49400"/>
            </a:xfrm>
            <a:custGeom>
              <a:rect b="b" l="l" r="r" t="t"/>
              <a:pathLst>
                <a:path extrusionOk="0" fill="none" h="1976" w="1400">
                  <a:moveTo>
                    <a:pt x="1399" y="0"/>
                  </a:moveTo>
                  <a:cubicBezTo>
                    <a:pt x="822" y="517"/>
                    <a:pt x="548" y="1398"/>
                    <a:pt x="1" y="197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
            <p:cNvSpPr/>
            <p:nvPr/>
          </p:nvSpPr>
          <p:spPr>
            <a:xfrm>
              <a:off x="1257900" y="4627150"/>
              <a:ext cx="44100" cy="52450"/>
            </a:xfrm>
            <a:custGeom>
              <a:rect b="b" l="l" r="r" t="t"/>
              <a:pathLst>
                <a:path extrusionOk="0" fill="none" h="2098" w="1764">
                  <a:moveTo>
                    <a:pt x="1764" y="1"/>
                  </a:moveTo>
                  <a:cubicBezTo>
                    <a:pt x="1308" y="517"/>
                    <a:pt x="882" y="1034"/>
                    <a:pt x="457" y="1520"/>
                  </a:cubicBezTo>
                  <a:cubicBezTo>
                    <a:pt x="335" y="1672"/>
                    <a:pt x="31" y="1946"/>
                    <a:pt x="1" y="2098"/>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
            <p:cNvSpPr/>
            <p:nvPr/>
          </p:nvSpPr>
          <p:spPr>
            <a:xfrm>
              <a:off x="1175825" y="4636275"/>
              <a:ext cx="41075" cy="49425"/>
            </a:xfrm>
            <a:custGeom>
              <a:rect b="b" l="l" r="r" t="t"/>
              <a:pathLst>
                <a:path extrusionOk="0" fill="none" h="1977" w="1643">
                  <a:moveTo>
                    <a:pt x="1642" y="0"/>
                  </a:moveTo>
                  <a:cubicBezTo>
                    <a:pt x="1156" y="304"/>
                    <a:pt x="852" y="791"/>
                    <a:pt x="578" y="1277"/>
                  </a:cubicBezTo>
                  <a:cubicBezTo>
                    <a:pt x="426" y="1550"/>
                    <a:pt x="214" y="1763"/>
                    <a:pt x="1" y="197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
            <p:cNvSpPr/>
            <p:nvPr/>
          </p:nvSpPr>
          <p:spPr>
            <a:xfrm>
              <a:off x="1175825" y="4530650"/>
              <a:ext cx="49425" cy="64600"/>
            </a:xfrm>
            <a:custGeom>
              <a:rect b="b" l="l" r="r" t="t"/>
              <a:pathLst>
                <a:path extrusionOk="0" fill="none" h="2584" w="1977">
                  <a:moveTo>
                    <a:pt x="1977" y="0"/>
                  </a:moveTo>
                  <a:cubicBezTo>
                    <a:pt x="1581" y="426"/>
                    <a:pt x="1156" y="943"/>
                    <a:pt x="822" y="1429"/>
                  </a:cubicBezTo>
                  <a:cubicBezTo>
                    <a:pt x="548" y="1824"/>
                    <a:pt x="305" y="2219"/>
                    <a:pt x="1" y="258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
            <p:cNvSpPr/>
            <p:nvPr/>
          </p:nvSpPr>
          <p:spPr>
            <a:xfrm>
              <a:off x="1067175" y="4662100"/>
              <a:ext cx="38025" cy="47150"/>
            </a:xfrm>
            <a:custGeom>
              <a:rect b="b" l="l" r="r" t="t"/>
              <a:pathLst>
                <a:path extrusionOk="0" fill="none" h="1886" w="1521">
                  <a:moveTo>
                    <a:pt x="1520" y="1"/>
                  </a:moveTo>
                  <a:cubicBezTo>
                    <a:pt x="1186" y="426"/>
                    <a:pt x="943" y="943"/>
                    <a:pt x="578" y="1308"/>
                  </a:cubicBezTo>
                  <a:cubicBezTo>
                    <a:pt x="395" y="1521"/>
                    <a:pt x="183" y="1703"/>
                    <a:pt x="0" y="188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
            <p:cNvSpPr/>
            <p:nvPr/>
          </p:nvSpPr>
          <p:spPr>
            <a:xfrm>
              <a:off x="1105175" y="4697825"/>
              <a:ext cx="32700" cy="38025"/>
            </a:xfrm>
            <a:custGeom>
              <a:rect b="b" l="l" r="r" t="t"/>
              <a:pathLst>
                <a:path extrusionOk="0" fill="none" h="1521" w="1308">
                  <a:moveTo>
                    <a:pt x="1307" y="0"/>
                  </a:moveTo>
                  <a:cubicBezTo>
                    <a:pt x="942" y="335"/>
                    <a:pt x="578" y="699"/>
                    <a:pt x="304" y="1125"/>
                  </a:cubicBezTo>
                  <a:cubicBezTo>
                    <a:pt x="243" y="1247"/>
                    <a:pt x="182" y="1490"/>
                    <a:pt x="0" y="152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
            <p:cNvSpPr/>
            <p:nvPr/>
          </p:nvSpPr>
          <p:spPr>
            <a:xfrm>
              <a:off x="1061100" y="4556475"/>
              <a:ext cx="34975" cy="44100"/>
            </a:xfrm>
            <a:custGeom>
              <a:rect b="b" l="l" r="r" t="t"/>
              <a:pathLst>
                <a:path extrusionOk="0" fill="none" h="1764" w="1399">
                  <a:moveTo>
                    <a:pt x="1398" y="1"/>
                  </a:moveTo>
                  <a:cubicBezTo>
                    <a:pt x="942" y="274"/>
                    <a:pt x="578" y="730"/>
                    <a:pt x="365" y="1247"/>
                  </a:cubicBezTo>
                  <a:cubicBezTo>
                    <a:pt x="304" y="1338"/>
                    <a:pt x="274" y="1460"/>
                    <a:pt x="213" y="1551"/>
                  </a:cubicBezTo>
                  <a:cubicBezTo>
                    <a:pt x="152" y="1642"/>
                    <a:pt x="31" y="1642"/>
                    <a:pt x="0" y="176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
            <p:cNvSpPr/>
            <p:nvPr/>
          </p:nvSpPr>
          <p:spPr>
            <a:xfrm>
              <a:off x="923550" y="4653750"/>
              <a:ext cx="41050" cy="55500"/>
            </a:xfrm>
            <a:custGeom>
              <a:rect b="b" l="l" r="r" t="t"/>
              <a:pathLst>
                <a:path extrusionOk="0" fill="none" h="2220" w="1642">
                  <a:moveTo>
                    <a:pt x="1642" y="0"/>
                  </a:moveTo>
                  <a:cubicBezTo>
                    <a:pt x="1277" y="487"/>
                    <a:pt x="912" y="1003"/>
                    <a:pt x="517" y="1520"/>
                  </a:cubicBezTo>
                  <a:cubicBezTo>
                    <a:pt x="365" y="1733"/>
                    <a:pt x="183" y="2007"/>
                    <a:pt x="1" y="2219"/>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
            <p:cNvSpPr/>
            <p:nvPr/>
          </p:nvSpPr>
          <p:spPr>
            <a:xfrm>
              <a:off x="947100" y="4527600"/>
              <a:ext cx="44100" cy="55500"/>
            </a:xfrm>
            <a:custGeom>
              <a:rect b="b" l="l" r="r" t="t"/>
              <a:pathLst>
                <a:path extrusionOk="0" fill="none" h="2220" w="1764">
                  <a:moveTo>
                    <a:pt x="1764" y="1"/>
                  </a:moveTo>
                  <a:cubicBezTo>
                    <a:pt x="821" y="517"/>
                    <a:pt x="639" y="1490"/>
                    <a:pt x="1" y="222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
            <p:cNvSpPr/>
            <p:nvPr/>
          </p:nvSpPr>
          <p:spPr>
            <a:xfrm>
              <a:off x="820975" y="4527600"/>
              <a:ext cx="49400" cy="64625"/>
            </a:xfrm>
            <a:custGeom>
              <a:rect b="b" l="l" r="r" t="t"/>
              <a:pathLst>
                <a:path extrusionOk="0" fill="none" h="2585" w="1976">
                  <a:moveTo>
                    <a:pt x="1976" y="1"/>
                  </a:moveTo>
                  <a:cubicBezTo>
                    <a:pt x="1398" y="487"/>
                    <a:pt x="973" y="913"/>
                    <a:pt x="517" y="1521"/>
                  </a:cubicBezTo>
                  <a:cubicBezTo>
                    <a:pt x="274" y="1855"/>
                    <a:pt x="182" y="2220"/>
                    <a:pt x="0" y="258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
            <p:cNvSpPr/>
            <p:nvPr/>
          </p:nvSpPr>
          <p:spPr>
            <a:xfrm>
              <a:off x="827050" y="4659825"/>
              <a:ext cx="38025" cy="46375"/>
            </a:xfrm>
            <a:custGeom>
              <a:rect b="b" l="l" r="r" t="t"/>
              <a:pathLst>
                <a:path extrusionOk="0" fill="none" h="1855" w="1521">
                  <a:moveTo>
                    <a:pt x="1520" y="1"/>
                  </a:moveTo>
                  <a:cubicBezTo>
                    <a:pt x="1125" y="365"/>
                    <a:pt x="608" y="730"/>
                    <a:pt x="335" y="1186"/>
                  </a:cubicBezTo>
                  <a:cubicBezTo>
                    <a:pt x="274" y="1308"/>
                    <a:pt x="243" y="1429"/>
                    <a:pt x="183" y="1520"/>
                  </a:cubicBezTo>
                  <a:cubicBezTo>
                    <a:pt x="122" y="1642"/>
                    <a:pt x="0" y="1703"/>
                    <a:pt x="0" y="185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
            <p:cNvSpPr/>
            <p:nvPr/>
          </p:nvSpPr>
          <p:spPr>
            <a:xfrm>
              <a:off x="772325" y="4647675"/>
              <a:ext cx="22075" cy="23575"/>
            </a:xfrm>
            <a:custGeom>
              <a:rect b="b" l="l" r="r" t="t"/>
              <a:pathLst>
                <a:path extrusionOk="0" fill="none" h="943" w="883">
                  <a:moveTo>
                    <a:pt x="882" y="0"/>
                  </a:moveTo>
                  <a:cubicBezTo>
                    <a:pt x="609" y="152"/>
                    <a:pt x="1" y="578"/>
                    <a:pt x="62" y="94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
            <p:cNvSpPr/>
            <p:nvPr/>
          </p:nvSpPr>
          <p:spPr>
            <a:xfrm>
              <a:off x="988150" y="4682625"/>
              <a:ext cx="28900" cy="38775"/>
            </a:xfrm>
            <a:custGeom>
              <a:rect b="b" l="l" r="r" t="t"/>
              <a:pathLst>
                <a:path extrusionOk="0" fill="none" h="1551" w="1156">
                  <a:moveTo>
                    <a:pt x="1155" y="0"/>
                  </a:moveTo>
                  <a:cubicBezTo>
                    <a:pt x="760" y="396"/>
                    <a:pt x="547" y="578"/>
                    <a:pt x="335" y="1034"/>
                  </a:cubicBezTo>
                  <a:cubicBezTo>
                    <a:pt x="274" y="1216"/>
                    <a:pt x="152" y="1429"/>
                    <a:pt x="0" y="1551"/>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
            <p:cNvSpPr/>
            <p:nvPr/>
          </p:nvSpPr>
          <p:spPr>
            <a:xfrm>
              <a:off x="1357450" y="4407550"/>
              <a:ext cx="23575" cy="34975"/>
            </a:xfrm>
            <a:custGeom>
              <a:rect b="b" l="l" r="r" t="t"/>
              <a:pathLst>
                <a:path extrusionOk="0" fill="none" h="1399" w="943">
                  <a:moveTo>
                    <a:pt x="943" y="0"/>
                  </a:moveTo>
                  <a:cubicBezTo>
                    <a:pt x="669" y="304"/>
                    <a:pt x="426" y="639"/>
                    <a:pt x="213" y="973"/>
                  </a:cubicBezTo>
                  <a:cubicBezTo>
                    <a:pt x="122" y="1125"/>
                    <a:pt x="0" y="1246"/>
                    <a:pt x="0" y="1398"/>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
            <p:cNvSpPr/>
            <p:nvPr/>
          </p:nvSpPr>
          <p:spPr>
            <a:xfrm>
              <a:off x="1349100" y="4603600"/>
              <a:ext cx="19775" cy="17500"/>
            </a:xfrm>
            <a:custGeom>
              <a:rect b="b" l="l" r="r" t="t"/>
              <a:pathLst>
                <a:path extrusionOk="0" fill="none" h="700" w="791">
                  <a:moveTo>
                    <a:pt x="790" y="0"/>
                  </a:moveTo>
                  <a:cubicBezTo>
                    <a:pt x="578" y="213"/>
                    <a:pt x="213" y="456"/>
                    <a:pt x="0" y="699"/>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
            <p:cNvSpPr/>
            <p:nvPr/>
          </p:nvSpPr>
          <p:spPr>
            <a:xfrm>
              <a:off x="1005238" y="38760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84" name="Shape 384"/>
        <p:cNvGrpSpPr/>
        <p:nvPr/>
      </p:nvGrpSpPr>
      <p:grpSpPr>
        <a:xfrm>
          <a:off x="0" y="0"/>
          <a:ext cx="0" cy="0"/>
          <a:chOff x="0" y="0"/>
          <a:chExt cx="0" cy="0"/>
        </a:xfrm>
      </p:grpSpPr>
      <p:pic>
        <p:nvPicPr>
          <p:cNvPr id="385" name="Google Shape;385;p4"/>
          <p:cNvPicPr preferRelativeResize="0"/>
          <p:nvPr/>
        </p:nvPicPr>
        <p:blipFill>
          <a:blip r:embed="rId2">
            <a:alphaModFix/>
          </a:blip>
          <a:stretch>
            <a:fillRect/>
          </a:stretch>
        </p:blipFill>
        <p:spPr>
          <a:xfrm>
            <a:off x="0" y="0"/>
            <a:ext cx="9144000" cy="5143500"/>
          </a:xfrm>
          <a:prstGeom prst="rect">
            <a:avLst/>
          </a:prstGeom>
          <a:noFill/>
          <a:ln>
            <a:noFill/>
          </a:ln>
        </p:spPr>
      </p:pic>
      <p:sp>
        <p:nvSpPr>
          <p:cNvPr id="386" name="Google Shape;386;p4"/>
          <p:cNvSpPr/>
          <p:nvPr/>
        </p:nvSpPr>
        <p:spPr>
          <a:xfrm>
            <a:off x="166525" y="67725"/>
            <a:ext cx="1119378"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6"/>
                  <a:pt x="4134" y="1217"/>
                  <a:pt x="4621" y="1217"/>
                </a:cubicBezTo>
                <a:cubicBezTo>
                  <a:pt x="5198" y="1217"/>
                  <a:pt x="5715" y="1156"/>
                  <a:pt x="6262" y="1399"/>
                </a:cubicBezTo>
                <a:cubicBezTo>
                  <a:pt x="6870" y="1673"/>
                  <a:pt x="7478" y="2007"/>
                  <a:pt x="8055" y="2372"/>
                </a:cubicBezTo>
                <a:cubicBezTo>
                  <a:pt x="8572" y="2706"/>
                  <a:pt x="8937" y="3162"/>
                  <a:pt x="9545" y="3345"/>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4"/>
                </a:cubicBezTo>
                <a:cubicBezTo>
                  <a:pt x="16110" y="579"/>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8"/>
                  <a:pt x="24378" y="4287"/>
                  <a:pt x="25138" y="4287"/>
                </a:cubicBezTo>
                <a:cubicBezTo>
                  <a:pt x="25502" y="4287"/>
                  <a:pt x="26050" y="4378"/>
                  <a:pt x="26414" y="4256"/>
                </a:cubicBezTo>
                <a:cubicBezTo>
                  <a:pt x="26870" y="4135"/>
                  <a:pt x="27296" y="3740"/>
                  <a:pt x="27721" y="3527"/>
                </a:cubicBezTo>
                <a:cubicBezTo>
                  <a:pt x="28451" y="3162"/>
                  <a:pt x="29150" y="2372"/>
                  <a:pt x="29636" y="1734"/>
                </a:cubicBezTo>
                <a:cubicBezTo>
                  <a:pt x="29910" y="1430"/>
                  <a:pt x="30123" y="1065"/>
                  <a:pt x="30335" y="730"/>
                </a:cubicBezTo>
                <a:cubicBezTo>
                  <a:pt x="30427" y="548"/>
                  <a:pt x="30548" y="305"/>
                  <a:pt x="30761" y="275"/>
                </a:cubicBezTo>
                <a:cubicBezTo>
                  <a:pt x="30822" y="457"/>
                  <a:pt x="30822" y="609"/>
                  <a:pt x="30822" y="822"/>
                </a:cubicBezTo>
              </a:path>
            </a:pathLst>
          </a:custGeom>
          <a:noFill/>
          <a:ln cap="flat" cmpd="sng" w="66875">
            <a:solidFill>
              <a:schemeClr val="accent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4"/>
          <p:cNvSpPr/>
          <p:nvPr/>
        </p:nvSpPr>
        <p:spPr>
          <a:xfrm>
            <a:off x="166525" y="244025"/>
            <a:ext cx="1119378"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5"/>
                  <a:pt x="4134" y="1217"/>
                  <a:pt x="4621" y="1217"/>
                </a:cubicBezTo>
                <a:cubicBezTo>
                  <a:pt x="5198" y="1217"/>
                  <a:pt x="5715" y="1156"/>
                  <a:pt x="6262" y="1399"/>
                </a:cubicBezTo>
                <a:cubicBezTo>
                  <a:pt x="6870" y="1673"/>
                  <a:pt x="7478" y="2007"/>
                  <a:pt x="8055" y="2372"/>
                </a:cubicBezTo>
                <a:cubicBezTo>
                  <a:pt x="8572" y="2706"/>
                  <a:pt x="8937" y="3162"/>
                  <a:pt x="9545" y="3344"/>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3"/>
                </a:cubicBezTo>
                <a:cubicBezTo>
                  <a:pt x="16110" y="578"/>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7"/>
                  <a:pt x="24378" y="4287"/>
                  <a:pt x="25138" y="4287"/>
                </a:cubicBezTo>
                <a:cubicBezTo>
                  <a:pt x="25502" y="4287"/>
                  <a:pt x="26050" y="4378"/>
                  <a:pt x="26414" y="4256"/>
                </a:cubicBezTo>
                <a:cubicBezTo>
                  <a:pt x="26870" y="4135"/>
                  <a:pt x="27296" y="3739"/>
                  <a:pt x="27721" y="3527"/>
                </a:cubicBezTo>
                <a:cubicBezTo>
                  <a:pt x="28451" y="3162"/>
                  <a:pt x="29150" y="2372"/>
                  <a:pt x="29636" y="1733"/>
                </a:cubicBezTo>
                <a:cubicBezTo>
                  <a:pt x="29910" y="1399"/>
                  <a:pt x="30123" y="1065"/>
                  <a:pt x="30335" y="730"/>
                </a:cubicBezTo>
                <a:cubicBezTo>
                  <a:pt x="30427" y="548"/>
                  <a:pt x="30548" y="305"/>
                  <a:pt x="30761" y="274"/>
                </a:cubicBezTo>
                <a:cubicBezTo>
                  <a:pt x="30822" y="457"/>
                  <a:pt x="30822" y="609"/>
                  <a:pt x="30822" y="821"/>
                </a:cubicBezTo>
              </a:path>
            </a:pathLst>
          </a:custGeom>
          <a:noFill/>
          <a:ln cap="flat" cmpd="sng" w="760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 name="Google Shape;388;p4"/>
          <p:cNvGrpSpPr/>
          <p:nvPr/>
        </p:nvGrpSpPr>
        <p:grpSpPr>
          <a:xfrm>
            <a:off x="8553170" y="4050504"/>
            <a:ext cx="383488" cy="353227"/>
            <a:chOff x="548175" y="3691725"/>
            <a:chExt cx="990925" cy="1044125"/>
          </a:xfrm>
        </p:grpSpPr>
        <p:sp>
          <p:nvSpPr>
            <p:cNvPr id="389" name="Google Shape;389;p4"/>
            <p:cNvSpPr/>
            <p:nvPr/>
          </p:nvSpPr>
          <p:spPr>
            <a:xfrm>
              <a:off x="803500" y="3747200"/>
              <a:ext cx="52450" cy="99575"/>
            </a:xfrm>
            <a:custGeom>
              <a:rect b="b" l="l" r="r" t="t"/>
              <a:pathLst>
                <a:path extrusionOk="0" fill="none" h="3983" w="2098">
                  <a:moveTo>
                    <a:pt x="2097" y="0"/>
                  </a:moveTo>
                  <a:cubicBezTo>
                    <a:pt x="1733" y="760"/>
                    <a:pt x="1307" y="1490"/>
                    <a:pt x="881" y="2250"/>
                  </a:cubicBezTo>
                  <a:cubicBezTo>
                    <a:pt x="578" y="2827"/>
                    <a:pt x="213" y="3374"/>
                    <a:pt x="0" y="398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4"/>
            <p:cNvSpPr/>
            <p:nvPr/>
          </p:nvSpPr>
          <p:spPr>
            <a:xfrm>
              <a:off x="773850" y="3864975"/>
              <a:ext cx="58550" cy="99575"/>
            </a:xfrm>
            <a:custGeom>
              <a:rect b="b" l="l" r="r" t="t"/>
              <a:pathLst>
                <a:path extrusionOk="0" fill="none" h="3983" w="2342">
                  <a:moveTo>
                    <a:pt x="2341" y="1"/>
                  </a:moveTo>
                  <a:cubicBezTo>
                    <a:pt x="2067" y="700"/>
                    <a:pt x="1490" y="1308"/>
                    <a:pt x="1186" y="2007"/>
                  </a:cubicBezTo>
                  <a:cubicBezTo>
                    <a:pt x="852" y="2706"/>
                    <a:pt x="517" y="3436"/>
                    <a:pt x="1" y="398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4"/>
            <p:cNvSpPr/>
            <p:nvPr/>
          </p:nvSpPr>
          <p:spPr>
            <a:xfrm>
              <a:off x="712300" y="3923500"/>
              <a:ext cx="38025" cy="64600"/>
            </a:xfrm>
            <a:custGeom>
              <a:rect b="b" l="l" r="r" t="t"/>
              <a:pathLst>
                <a:path extrusionOk="0" fill="none" h="2584" w="1521">
                  <a:moveTo>
                    <a:pt x="1520" y="0"/>
                  </a:moveTo>
                  <a:cubicBezTo>
                    <a:pt x="1216" y="487"/>
                    <a:pt x="1034" y="1034"/>
                    <a:pt x="700" y="1520"/>
                  </a:cubicBezTo>
                  <a:cubicBezTo>
                    <a:pt x="456" y="1885"/>
                    <a:pt x="244" y="2219"/>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
            <p:cNvSpPr/>
            <p:nvPr/>
          </p:nvSpPr>
          <p:spPr>
            <a:xfrm>
              <a:off x="718375" y="3829275"/>
              <a:ext cx="41075" cy="64600"/>
            </a:xfrm>
            <a:custGeom>
              <a:rect b="b" l="l" r="r" t="t"/>
              <a:pathLst>
                <a:path extrusionOk="0" fill="none" h="2584" w="1643">
                  <a:moveTo>
                    <a:pt x="1642" y="0"/>
                  </a:moveTo>
                  <a:cubicBezTo>
                    <a:pt x="1034" y="851"/>
                    <a:pt x="487" y="1702"/>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4"/>
            <p:cNvSpPr/>
            <p:nvPr/>
          </p:nvSpPr>
          <p:spPr>
            <a:xfrm>
              <a:off x="621125" y="3993400"/>
              <a:ext cx="26600" cy="53225"/>
            </a:xfrm>
            <a:custGeom>
              <a:rect b="b" l="l" r="r" t="t"/>
              <a:pathLst>
                <a:path extrusionOk="0" fill="none" h="2129" w="1064">
                  <a:moveTo>
                    <a:pt x="1064" y="1"/>
                  </a:moveTo>
                  <a:cubicBezTo>
                    <a:pt x="1003" y="335"/>
                    <a:pt x="699" y="761"/>
                    <a:pt x="517" y="1065"/>
                  </a:cubicBezTo>
                  <a:cubicBezTo>
                    <a:pt x="365" y="1429"/>
                    <a:pt x="182" y="1764"/>
                    <a:pt x="0" y="212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4"/>
            <p:cNvSpPr/>
            <p:nvPr/>
          </p:nvSpPr>
          <p:spPr>
            <a:xfrm>
              <a:off x="662150" y="4043550"/>
              <a:ext cx="32700" cy="58550"/>
            </a:xfrm>
            <a:custGeom>
              <a:rect b="b" l="l" r="r" t="t"/>
              <a:pathLst>
                <a:path extrusionOk="0" fill="none" h="2342" w="1308">
                  <a:moveTo>
                    <a:pt x="1307" y="1"/>
                  </a:moveTo>
                  <a:cubicBezTo>
                    <a:pt x="1034" y="487"/>
                    <a:pt x="578" y="882"/>
                    <a:pt x="396" y="1399"/>
                  </a:cubicBezTo>
                  <a:cubicBezTo>
                    <a:pt x="274" y="1703"/>
                    <a:pt x="244" y="209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4"/>
            <p:cNvSpPr/>
            <p:nvPr/>
          </p:nvSpPr>
          <p:spPr>
            <a:xfrm>
              <a:off x="726750" y="4043550"/>
              <a:ext cx="44075" cy="67650"/>
            </a:xfrm>
            <a:custGeom>
              <a:rect b="b" l="l" r="r" t="t"/>
              <a:pathLst>
                <a:path extrusionOk="0" fill="none" h="2706" w="1763">
                  <a:moveTo>
                    <a:pt x="1763" y="1"/>
                  </a:moveTo>
                  <a:cubicBezTo>
                    <a:pt x="973" y="761"/>
                    <a:pt x="426" y="1703"/>
                    <a:pt x="0"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
            <p:cNvSpPr/>
            <p:nvPr/>
          </p:nvSpPr>
          <p:spPr>
            <a:xfrm>
              <a:off x="827050" y="3955400"/>
              <a:ext cx="43325" cy="67675"/>
            </a:xfrm>
            <a:custGeom>
              <a:rect b="b" l="l" r="r" t="t"/>
              <a:pathLst>
                <a:path extrusionOk="0" fill="none" h="2707" w="1733">
                  <a:moveTo>
                    <a:pt x="1733" y="1"/>
                  </a:moveTo>
                  <a:cubicBezTo>
                    <a:pt x="1307" y="487"/>
                    <a:pt x="851" y="1065"/>
                    <a:pt x="578" y="1673"/>
                  </a:cubicBezTo>
                  <a:cubicBezTo>
                    <a:pt x="487" y="1855"/>
                    <a:pt x="426" y="2068"/>
                    <a:pt x="304" y="2250"/>
                  </a:cubicBezTo>
                  <a:cubicBezTo>
                    <a:pt x="213" y="2402"/>
                    <a:pt x="0" y="2524"/>
                    <a:pt x="0"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
            <p:cNvSpPr/>
            <p:nvPr/>
          </p:nvSpPr>
          <p:spPr>
            <a:xfrm>
              <a:off x="908350" y="3835350"/>
              <a:ext cx="44100" cy="76000"/>
            </a:xfrm>
            <a:custGeom>
              <a:rect b="b" l="l" r="r" t="t"/>
              <a:pathLst>
                <a:path extrusionOk="0" fill="none" h="3040" w="1764">
                  <a:moveTo>
                    <a:pt x="1764" y="0"/>
                  </a:moveTo>
                  <a:cubicBezTo>
                    <a:pt x="1399" y="699"/>
                    <a:pt x="1034" y="1429"/>
                    <a:pt x="700" y="2158"/>
                  </a:cubicBezTo>
                  <a:cubicBezTo>
                    <a:pt x="578" y="2462"/>
                    <a:pt x="457" y="3040"/>
                    <a:pt x="1" y="294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4"/>
            <p:cNvSpPr/>
            <p:nvPr/>
          </p:nvSpPr>
          <p:spPr>
            <a:xfrm>
              <a:off x="901525" y="3764675"/>
              <a:ext cx="50925" cy="76775"/>
            </a:xfrm>
            <a:custGeom>
              <a:rect b="b" l="l" r="r" t="t"/>
              <a:pathLst>
                <a:path extrusionOk="0" fill="none" h="3071" w="2037">
                  <a:moveTo>
                    <a:pt x="2037" y="1"/>
                  </a:moveTo>
                  <a:cubicBezTo>
                    <a:pt x="1489" y="457"/>
                    <a:pt x="1155" y="1095"/>
                    <a:pt x="821" y="1703"/>
                  </a:cubicBezTo>
                  <a:cubicBezTo>
                    <a:pt x="608" y="2067"/>
                    <a:pt x="0" y="2645"/>
                    <a:pt x="61" y="307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4"/>
            <p:cNvSpPr/>
            <p:nvPr/>
          </p:nvSpPr>
          <p:spPr>
            <a:xfrm>
              <a:off x="1008650" y="3762400"/>
              <a:ext cx="28900" cy="52450"/>
            </a:xfrm>
            <a:custGeom>
              <a:rect b="b" l="l" r="r" t="t"/>
              <a:pathLst>
                <a:path extrusionOk="0" fill="none" h="2098" w="1156">
                  <a:moveTo>
                    <a:pt x="1156" y="0"/>
                  </a:moveTo>
                  <a:cubicBezTo>
                    <a:pt x="882" y="456"/>
                    <a:pt x="487" y="882"/>
                    <a:pt x="305" y="1399"/>
                  </a:cubicBezTo>
                  <a:cubicBezTo>
                    <a:pt x="214" y="1611"/>
                    <a:pt x="183" y="1915"/>
                    <a:pt x="1" y="20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4"/>
            <p:cNvSpPr/>
            <p:nvPr/>
          </p:nvSpPr>
          <p:spPr>
            <a:xfrm>
              <a:off x="1084650" y="3732750"/>
              <a:ext cx="44100" cy="61600"/>
            </a:xfrm>
            <a:custGeom>
              <a:rect b="b" l="l" r="r" t="t"/>
              <a:pathLst>
                <a:path extrusionOk="0" fill="none" h="2464" w="1764">
                  <a:moveTo>
                    <a:pt x="1763" y="1"/>
                  </a:moveTo>
                  <a:cubicBezTo>
                    <a:pt x="1551" y="487"/>
                    <a:pt x="1277" y="913"/>
                    <a:pt x="943" y="1308"/>
                  </a:cubicBezTo>
                  <a:cubicBezTo>
                    <a:pt x="608" y="1703"/>
                    <a:pt x="396" y="2098"/>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4"/>
            <p:cNvSpPr/>
            <p:nvPr/>
          </p:nvSpPr>
          <p:spPr>
            <a:xfrm>
              <a:off x="1155325" y="3762400"/>
              <a:ext cx="38000" cy="49425"/>
            </a:xfrm>
            <a:custGeom>
              <a:rect b="b" l="l" r="r" t="t"/>
              <a:pathLst>
                <a:path extrusionOk="0" fill="none" h="1977" w="1520">
                  <a:moveTo>
                    <a:pt x="1520" y="0"/>
                  </a:moveTo>
                  <a:cubicBezTo>
                    <a:pt x="1216" y="365"/>
                    <a:pt x="942" y="791"/>
                    <a:pt x="639" y="1155"/>
                  </a:cubicBezTo>
                  <a:cubicBezTo>
                    <a:pt x="426" y="1429"/>
                    <a:pt x="183" y="1672"/>
                    <a:pt x="0"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4"/>
            <p:cNvSpPr/>
            <p:nvPr/>
          </p:nvSpPr>
          <p:spPr>
            <a:xfrm>
              <a:off x="969900" y="39934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4"/>
            <p:cNvSpPr/>
            <p:nvPr/>
          </p:nvSpPr>
          <p:spPr>
            <a:xfrm>
              <a:off x="929625" y="3917425"/>
              <a:ext cx="43350" cy="64600"/>
            </a:xfrm>
            <a:custGeom>
              <a:rect b="b" l="l" r="r" t="t"/>
              <a:pathLst>
                <a:path extrusionOk="0" fill="none" h="2584" w="1734">
                  <a:moveTo>
                    <a:pt x="1733" y="0"/>
                  </a:moveTo>
                  <a:cubicBezTo>
                    <a:pt x="1217" y="882"/>
                    <a:pt x="730" y="1854"/>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4"/>
            <p:cNvSpPr/>
            <p:nvPr/>
          </p:nvSpPr>
          <p:spPr>
            <a:xfrm>
              <a:off x="847550" y="4061025"/>
              <a:ext cx="40300" cy="56275"/>
            </a:xfrm>
            <a:custGeom>
              <a:rect b="b" l="l" r="r" t="t"/>
              <a:pathLst>
                <a:path extrusionOk="0" fill="none" h="2251" w="1612">
                  <a:moveTo>
                    <a:pt x="1612" y="1"/>
                  </a:moveTo>
                  <a:cubicBezTo>
                    <a:pt x="974" y="700"/>
                    <a:pt x="487" y="1429"/>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4"/>
            <p:cNvSpPr/>
            <p:nvPr/>
          </p:nvSpPr>
          <p:spPr>
            <a:xfrm>
              <a:off x="750300" y="4169700"/>
              <a:ext cx="50175" cy="64625"/>
            </a:xfrm>
            <a:custGeom>
              <a:rect b="b" l="l" r="r" t="t"/>
              <a:pathLst>
                <a:path extrusionOk="0" fill="none" h="2585" w="2007">
                  <a:moveTo>
                    <a:pt x="2006" y="0"/>
                  </a:moveTo>
                  <a:cubicBezTo>
                    <a:pt x="1307" y="852"/>
                    <a:pt x="791" y="1824"/>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4"/>
            <p:cNvSpPr/>
            <p:nvPr/>
          </p:nvSpPr>
          <p:spPr>
            <a:xfrm>
              <a:off x="747250" y="4114225"/>
              <a:ext cx="32700" cy="46375"/>
            </a:xfrm>
            <a:custGeom>
              <a:rect b="b" l="l" r="r" t="t"/>
              <a:pathLst>
                <a:path extrusionOk="0" fill="none" h="1855" w="1308">
                  <a:moveTo>
                    <a:pt x="1308" y="1"/>
                  </a:moveTo>
                  <a:cubicBezTo>
                    <a:pt x="913" y="639"/>
                    <a:pt x="517" y="1308"/>
                    <a:pt x="1"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4"/>
            <p:cNvSpPr/>
            <p:nvPr/>
          </p:nvSpPr>
          <p:spPr>
            <a:xfrm>
              <a:off x="641625" y="4222900"/>
              <a:ext cx="35750" cy="52450"/>
            </a:xfrm>
            <a:custGeom>
              <a:rect b="b" l="l" r="r" t="t"/>
              <a:pathLst>
                <a:path extrusionOk="0" fill="none" h="2098" w="1430">
                  <a:moveTo>
                    <a:pt x="1429" y="0"/>
                  </a:moveTo>
                  <a:cubicBezTo>
                    <a:pt x="1399" y="182"/>
                    <a:pt x="1004" y="699"/>
                    <a:pt x="913" y="821"/>
                  </a:cubicBezTo>
                  <a:cubicBezTo>
                    <a:pt x="791" y="973"/>
                    <a:pt x="639" y="1125"/>
                    <a:pt x="517" y="1277"/>
                  </a:cubicBezTo>
                  <a:cubicBezTo>
                    <a:pt x="335" y="1520"/>
                    <a:pt x="62" y="1763"/>
                    <a:pt x="1" y="209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
            <p:cNvSpPr/>
            <p:nvPr/>
          </p:nvSpPr>
          <p:spPr>
            <a:xfrm>
              <a:off x="615800" y="4169700"/>
              <a:ext cx="46375" cy="55500"/>
            </a:xfrm>
            <a:custGeom>
              <a:rect b="b" l="l" r="r" t="t"/>
              <a:pathLst>
                <a:path extrusionOk="0" fill="none" h="2220" w="1855">
                  <a:moveTo>
                    <a:pt x="1854" y="0"/>
                  </a:moveTo>
                  <a:cubicBezTo>
                    <a:pt x="973" y="517"/>
                    <a:pt x="699" y="1551"/>
                    <a:pt x="0"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4"/>
            <p:cNvSpPr/>
            <p:nvPr/>
          </p:nvSpPr>
          <p:spPr>
            <a:xfrm>
              <a:off x="589200" y="4114225"/>
              <a:ext cx="31950" cy="46375"/>
            </a:xfrm>
            <a:custGeom>
              <a:rect b="b" l="l" r="r" t="t"/>
              <a:pathLst>
                <a:path extrusionOk="0" fill="none" h="1855" w="1278">
                  <a:moveTo>
                    <a:pt x="1277" y="1"/>
                  </a:moveTo>
                  <a:cubicBezTo>
                    <a:pt x="973" y="456"/>
                    <a:pt x="669" y="943"/>
                    <a:pt x="335" y="1399"/>
                  </a:cubicBezTo>
                  <a:cubicBezTo>
                    <a:pt x="244" y="1551"/>
                    <a:pt x="122" y="1733"/>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4"/>
            <p:cNvSpPr/>
            <p:nvPr/>
          </p:nvSpPr>
          <p:spPr>
            <a:xfrm>
              <a:off x="630225" y="3855875"/>
              <a:ext cx="31950" cy="50175"/>
            </a:xfrm>
            <a:custGeom>
              <a:rect b="b" l="l" r="r" t="t"/>
              <a:pathLst>
                <a:path extrusionOk="0" fill="none" h="2007" w="1278">
                  <a:moveTo>
                    <a:pt x="1277" y="0"/>
                  </a:moveTo>
                  <a:cubicBezTo>
                    <a:pt x="913" y="365"/>
                    <a:pt x="487" y="760"/>
                    <a:pt x="305" y="1246"/>
                  </a:cubicBezTo>
                  <a:cubicBezTo>
                    <a:pt x="214" y="1459"/>
                    <a:pt x="31" y="1763"/>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4"/>
            <p:cNvSpPr/>
            <p:nvPr/>
          </p:nvSpPr>
          <p:spPr>
            <a:xfrm>
              <a:off x="756375" y="3756325"/>
              <a:ext cx="28900" cy="28900"/>
            </a:xfrm>
            <a:custGeom>
              <a:rect b="b" l="l" r="r" t="t"/>
              <a:pathLst>
                <a:path extrusionOk="0" fill="none" h="1156" w="1156">
                  <a:moveTo>
                    <a:pt x="1156" y="0"/>
                  </a:moveTo>
                  <a:cubicBezTo>
                    <a:pt x="608" y="243"/>
                    <a:pt x="244" y="639"/>
                    <a:pt x="0" y="11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
            <p:cNvSpPr/>
            <p:nvPr/>
          </p:nvSpPr>
          <p:spPr>
            <a:xfrm>
              <a:off x="565650" y="3982000"/>
              <a:ext cx="26600" cy="41075"/>
            </a:xfrm>
            <a:custGeom>
              <a:rect b="b" l="l" r="r" t="t"/>
              <a:pathLst>
                <a:path extrusionOk="0" fill="none" h="1643" w="1064">
                  <a:moveTo>
                    <a:pt x="1064" y="1"/>
                  </a:moveTo>
                  <a:cubicBezTo>
                    <a:pt x="760" y="305"/>
                    <a:pt x="426" y="669"/>
                    <a:pt x="243" y="1065"/>
                  </a:cubicBezTo>
                  <a:cubicBezTo>
                    <a:pt x="152" y="1247"/>
                    <a:pt x="91" y="1460"/>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4"/>
            <p:cNvSpPr/>
            <p:nvPr/>
          </p:nvSpPr>
          <p:spPr>
            <a:xfrm>
              <a:off x="548175" y="4222900"/>
              <a:ext cx="26600" cy="43325"/>
            </a:xfrm>
            <a:custGeom>
              <a:rect b="b" l="l" r="r" t="t"/>
              <a:pathLst>
                <a:path extrusionOk="0" fill="none" h="1733" w="1064">
                  <a:moveTo>
                    <a:pt x="1064" y="0"/>
                  </a:moveTo>
                  <a:cubicBezTo>
                    <a:pt x="821" y="365"/>
                    <a:pt x="517" y="760"/>
                    <a:pt x="334" y="1155"/>
                  </a:cubicBezTo>
                  <a:cubicBezTo>
                    <a:pt x="274" y="1338"/>
                    <a:pt x="182" y="1702"/>
                    <a:pt x="0" y="173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4"/>
            <p:cNvSpPr/>
            <p:nvPr/>
          </p:nvSpPr>
          <p:spPr>
            <a:xfrm>
              <a:off x="583125" y="4278350"/>
              <a:ext cx="26625" cy="41075"/>
            </a:xfrm>
            <a:custGeom>
              <a:rect b="b" l="l" r="r" t="t"/>
              <a:pathLst>
                <a:path extrusionOk="0" fill="none" h="1643" w="1065">
                  <a:moveTo>
                    <a:pt x="1064" y="1"/>
                  </a:moveTo>
                  <a:cubicBezTo>
                    <a:pt x="730" y="335"/>
                    <a:pt x="487" y="700"/>
                    <a:pt x="304" y="1126"/>
                  </a:cubicBezTo>
                  <a:cubicBezTo>
                    <a:pt x="213" y="1278"/>
                    <a:pt x="152" y="1582"/>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
            <p:cNvSpPr/>
            <p:nvPr/>
          </p:nvSpPr>
          <p:spPr>
            <a:xfrm>
              <a:off x="621125" y="4322425"/>
              <a:ext cx="58525" cy="85150"/>
            </a:xfrm>
            <a:custGeom>
              <a:rect b="b" l="l" r="r" t="t"/>
              <a:pathLst>
                <a:path extrusionOk="0" fill="none" h="3406" w="2341">
                  <a:moveTo>
                    <a:pt x="2341" y="1"/>
                  </a:moveTo>
                  <a:cubicBezTo>
                    <a:pt x="1824" y="578"/>
                    <a:pt x="1368" y="1247"/>
                    <a:pt x="973" y="1946"/>
                  </a:cubicBezTo>
                  <a:cubicBezTo>
                    <a:pt x="821" y="2220"/>
                    <a:pt x="669" y="2433"/>
                    <a:pt x="517" y="2706"/>
                  </a:cubicBezTo>
                  <a:cubicBezTo>
                    <a:pt x="334" y="2919"/>
                    <a:pt x="243" y="3223"/>
                    <a:pt x="0" y="340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4"/>
            <p:cNvSpPr/>
            <p:nvPr/>
          </p:nvSpPr>
          <p:spPr>
            <a:xfrm>
              <a:off x="618075" y="4459975"/>
              <a:ext cx="26625" cy="44100"/>
            </a:xfrm>
            <a:custGeom>
              <a:rect b="b" l="l" r="r" t="t"/>
              <a:pathLst>
                <a:path extrusionOk="0" fill="none" h="1764" w="1065">
                  <a:moveTo>
                    <a:pt x="1064" y="1"/>
                  </a:moveTo>
                  <a:cubicBezTo>
                    <a:pt x="760" y="426"/>
                    <a:pt x="578" y="760"/>
                    <a:pt x="365" y="1216"/>
                  </a:cubicBezTo>
                  <a:cubicBezTo>
                    <a:pt x="304" y="1368"/>
                    <a:pt x="152" y="1642"/>
                    <a:pt x="0"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4"/>
            <p:cNvSpPr/>
            <p:nvPr/>
          </p:nvSpPr>
          <p:spPr>
            <a:xfrm>
              <a:off x="741925" y="4275325"/>
              <a:ext cx="41075" cy="55500"/>
            </a:xfrm>
            <a:custGeom>
              <a:rect b="b" l="l" r="r" t="t"/>
              <a:pathLst>
                <a:path extrusionOk="0" fill="none" h="2220" w="1643">
                  <a:moveTo>
                    <a:pt x="1642" y="0"/>
                  </a:moveTo>
                  <a:cubicBezTo>
                    <a:pt x="1095" y="335"/>
                    <a:pt x="882" y="851"/>
                    <a:pt x="578" y="1368"/>
                  </a:cubicBezTo>
                  <a:cubicBezTo>
                    <a:pt x="426" y="1672"/>
                    <a:pt x="244" y="2037"/>
                    <a:pt x="1"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4"/>
            <p:cNvSpPr/>
            <p:nvPr/>
          </p:nvSpPr>
          <p:spPr>
            <a:xfrm>
              <a:off x="849850" y="4178825"/>
              <a:ext cx="26600" cy="41050"/>
            </a:xfrm>
            <a:custGeom>
              <a:rect b="b" l="l" r="r" t="t"/>
              <a:pathLst>
                <a:path extrusionOk="0" fill="none" h="1642" w="1064">
                  <a:moveTo>
                    <a:pt x="1064" y="0"/>
                  </a:moveTo>
                  <a:cubicBezTo>
                    <a:pt x="790" y="335"/>
                    <a:pt x="517" y="638"/>
                    <a:pt x="304" y="1034"/>
                  </a:cubicBezTo>
                  <a:cubicBezTo>
                    <a:pt x="183" y="1216"/>
                    <a:pt x="152" y="1459"/>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
            <p:cNvSpPr/>
            <p:nvPr/>
          </p:nvSpPr>
          <p:spPr>
            <a:xfrm>
              <a:off x="944075" y="4102075"/>
              <a:ext cx="49400" cy="70675"/>
            </a:xfrm>
            <a:custGeom>
              <a:rect b="b" l="l" r="r" t="t"/>
              <a:pathLst>
                <a:path extrusionOk="0" fill="none" h="2827" w="1976">
                  <a:moveTo>
                    <a:pt x="1976" y="0"/>
                  </a:moveTo>
                  <a:cubicBezTo>
                    <a:pt x="1429" y="547"/>
                    <a:pt x="1003" y="1094"/>
                    <a:pt x="639" y="1794"/>
                  </a:cubicBezTo>
                  <a:cubicBezTo>
                    <a:pt x="456" y="2098"/>
                    <a:pt x="243" y="2553"/>
                    <a:pt x="0" y="282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4"/>
            <p:cNvSpPr/>
            <p:nvPr/>
          </p:nvSpPr>
          <p:spPr>
            <a:xfrm>
              <a:off x="1052725" y="4013925"/>
              <a:ext cx="34975" cy="50175"/>
            </a:xfrm>
            <a:custGeom>
              <a:rect b="b" l="l" r="r" t="t"/>
              <a:pathLst>
                <a:path extrusionOk="0" fill="none" h="2007" w="1399">
                  <a:moveTo>
                    <a:pt x="1399" y="0"/>
                  </a:moveTo>
                  <a:cubicBezTo>
                    <a:pt x="943" y="456"/>
                    <a:pt x="609" y="851"/>
                    <a:pt x="335" y="1399"/>
                  </a:cubicBezTo>
                  <a:cubicBezTo>
                    <a:pt x="274" y="1490"/>
                    <a:pt x="274" y="1672"/>
                    <a:pt x="183" y="1763"/>
                  </a:cubicBezTo>
                  <a:cubicBezTo>
                    <a:pt x="122" y="1885"/>
                    <a:pt x="62" y="1885"/>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4"/>
            <p:cNvSpPr/>
            <p:nvPr/>
          </p:nvSpPr>
          <p:spPr>
            <a:xfrm>
              <a:off x="1149250" y="3899950"/>
              <a:ext cx="34975" cy="50175"/>
            </a:xfrm>
            <a:custGeom>
              <a:rect b="b" l="l" r="r" t="t"/>
              <a:pathLst>
                <a:path extrusionOk="0" fill="none" h="2007" w="1399">
                  <a:moveTo>
                    <a:pt x="1398" y="0"/>
                  </a:moveTo>
                  <a:cubicBezTo>
                    <a:pt x="1003" y="426"/>
                    <a:pt x="730" y="821"/>
                    <a:pt x="395" y="1307"/>
                  </a:cubicBezTo>
                  <a:cubicBezTo>
                    <a:pt x="243" y="1489"/>
                    <a:pt x="0" y="1733"/>
                    <a:pt x="0"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4"/>
            <p:cNvSpPr/>
            <p:nvPr/>
          </p:nvSpPr>
          <p:spPr>
            <a:xfrm>
              <a:off x="1102125" y="3879425"/>
              <a:ext cx="26625" cy="41050"/>
            </a:xfrm>
            <a:custGeom>
              <a:rect b="b" l="l" r="r" t="t"/>
              <a:pathLst>
                <a:path extrusionOk="0" fill="none" h="1642" w="1065">
                  <a:moveTo>
                    <a:pt x="1064" y="0"/>
                  </a:moveTo>
                  <a:cubicBezTo>
                    <a:pt x="730" y="183"/>
                    <a:pt x="517" y="699"/>
                    <a:pt x="304" y="1003"/>
                  </a:cubicBezTo>
                  <a:cubicBezTo>
                    <a:pt x="183" y="1186"/>
                    <a:pt x="31" y="1429"/>
                    <a:pt x="1"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4"/>
            <p:cNvSpPr/>
            <p:nvPr/>
          </p:nvSpPr>
          <p:spPr>
            <a:xfrm>
              <a:off x="972950" y="3697800"/>
              <a:ext cx="38775" cy="44100"/>
            </a:xfrm>
            <a:custGeom>
              <a:rect b="b" l="l" r="r" t="t"/>
              <a:pathLst>
                <a:path extrusionOk="0" fill="none" h="1764" w="1551">
                  <a:moveTo>
                    <a:pt x="1550" y="1"/>
                  </a:moveTo>
                  <a:cubicBezTo>
                    <a:pt x="1186" y="426"/>
                    <a:pt x="851" y="791"/>
                    <a:pt x="487" y="1186"/>
                  </a:cubicBezTo>
                  <a:cubicBezTo>
                    <a:pt x="365" y="1308"/>
                    <a:pt x="61" y="1612"/>
                    <a:pt x="0"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4"/>
            <p:cNvSpPr/>
            <p:nvPr/>
          </p:nvSpPr>
          <p:spPr>
            <a:xfrm>
              <a:off x="908350" y="3691725"/>
              <a:ext cx="20550" cy="23575"/>
            </a:xfrm>
            <a:custGeom>
              <a:rect b="b" l="l" r="r" t="t"/>
              <a:pathLst>
                <a:path extrusionOk="0" fill="none" h="943" w="822">
                  <a:moveTo>
                    <a:pt x="821" y="1"/>
                  </a:moveTo>
                  <a:cubicBezTo>
                    <a:pt x="457" y="213"/>
                    <a:pt x="122" y="517"/>
                    <a:pt x="1" y="94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4"/>
            <p:cNvSpPr/>
            <p:nvPr/>
          </p:nvSpPr>
          <p:spPr>
            <a:xfrm>
              <a:off x="1207000" y="3779875"/>
              <a:ext cx="38775" cy="49425"/>
            </a:xfrm>
            <a:custGeom>
              <a:rect b="b" l="l" r="r" t="t"/>
              <a:pathLst>
                <a:path extrusionOk="0" fill="none" h="1977" w="1551">
                  <a:moveTo>
                    <a:pt x="1550" y="1"/>
                  </a:moveTo>
                  <a:cubicBezTo>
                    <a:pt x="1094" y="396"/>
                    <a:pt x="730" y="821"/>
                    <a:pt x="334" y="1277"/>
                  </a:cubicBezTo>
                  <a:cubicBezTo>
                    <a:pt x="182" y="1490"/>
                    <a:pt x="0" y="1703"/>
                    <a:pt x="3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4"/>
            <p:cNvSpPr/>
            <p:nvPr/>
          </p:nvSpPr>
          <p:spPr>
            <a:xfrm>
              <a:off x="1275375" y="3814825"/>
              <a:ext cx="38025" cy="38025"/>
            </a:xfrm>
            <a:custGeom>
              <a:rect b="b" l="l" r="r" t="t"/>
              <a:pathLst>
                <a:path extrusionOk="0" fill="none" h="1521" w="1521">
                  <a:moveTo>
                    <a:pt x="1521" y="1"/>
                  </a:moveTo>
                  <a:cubicBezTo>
                    <a:pt x="1125" y="61"/>
                    <a:pt x="852" y="609"/>
                    <a:pt x="639" y="882"/>
                  </a:cubicBezTo>
                  <a:cubicBezTo>
                    <a:pt x="457" y="1065"/>
                    <a:pt x="214" y="136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4"/>
            <p:cNvSpPr/>
            <p:nvPr/>
          </p:nvSpPr>
          <p:spPr>
            <a:xfrm>
              <a:off x="1322500" y="3858900"/>
              <a:ext cx="58525" cy="61575"/>
            </a:xfrm>
            <a:custGeom>
              <a:rect b="b" l="l" r="r" t="t"/>
              <a:pathLst>
                <a:path extrusionOk="0" fill="none" h="2463" w="2341">
                  <a:moveTo>
                    <a:pt x="2341" y="1"/>
                  </a:moveTo>
                  <a:cubicBezTo>
                    <a:pt x="1976" y="274"/>
                    <a:pt x="1520" y="578"/>
                    <a:pt x="1246" y="943"/>
                  </a:cubicBezTo>
                  <a:cubicBezTo>
                    <a:pt x="1095" y="1125"/>
                    <a:pt x="973" y="1338"/>
                    <a:pt x="791" y="1520"/>
                  </a:cubicBezTo>
                  <a:cubicBezTo>
                    <a:pt x="547" y="1824"/>
                    <a:pt x="243" y="2128"/>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4"/>
            <p:cNvSpPr/>
            <p:nvPr/>
          </p:nvSpPr>
          <p:spPr>
            <a:xfrm>
              <a:off x="1325525" y="3944000"/>
              <a:ext cx="66900" cy="72975"/>
            </a:xfrm>
            <a:custGeom>
              <a:rect b="b" l="l" r="r" t="t"/>
              <a:pathLst>
                <a:path extrusionOk="0" fill="none" h="2919" w="2676">
                  <a:moveTo>
                    <a:pt x="2676" y="1"/>
                  </a:moveTo>
                  <a:cubicBezTo>
                    <a:pt x="2159" y="609"/>
                    <a:pt x="1673" y="1308"/>
                    <a:pt x="1034" y="1855"/>
                  </a:cubicBezTo>
                  <a:cubicBezTo>
                    <a:pt x="670" y="2159"/>
                    <a:pt x="335" y="2585"/>
                    <a:pt x="1" y="29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4"/>
            <p:cNvSpPr/>
            <p:nvPr/>
          </p:nvSpPr>
          <p:spPr>
            <a:xfrm>
              <a:off x="1407600" y="3958450"/>
              <a:ext cx="38025" cy="44100"/>
            </a:xfrm>
            <a:custGeom>
              <a:rect b="b" l="l" r="r" t="t"/>
              <a:pathLst>
                <a:path extrusionOk="0" fill="none" h="1764" w="1521">
                  <a:moveTo>
                    <a:pt x="1520" y="0"/>
                  </a:moveTo>
                  <a:cubicBezTo>
                    <a:pt x="1004" y="578"/>
                    <a:pt x="609" y="1307"/>
                    <a:pt x="1"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4"/>
            <p:cNvSpPr/>
            <p:nvPr/>
          </p:nvSpPr>
          <p:spPr>
            <a:xfrm>
              <a:off x="1242700" y="3970600"/>
              <a:ext cx="44100" cy="55500"/>
            </a:xfrm>
            <a:custGeom>
              <a:rect b="b" l="l" r="r" t="t"/>
              <a:pathLst>
                <a:path extrusionOk="0" fill="none" h="2220" w="1764">
                  <a:moveTo>
                    <a:pt x="1764" y="1"/>
                  </a:moveTo>
                  <a:cubicBezTo>
                    <a:pt x="1308" y="274"/>
                    <a:pt x="1034" y="791"/>
                    <a:pt x="791" y="1277"/>
                  </a:cubicBezTo>
                  <a:cubicBezTo>
                    <a:pt x="578" y="1612"/>
                    <a:pt x="274" y="1885"/>
                    <a:pt x="1"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4"/>
            <p:cNvSpPr/>
            <p:nvPr/>
          </p:nvSpPr>
          <p:spPr>
            <a:xfrm>
              <a:off x="1178875" y="3944000"/>
              <a:ext cx="49425" cy="58550"/>
            </a:xfrm>
            <a:custGeom>
              <a:rect b="b" l="l" r="r" t="t"/>
              <a:pathLst>
                <a:path extrusionOk="0" fill="none" h="2342" w="1977">
                  <a:moveTo>
                    <a:pt x="1976" y="1"/>
                  </a:moveTo>
                  <a:cubicBezTo>
                    <a:pt x="1520" y="487"/>
                    <a:pt x="1034" y="974"/>
                    <a:pt x="639" y="1521"/>
                  </a:cubicBezTo>
                  <a:cubicBezTo>
                    <a:pt x="456" y="1764"/>
                    <a:pt x="92" y="206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4"/>
            <p:cNvSpPr/>
            <p:nvPr/>
          </p:nvSpPr>
          <p:spPr>
            <a:xfrm>
              <a:off x="1117325" y="4076225"/>
              <a:ext cx="41050" cy="49425"/>
            </a:xfrm>
            <a:custGeom>
              <a:rect b="b" l="l" r="r" t="t"/>
              <a:pathLst>
                <a:path extrusionOk="0" fill="none" h="1977" w="1642">
                  <a:moveTo>
                    <a:pt x="1642" y="1"/>
                  </a:moveTo>
                  <a:cubicBezTo>
                    <a:pt x="1186" y="396"/>
                    <a:pt x="943" y="882"/>
                    <a:pt x="548" y="1308"/>
                  </a:cubicBezTo>
                  <a:cubicBezTo>
                    <a:pt x="365" y="1521"/>
                    <a:pt x="183" y="1764"/>
                    <a:pt x="0"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4"/>
            <p:cNvSpPr/>
            <p:nvPr/>
          </p:nvSpPr>
          <p:spPr>
            <a:xfrm>
              <a:off x="1198625" y="4084600"/>
              <a:ext cx="41825" cy="50175"/>
            </a:xfrm>
            <a:custGeom>
              <a:rect b="b" l="l" r="r" t="t"/>
              <a:pathLst>
                <a:path extrusionOk="0" fill="none" h="2007" w="1673">
                  <a:moveTo>
                    <a:pt x="1673" y="0"/>
                  </a:moveTo>
                  <a:cubicBezTo>
                    <a:pt x="1308" y="456"/>
                    <a:pt x="1004" y="912"/>
                    <a:pt x="639" y="1338"/>
                  </a:cubicBezTo>
                  <a:cubicBezTo>
                    <a:pt x="457" y="1520"/>
                    <a:pt x="274" y="1915"/>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4"/>
            <p:cNvSpPr/>
            <p:nvPr/>
          </p:nvSpPr>
          <p:spPr>
            <a:xfrm>
              <a:off x="1295900" y="4064075"/>
              <a:ext cx="41050" cy="50175"/>
            </a:xfrm>
            <a:custGeom>
              <a:rect b="b" l="l" r="r" t="t"/>
              <a:pathLst>
                <a:path extrusionOk="0" fill="none" h="2007" w="1642">
                  <a:moveTo>
                    <a:pt x="1642" y="0"/>
                  </a:moveTo>
                  <a:cubicBezTo>
                    <a:pt x="1247" y="487"/>
                    <a:pt x="821" y="912"/>
                    <a:pt x="456" y="1429"/>
                  </a:cubicBezTo>
                  <a:cubicBezTo>
                    <a:pt x="335" y="1611"/>
                    <a:pt x="183" y="1946"/>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4"/>
            <p:cNvSpPr/>
            <p:nvPr/>
          </p:nvSpPr>
          <p:spPr>
            <a:xfrm>
              <a:off x="1360500" y="4061025"/>
              <a:ext cx="58525" cy="61575"/>
            </a:xfrm>
            <a:custGeom>
              <a:rect b="b" l="l" r="r" t="t"/>
              <a:pathLst>
                <a:path extrusionOk="0" fill="none" h="2463" w="2341">
                  <a:moveTo>
                    <a:pt x="2341" y="1"/>
                  </a:moveTo>
                  <a:cubicBezTo>
                    <a:pt x="2006" y="214"/>
                    <a:pt x="1733" y="396"/>
                    <a:pt x="1489" y="730"/>
                  </a:cubicBezTo>
                  <a:cubicBezTo>
                    <a:pt x="1337" y="913"/>
                    <a:pt x="1216" y="1125"/>
                    <a:pt x="1064" y="1308"/>
                  </a:cubicBezTo>
                  <a:cubicBezTo>
                    <a:pt x="669" y="1703"/>
                    <a:pt x="304" y="2037"/>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4"/>
            <p:cNvSpPr/>
            <p:nvPr/>
          </p:nvSpPr>
          <p:spPr>
            <a:xfrm>
              <a:off x="1442550" y="4055725"/>
              <a:ext cx="52475" cy="58525"/>
            </a:xfrm>
            <a:custGeom>
              <a:rect b="b" l="l" r="r" t="t"/>
              <a:pathLst>
                <a:path extrusionOk="0" fill="none" h="2341" w="2099">
                  <a:moveTo>
                    <a:pt x="2098" y="0"/>
                  </a:moveTo>
                  <a:cubicBezTo>
                    <a:pt x="1825" y="456"/>
                    <a:pt x="1399" y="851"/>
                    <a:pt x="1065" y="1277"/>
                  </a:cubicBezTo>
                  <a:cubicBezTo>
                    <a:pt x="761" y="1672"/>
                    <a:pt x="396" y="2037"/>
                    <a:pt x="1"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4"/>
            <p:cNvSpPr/>
            <p:nvPr/>
          </p:nvSpPr>
          <p:spPr>
            <a:xfrm>
              <a:off x="1448625" y="4149175"/>
              <a:ext cx="41075" cy="58550"/>
            </a:xfrm>
            <a:custGeom>
              <a:rect b="b" l="l" r="r" t="t"/>
              <a:pathLst>
                <a:path extrusionOk="0" fill="none" h="2342" w="1643">
                  <a:moveTo>
                    <a:pt x="1642" y="1"/>
                  </a:moveTo>
                  <a:cubicBezTo>
                    <a:pt x="1186" y="852"/>
                    <a:pt x="396" y="1490"/>
                    <a:pt x="1"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4"/>
            <p:cNvSpPr/>
            <p:nvPr/>
          </p:nvSpPr>
          <p:spPr>
            <a:xfrm>
              <a:off x="1480550" y="4193250"/>
              <a:ext cx="58550" cy="67650"/>
            </a:xfrm>
            <a:custGeom>
              <a:rect b="b" l="l" r="r" t="t"/>
              <a:pathLst>
                <a:path extrusionOk="0" fill="none" h="2706" w="2342">
                  <a:moveTo>
                    <a:pt x="2341" y="1"/>
                  </a:moveTo>
                  <a:cubicBezTo>
                    <a:pt x="1885" y="517"/>
                    <a:pt x="1490" y="1065"/>
                    <a:pt x="1064" y="1612"/>
                  </a:cubicBezTo>
                  <a:cubicBezTo>
                    <a:pt x="760" y="2007"/>
                    <a:pt x="365" y="2341"/>
                    <a:pt x="1"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
            <p:cNvSpPr/>
            <p:nvPr/>
          </p:nvSpPr>
          <p:spPr>
            <a:xfrm>
              <a:off x="1442550" y="4389300"/>
              <a:ext cx="41075" cy="44100"/>
            </a:xfrm>
            <a:custGeom>
              <a:rect b="b" l="l" r="r" t="t"/>
              <a:pathLst>
                <a:path extrusionOk="0" fill="none" h="1764" w="1643">
                  <a:moveTo>
                    <a:pt x="1642" y="1"/>
                  </a:moveTo>
                  <a:cubicBezTo>
                    <a:pt x="1369" y="335"/>
                    <a:pt x="973" y="517"/>
                    <a:pt x="700" y="852"/>
                  </a:cubicBezTo>
                  <a:cubicBezTo>
                    <a:pt x="457" y="1156"/>
                    <a:pt x="244" y="1490"/>
                    <a:pt x="1"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
            <p:cNvSpPr/>
            <p:nvPr/>
          </p:nvSpPr>
          <p:spPr>
            <a:xfrm>
              <a:off x="1392400" y="4501000"/>
              <a:ext cx="50175" cy="50175"/>
            </a:xfrm>
            <a:custGeom>
              <a:rect b="b" l="l" r="r" t="t"/>
              <a:pathLst>
                <a:path extrusionOk="0" fill="none" h="2007" w="2007">
                  <a:moveTo>
                    <a:pt x="2007" y="1"/>
                  </a:moveTo>
                  <a:cubicBezTo>
                    <a:pt x="1581" y="426"/>
                    <a:pt x="1217" y="882"/>
                    <a:pt x="821" y="1308"/>
                  </a:cubicBezTo>
                  <a:cubicBezTo>
                    <a:pt x="578" y="1551"/>
                    <a:pt x="244" y="1733"/>
                    <a:pt x="1"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
            <p:cNvSpPr/>
            <p:nvPr/>
          </p:nvSpPr>
          <p:spPr>
            <a:xfrm>
              <a:off x="1474475" y="4295850"/>
              <a:ext cx="38025" cy="47125"/>
            </a:xfrm>
            <a:custGeom>
              <a:rect b="b" l="l" r="r" t="t"/>
              <a:pathLst>
                <a:path extrusionOk="0" fill="none" h="1885" w="1521">
                  <a:moveTo>
                    <a:pt x="1520" y="0"/>
                  </a:moveTo>
                  <a:cubicBezTo>
                    <a:pt x="1216" y="365"/>
                    <a:pt x="912" y="699"/>
                    <a:pt x="639" y="1094"/>
                  </a:cubicBezTo>
                  <a:cubicBezTo>
                    <a:pt x="426" y="1368"/>
                    <a:pt x="274" y="1641"/>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4"/>
            <p:cNvSpPr/>
            <p:nvPr/>
          </p:nvSpPr>
          <p:spPr>
            <a:xfrm>
              <a:off x="1515500" y="4105100"/>
              <a:ext cx="23600" cy="29675"/>
            </a:xfrm>
            <a:custGeom>
              <a:rect b="b" l="l" r="r" t="t"/>
              <a:pathLst>
                <a:path extrusionOk="0" fill="none" h="1187" w="944">
                  <a:moveTo>
                    <a:pt x="943" y="1"/>
                  </a:moveTo>
                  <a:cubicBezTo>
                    <a:pt x="457" y="274"/>
                    <a:pt x="122" y="639"/>
                    <a:pt x="1" y="118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4"/>
            <p:cNvSpPr/>
            <p:nvPr/>
          </p:nvSpPr>
          <p:spPr>
            <a:xfrm>
              <a:off x="1351375" y="4281400"/>
              <a:ext cx="61575" cy="72975"/>
            </a:xfrm>
            <a:custGeom>
              <a:rect b="b" l="l" r="r" t="t"/>
              <a:pathLst>
                <a:path extrusionOk="0" fill="none" h="2919" w="2463">
                  <a:moveTo>
                    <a:pt x="2462" y="1"/>
                  </a:moveTo>
                  <a:cubicBezTo>
                    <a:pt x="2128" y="274"/>
                    <a:pt x="1702" y="548"/>
                    <a:pt x="1429" y="943"/>
                  </a:cubicBezTo>
                  <a:cubicBezTo>
                    <a:pt x="1247" y="1216"/>
                    <a:pt x="1064" y="1490"/>
                    <a:pt x="851" y="1764"/>
                  </a:cubicBezTo>
                  <a:cubicBezTo>
                    <a:pt x="578" y="2128"/>
                    <a:pt x="365" y="2645"/>
                    <a:pt x="0" y="29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4"/>
            <p:cNvSpPr/>
            <p:nvPr/>
          </p:nvSpPr>
          <p:spPr>
            <a:xfrm>
              <a:off x="1333900" y="4199325"/>
              <a:ext cx="44100" cy="46375"/>
            </a:xfrm>
            <a:custGeom>
              <a:rect b="b" l="l" r="r" t="t"/>
              <a:pathLst>
                <a:path extrusionOk="0" fill="none" h="1855" w="1764">
                  <a:moveTo>
                    <a:pt x="1763" y="1"/>
                  </a:moveTo>
                  <a:cubicBezTo>
                    <a:pt x="1368" y="122"/>
                    <a:pt x="1094" y="700"/>
                    <a:pt x="821" y="1004"/>
                  </a:cubicBezTo>
                  <a:cubicBezTo>
                    <a:pt x="547" y="1277"/>
                    <a:pt x="304" y="1581"/>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4"/>
            <p:cNvSpPr/>
            <p:nvPr/>
          </p:nvSpPr>
          <p:spPr>
            <a:xfrm>
              <a:off x="1008650" y="4172750"/>
              <a:ext cx="46375" cy="58525"/>
            </a:xfrm>
            <a:custGeom>
              <a:rect b="b" l="l" r="r" t="t"/>
              <a:pathLst>
                <a:path extrusionOk="0" fill="none" h="2341" w="1855">
                  <a:moveTo>
                    <a:pt x="1855" y="0"/>
                  </a:moveTo>
                  <a:cubicBezTo>
                    <a:pt x="1277" y="790"/>
                    <a:pt x="670" y="1611"/>
                    <a:pt x="1" y="234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
            <p:cNvSpPr/>
            <p:nvPr/>
          </p:nvSpPr>
          <p:spPr>
            <a:xfrm>
              <a:off x="1114275" y="4193250"/>
              <a:ext cx="38025" cy="41075"/>
            </a:xfrm>
            <a:custGeom>
              <a:rect b="b" l="l" r="r" t="t"/>
              <a:pathLst>
                <a:path extrusionOk="0" fill="none" h="1643" w="1521">
                  <a:moveTo>
                    <a:pt x="1521" y="1"/>
                  </a:moveTo>
                  <a:cubicBezTo>
                    <a:pt x="1095" y="213"/>
                    <a:pt x="670" y="548"/>
                    <a:pt x="396" y="973"/>
                  </a:cubicBezTo>
                  <a:cubicBezTo>
                    <a:pt x="244" y="1186"/>
                    <a:pt x="183" y="1460"/>
                    <a:pt x="1"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
            <p:cNvSpPr/>
            <p:nvPr/>
          </p:nvSpPr>
          <p:spPr>
            <a:xfrm>
              <a:off x="1216875" y="4187175"/>
              <a:ext cx="31925" cy="35750"/>
            </a:xfrm>
            <a:custGeom>
              <a:rect b="b" l="l" r="r" t="t"/>
              <a:pathLst>
                <a:path extrusionOk="0" fill="none" h="1430" w="1277">
                  <a:moveTo>
                    <a:pt x="1277" y="1"/>
                  </a:moveTo>
                  <a:cubicBezTo>
                    <a:pt x="912" y="335"/>
                    <a:pt x="547" y="517"/>
                    <a:pt x="335" y="943"/>
                  </a:cubicBezTo>
                  <a:cubicBezTo>
                    <a:pt x="243" y="1156"/>
                    <a:pt x="152" y="1247"/>
                    <a:pt x="0" y="142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
            <p:cNvSpPr/>
            <p:nvPr/>
          </p:nvSpPr>
          <p:spPr>
            <a:xfrm>
              <a:off x="1286775" y="4178825"/>
              <a:ext cx="44100" cy="43325"/>
            </a:xfrm>
            <a:custGeom>
              <a:rect b="b" l="l" r="r" t="t"/>
              <a:pathLst>
                <a:path extrusionOk="0" fill="none" h="1733" w="1764">
                  <a:moveTo>
                    <a:pt x="1764" y="0"/>
                  </a:moveTo>
                  <a:cubicBezTo>
                    <a:pt x="1186" y="487"/>
                    <a:pt x="457" y="1094"/>
                    <a:pt x="1" y="173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
            <p:cNvSpPr/>
            <p:nvPr/>
          </p:nvSpPr>
          <p:spPr>
            <a:xfrm>
              <a:off x="1146200" y="4310275"/>
              <a:ext cx="58525" cy="64625"/>
            </a:xfrm>
            <a:custGeom>
              <a:rect b="b" l="l" r="r" t="t"/>
              <a:pathLst>
                <a:path extrusionOk="0" fill="none" h="2585" w="2341">
                  <a:moveTo>
                    <a:pt x="2341" y="1"/>
                  </a:moveTo>
                  <a:cubicBezTo>
                    <a:pt x="2037" y="92"/>
                    <a:pt x="1763" y="639"/>
                    <a:pt x="1611" y="852"/>
                  </a:cubicBezTo>
                  <a:cubicBezTo>
                    <a:pt x="1429" y="1064"/>
                    <a:pt x="1247" y="1247"/>
                    <a:pt x="1064" y="1429"/>
                  </a:cubicBezTo>
                  <a:cubicBezTo>
                    <a:pt x="669" y="1794"/>
                    <a:pt x="335" y="2189"/>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
            <p:cNvSpPr/>
            <p:nvPr/>
          </p:nvSpPr>
          <p:spPr>
            <a:xfrm>
              <a:off x="1102125" y="4286725"/>
              <a:ext cx="50175" cy="56250"/>
            </a:xfrm>
            <a:custGeom>
              <a:rect b="b" l="l" r="r" t="t"/>
              <a:pathLst>
                <a:path extrusionOk="0" fill="none" h="2250" w="2007">
                  <a:moveTo>
                    <a:pt x="2007" y="0"/>
                  </a:moveTo>
                  <a:cubicBezTo>
                    <a:pt x="1277" y="730"/>
                    <a:pt x="639" y="1490"/>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
            <p:cNvSpPr/>
            <p:nvPr/>
          </p:nvSpPr>
          <p:spPr>
            <a:xfrm>
              <a:off x="994225" y="4310275"/>
              <a:ext cx="49425" cy="50175"/>
            </a:xfrm>
            <a:custGeom>
              <a:rect b="b" l="l" r="r" t="t"/>
              <a:pathLst>
                <a:path extrusionOk="0" fill="none" h="2007" w="1977">
                  <a:moveTo>
                    <a:pt x="1976" y="1"/>
                  </a:moveTo>
                  <a:cubicBezTo>
                    <a:pt x="1551" y="426"/>
                    <a:pt x="1155" y="852"/>
                    <a:pt x="730" y="1247"/>
                  </a:cubicBezTo>
                  <a:cubicBezTo>
                    <a:pt x="487" y="1520"/>
                    <a:pt x="183" y="1703"/>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
            <p:cNvSpPr/>
            <p:nvPr/>
          </p:nvSpPr>
          <p:spPr>
            <a:xfrm>
              <a:off x="887825" y="4313325"/>
              <a:ext cx="41075" cy="38000"/>
            </a:xfrm>
            <a:custGeom>
              <a:rect b="b" l="l" r="r" t="t"/>
              <a:pathLst>
                <a:path extrusionOk="0" fill="none" h="1520" w="1643">
                  <a:moveTo>
                    <a:pt x="1642" y="0"/>
                  </a:moveTo>
                  <a:cubicBezTo>
                    <a:pt x="1308" y="335"/>
                    <a:pt x="974" y="699"/>
                    <a:pt x="639" y="1034"/>
                  </a:cubicBezTo>
                  <a:cubicBezTo>
                    <a:pt x="426" y="1216"/>
                    <a:pt x="214" y="133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4"/>
            <p:cNvSpPr/>
            <p:nvPr/>
          </p:nvSpPr>
          <p:spPr>
            <a:xfrm>
              <a:off x="882525" y="4234300"/>
              <a:ext cx="41050" cy="47125"/>
            </a:xfrm>
            <a:custGeom>
              <a:rect b="b" l="l" r="r" t="t"/>
              <a:pathLst>
                <a:path extrusionOk="0" fill="none" h="1885" w="1642">
                  <a:moveTo>
                    <a:pt x="1642" y="0"/>
                  </a:moveTo>
                  <a:cubicBezTo>
                    <a:pt x="1003" y="517"/>
                    <a:pt x="578" y="1307"/>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
            <p:cNvSpPr/>
            <p:nvPr/>
          </p:nvSpPr>
          <p:spPr>
            <a:xfrm>
              <a:off x="770800" y="4368800"/>
              <a:ext cx="47150" cy="53200"/>
            </a:xfrm>
            <a:custGeom>
              <a:rect b="b" l="l" r="r" t="t"/>
              <a:pathLst>
                <a:path extrusionOk="0" fill="none" h="2128" w="1886">
                  <a:moveTo>
                    <a:pt x="1886" y="0"/>
                  </a:moveTo>
                  <a:cubicBezTo>
                    <a:pt x="1399" y="426"/>
                    <a:pt x="974" y="882"/>
                    <a:pt x="579" y="1398"/>
                  </a:cubicBezTo>
                  <a:cubicBezTo>
                    <a:pt x="396" y="1641"/>
                    <a:pt x="244" y="1885"/>
                    <a:pt x="1" y="212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
            <p:cNvSpPr/>
            <p:nvPr/>
          </p:nvSpPr>
          <p:spPr>
            <a:xfrm>
              <a:off x="723700" y="4483525"/>
              <a:ext cx="41050" cy="50175"/>
            </a:xfrm>
            <a:custGeom>
              <a:rect b="b" l="l" r="r" t="t"/>
              <a:pathLst>
                <a:path extrusionOk="0" fill="none" h="2007" w="1642">
                  <a:moveTo>
                    <a:pt x="1642" y="1"/>
                  </a:moveTo>
                  <a:cubicBezTo>
                    <a:pt x="1277" y="426"/>
                    <a:pt x="943" y="791"/>
                    <a:pt x="700" y="1247"/>
                  </a:cubicBezTo>
                  <a:cubicBezTo>
                    <a:pt x="548" y="1551"/>
                    <a:pt x="274" y="1825"/>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4"/>
            <p:cNvSpPr/>
            <p:nvPr/>
          </p:nvSpPr>
          <p:spPr>
            <a:xfrm>
              <a:off x="709250" y="4583075"/>
              <a:ext cx="31950" cy="38025"/>
            </a:xfrm>
            <a:custGeom>
              <a:rect b="b" l="l" r="r" t="t"/>
              <a:pathLst>
                <a:path extrusionOk="0" fill="none" h="1521" w="1278">
                  <a:moveTo>
                    <a:pt x="1278" y="1"/>
                  </a:moveTo>
                  <a:cubicBezTo>
                    <a:pt x="974" y="457"/>
                    <a:pt x="578" y="133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4"/>
            <p:cNvSpPr/>
            <p:nvPr/>
          </p:nvSpPr>
          <p:spPr>
            <a:xfrm>
              <a:off x="694825" y="4404500"/>
              <a:ext cx="20550" cy="28900"/>
            </a:xfrm>
            <a:custGeom>
              <a:rect b="b" l="l" r="r" t="t"/>
              <a:pathLst>
                <a:path extrusionOk="0" fill="none" h="1156" w="822">
                  <a:moveTo>
                    <a:pt x="821" y="1"/>
                  </a:moveTo>
                  <a:cubicBezTo>
                    <a:pt x="456" y="335"/>
                    <a:pt x="335" y="821"/>
                    <a:pt x="0" y="115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4"/>
            <p:cNvSpPr/>
            <p:nvPr/>
          </p:nvSpPr>
          <p:spPr>
            <a:xfrm>
              <a:off x="577050" y="4404500"/>
              <a:ext cx="20525" cy="26625"/>
            </a:xfrm>
            <a:custGeom>
              <a:rect b="b" l="l" r="r" t="t"/>
              <a:pathLst>
                <a:path extrusionOk="0" fill="none" h="1065" w="821">
                  <a:moveTo>
                    <a:pt x="821" y="1"/>
                  </a:moveTo>
                  <a:cubicBezTo>
                    <a:pt x="517" y="335"/>
                    <a:pt x="304" y="730"/>
                    <a:pt x="0" y="106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
            <p:cNvSpPr/>
            <p:nvPr/>
          </p:nvSpPr>
          <p:spPr>
            <a:xfrm>
              <a:off x="873400" y="4407550"/>
              <a:ext cx="38025" cy="58525"/>
            </a:xfrm>
            <a:custGeom>
              <a:rect b="b" l="l" r="r" t="t"/>
              <a:pathLst>
                <a:path extrusionOk="0" fill="none" h="2341" w="1521">
                  <a:moveTo>
                    <a:pt x="1520" y="0"/>
                  </a:moveTo>
                  <a:cubicBezTo>
                    <a:pt x="1490" y="304"/>
                    <a:pt x="1095" y="699"/>
                    <a:pt x="943" y="943"/>
                  </a:cubicBezTo>
                  <a:cubicBezTo>
                    <a:pt x="821" y="1155"/>
                    <a:pt x="669" y="1338"/>
                    <a:pt x="548" y="1520"/>
                  </a:cubicBezTo>
                  <a:cubicBezTo>
                    <a:pt x="365" y="1733"/>
                    <a:pt x="31" y="2037"/>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
            <p:cNvSpPr/>
            <p:nvPr/>
          </p:nvSpPr>
          <p:spPr>
            <a:xfrm>
              <a:off x="955475" y="4421975"/>
              <a:ext cx="50175" cy="55500"/>
            </a:xfrm>
            <a:custGeom>
              <a:rect b="b" l="l" r="r" t="t"/>
              <a:pathLst>
                <a:path extrusionOk="0" fill="none" h="2220" w="2007">
                  <a:moveTo>
                    <a:pt x="2006" y="1"/>
                  </a:moveTo>
                  <a:cubicBezTo>
                    <a:pt x="1611" y="244"/>
                    <a:pt x="1398" y="335"/>
                    <a:pt x="1155" y="669"/>
                  </a:cubicBezTo>
                  <a:cubicBezTo>
                    <a:pt x="1034" y="882"/>
                    <a:pt x="912" y="1095"/>
                    <a:pt x="760" y="1277"/>
                  </a:cubicBezTo>
                  <a:cubicBezTo>
                    <a:pt x="517" y="1612"/>
                    <a:pt x="304" y="1946"/>
                    <a:pt x="0"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4"/>
            <p:cNvSpPr/>
            <p:nvPr/>
          </p:nvSpPr>
          <p:spPr>
            <a:xfrm>
              <a:off x="1084650" y="4415900"/>
              <a:ext cx="26625" cy="32700"/>
            </a:xfrm>
            <a:custGeom>
              <a:rect b="b" l="l" r="r" t="t"/>
              <a:pathLst>
                <a:path extrusionOk="0" fill="none" h="1308" w="1065">
                  <a:moveTo>
                    <a:pt x="1064" y="1"/>
                  </a:moveTo>
                  <a:cubicBezTo>
                    <a:pt x="730" y="365"/>
                    <a:pt x="152" y="821"/>
                    <a:pt x="0" y="130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4"/>
            <p:cNvSpPr/>
            <p:nvPr/>
          </p:nvSpPr>
          <p:spPr>
            <a:xfrm>
              <a:off x="1122650" y="4451625"/>
              <a:ext cx="44100" cy="58525"/>
            </a:xfrm>
            <a:custGeom>
              <a:rect b="b" l="l" r="r" t="t"/>
              <a:pathLst>
                <a:path extrusionOk="0" fill="none" h="2341" w="1764">
                  <a:moveTo>
                    <a:pt x="1763" y="0"/>
                  </a:moveTo>
                  <a:cubicBezTo>
                    <a:pt x="1368" y="517"/>
                    <a:pt x="1003" y="1094"/>
                    <a:pt x="578" y="1611"/>
                  </a:cubicBezTo>
                  <a:cubicBezTo>
                    <a:pt x="395" y="1854"/>
                    <a:pt x="243" y="215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4"/>
            <p:cNvSpPr/>
            <p:nvPr/>
          </p:nvSpPr>
          <p:spPr>
            <a:xfrm>
              <a:off x="1245750" y="4327750"/>
              <a:ext cx="29650" cy="32700"/>
            </a:xfrm>
            <a:custGeom>
              <a:rect b="b" l="l" r="r" t="t"/>
              <a:pathLst>
                <a:path extrusionOk="0" fill="none" h="1308" w="1186">
                  <a:moveTo>
                    <a:pt x="1186" y="1"/>
                  </a:moveTo>
                  <a:cubicBezTo>
                    <a:pt x="851" y="213"/>
                    <a:pt x="456" y="487"/>
                    <a:pt x="304" y="852"/>
                  </a:cubicBezTo>
                  <a:cubicBezTo>
                    <a:pt x="213" y="1034"/>
                    <a:pt x="183" y="1156"/>
                    <a:pt x="0" y="130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4"/>
            <p:cNvSpPr/>
            <p:nvPr/>
          </p:nvSpPr>
          <p:spPr>
            <a:xfrm>
              <a:off x="1284500" y="4418950"/>
              <a:ext cx="31950" cy="44100"/>
            </a:xfrm>
            <a:custGeom>
              <a:rect b="b" l="l" r="r" t="t"/>
              <a:pathLst>
                <a:path extrusionOk="0" fill="none" h="1764" w="1278">
                  <a:moveTo>
                    <a:pt x="1277" y="0"/>
                  </a:moveTo>
                  <a:cubicBezTo>
                    <a:pt x="943" y="395"/>
                    <a:pt x="578" y="821"/>
                    <a:pt x="304" y="1246"/>
                  </a:cubicBezTo>
                  <a:cubicBezTo>
                    <a:pt x="183" y="1398"/>
                    <a:pt x="122" y="1611"/>
                    <a:pt x="0"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4"/>
            <p:cNvSpPr/>
            <p:nvPr/>
          </p:nvSpPr>
          <p:spPr>
            <a:xfrm>
              <a:off x="1292850" y="4507100"/>
              <a:ext cx="35000" cy="49400"/>
            </a:xfrm>
            <a:custGeom>
              <a:rect b="b" l="l" r="r" t="t"/>
              <a:pathLst>
                <a:path extrusionOk="0" fill="none" h="1976" w="1400">
                  <a:moveTo>
                    <a:pt x="1399" y="0"/>
                  </a:moveTo>
                  <a:cubicBezTo>
                    <a:pt x="822" y="517"/>
                    <a:pt x="548" y="1398"/>
                    <a:pt x="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4"/>
            <p:cNvSpPr/>
            <p:nvPr/>
          </p:nvSpPr>
          <p:spPr>
            <a:xfrm>
              <a:off x="1257900" y="4627150"/>
              <a:ext cx="44100" cy="52450"/>
            </a:xfrm>
            <a:custGeom>
              <a:rect b="b" l="l" r="r" t="t"/>
              <a:pathLst>
                <a:path extrusionOk="0" fill="none" h="2098" w="1764">
                  <a:moveTo>
                    <a:pt x="1764" y="1"/>
                  </a:moveTo>
                  <a:cubicBezTo>
                    <a:pt x="1308" y="517"/>
                    <a:pt x="882" y="1034"/>
                    <a:pt x="457" y="1520"/>
                  </a:cubicBezTo>
                  <a:cubicBezTo>
                    <a:pt x="335" y="1672"/>
                    <a:pt x="31" y="1946"/>
                    <a:pt x="1" y="20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4"/>
            <p:cNvSpPr/>
            <p:nvPr/>
          </p:nvSpPr>
          <p:spPr>
            <a:xfrm>
              <a:off x="1175825" y="4636275"/>
              <a:ext cx="41075" cy="49425"/>
            </a:xfrm>
            <a:custGeom>
              <a:rect b="b" l="l" r="r" t="t"/>
              <a:pathLst>
                <a:path extrusionOk="0" fill="none" h="1977" w="1643">
                  <a:moveTo>
                    <a:pt x="1642" y="0"/>
                  </a:moveTo>
                  <a:cubicBezTo>
                    <a:pt x="1156" y="304"/>
                    <a:pt x="852" y="791"/>
                    <a:pt x="578" y="1277"/>
                  </a:cubicBezTo>
                  <a:cubicBezTo>
                    <a:pt x="426" y="1550"/>
                    <a:pt x="214" y="1763"/>
                    <a:pt x="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4"/>
            <p:cNvSpPr/>
            <p:nvPr/>
          </p:nvSpPr>
          <p:spPr>
            <a:xfrm>
              <a:off x="1175825" y="4530650"/>
              <a:ext cx="49425" cy="64600"/>
            </a:xfrm>
            <a:custGeom>
              <a:rect b="b" l="l" r="r" t="t"/>
              <a:pathLst>
                <a:path extrusionOk="0" fill="none" h="2584" w="1977">
                  <a:moveTo>
                    <a:pt x="1977" y="0"/>
                  </a:moveTo>
                  <a:cubicBezTo>
                    <a:pt x="1581" y="426"/>
                    <a:pt x="1156" y="943"/>
                    <a:pt x="822" y="1429"/>
                  </a:cubicBezTo>
                  <a:cubicBezTo>
                    <a:pt x="548" y="1824"/>
                    <a:pt x="305" y="2219"/>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4"/>
            <p:cNvSpPr/>
            <p:nvPr/>
          </p:nvSpPr>
          <p:spPr>
            <a:xfrm>
              <a:off x="1067175" y="4662100"/>
              <a:ext cx="38025" cy="47150"/>
            </a:xfrm>
            <a:custGeom>
              <a:rect b="b" l="l" r="r" t="t"/>
              <a:pathLst>
                <a:path extrusionOk="0" fill="none" h="1886" w="1521">
                  <a:moveTo>
                    <a:pt x="1520" y="1"/>
                  </a:moveTo>
                  <a:cubicBezTo>
                    <a:pt x="1186" y="426"/>
                    <a:pt x="943" y="943"/>
                    <a:pt x="578" y="1308"/>
                  </a:cubicBezTo>
                  <a:cubicBezTo>
                    <a:pt x="395" y="1521"/>
                    <a:pt x="183" y="1703"/>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4"/>
            <p:cNvSpPr/>
            <p:nvPr/>
          </p:nvSpPr>
          <p:spPr>
            <a:xfrm>
              <a:off x="1105175" y="4697825"/>
              <a:ext cx="32700" cy="38025"/>
            </a:xfrm>
            <a:custGeom>
              <a:rect b="b" l="l" r="r" t="t"/>
              <a:pathLst>
                <a:path extrusionOk="0" fill="none" h="1521" w="1308">
                  <a:moveTo>
                    <a:pt x="1307" y="0"/>
                  </a:moveTo>
                  <a:cubicBezTo>
                    <a:pt x="942" y="335"/>
                    <a:pt x="578" y="699"/>
                    <a:pt x="304" y="1125"/>
                  </a:cubicBezTo>
                  <a:cubicBezTo>
                    <a:pt x="243" y="1247"/>
                    <a:pt x="182" y="1490"/>
                    <a:pt x="0"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4"/>
            <p:cNvSpPr/>
            <p:nvPr/>
          </p:nvSpPr>
          <p:spPr>
            <a:xfrm>
              <a:off x="1061100" y="4556475"/>
              <a:ext cx="34975" cy="44100"/>
            </a:xfrm>
            <a:custGeom>
              <a:rect b="b" l="l" r="r" t="t"/>
              <a:pathLst>
                <a:path extrusionOk="0" fill="none" h="1764" w="1399">
                  <a:moveTo>
                    <a:pt x="1398" y="1"/>
                  </a:moveTo>
                  <a:cubicBezTo>
                    <a:pt x="942" y="274"/>
                    <a:pt x="578" y="730"/>
                    <a:pt x="365" y="1247"/>
                  </a:cubicBezTo>
                  <a:cubicBezTo>
                    <a:pt x="304" y="1338"/>
                    <a:pt x="274" y="1460"/>
                    <a:pt x="213" y="1551"/>
                  </a:cubicBezTo>
                  <a:cubicBezTo>
                    <a:pt x="152" y="1642"/>
                    <a:pt x="31" y="1642"/>
                    <a:pt x="0"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4"/>
            <p:cNvSpPr/>
            <p:nvPr/>
          </p:nvSpPr>
          <p:spPr>
            <a:xfrm>
              <a:off x="923550" y="4653750"/>
              <a:ext cx="41050" cy="55500"/>
            </a:xfrm>
            <a:custGeom>
              <a:rect b="b" l="l" r="r" t="t"/>
              <a:pathLst>
                <a:path extrusionOk="0" fill="none" h="2220" w="1642">
                  <a:moveTo>
                    <a:pt x="1642" y="0"/>
                  </a:moveTo>
                  <a:cubicBezTo>
                    <a:pt x="1277" y="487"/>
                    <a:pt x="912" y="1003"/>
                    <a:pt x="517" y="1520"/>
                  </a:cubicBezTo>
                  <a:cubicBezTo>
                    <a:pt x="365" y="1733"/>
                    <a:pt x="183" y="2007"/>
                    <a:pt x="1"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
            <p:cNvSpPr/>
            <p:nvPr/>
          </p:nvSpPr>
          <p:spPr>
            <a:xfrm>
              <a:off x="947100" y="4527600"/>
              <a:ext cx="44100" cy="55500"/>
            </a:xfrm>
            <a:custGeom>
              <a:rect b="b" l="l" r="r" t="t"/>
              <a:pathLst>
                <a:path extrusionOk="0" fill="none" h="2220" w="1764">
                  <a:moveTo>
                    <a:pt x="1764" y="1"/>
                  </a:moveTo>
                  <a:cubicBezTo>
                    <a:pt x="821" y="517"/>
                    <a:pt x="639" y="1490"/>
                    <a:pt x="1"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4"/>
            <p:cNvSpPr/>
            <p:nvPr/>
          </p:nvSpPr>
          <p:spPr>
            <a:xfrm>
              <a:off x="820975" y="4527600"/>
              <a:ext cx="49400" cy="64625"/>
            </a:xfrm>
            <a:custGeom>
              <a:rect b="b" l="l" r="r" t="t"/>
              <a:pathLst>
                <a:path extrusionOk="0" fill="none" h="2585" w="1976">
                  <a:moveTo>
                    <a:pt x="1976" y="1"/>
                  </a:moveTo>
                  <a:cubicBezTo>
                    <a:pt x="1398" y="487"/>
                    <a:pt x="973" y="913"/>
                    <a:pt x="517" y="1521"/>
                  </a:cubicBezTo>
                  <a:cubicBezTo>
                    <a:pt x="274" y="1855"/>
                    <a:pt x="182" y="2220"/>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4"/>
            <p:cNvSpPr/>
            <p:nvPr/>
          </p:nvSpPr>
          <p:spPr>
            <a:xfrm>
              <a:off x="827050" y="4659825"/>
              <a:ext cx="38025" cy="46375"/>
            </a:xfrm>
            <a:custGeom>
              <a:rect b="b" l="l" r="r" t="t"/>
              <a:pathLst>
                <a:path extrusionOk="0" fill="none" h="1855" w="1521">
                  <a:moveTo>
                    <a:pt x="1520" y="1"/>
                  </a:moveTo>
                  <a:cubicBezTo>
                    <a:pt x="1125" y="365"/>
                    <a:pt x="608" y="730"/>
                    <a:pt x="335" y="1186"/>
                  </a:cubicBezTo>
                  <a:cubicBezTo>
                    <a:pt x="274" y="1308"/>
                    <a:pt x="243" y="1429"/>
                    <a:pt x="183" y="1520"/>
                  </a:cubicBezTo>
                  <a:cubicBezTo>
                    <a:pt x="122" y="1642"/>
                    <a:pt x="0" y="1703"/>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
            <p:cNvSpPr/>
            <p:nvPr/>
          </p:nvSpPr>
          <p:spPr>
            <a:xfrm>
              <a:off x="772325" y="4647675"/>
              <a:ext cx="22075" cy="23575"/>
            </a:xfrm>
            <a:custGeom>
              <a:rect b="b" l="l" r="r" t="t"/>
              <a:pathLst>
                <a:path extrusionOk="0" fill="none" h="943" w="883">
                  <a:moveTo>
                    <a:pt x="882" y="0"/>
                  </a:moveTo>
                  <a:cubicBezTo>
                    <a:pt x="609" y="152"/>
                    <a:pt x="1" y="578"/>
                    <a:pt x="62" y="94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
            <p:cNvSpPr/>
            <p:nvPr/>
          </p:nvSpPr>
          <p:spPr>
            <a:xfrm>
              <a:off x="988150" y="4682625"/>
              <a:ext cx="28900" cy="38775"/>
            </a:xfrm>
            <a:custGeom>
              <a:rect b="b" l="l" r="r" t="t"/>
              <a:pathLst>
                <a:path extrusionOk="0" fill="none" h="1551" w="1156">
                  <a:moveTo>
                    <a:pt x="1155" y="0"/>
                  </a:moveTo>
                  <a:cubicBezTo>
                    <a:pt x="760" y="396"/>
                    <a:pt x="547" y="578"/>
                    <a:pt x="335" y="1034"/>
                  </a:cubicBezTo>
                  <a:cubicBezTo>
                    <a:pt x="274" y="1216"/>
                    <a:pt x="152" y="1429"/>
                    <a:pt x="0" y="155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4"/>
            <p:cNvSpPr/>
            <p:nvPr/>
          </p:nvSpPr>
          <p:spPr>
            <a:xfrm>
              <a:off x="1357450" y="4407550"/>
              <a:ext cx="23575" cy="34975"/>
            </a:xfrm>
            <a:custGeom>
              <a:rect b="b" l="l" r="r" t="t"/>
              <a:pathLst>
                <a:path extrusionOk="0" fill="none" h="1399" w="943">
                  <a:moveTo>
                    <a:pt x="943" y="0"/>
                  </a:moveTo>
                  <a:cubicBezTo>
                    <a:pt x="669" y="304"/>
                    <a:pt x="426" y="639"/>
                    <a:pt x="213" y="973"/>
                  </a:cubicBezTo>
                  <a:cubicBezTo>
                    <a:pt x="122" y="1125"/>
                    <a:pt x="0" y="1246"/>
                    <a:pt x="0" y="13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
            <p:cNvSpPr/>
            <p:nvPr/>
          </p:nvSpPr>
          <p:spPr>
            <a:xfrm>
              <a:off x="1349100" y="4603600"/>
              <a:ext cx="19775" cy="17500"/>
            </a:xfrm>
            <a:custGeom>
              <a:rect b="b" l="l" r="r" t="t"/>
              <a:pathLst>
                <a:path extrusionOk="0" fill="none" h="700" w="791">
                  <a:moveTo>
                    <a:pt x="790" y="0"/>
                  </a:moveTo>
                  <a:cubicBezTo>
                    <a:pt x="578" y="213"/>
                    <a:pt x="213" y="456"/>
                    <a:pt x="0" y="69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4"/>
            <p:cNvSpPr/>
            <p:nvPr/>
          </p:nvSpPr>
          <p:spPr>
            <a:xfrm>
              <a:off x="1005238" y="38760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1" name="Google Shape;481;p4"/>
          <p:cNvSpPr/>
          <p:nvPr/>
        </p:nvSpPr>
        <p:spPr>
          <a:xfrm>
            <a:off x="166525" y="4148247"/>
            <a:ext cx="383481" cy="365262"/>
          </a:xfrm>
          <a:custGeom>
            <a:rect b="b" l="l" r="r" t="t"/>
            <a:pathLst>
              <a:path extrusionOk="0" h="27766" w="29151">
                <a:moveTo>
                  <a:pt x="4317" y="2872"/>
                </a:moveTo>
                <a:lnTo>
                  <a:pt x="4347" y="2944"/>
                </a:lnTo>
                <a:lnTo>
                  <a:pt x="4347" y="2944"/>
                </a:lnTo>
                <a:cubicBezTo>
                  <a:pt x="4346" y="2920"/>
                  <a:pt x="4341" y="2896"/>
                  <a:pt x="4317" y="2872"/>
                </a:cubicBezTo>
                <a:close/>
                <a:moveTo>
                  <a:pt x="4347" y="2944"/>
                </a:moveTo>
                <a:cubicBezTo>
                  <a:pt x="4347" y="2950"/>
                  <a:pt x="4347" y="2957"/>
                  <a:pt x="4347" y="2963"/>
                </a:cubicBezTo>
                <a:cubicBezTo>
                  <a:pt x="4349" y="2961"/>
                  <a:pt x="4351" y="2958"/>
                  <a:pt x="4352" y="2956"/>
                </a:cubicBezTo>
                <a:lnTo>
                  <a:pt x="4352" y="2956"/>
                </a:lnTo>
                <a:lnTo>
                  <a:pt x="4347" y="2944"/>
                </a:lnTo>
                <a:close/>
                <a:moveTo>
                  <a:pt x="12820" y="1"/>
                </a:moveTo>
                <a:cubicBezTo>
                  <a:pt x="12608" y="1"/>
                  <a:pt x="12392" y="14"/>
                  <a:pt x="12189" y="14"/>
                </a:cubicBezTo>
                <a:cubicBezTo>
                  <a:pt x="12144" y="10"/>
                  <a:pt x="12100" y="8"/>
                  <a:pt x="12059" y="8"/>
                </a:cubicBezTo>
                <a:cubicBezTo>
                  <a:pt x="11795" y="8"/>
                  <a:pt x="11601" y="84"/>
                  <a:pt x="11338" y="136"/>
                </a:cubicBezTo>
                <a:cubicBezTo>
                  <a:pt x="11065" y="166"/>
                  <a:pt x="10882" y="136"/>
                  <a:pt x="10609" y="227"/>
                </a:cubicBezTo>
                <a:cubicBezTo>
                  <a:pt x="10244" y="379"/>
                  <a:pt x="9849" y="470"/>
                  <a:pt x="9484" y="622"/>
                </a:cubicBezTo>
                <a:cubicBezTo>
                  <a:pt x="8542" y="1017"/>
                  <a:pt x="7509" y="1291"/>
                  <a:pt x="6627" y="1777"/>
                </a:cubicBezTo>
                <a:cubicBezTo>
                  <a:pt x="6262" y="1990"/>
                  <a:pt x="5928" y="2264"/>
                  <a:pt x="5502" y="2416"/>
                </a:cubicBezTo>
                <a:cubicBezTo>
                  <a:pt x="5049" y="2567"/>
                  <a:pt x="4655" y="2538"/>
                  <a:pt x="4352" y="2956"/>
                </a:cubicBezTo>
                <a:lnTo>
                  <a:pt x="4352" y="2956"/>
                </a:lnTo>
                <a:lnTo>
                  <a:pt x="4469" y="3236"/>
                </a:lnTo>
                <a:cubicBezTo>
                  <a:pt x="3983" y="3510"/>
                  <a:pt x="3679" y="3875"/>
                  <a:pt x="3344" y="4209"/>
                </a:cubicBezTo>
                <a:cubicBezTo>
                  <a:pt x="3040" y="4543"/>
                  <a:pt x="2888" y="4847"/>
                  <a:pt x="2676" y="5212"/>
                </a:cubicBezTo>
                <a:cubicBezTo>
                  <a:pt x="2402" y="5668"/>
                  <a:pt x="2128" y="6124"/>
                  <a:pt x="1885" y="6610"/>
                </a:cubicBezTo>
                <a:cubicBezTo>
                  <a:pt x="1551" y="7218"/>
                  <a:pt x="1308" y="7826"/>
                  <a:pt x="1065" y="8495"/>
                </a:cubicBezTo>
                <a:cubicBezTo>
                  <a:pt x="882" y="9072"/>
                  <a:pt x="700" y="9680"/>
                  <a:pt x="517" y="10288"/>
                </a:cubicBezTo>
                <a:cubicBezTo>
                  <a:pt x="366" y="10866"/>
                  <a:pt x="396" y="11474"/>
                  <a:pt x="305" y="12081"/>
                </a:cubicBezTo>
                <a:cubicBezTo>
                  <a:pt x="92" y="13388"/>
                  <a:pt x="1" y="14787"/>
                  <a:pt x="214" y="16094"/>
                </a:cubicBezTo>
                <a:cubicBezTo>
                  <a:pt x="335" y="16671"/>
                  <a:pt x="366" y="17279"/>
                  <a:pt x="517" y="17826"/>
                </a:cubicBezTo>
                <a:cubicBezTo>
                  <a:pt x="669" y="18313"/>
                  <a:pt x="730" y="18890"/>
                  <a:pt x="973" y="19346"/>
                </a:cubicBezTo>
                <a:cubicBezTo>
                  <a:pt x="1399" y="20258"/>
                  <a:pt x="1916" y="21200"/>
                  <a:pt x="2493" y="22021"/>
                </a:cubicBezTo>
                <a:cubicBezTo>
                  <a:pt x="3527" y="23571"/>
                  <a:pt x="4925" y="25121"/>
                  <a:pt x="6657" y="26063"/>
                </a:cubicBezTo>
                <a:cubicBezTo>
                  <a:pt x="8299" y="26945"/>
                  <a:pt x="10214" y="27097"/>
                  <a:pt x="12037" y="27431"/>
                </a:cubicBezTo>
                <a:cubicBezTo>
                  <a:pt x="12767" y="27553"/>
                  <a:pt x="13496" y="27553"/>
                  <a:pt x="14196" y="27674"/>
                </a:cubicBezTo>
                <a:cubicBezTo>
                  <a:pt x="14515" y="27735"/>
                  <a:pt x="14902" y="27766"/>
                  <a:pt x="15290" y="27766"/>
                </a:cubicBezTo>
                <a:cubicBezTo>
                  <a:pt x="15677" y="27766"/>
                  <a:pt x="16065" y="27735"/>
                  <a:pt x="16384" y="27674"/>
                </a:cubicBezTo>
                <a:cubicBezTo>
                  <a:pt x="17539" y="27492"/>
                  <a:pt x="18694" y="27006"/>
                  <a:pt x="19819" y="26580"/>
                </a:cubicBezTo>
                <a:cubicBezTo>
                  <a:pt x="20579" y="26307"/>
                  <a:pt x="21278" y="25911"/>
                  <a:pt x="21977" y="25516"/>
                </a:cubicBezTo>
                <a:cubicBezTo>
                  <a:pt x="22281" y="25364"/>
                  <a:pt x="22646" y="25212"/>
                  <a:pt x="22950" y="25030"/>
                </a:cubicBezTo>
                <a:cubicBezTo>
                  <a:pt x="23284" y="24756"/>
                  <a:pt x="23527" y="24544"/>
                  <a:pt x="23922" y="24331"/>
                </a:cubicBezTo>
                <a:cubicBezTo>
                  <a:pt x="24500" y="24027"/>
                  <a:pt x="24925" y="23510"/>
                  <a:pt x="25412" y="23054"/>
                </a:cubicBezTo>
                <a:cubicBezTo>
                  <a:pt x="26019" y="22477"/>
                  <a:pt x="26871" y="21838"/>
                  <a:pt x="27205" y="21079"/>
                </a:cubicBezTo>
                <a:cubicBezTo>
                  <a:pt x="27509" y="20349"/>
                  <a:pt x="27904" y="19711"/>
                  <a:pt x="28117" y="18951"/>
                </a:cubicBezTo>
                <a:cubicBezTo>
                  <a:pt x="28330" y="18191"/>
                  <a:pt x="28421" y="17462"/>
                  <a:pt x="28573" y="16702"/>
                </a:cubicBezTo>
                <a:cubicBezTo>
                  <a:pt x="28968" y="15030"/>
                  <a:pt x="29150" y="13297"/>
                  <a:pt x="28846" y="11595"/>
                </a:cubicBezTo>
                <a:cubicBezTo>
                  <a:pt x="28634" y="10501"/>
                  <a:pt x="28269" y="9164"/>
                  <a:pt x="27539" y="8252"/>
                </a:cubicBezTo>
                <a:cubicBezTo>
                  <a:pt x="27327" y="7948"/>
                  <a:pt x="27175" y="7674"/>
                  <a:pt x="26931" y="7431"/>
                </a:cubicBezTo>
                <a:cubicBezTo>
                  <a:pt x="26475" y="6975"/>
                  <a:pt x="25928" y="6610"/>
                  <a:pt x="25503" y="6154"/>
                </a:cubicBezTo>
                <a:cubicBezTo>
                  <a:pt x="25351" y="5972"/>
                  <a:pt x="25138" y="5850"/>
                  <a:pt x="24986" y="5668"/>
                </a:cubicBezTo>
                <a:cubicBezTo>
                  <a:pt x="24804" y="5486"/>
                  <a:pt x="24682" y="5273"/>
                  <a:pt x="24469" y="5091"/>
                </a:cubicBezTo>
                <a:cubicBezTo>
                  <a:pt x="23497" y="4209"/>
                  <a:pt x="22950" y="2963"/>
                  <a:pt x="21734" y="2325"/>
                </a:cubicBezTo>
                <a:cubicBezTo>
                  <a:pt x="21460" y="2173"/>
                  <a:pt x="21247" y="1960"/>
                  <a:pt x="20974" y="1838"/>
                </a:cubicBezTo>
                <a:cubicBezTo>
                  <a:pt x="20791" y="1747"/>
                  <a:pt x="20579" y="1686"/>
                  <a:pt x="20396" y="1595"/>
                </a:cubicBezTo>
                <a:cubicBezTo>
                  <a:pt x="19849" y="1321"/>
                  <a:pt x="19363" y="1109"/>
                  <a:pt x="18725" y="1017"/>
                </a:cubicBezTo>
                <a:cubicBezTo>
                  <a:pt x="18208" y="926"/>
                  <a:pt x="17569" y="835"/>
                  <a:pt x="17083" y="653"/>
                </a:cubicBezTo>
                <a:cubicBezTo>
                  <a:pt x="16810" y="562"/>
                  <a:pt x="16688" y="531"/>
                  <a:pt x="16414" y="501"/>
                </a:cubicBezTo>
                <a:cubicBezTo>
                  <a:pt x="16171" y="470"/>
                  <a:pt x="15989" y="410"/>
                  <a:pt x="15776" y="379"/>
                </a:cubicBezTo>
                <a:cubicBezTo>
                  <a:pt x="15229" y="318"/>
                  <a:pt x="14712" y="288"/>
                  <a:pt x="14196" y="227"/>
                </a:cubicBezTo>
                <a:cubicBezTo>
                  <a:pt x="13831" y="166"/>
                  <a:pt x="13496" y="45"/>
                  <a:pt x="13132" y="14"/>
                </a:cubicBezTo>
                <a:cubicBezTo>
                  <a:pt x="13030" y="4"/>
                  <a:pt x="12926" y="1"/>
                  <a:pt x="128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
          <p:cNvSpPr/>
          <p:nvPr/>
        </p:nvSpPr>
        <p:spPr>
          <a:xfrm rot="-698842">
            <a:off x="7584288" y="796847"/>
            <a:ext cx="338504" cy="363992"/>
          </a:xfrm>
          <a:custGeom>
            <a:rect b="b" l="l" r="r" t="t"/>
            <a:pathLst>
              <a:path extrusionOk="0" h="11014" w="10242">
                <a:moveTo>
                  <a:pt x="4204" y="0"/>
                </a:moveTo>
                <a:lnTo>
                  <a:pt x="4204" y="0"/>
                </a:lnTo>
                <a:cubicBezTo>
                  <a:pt x="3804" y="133"/>
                  <a:pt x="3370" y="300"/>
                  <a:pt x="2970" y="567"/>
                </a:cubicBezTo>
                <a:cubicBezTo>
                  <a:pt x="568" y="2102"/>
                  <a:pt x="1" y="5537"/>
                  <a:pt x="1735" y="8206"/>
                </a:cubicBezTo>
                <a:cubicBezTo>
                  <a:pt x="2881" y="10003"/>
                  <a:pt x="4783" y="11013"/>
                  <a:pt x="6636" y="11013"/>
                </a:cubicBezTo>
                <a:cubicBezTo>
                  <a:pt x="7535" y="11013"/>
                  <a:pt x="8423" y="10775"/>
                  <a:pt x="9207" y="10274"/>
                </a:cubicBezTo>
                <a:cubicBezTo>
                  <a:pt x="9608" y="10007"/>
                  <a:pt x="9941" y="9707"/>
                  <a:pt x="10242" y="9373"/>
                </a:cubicBezTo>
                <a:lnTo>
                  <a:pt x="10242" y="9373"/>
                </a:lnTo>
                <a:cubicBezTo>
                  <a:pt x="9797" y="9499"/>
                  <a:pt x="9340" y="9561"/>
                  <a:pt x="8881" y="9561"/>
                </a:cubicBezTo>
                <a:cubicBezTo>
                  <a:pt x="7031" y="9561"/>
                  <a:pt x="5153" y="8562"/>
                  <a:pt x="4004" y="6772"/>
                </a:cubicBezTo>
                <a:cubicBezTo>
                  <a:pt x="2536" y="4503"/>
                  <a:pt x="2703" y="1735"/>
                  <a:pt x="42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 name="Google Shape;483;p4"/>
          <p:cNvGrpSpPr/>
          <p:nvPr/>
        </p:nvGrpSpPr>
        <p:grpSpPr>
          <a:xfrm>
            <a:off x="166525" y="220125"/>
            <a:ext cx="8770150" cy="4768625"/>
            <a:chOff x="166525" y="220125"/>
            <a:chExt cx="8770150" cy="4768625"/>
          </a:xfrm>
        </p:grpSpPr>
        <p:grpSp>
          <p:nvGrpSpPr>
            <p:cNvPr id="484" name="Google Shape;484;p4"/>
            <p:cNvGrpSpPr/>
            <p:nvPr/>
          </p:nvGrpSpPr>
          <p:grpSpPr>
            <a:xfrm flipH="1" rot="10800000">
              <a:off x="166525" y="220125"/>
              <a:ext cx="8770150" cy="4768625"/>
              <a:chOff x="90325" y="143925"/>
              <a:chExt cx="8770150" cy="4768625"/>
            </a:xfrm>
          </p:grpSpPr>
          <p:sp>
            <p:nvSpPr>
              <p:cNvPr id="485" name="Google Shape;485;p4"/>
              <p:cNvSpPr/>
              <p:nvPr/>
            </p:nvSpPr>
            <p:spPr>
              <a:xfrm>
                <a:off x="1935925" y="4578550"/>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
              <p:cNvSpPr/>
              <p:nvPr/>
            </p:nvSpPr>
            <p:spPr>
              <a:xfrm flipH="1">
                <a:off x="8241350" y="1553575"/>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4"/>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
              <p:cNvSpPr/>
              <p:nvPr/>
            </p:nvSpPr>
            <p:spPr>
              <a:xfrm>
                <a:off x="2907925" y="232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
              <p:cNvSpPr/>
              <p:nvPr/>
            </p:nvSpPr>
            <p:spPr>
              <a:xfrm>
                <a:off x="444550" y="3994675"/>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
              <p:cNvSpPr/>
              <p:nvPr/>
            </p:nvSpPr>
            <p:spPr>
              <a:xfrm>
                <a:off x="7786525" y="24249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
              <p:cNvSpPr/>
              <p:nvPr/>
            </p:nvSpPr>
            <p:spPr>
              <a:xfrm>
                <a:off x="6997750" y="5656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
              <p:cNvSpPr/>
              <p:nvPr/>
            </p:nvSpPr>
            <p:spPr>
              <a:xfrm>
                <a:off x="4483150" y="7942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
              <p:cNvSpPr/>
              <p:nvPr/>
            </p:nvSpPr>
            <p:spPr>
              <a:xfrm>
                <a:off x="3747925" y="41013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8" name="Google Shape;498;p4"/>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
            <p:cNvSpPr/>
            <p:nvPr/>
          </p:nvSpPr>
          <p:spPr>
            <a:xfrm flipH="1" rot="10800000">
              <a:off x="6007150" y="1198958"/>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0" name="Google Shape;500;p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latin typeface="Lora SemiBold"/>
                <a:ea typeface="Lora SemiBold"/>
                <a:cs typeface="Lora SemiBold"/>
                <a:sym typeface="Lora SemiBold"/>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01" name="Google Shape;501;p4"/>
          <p:cNvSpPr txBox="1"/>
          <p:nvPr>
            <p:ph idx="1" type="body"/>
          </p:nvPr>
        </p:nvSpPr>
        <p:spPr>
          <a:xfrm>
            <a:off x="720000" y="1109275"/>
            <a:ext cx="7704000" cy="6498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Anaheim"/>
              <a:buAutoNum type="arabicPeriod"/>
              <a:defRPr sz="1200">
                <a:latin typeface="Inconsolata"/>
                <a:ea typeface="Inconsolata"/>
                <a:cs typeface="Inconsolata"/>
                <a:sym typeface="Inconsolata"/>
              </a:defRPr>
            </a:lvl1pPr>
            <a:lvl2pPr indent="-304800" lvl="1" marL="914400" rtl="0">
              <a:lnSpc>
                <a:spcPct val="115000"/>
              </a:lnSpc>
              <a:spcBef>
                <a:spcPts val="0"/>
              </a:spcBef>
              <a:spcAft>
                <a:spcPts val="0"/>
              </a:spcAft>
              <a:buSzPts val="1200"/>
              <a:buFont typeface="Roboto Condensed Light"/>
              <a:buAutoNum type="alphaLcPeriod"/>
              <a:defRPr/>
            </a:lvl2pPr>
            <a:lvl3pPr indent="-304800" lvl="2" marL="1371600" rtl="0">
              <a:lnSpc>
                <a:spcPct val="115000"/>
              </a:lnSpc>
              <a:spcBef>
                <a:spcPts val="1600"/>
              </a:spcBef>
              <a:spcAft>
                <a:spcPts val="0"/>
              </a:spcAft>
              <a:buSzPts val="1200"/>
              <a:buFont typeface="Roboto Condensed Light"/>
              <a:buAutoNum type="romanLcPeriod"/>
              <a:defRPr/>
            </a:lvl3pPr>
            <a:lvl4pPr indent="-304800" lvl="3" marL="1828800" rtl="0">
              <a:lnSpc>
                <a:spcPct val="115000"/>
              </a:lnSpc>
              <a:spcBef>
                <a:spcPts val="1600"/>
              </a:spcBef>
              <a:spcAft>
                <a:spcPts val="0"/>
              </a:spcAft>
              <a:buSzPts val="1200"/>
              <a:buFont typeface="Roboto Condensed Light"/>
              <a:buAutoNum type="arabicPeriod"/>
              <a:defRPr/>
            </a:lvl4pPr>
            <a:lvl5pPr indent="-304800" lvl="4" marL="2286000" rtl="0">
              <a:lnSpc>
                <a:spcPct val="115000"/>
              </a:lnSpc>
              <a:spcBef>
                <a:spcPts val="1600"/>
              </a:spcBef>
              <a:spcAft>
                <a:spcPts val="0"/>
              </a:spcAft>
              <a:buSzPts val="1200"/>
              <a:buFont typeface="Roboto Condensed Light"/>
              <a:buAutoNum type="alphaLcPeriod"/>
              <a:defRPr/>
            </a:lvl5pPr>
            <a:lvl6pPr indent="-304800" lvl="5" marL="2743200" rtl="0">
              <a:lnSpc>
                <a:spcPct val="115000"/>
              </a:lnSpc>
              <a:spcBef>
                <a:spcPts val="1600"/>
              </a:spcBef>
              <a:spcAft>
                <a:spcPts val="0"/>
              </a:spcAft>
              <a:buSzPts val="1200"/>
              <a:buFont typeface="Roboto Condensed Light"/>
              <a:buAutoNum type="romanLcPeriod"/>
              <a:defRPr/>
            </a:lvl6pPr>
            <a:lvl7pPr indent="-304800" lvl="6" marL="3200400" rtl="0">
              <a:lnSpc>
                <a:spcPct val="115000"/>
              </a:lnSpc>
              <a:spcBef>
                <a:spcPts val="1600"/>
              </a:spcBef>
              <a:spcAft>
                <a:spcPts val="0"/>
              </a:spcAft>
              <a:buSzPts val="1200"/>
              <a:buFont typeface="Roboto Condensed Light"/>
              <a:buAutoNum type="arabicPeriod"/>
              <a:defRPr/>
            </a:lvl7pPr>
            <a:lvl8pPr indent="-304800" lvl="7" marL="3657600" rtl="0">
              <a:lnSpc>
                <a:spcPct val="115000"/>
              </a:lnSpc>
              <a:spcBef>
                <a:spcPts val="1600"/>
              </a:spcBef>
              <a:spcAft>
                <a:spcPts val="0"/>
              </a:spcAft>
              <a:buSzPts val="1200"/>
              <a:buFont typeface="Roboto Condensed Light"/>
              <a:buAutoNum type="alphaLcPeriod"/>
              <a:defRPr/>
            </a:lvl8pPr>
            <a:lvl9pPr indent="-304800" lvl="8" marL="4114800" rtl="0">
              <a:lnSpc>
                <a:spcPct val="115000"/>
              </a:lnSpc>
              <a:spcBef>
                <a:spcPts val="1600"/>
              </a:spcBef>
              <a:spcAft>
                <a:spcPts val="1600"/>
              </a:spcAft>
              <a:buSzPts val="1200"/>
              <a:buFont typeface="Roboto Condensed Light"/>
              <a:buAutoNum type="romanLcPeriod"/>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02" name="Shape 502"/>
        <p:cNvGrpSpPr/>
        <p:nvPr/>
      </p:nvGrpSpPr>
      <p:grpSpPr>
        <a:xfrm>
          <a:off x="0" y="0"/>
          <a:ext cx="0" cy="0"/>
          <a:chOff x="0" y="0"/>
          <a:chExt cx="0" cy="0"/>
        </a:xfrm>
      </p:grpSpPr>
      <p:pic>
        <p:nvPicPr>
          <p:cNvPr id="503" name="Google Shape;503;p5"/>
          <p:cNvPicPr preferRelativeResize="0"/>
          <p:nvPr/>
        </p:nvPicPr>
        <p:blipFill>
          <a:blip r:embed="rId2">
            <a:alphaModFix/>
          </a:blip>
          <a:stretch>
            <a:fillRect/>
          </a:stretch>
        </p:blipFill>
        <p:spPr>
          <a:xfrm>
            <a:off x="0" y="0"/>
            <a:ext cx="9144000" cy="5143500"/>
          </a:xfrm>
          <a:prstGeom prst="rect">
            <a:avLst/>
          </a:prstGeom>
          <a:noFill/>
          <a:ln>
            <a:noFill/>
          </a:ln>
        </p:spPr>
      </p:pic>
      <p:sp>
        <p:nvSpPr>
          <p:cNvPr id="504" name="Google Shape;504;p5"/>
          <p:cNvSpPr/>
          <p:nvPr/>
        </p:nvSpPr>
        <p:spPr>
          <a:xfrm flipH="1">
            <a:off x="90325" y="4639725"/>
            <a:ext cx="1119378"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6"/>
                  <a:pt x="4134" y="1217"/>
                  <a:pt x="4621" y="1217"/>
                </a:cubicBezTo>
                <a:cubicBezTo>
                  <a:pt x="5198" y="1217"/>
                  <a:pt x="5715" y="1156"/>
                  <a:pt x="6262" y="1399"/>
                </a:cubicBezTo>
                <a:cubicBezTo>
                  <a:pt x="6870" y="1673"/>
                  <a:pt x="7478" y="2007"/>
                  <a:pt x="8055" y="2372"/>
                </a:cubicBezTo>
                <a:cubicBezTo>
                  <a:pt x="8572" y="2706"/>
                  <a:pt x="8937" y="3162"/>
                  <a:pt x="9545" y="3345"/>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4"/>
                </a:cubicBezTo>
                <a:cubicBezTo>
                  <a:pt x="16110" y="579"/>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8"/>
                  <a:pt x="24378" y="4287"/>
                  <a:pt x="25138" y="4287"/>
                </a:cubicBezTo>
                <a:cubicBezTo>
                  <a:pt x="25502" y="4287"/>
                  <a:pt x="26050" y="4378"/>
                  <a:pt x="26414" y="4256"/>
                </a:cubicBezTo>
                <a:cubicBezTo>
                  <a:pt x="26870" y="4135"/>
                  <a:pt x="27296" y="3740"/>
                  <a:pt x="27721" y="3527"/>
                </a:cubicBezTo>
                <a:cubicBezTo>
                  <a:pt x="28451" y="3162"/>
                  <a:pt x="29150" y="2372"/>
                  <a:pt x="29636" y="1734"/>
                </a:cubicBezTo>
                <a:cubicBezTo>
                  <a:pt x="29910" y="1430"/>
                  <a:pt x="30123" y="1065"/>
                  <a:pt x="30335" y="730"/>
                </a:cubicBezTo>
                <a:cubicBezTo>
                  <a:pt x="30427" y="548"/>
                  <a:pt x="30548" y="305"/>
                  <a:pt x="30761" y="275"/>
                </a:cubicBezTo>
                <a:cubicBezTo>
                  <a:pt x="30822" y="457"/>
                  <a:pt x="30822" y="609"/>
                  <a:pt x="30822" y="822"/>
                </a:cubicBezTo>
              </a:path>
            </a:pathLst>
          </a:custGeom>
          <a:noFill/>
          <a:ln cap="flat" cmpd="sng" w="66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5"/>
          <p:cNvSpPr/>
          <p:nvPr/>
        </p:nvSpPr>
        <p:spPr>
          <a:xfrm flipH="1">
            <a:off x="90325" y="4816025"/>
            <a:ext cx="1119378"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5"/>
                  <a:pt x="4134" y="1217"/>
                  <a:pt x="4621" y="1217"/>
                </a:cubicBezTo>
                <a:cubicBezTo>
                  <a:pt x="5198" y="1217"/>
                  <a:pt x="5715" y="1156"/>
                  <a:pt x="6262" y="1399"/>
                </a:cubicBezTo>
                <a:cubicBezTo>
                  <a:pt x="6870" y="1673"/>
                  <a:pt x="7478" y="2007"/>
                  <a:pt x="8055" y="2372"/>
                </a:cubicBezTo>
                <a:cubicBezTo>
                  <a:pt x="8572" y="2706"/>
                  <a:pt x="8937" y="3162"/>
                  <a:pt x="9545" y="3344"/>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3"/>
                </a:cubicBezTo>
                <a:cubicBezTo>
                  <a:pt x="16110" y="578"/>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7"/>
                  <a:pt x="24378" y="4287"/>
                  <a:pt x="25138" y="4287"/>
                </a:cubicBezTo>
                <a:cubicBezTo>
                  <a:pt x="25502" y="4287"/>
                  <a:pt x="26050" y="4378"/>
                  <a:pt x="26414" y="4256"/>
                </a:cubicBezTo>
                <a:cubicBezTo>
                  <a:pt x="26870" y="4135"/>
                  <a:pt x="27296" y="3739"/>
                  <a:pt x="27721" y="3527"/>
                </a:cubicBezTo>
                <a:cubicBezTo>
                  <a:pt x="28451" y="3162"/>
                  <a:pt x="29150" y="2372"/>
                  <a:pt x="29636" y="1733"/>
                </a:cubicBezTo>
                <a:cubicBezTo>
                  <a:pt x="29910" y="1399"/>
                  <a:pt x="30123" y="1065"/>
                  <a:pt x="30335" y="730"/>
                </a:cubicBezTo>
                <a:cubicBezTo>
                  <a:pt x="30427" y="548"/>
                  <a:pt x="30548" y="305"/>
                  <a:pt x="30761" y="274"/>
                </a:cubicBezTo>
                <a:cubicBezTo>
                  <a:pt x="30822" y="457"/>
                  <a:pt x="30822" y="609"/>
                  <a:pt x="30822" y="821"/>
                </a:cubicBezTo>
              </a:path>
            </a:pathLst>
          </a:custGeom>
          <a:noFill/>
          <a:ln cap="flat" cmpd="sng" w="76000">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6" name="Google Shape;506;p5"/>
          <p:cNvGrpSpPr/>
          <p:nvPr/>
        </p:nvGrpSpPr>
        <p:grpSpPr>
          <a:xfrm>
            <a:off x="7966239" y="-237200"/>
            <a:ext cx="1424950" cy="1312361"/>
            <a:chOff x="548175" y="3691725"/>
            <a:chExt cx="990925" cy="1044125"/>
          </a:xfrm>
        </p:grpSpPr>
        <p:sp>
          <p:nvSpPr>
            <p:cNvPr id="507" name="Google Shape;507;p5"/>
            <p:cNvSpPr/>
            <p:nvPr/>
          </p:nvSpPr>
          <p:spPr>
            <a:xfrm>
              <a:off x="803500" y="3747200"/>
              <a:ext cx="52450" cy="99575"/>
            </a:xfrm>
            <a:custGeom>
              <a:rect b="b" l="l" r="r" t="t"/>
              <a:pathLst>
                <a:path extrusionOk="0" fill="none" h="3983" w="2098">
                  <a:moveTo>
                    <a:pt x="2097" y="0"/>
                  </a:moveTo>
                  <a:cubicBezTo>
                    <a:pt x="1733" y="760"/>
                    <a:pt x="1307" y="1490"/>
                    <a:pt x="881" y="2250"/>
                  </a:cubicBezTo>
                  <a:cubicBezTo>
                    <a:pt x="578" y="2827"/>
                    <a:pt x="213" y="3374"/>
                    <a:pt x="0" y="3982"/>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5"/>
            <p:cNvSpPr/>
            <p:nvPr/>
          </p:nvSpPr>
          <p:spPr>
            <a:xfrm>
              <a:off x="773850" y="3864975"/>
              <a:ext cx="58550" cy="99575"/>
            </a:xfrm>
            <a:custGeom>
              <a:rect b="b" l="l" r="r" t="t"/>
              <a:pathLst>
                <a:path extrusionOk="0" fill="none" h="3983" w="2342">
                  <a:moveTo>
                    <a:pt x="2341" y="1"/>
                  </a:moveTo>
                  <a:cubicBezTo>
                    <a:pt x="2067" y="700"/>
                    <a:pt x="1490" y="1308"/>
                    <a:pt x="1186" y="2007"/>
                  </a:cubicBezTo>
                  <a:cubicBezTo>
                    <a:pt x="852" y="2706"/>
                    <a:pt x="517" y="3436"/>
                    <a:pt x="1" y="3983"/>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5"/>
            <p:cNvSpPr/>
            <p:nvPr/>
          </p:nvSpPr>
          <p:spPr>
            <a:xfrm>
              <a:off x="712300" y="3923500"/>
              <a:ext cx="38025" cy="64600"/>
            </a:xfrm>
            <a:custGeom>
              <a:rect b="b" l="l" r="r" t="t"/>
              <a:pathLst>
                <a:path extrusionOk="0" fill="none" h="2584" w="1521">
                  <a:moveTo>
                    <a:pt x="1520" y="0"/>
                  </a:moveTo>
                  <a:cubicBezTo>
                    <a:pt x="1216" y="487"/>
                    <a:pt x="1034" y="1034"/>
                    <a:pt x="700" y="1520"/>
                  </a:cubicBezTo>
                  <a:cubicBezTo>
                    <a:pt x="456" y="1885"/>
                    <a:pt x="244" y="2219"/>
                    <a:pt x="1" y="2584"/>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5"/>
            <p:cNvSpPr/>
            <p:nvPr/>
          </p:nvSpPr>
          <p:spPr>
            <a:xfrm>
              <a:off x="718375" y="3829275"/>
              <a:ext cx="41075" cy="64600"/>
            </a:xfrm>
            <a:custGeom>
              <a:rect b="b" l="l" r="r" t="t"/>
              <a:pathLst>
                <a:path extrusionOk="0" fill="none" h="2584" w="1643">
                  <a:moveTo>
                    <a:pt x="1642" y="0"/>
                  </a:moveTo>
                  <a:cubicBezTo>
                    <a:pt x="1034" y="851"/>
                    <a:pt x="487" y="1702"/>
                    <a:pt x="1" y="2584"/>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5"/>
            <p:cNvSpPr/>
            <p:nvPr/>
          </p:nvSpPr>
          <p:spPr>
            <a:xfrm>
              <a:off x="621125" y="3993400"/>
              <a:ext cx="26600" cy="53225"/>
            </a:xfrm>
            <a:custGeom>
              <a:rect b="b" l="l" r="r" t="t"/>
              <a:pathLst>
                <a:path extrusionOk="0" fill="none" h="2129" w="1064">
                  <a:moveTo>
                    <a:pt x="1064" y="1"/>
                  </a:moveTo>
                  <a:cubicBezTo>
                    <a:pt x="1003" y="335"/>
                    <a:pt x="699" y="761"/>
                    <a:pt x="517" y="1065"/>
                  </a:cubicBezTo>
                  <a:cubicBezTo>
                    <a:pt x="365" y="1429"/>
                    <a:pt x="182" y="1764"/>
                    <a:pt x="0" y="2128"/>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5"/>
            <p:cNvSpPr/>
            <p:nvPr/>
          </p:nvSpPr>
          <p:spPr>
            <a:xfrm>
              <a:off x="662150" y="4043550"/>
              <a:ext cx="32700" cy="58550"/>
            </a:xfrm>
            <a:custGeom>
              <a:rect b="b" l="l" r="r" t="t"/>
              <a:pathLst>
                <a:path extrusionOk="0" fill="none" h="2342" w="1308">
                  <a:moveTo>
                    <a:pt x="1307" y="1"/>
                  </a:moveTo>
                  <a:cubicBezTo>
                    <a:pt x="1034" y="487"/>
                    <a:pt x="578" y="882"/>
                    <a:pt x="396" y="1399"/>
                  </a:cubicBezTo>
                  <a:cubicBezTo>
                    <a:pt x="274" y="1703"/>
                    <a:pt x="244" y="2098"/>
                    <a:pt x="0" y="2341"/>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5"/>
            <p:cNvSpPr/>
            <p:nvPr/>
          </p:nvSpPr>
          <p:spPr>
            <a:xfrm>
              <a:off x="726750" y="4043550"/>
              <a:ext cx="44075" cy="67650"/>
            </a:xfrm>
            <a:custGeom>
              <a:rect b="b" l="l" r="r" t="t"/>
              <a:pathLst>
                <a:path extrusionOk="0" fill="none" h="2706" w="1763">
                  <a:moveTo>
                    <a:pt x="1763" y="1"/>
                  </a:moveTo>
                  <a:cubicBezTo>
                    <a:pt x="973" y="761"/>
                    <a:pt x="426" y="1703"/>
                    <a:pt x="0" y="2706"/>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5"/>
            <p:cNvSpPr/>
            <p:nvPr/>
          </p:nvSpPr>
          <p:spPr>
            <a:xfrm>
              <a:off x="827050" y="3955400"/>
              <a:ext cx="43325" cy="67675"/>
            </a:xfrm>
            <a:custGeom>
              <a:rect b="b" l="l" r="r" t="t"/>
              <a:pathLst>
                <a:path extrusionOk="0" fill="none" h="2707" w="1733">
                  <a:moveTo>
                    <a:pt x="1733" y="1"/>
                  </a:moveTo>
                  <a:cubicBezTo>
                    <a:pt x="1307" y="487"/>
                    <a:pt x="851" y="1065"/>
                    <a:pt x="578" y="1673"/>
                  </a:cubicBezTo>
                  <a:cubicBezTo>
                    <a:pt x="487" y="1855"/>
                    <a:pt x="426" y="2068"/>
                    <a:pt x="304" y="2250"/>
                  </a:cubicBezTo>
                  <a:cubicBezTo>
                    <a:pt x="213" y="2402"/>
                    <a:pt x="0" y="2524"/>
                    <a:pt x="0" y="2706"/>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5"/>
            <p:cNvSpPr/>
            <p:nvPr/>
          </p:nvSpPr>
          <p:spPr>
            <a:xfrm>
              <a:off x="908350" y="3835350"/>
              <a:ext cx="44100" cy="76000"/>
            </a:xfrm>
            <a:custGeom>
              <a:rect b="b" l="l" r="r" t="t"/>
              <a:pathLst>
                <a:path extrusionOk="0" fill="none" h="3040" w="1764">
                  <a:moveTo>
                    <a:pt x="1764" y="0"/>
                  </a:moveTo>
                  <a:cubicBezTo>
                    <a:pt x="1399" y="699"/>
                    <a:pt x="1034" y="1429"/>
                    <a:pt x="700" y="2158"/>
                  </a:cubicBezTo>
                  <a:cubicBezTo>
                    <a:pt x="578" y="2462"/>
                    <a:pt x="457" y="3040"/>
                    <a:pt x="1" y="2949"/>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5"/>
            <p:cNvSpPr/>
            <p:nvPr/>
          </p:nvSpPr>
          <p:spPr>
            <a:xfrm>
              <a:off x="901525" y="3764675"/>
              <a:ext cx="50925" cy="76775"/>
            </a:xfrm>
            <a:custGeom>
              <a:rect b="b" l="l" r="r" t="t"/>
              <a:pathLst>
                <a:path extrusionOk="0" fill="none" h="3071" w="2037">
                  <a:moveTo>
                    <a:pt x="2037" y="1"/>
                  </a:moveTo>
                  <a:cubicBezTo>
                    <a:pt x="1489" y="457"/>
                    <a:pt x="1155" y="1095"/>
                    <a:pt x="821" y="1703"/>
                  </a:cubicBezTo>
                  <a:cubicBezTo>
                    <a:pt x="608" y="2067"/>
                    <a:pt x="0" y="2645"/>
                    <a:pt x="61" y="3071"/>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5"/>
            <p:cNvSpPr/>
            <p:nvPr/>
          </p:nvSpPr>
          <p:spPr>
            <a:xfrm>
              <a:off x="1008650" y="3762400"/>
              <a:ext cx="28900" cy="52450"/>
            </a:xfrm>
            <a:custGeom>
              <a:rect b="b" l="l" r="r" t="t"/>
              <a:pathLst>
                <a:path extrusionOk="0" fill="none" h="2098" w="1156">
                  <a:moveTo>
                    <a:pt x="1156" y="0"/>
                  </a:moveTo>
                  <a:cubicBezTo>
                    <a:pt x="882" y="456"/>
                    <a:pt x="487" y="882"/>
                    <a:pt x="305" y="1399"/>
                  </a:cubicBezTo>
                  <a:cubicBezTo>
                    <a:pt x="214" y="1611"/>
                    <a:pt x="183" y="1915"/>
                    <a:pt x="1" y="2098"/>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5"/>
            <p:cNvSpPr/>
            <p:nvPr/>
          </p:nvSpPr>
          <p:spPr>
            <a:xfrm>
              <a:off x="1084650" y="3732750"/>
              <a:ext cx="44100" cy="61600"/>
            </a:xfrm>
            <a:custGeom>
              <a:rect b="b" l="l" r="r" t="t"/>
              <a:pathLst>
                <a:path extrusionOk="0" fill="none" h="2464" w="1764">
                  <a:moveTo>
                    <a:pt x="1763" y="1"/>
                  </a:moveTo>
                  <a:cubicBezTo>
                    <a:pt x="1551" y="487"/>
                    <a:pt x="1277" y="913"/>
                    <a:pt x="943" y="1308"/>
                  </a:cubicBezTo>
                  <a:cubicBezTo>
                    <a:pt x="608" y="1703"/>
                    <a:pt x="396" y="2098"/>
                    <a:pt x="0" y="2463"/>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5"/>
            <p:cNvSpPr/>
            <p:nvPr/>
          </p:nvSpPr>
          <p:spPr>
            <a:xfrm>
              <a:off x="1155325" y="3762400"/>
              <a:ext cx="38000" cy="49425"/>
            </a:xfrm>
            <a:custGeom>
              <a:rect b="b" l="l" r="r" t="t"/>
              <a:pathLst>
                <a:path extrusionOk="0" fill="none" h="1977" w="1520">
                  <a:moveTo>
                    <a:pt x="1520" y="0"/>
                  </a:moveTo>
                  <a:cubicBezTo>
                    <a:pt x="1216" y="365"/>
                    <a:pt x="942" y="791"/>
                    <a:pt x="639" y="1155"/>
                  </a:cubicBezTo>
                  <a:cubicBezTo>
                    <a:pt x="426" y="1429"/>
                    <a:pt x="183" y="1672"/>
                    <a:pt x="0" y="1976"/>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5"/>
            <p:cNvSpPr/>
            <p:nvPr/>
          </p:nvSpPr>
          <p:spPr>
            <a:xfrm>
              <a:off x="969900" y="39934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5"/>
            <p:cNvSpPr/>
            <p:nvPr/>
          </p:nvSpPr>
          <p:spPr>
            <a:xfrm>
              <a:off x="929625" y="3917425"/>
              <a:ext cx="43350" cy="64600"/>
            </a:xfrm>
            <a:custGeom>
              <a:rect b="b" l="l" r="r" t="t"/>
              <a:pathLst>
                <a:path extrusionOk="0" fill="none" h="2584" w="1734">
                  <a:moveTo>
                    <a:pt x="1733" y="0"/>
                  </a:moveTo>
                  <a:cubicBezTo>
                    <a:pt x="1217" y="882"/>
                    <a:pt x="730" y="1854"/>
                    <a:pt x="1" y="2584"/>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5"/>
            <p:cNvSpPr/>
            <p:nvPr/>
          </p:nvSpPr>
          <p:spPr>
            <a:xfrm>
              <a:off x="847550" y="4061025"/>
              <a:ext cx="40300" cy="56275"/>
            </a:xfrm>
            <a:custGeom>
              <a:rect b="b" l="l" r="r" t="t"/>
              <a:pathLst>
                <a:path extrusionOk="0" fill="none" h="2251" w="1612">
                  <a:moveTo>
                    <a:pt x="1612" y="1"/>
                  </a:moveTo>
                  <a:cubicBezTo>
                    <a:pt x="974" y="700"/>
                    <a:pt x="487" y="1429"/>
                    <a:pt x="1" y="2250"/>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5"/>
            <p:cNvSpPr/>
            <p:nvPr/>
          </p:nvSpPr>
          <p:spPr>
            <a:xfrm>
              <a:off x="750300" y="4169700"/>
              <a:ext cx="50175" cy="64625"/>
            </a:xfrm>
            <a:custGeom>
              <a:rect b="b" l="l" r="r" t="t"/>
              <a:pathLst>
                <a:path extrusionOk="0" fill="none" h="2585" w="2007">
                  <a:moveTo>
                    <a:pt x="2006" y="0"/>
                  </a:moveTo>
                  <a:cubicBezTo>
                    <a:pt x="1307" y="852"/>
                    <a:pt x="791" y="1824"/>
                    <a:pt x="0" y="2584"/>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5"/>
            <p:cNvSpPr/>
            <p:nvPr/>
          </p:nvSpPr>
          <p:spPr>
            <a:xfrm>
              <a:off x="747250" y="4114225"/>
              <a:ext cx="32700" cy="46375"/>
            </a:xfrm>
            <a:custGeom>
              <a:rect b="b" l="l" r="r" t="t"/>
              <a:pathLst>
                <a:path extrusionOk="0" fill="none" h="1855" w="1308">
                  <a:moveTo>
                    <a:pt x="1308" y="1"/>
                  </a:moveTo>
                  <a:cubicBezTo>
                    <a:pt x="913" y="639"/>
                    <a:pt x="517" y="1308"/>
                    <a:pt x="1" y="1855"/>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5"/>
            <p:cNvSpPr/>
            <p:nvPr/>
          </p:nvSpPr>
          <p:spPr>
            <a:xfrm>
              <a:off x="641625" y="4222900"/>
              <a:ext cx="35750" cy="52450"/>
            </a:xfrm>
            <a:custGeom>
              <a:rect b="b" l="l" r="r" t="t"/>
              <a:pathLst>
                <a:path extrusionOk="0" fill="none" h="2098" w="1430">
                  <a:moveTo>
                    <a:pt x="1429" y="0"/>
                  </a:moveTo>
                  <a:cubicBezTo>
                    <a:pt x="1399" y="182"/>
                    <a:pt x="1004" y="699"/>
                    <a:pt x="913" y="821"/>
                  </a:cubicBezTo>
                  <a:cubicBezTo>
                    <a:pt x="791" y="973"/>
                    <a:pt x="639" y="1125"/>
                    <a:pt x="517" y="1277"/>
                  </a:cubicBezTo>
                  <a:cubicBezTo>
                    <a:pt x="335" y="1520"/>
                    <a:pt x="62" y="1763"/>
                    <a:pt x="1" y="2097"/>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5"/>
            <p:cNvSpPr/>
            <p:nvPr/>
          </p:nvSpPr>
          <p:spPr>
            <a:xfrm>
              <a:off x="615800" y="4169700"/>
              <a:ext cx="46375" cy="55500"/>
            </a:xfrm>
            <a:custGeom>
              <a:rect b="b" l="l" r="r" t="t"/>
              <a:pathLst>
                <a:path extrusionOk="0" fill="none" h="2220" w="1855">
                  <a:moveTo>
                    <a:pt x="1854" y="0"/>
                  </a:moveTo>
                  <a:cubicBezTo>
                    <a:pt x="973" y="517"/>
                    <a:pt x="699" y="1551"/>
                    <a:pt x="0" y="2219"/>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5"/>
            <p:cNvSpPr/>
            <p:nvPr/>
          </p:nvSpPr>
          <p:spPr>
            <a:xfrm>
              <a:off x="589200" y="4114225"/>
              <a:ext cx="31950" cy="46375"/>
            </a:xfrm>
            <a:custGeom>
              <a:rect b="b" l="l" r="r" t="t"/>
              <a:pathLst>
                <a:path extrusionOk="0" fill="none" h="1855" w="1278">
                  <a:moveTo>
                    <a:pt x="1277" y="1"/>
                  </a:moveTo>
                  <a:cubicBezTo>
                    <a:pt x="973" y="456"/>
                    <a:pt x="669" y="943"/>
                    <a:pt x="335" y="1399"/>
                  </a:cubicBezTo>
                  <a:cubicBezTo>
                    <a:pt x="244" y="1551"/>
                    <a:pt x="122" y="1733"/>
                    <a:pt x="0" y="1855"/>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5"/>
            <p:cNvSpPr/>
            <p:nvPr/>
          </p:nvSpPr>
          <p:spPr>
            <a:xfrm>
              <a:off x="630225" y="3855875"/>
              <a:ext cx="31950" cy="50175"/>
            </a:xfrm>
            <a:custGeom>
              <a:rect b="b" l="l" r="r" t="t"/>
              <a:pathLst>
                <a:path extrusionOk="0" fill="none" h="2007" w="1278">
                  <a:moveTo>
                    <a:pt x="1277" y="0"/>
                  </a:moveTo>
                  <a:cubicBezTo>
                    <a:pt x="913" y="365"/>
                    <a:pt x="487" y="760"/>
                    <a:pt x="305" y="1246"/>
                  </a:cubicBezTo>
                  <a:cubicBezTo>
                    <a:pt x="214" y="1459"/>
                    <a:pt x="31" y="1763"/>
                    <a:pt x="1" y="2006"/>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5"/>
            <p:cNvSpPr/>
            <p:nvPr/>
          </p:nvSpPr>
          <p:spPr>
            <a:xfrm>
              <a:off x="756375" y="3756325"/>
              <a:ext cx="28900" cy="28900"/>
            </a:xfrm>
            <a:custGeom>
              <a:rect b="b" l="l" r="r" t="t"/>
              <a:pathLst>
                <a:path extrusionOk="0" fill="none" h="1156" w="1156">
                  <a:moveTo>
                    <a:pt x="1156" y="0"/>
                  </a:moveTo>
                  <a:cubicBezTo>
                    <a:pt x="608" y="243"/>
                    <a:pt x="244" y="639"/>
                    <a:pt x="0" y="1155"/>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5"/>
            <p:cNvSpPr/>
            <p:nvPr/>
          </p:nvSpPr>
          <p:spPr>
            <a:xfrm>
              <a:off x="565650" y="3982000"/>
              <a:ext cx="26600" cy="41075"/>
            </a:xfrm>
            <a:custGeom>
              <a:rect b="b" l="l" r="r" t="t"/>
              <a:pathLst>
                <a:path extrusionOk="0" fill="none" h="1643" w="1064">
                  <a:moveTo>
                    <a:pt x="1064" y="1"/>
                  </a:moveTo>
                  <a:cubicBezTo>
                    <a:pt x="760" y="305"/>
                    <a:pt x="426" y="669"/>
                    <a:pt x="243" y="1065"/>
                  </a:cubicBezTo>
                  <a:cubicBezTo>
                    <a:pt x="152" y="1247"/>
                    <a:pt x="91" y="1460"/>
                    <a:pt x="0" y="1642"/>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5"/>
            <p:cNvSpPr/>
            <p:nvPr/>
          </p:nvSpPr>
          <p:spPr>
            <a:xfrm>
              <a:off x="548175" y="4222900"/>
              <a:ext cx="26600" cy="43325"/>
            </a:xfrm>
            <a:custGeom>
              <a:rect b="b" l="l" r="r" t="t"/>
              <a:pathLst>
                <a:path extrusionOk="0" fill="none" h="1733" w="1064">
                  <a:moveTo>
                    <a:pt x="1064" y="0"/>
                  </a:moveTo>
                  <a:cubicBezTo>
                    <a:pt x="821" y="365"/>
                    <a:pt x="517" y="760"/>
                    <a:pt x="334" y="1155"/>
                  </a:cubicBezTo>
                  <a:cubicBezTo>
                    <a:pt x="274" y="1338"/>
                    <a:pt x="182" y="1702"/>
                    <a:pt x="0" y="1733"/>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5"/>
            <p:cNvSpPr/>
            <p:nvPr/>
          </p:nvSpPr>
          <p:spPr>
            <a:xfrm>
              <a:off x="583125" y="4278350"/>
              <a:ext cx="26625" cy="41075"/>
            </a:xfrm>
            <a:custGeom>
              <a:rect b="b" l="l" r="r" t="t"/>
              <a:pathLst>
                <a:path extrusionOk="0" fill="none" h="1643" w="1065">
                  <a:moveTo>
                    <a:pt x="1064" y="1"/>
                  </a:moveTo>
                  <a:cubicBezTo>
                    <a:pt x="730" y="335"/>
                    <a:pt x="487" y="700"/>
                    <a:pt x="304" y="1126"/>
                  </a:cubicBezTo>
                  <a:cubicBezTo>
                    <a:pt x="213" y="1278"/>
                    <a:pt x="152" y="1582"/>
                    <a:pt x="0" y="1642"/>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5"/>
            <p:cNvSpPr/>
            <p:nvPr/>
          </p:nvSpPr>
          <p:spPr>
            <a:xfrm>
              <a:off x="621125" y="4322425"/>
              <a:ext cx="58525" cy="85150"/>
            </a:xfrm>
            <a:custGeom>
              <a:rect b="b" l="l" r="r" t="t"/>
              <a:pathLst>
                <a:path extrusionOk="0" fill="none" h="3406" w="2341">
                  <a:moveTo>
                    <a:pt x="2341" y="1"/>
                  </a:moveTo>
                  <a:cubicBezTo>
                    <a:pt x="1824" y="578"/>
                    <a:pt x="1368" y="1247"/>
                    <a:pt x="973" y="1946"/>
                  </a:cubicBezTo>
                  <a:cubicBezTo>
                    <a:pt x="821" y="2220"/>
                    <a:pt x="669" y="2433"/>
                    <a:pt x="517" y="2706"/>
                  </a:cubicBezTo>
                  <a:cubicBezTo>
                    <a:pt x="334" y="2919"/>
                    <a:pt x="243" y="3223"/>
                    <a:pt x="0" y="3405"/>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5"/>
            <p:cNvSpPr/>
            <p:nvPr/>
          </p:nvSpPr>
          <p:spPr>
            <a:xfrm>
              <a:off x="618075" y="4459975"/>
              <a:ext cx="26625" cy="44100"/>
            </a:xfrm>
            <a:custGeom>
              <a:rect b="b" l="l" r="r" t="t"/>
              <a:pathLst>
                <a:path extrusionOk="0" fill="none" h="1764" w="1065">
                  <a:moveTo>
                    <a:pt x="1064" y="1"/>
                  </a:moveTo>
                  <a:cubicBezTo>
                    <a:pt x="760" y="426"/>
                    <a:pt x="578" y="760"/>
                    <a:pt x="365" y="1216"/>
                  </a:cubicBezTo>
                  <a:cubicBezTo>
                    <a:pt x="304" y="1368"/>
                    <a:pt x="152" y="1642"/>
                    <a:pt x="0" y="1763"/>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5"/>
            <p:cNvSpPr/>
            <p:nvPr/>
          </p:nvSpPr>
          <p:spPr>
            <a:xfrm>
              <a:off x="741925" y="4275325"/>
              <a:ext cx="41075" cy="55500"/>
            </a:xfrm>
            <a:custGeom>
              <a:rect b="b" l="l" r="r" t="t"/>
              <a:pathLst>
                <a:path extrusionOk="0" fill="none" h="2220" w="1643">
                  <a:moveTo>
                    <a:pt x="1642" y="0"/>
                  </a:moveTo>
                  <a:cubicBezTo>
                    <a:pt x="1095" y="335"/>
                    <a:pt x="882" y="851"/>
                    <a:pt x="578" y="1368"/>
                  </a:cubicBezTo>
                  <a:cubicBezTo>
                    <a:pt x="426" y="1672"/>
                    <a:pt x="244" y="2037"/>
                    <a:pt x="1" y="2219"/>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5"/>
            <p:cNvSpPr/>
            <p:nvPr/>
          </p:nvSpPr>
          <p:spPr>
            <a:xfrm>
              <a:off x="849850" y="4178825"/>
              <a:ext cx="26600" cy="41050"/>
            </a:xfrm>
            <a:custGeom>
              <a:rect b="b" l="l" r="r" t="t"/>
              <a:pathLst>
                <a:path extrusionOk="0" fill="none" h="1642" w="1064">
                  <a:moveTo>
                    <a:pt x="1064" y="0"/>
                  </a:moveTo>
                  <a:cubicBezTo>
                    <a:pt x="790" y="335"/>
                    <a:pt x="517" y="638"/>
                    <a:pt x="304" y="1034"/>
                  </a:cubicBezTo>
                  <a:cubicBezTo>
                    <a:pt x="183" y="1216"/>
                    <a:pt x="152" y="1459"/>
                    <a:pt x="0" y="1642"/>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5"/>
            <p:cNvSpPr/>
            <p:nvPr/>
          </p:nvSpPr>
          <p:spPr>
            <a:xfrm>
              <a:off x="944075" y="4102075"/>
              <a:ext cx="49400" cy="70675"/>
            </a:xfrm>
            <a:custGeom>
              <a:rect b="b" l="l" r="r" t="t"/>
              <a:pathLst>
                <a:path extrusionOk="0" fill="none" h="2827" w="1976">
                  <a:moveTo>
                    <a:pt x="1976" y="0"/>
                  </a:moveTo>
                  <a:cubicBezTo>
                    <a:pt x="1429" y="547"/>
                    <a:pt x="1003" y="1094"/>
                    <a:pt x="639" y="1794"/>
                  </a:cubicBezTo>
                  <a:cubicBezTo>
                    <a:pt x="456" y="2098"/>
                    <a:pt x="243" y="2553"/>
                    <a:pt x="0" y="2827"/>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5"/>
            <p:cNvSpPr/>
            <p:nvPr/>
          </p:nvSpPr>
          <p:spPr>
            <a:xfrm>
              <a:off x="1052725" y="4013925"/>
              <a:ext cx="34975" cy="50175"/>
            </a:xfrm>
            <a:custGeom>
              <a:rect b="b" l="l" r="r" t="t"/>
              <a:pathLst>
                <a:path extrusionOk="0" fill="none" h="2007" w="1399">
                  <a:moveTo>
                    <a:pt x="1399" y="0"/>
                  </a:moveTo>
                  <a:cubicBezTo>
                    <a:pt x="943" y="456"/>
                    <a:pt x="609" y="851"/>
                    <a:pt x="335" y="1399"/>
                  </a:cubicBezTo>
                  <a:cubicBezTo>
                    <a:pt x="274" y="1490"/>
                    <a:pt x="274" y="1672"/>
                    <a:pt x="183" y="1763"/>
                  </a:cubicBezTo>
                  <a:cubicBezTo>
                    <a:pt x="122" y="1885"/>
                    <a:pt x="62" y="1885"/>
                    <a:pt x="1" y="2006"/>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5"/>
            <p:cNvSpPr/>
            <p:nvPr/>
          </p:nvSpPr>
          <p:spPr>
            <a:xfrm>
              <a:off x="1149250" y="3899950"/>
              <a:ext cx="34975" cy="50175"/>
            </a:xfrm>
            <a:custGeom>
              <a:rect b="b" l="l" r="r" t="t"/>
              <a:pathLst>
                <a:path extrusionOk="0" fill="none" h="2007" w="1399">
                  <a:moveTo>
                    <a:pt x="1398" y="0"/>
                  </a:moveTo>
                  <a:cubicBezTo>
                    <a:pt x="1003" y="426"/>
                    <a:pt x="730" y="821"/>
                    <a:pt x="395" y="1307"/>
                  </a:cubicBezTo>
                  <a:cubicBezTo>
                    <a:pt x="243" y="1489"/>
                    <a:pt x="0" y="1733"/>
                    <a:pt x="0" y="2006"/>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5"/>
            <p:cNvSpPr/>
            <p:nvPr/>
          </p:nvSpPr>
          <p:spPr>
            <a:xfrm>
              <a:off x="1102125" y="3879425"/>
              <a:ext cx="26625" cy="41050"/>
            </a:xfrm>
            <a:custGeom>
              <a:rect b="b" l="l" r="r" t="t"/>
              <a:pathLst>
                <a:path extrusionOk="0" fill="none" h="1642" w="1065">
                  <a:moveTo>
                    <a:pt x="1064" y="0"/>
                  </a:moveTo>
                  <a:cubicBezTo>
                    <a:pt x="730" y="183"/>
                    <a:pt x="517" y="699"/>
                    <a:pt x="304" y="1003"/>
                  </a:cubicBezTo>
                  <a:cubicBezTo>
                    <a:pt x="183" y="1186"/>
                    <a:pt x="31" y="1429"/>
                    <a:pt x="1" y="1642"/>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5"/>
            <p:cNvSpPr/>
            <p:nvPr/>
          </p:nvSpPr>
          <p:spPr>
            <a:xfrm>
              <a:off x="972950" y="3697800"/>
              <a:ext cx="38775" cy="44100"/>
            </a:xfrm>
            <a:custGeom>
              <a:rect b="b" l="l" r="r" t="t"/>
              <a:pathLst>
                <a:path extrusionOk="0" fill="none" h="1764" w="1551">
                  <a:moveTo>
                    <a:pt x="1550" y="1"/>
                  </a:moveTo>
                  <a:cubicBezTo>
                    <a:pt x="1186" y="426"/>
                    <a:pt x="851" y="791"/>
                    <a:pt x="487" y="1186"/>
                  </a:cubicBezTo>
                  <a:cubicBezTo>
                    <a:pt x="365" y="1308"/>
                    <a:pt x="61" y="1612"/>
                    <a:pt x="0" y="1764"/>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5"/>
            <p:cNvSpPr/>
            <p:nvPr/>
          </p:nvSpPr>
          <p:spPr>
            <a:xfrm>
              <a:off x="908350" y="3691725"/>
              <a:ext cx="20550" cy="23575"/>
            </a:xfrm>
            <a:custGeom>
              <a:rect b="b" l="l" r="r" t="t"/>
              <a:pathLst>
                <a:path extrusionOk="0" fill="none" h="943" w="822">
                  <a:moveTo>
                    <a:pt x="821" y="1"/>
                  </a:moveTo>
                  <a:cubicBezTo>
                    <a:pt x="457" y="213"/>
                    <a:pt x="122" y="517"/>
                    <a:pt x="1" y="943"/>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5"/>
            <p:cNvSpPr/>
            <p:nvPr/>
          </p:nvSpPr>
          <p:spPr>
            <a:xfrm>
              <a:off x="1207000" y="3779875"/>
              <a:ext cx="38775" cy="49425"/>
            </a:xfrm>
            <a:custGeom>
              <a:rect b="b" l="l" r="r" t="t"/>
              <a:pathLst>
                <a:path extrusionOk="0" fill="none" h="1977" w="1551">
                  <a:moveTo>
                    <a:pt x="1550" y="1"/>
                  </a:moveTo>
                  <a:cubicBezTo>
                    <a:pt x="1094" y="396"/>
                    <a:pt x="730" y="821"/>
                    <a:pt x="334" y="1277"/>
                  </a:cubicBezTo>
                  <a:cubicBezTo>
                    <a:pt x="182" y="1490"/>
                    <a:pt x="0" y="1703"/>
                    <a:pt x="31" y="1976"/>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5"/>
            <p:cNvSpPr/>
            <p:nvPr/>
          </p:nvSpPr>
          <p:spPr>
            <a:xfrm>
              <a:off x="1275375" y="3814825"/>
              <a:ext cx="38025" cy="38025"/>
            </a:xfrm>
            <a:custGeom>
              <a:rect b="b" l="l" r="r" t="t"/>
              <a:pathLst>
                <a:path extrusionOk="0" fill="none" h="1521" w="1521">
                  <a:moveTo>
                    <a:pt x="1521" y="1"/>
                  </a:moveTo>
                  <a:cubicBezTo>
                    <a:pt x="1125" y="61"/>
                    <a:pt x="852" y="609"/>
                    <a:pt x="639" y="882"/>
                  </a:cubicBezTo>
                  <a:cubicBezTo>
                    <a:pt x="457" y="1065"/>
                    <a:pt x="214" y="1368"/>
                    <a:pt x="1" y="1520"/>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5"/>
            <p:cNvSpPr/>
            <p:nvPr/>
          </p:nvSpPr>
          <p:spPr>
            <a:xfrm>
              <a:off x="1322500" y="3858900"/>
              <a:ext cx="58525" cy="61575"/>
            </a:xfrm>
            <a:custGeom>
              <a:rect b="b" l="l" r="r" t="t"/>
              <a:pathLst>
                <a:path extrusionOk="0" fill="none" h="2463" w="2341">
                  <a:moveTo>
                    <a:pt x="2341" y="1"/>
                  </a:moveTo>
                  <a:cubicBezTo>
                    <a:pt x="1976" y="274"/>
                    <a:pt x="1520" y="578"/>
                    <a:pt x="1246" y="943"/>
                  </a:cubicBezTo>
                  <a:cubicBezTo>
                    <a:pt x="1095" y="1125"/>
                    <a:pt x="973" y="1338"/>
                    <a:pt x="791" y="1520"/>
                  </a:cubicBezTo>
                  <a:cubicBezTo>
                    <a:pt x="547" y="1824"/>
                    <a:pt x="243" y="2128"/>
                    <a:pt x="0" y="2463"/>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5"/>
            <p:cNvSpPr/>
            <p:nvPr/>
          </p:nvSpPr>
          <p:spPr>
            <a:xfrm>
              <a:off x="1325525" y="3944000"/>
              <a:ext cx="66900" cy="72975"/>
            </a:xfrm>
            <a:custGeom>
              <a:rect b="b" l="l" r="r" t="t"/>
              <a:pathLst>
                <a:path extrusionOk="0" fill="none" h="2919" w="2676">
                  <a:moveTo>
                    <a:pt x="2676" y="1"/>
                  </a:moveTo>
                  <a:cubicBezTo>
                    <a:pt x="2159" y="609"/>
                    <a:pt x="1673" y="1308"/>
                    <a:pt x="1034" y="1855"/>
                  </a:cubicBezTo>
                  <a:cubicBezTo>
                    <a:pt x="670" y="2159"/>
                    <a:pt x="335" y="2585"/>
                    <a:pt x="1" y="2919"/>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5"/>
            <p:cNvSpPr/>
            <p:nvPr/>
          </p:nvSpPr>
          <p:spPr>
            <a:xfrm>
              <a:off x="1407600" y="3958450"/>
              <a:ext cx="38025" cy="44100"/>
            </a:xfrm>
            <a:custGeom>
              <a:rect b="b" l="l" r="r" t="t"/>
              <a:pathLst>
                <a:path extrusionOk="0" fill="none" h="1764" w="1521">
                  <a:moveTo>
                    <a:pt x="1520" y="0"/>
                  </a:moveTo>
                  <a:cubicBezTo>
                    <a:pt x="1004" y="578"/>
                    <a:pt x="609" y="1307"/>
                    <a:pt x="1" y="1763"/>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5"/>
            <p:cNvSpPr/>
            <p:nvPr/>
          </p:nvSpPr>
          <p:spPr>
            <a:xfrm>
              <a:off x="1242700" y="3970600"/>
              <a:ext cx="44100" cy="55500"/>
            </a:xfrm>
            <a:custGeom>
              <a:rect b="b" l="l" r="r" t="t"/>
              <a:pathLst>
                <a:path extrusionOk="0" fill="none" h="2220" w="1764">
                  <a:moveTo>
                    <a:pt x="1764" y="1"/>
                  </a:moveTo>
                  <a:cubicBezTo>
                    <a:pt x="1308" y="274"/>
                    <a:pt x="1034" y="791"/>
                    <a:pt x="791" y="1277"/>
                  </a:cubicBezTo>
                  <a:cubicBezTo>
                    <a:pt x="578" y="1612"/>
                    <a:pt x="274" y="1885"/>
                    <a:pt x="1" y="2220"/>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5"/>
            <p:cNvSpPr/>
            <p:nvPr/>
          </p:nvSpPr>
          <p:spPr>
            <a:xfrm>
              <a:off x="1178875" y="3944000"/>
              <a:ext cx="49425" cy="58550"/>
            </a:xfrm>
            <a:custGeom>
              <a:rect b="b" l="l" r="r" t="t"/>
              <a:pathLst>
                <a:path extrusionOk="0" fill="none" h="2342" w="1977">
                  <a:moveTo>
                    <a:pt x="1976" y="1"/>
                  </a:moveTo>
                  <a:cubicBezTo>
                    <a:pt x="1520" y="487"/>
                    <a:pt x="1034" y="974"/>
                    <a:pt x="639" y="1521"/>
                  </a:cubicBezTo>
                  <a:cubicBezTo>
                    <a:pt x="456" y="1764"/>
                    <a:pt x="92" y="2068"/>
                    <a:pt x="0" y="2341"/>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5"/>
            <p:cNvSpPr/>
            <p:nvPr/>
          </p:nvSpPr>
          <p:spPr>
            <a:xfrm>
              <a:off x="1117325" y="4076225"/>
              <a:ext cx="41050" cy="49425"/>
            </a:xfrm>
            <a:custGeom>
              <a:rect b="b" l="l" r="r" t="t"/>
              <a:pathLst>
                <a:path extrusionOk="0" fill="none" h="1977" w="1642">
                  <a:moveTo>
                    <a:pt x="1642" y="1"/>
                  </a:moveTo>
                  <a:cubicBezTo>
                    <a:pt x="1186" y="396"/>
                    <a:pt x="943" y="882"/>
                    <a:pt x="548" y="1308"/>
                  </a:cubicBezTo>
                  <a:cubicBezTo>
                    <a:pt x="365" y="1521"/>
                    <a:pt x="183" y="1764"/>
                    <a:pt x="0" y="1976"/>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5"/>
            <p:cNvSpPr/>
            <p:nvPr/>
          </p:nvSpPr>
          <p:spPr>
            <a:xfrm>
              <a:off x="1198625" y="4084600"/>
              <a:ext cx="41825" cy="50175"/>
            </a:xfrm>
            <a:custGeom>
              <a:rect b="b" l="l" r="r" t="t"/>
              <a:pathLst>
                <a:path extrusionOk="0" fill="none" h="2007" w="1673">
                  <a:moveTo>
                    <a:pt x="1673" y="0"/>
                  </a:moveTo>
                  <a:cubicBezTo>
                    <a:pt x="1308" y="456"/>
                    <a:pt x="1004" y="912"/>
                    <a:pt x="639" y="1338"/>
                  </a:cubicBezTo>
                  <a:cubicBezTo>
                    <a:pt x="457" y="1520"/>
                    <a:pt x="274" y="1915"/>
                    <a:pt x="1" y="2006"/>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5"/>
            <p:cNvSpPr/>
            <p:nvPr/>
          </p:nvSpPr>
          <p:spPr>
            <a:xfrm>
              <a:off x="1295900" y="4064075"/>
              <a:ext cx="41050" cy="50175"/>
            </a:xfrm>
            <a:custGeom>
              <a:rect b="b" l="l" r="r" t="t"/>
              <a:pathLst>
                <a:path extrusionOk="0" fill="none" h="2007" w="1642">
                  <a:moveTo>
                    <a:pt x="1642" y="0"/>
                  </a:moveTo>
                  <a:cubicBezTo>
                    <a:pt x="1247" y="487"/>
                    <a:pt x="821" y="912"/>
                    <a:pt x="456" y="1429"/>
                  </a:cubicBezTo>
                  <a:cubicBezTo>
                    <a:pt x="335" y="1611"/>
                    <a:pt x="183" y="1946"/>
                    <a:pt x="0" y="2007"/>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5"/>
            <p:cNvSpPr/>
            <p:nvPr/>
          </p:nvSpPr>
          <p:spPr>
            <a:xfrm>
              <a:off x="1360500" y="4061025"/>
              <a:ext cx="58525" cy="61575"/>
            </a:xfrm>
            <a:custGeom>
              <a:rect b="b" l="l" r="r" t="t"/>
              <a:pathLst>
                <a:path extrusionOk="0" fill="none" h="2463" w="2341">
                  <a:moveTo>
                    <a:pt x="2341" y="1"/>
                  </a:moveTo>
                  <a:cubicBezTo>
                    <a:pt x="2006" y="214"/>
                    <a:pt x="1733" y="396"/>
                    <a:pt x="1489" y="730"/>
                  </a:cubicBezTo>
                  <a:cubicBezTo>
                    <a:pt x="1337" y="913"/>
                    <a:pt x="1216" y="1125"/>
                    <a:pt x="1064" y="1308"/>
                  </a:cubicBezTo>
                  <a:cubicBezTo>
                    <a:pt x="669" y="1703"/>
                    <a:pt x="304" y="2037"/>
                    <a:pt x="0" y="2463"/>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5"/>
            <p:cNvSpPr/>
            <p:nvPr/>
          </p:nvSpPr>
          <p:spPr>
            <a:xfrm>
              <a:off x="1442550" y="4055725"/>
              <a:ext cx="52475" cy="58525"/>
            </a:xfrm>
            <a:custGeom>
              <a:rect b="b" l="l" r="r" t="t"/>
              <a:pathLst>
                <a:path extrusionOk="0" fill="none" h="2341" w="2099">
                  <a:moveTo>
                    <a:pt x="2098" y="0"/>
                  </a:moveTo>
                  <a:cubicBezTo>
                    <a:pt x="1825" y="456"/>
                    <a:pt x="1399" y="851"/>
                    <a:pt x="1065" y="1277"/>
                  </a:cubicBezTo>
                  <a:cubicBezTo>
                    <a:pt x="761" y="1672"/>
                    <a:pt x="396" y="2037"/>
                    <a:pt x="1" y="2341"/>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5"/>
            <p:cNvSpPr/>
            <p:nvPr/>
          </p:nvSpPr>
          <p:spPr>
            <a:xfrm>
              <a:off x="1448625" y="4149175"/>
              <a:ext cx="41075" cy="58550"/>
            </a:xfrm>
            <a:custGeom>
              <a:rect b="b" l="l" r="r" t="t"/>
              <a:pathLst>
                <a:path extrusionOk="0" fill="none" h="2342" w="1643">
                  <a:moveTo>
                    <a:pt x="1642" y="1"/>
                  </a:moveTo>
                  <a:cubicBezTo>
                    <a:pt x="1186" y="852"/>
                    <a:pt x="396" y="1490"/>
                    <a:pt x="1" y="2341"/>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5"/>
            <p:cNvSpPr/>
            <p:nvPr/>
          </p:nvSpPr>
          <p:spPr>
            <a:xfrm>
              <a:off x="1480550" y="4193250"/>
              <a:ext cx="58550" cy="67650"/>
            </a:xfrm>
            <a:custGeom>
              <a:rect b="b" l="l" r="r" t="t"/>
              <a:pathLst>
                <a:path extrusionOk="0" fill="none" h="2706" w="2342">
                  <a:moveTo>
                    <a:pt x="2341" y="1"/>
                  </a:moveTo>
                  <a:cubicBezTo>
                    <a:pt x="1885" y="517"/>
                    <a:pt x="1490" y="1065"/>
                    <a:pt x="1064" y="1612"/>
                  </a:cubicBezTo>
                  <a:cubicBezTo>
                    <a:pt x="760" y="2007"/>
                    <a:pt x="365" y="2341"/>
                    <a:pt x="1" y="2706"/>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5"/>
            <p:cNvSpPr/>
            <p:nvPr/>
          </p:nvSpPr>
          <p:spPr>
            <a:xfrm>
              <a:off x="1442550" y="4389300"/>
              <a:ext cx="41075" cy="44100"/>
            </a:xfrm>
            <a:custGeom>
              <a:rect b="b" l="l" r="r" t="t"/>
              <a:pathLst>
                <a:path extrusionOk="0" fill="none" h="1764" w="1643">
                  <a:moveTo>
                    <a:pt x="1642" y="1"/>
                  </a:moveTo>
                  <a:cubicBezTo>
                    <a:pt x="1369" y="335"/>
                    <a:pt x="973" y="517"/>
                    <a:pt x="700" y="852"/>
                  </a:cubicBezTo>
                  <a:cubicBezTo>
                    <a:pt x="457" y="1156"/>
                    <a:pt x="244" y="1490"/>
                    <a:pt x="1" y="1764"/>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5"/>
            <p:cNvSpPr/>
            <p:nvPr/>
          </p:nvSpPr>
          <p:spPr>
            <a:xfrm>
              <a:off x="1392400" y="4501000"/>
              <a:ext cx="50175" cy="50175"/>
            </a:xfrm>
            <a:custGeom>
              <a:rect b="b" l="l" r="r" t="t"/>
              <a:pathLst>
                <a:path extrusionOk="0" fill="none" h="2007" w="2007">
                  <a:moveTo>
                    <a:pt x="2007" y="1"/>
                  </a:moveTo>
                  <a:cubicBezTo>
                    <a:pt x="1581" y="426"/>
                    <a:pt x="1217" y="882"/>
                    <a:pt x="821" y="1308"/>
                  </a:cubicBezTo>
                  <a:cubicBezTo>
                    <a:pt x="578" y="1551"/>
                    <a:pt x="244" y="1733"/>
                    <a:pt x="1" y="2007"/>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5"/>
            <p:cNvSpPr/>
            <p:nvPr/>
          </p:nvSpPr>
          <p:spPr>
            <a:xfrm>
              <a:off x="1474475" y="4295850"/>
              <a:ext cx="38025" cy="47125"/>
            </a:xfrm>
            <a:custGeom>
              <a:rect b="b" l="l" r="r" t="t"/>
              <a:pathLst>
                <a:path extrusionOk="0" fill="none" h="1885" w="1521">
                  <a:moveTo>
                    <a:pt x="1520" y="0"/>
                  </a:moveTo>
                  <a:cubicBezTo>
                    <a:pt x="1216" y="365"/>
                    <a:pt x="912" y="699"/>
                    <a:pt x="639" y="1094"/>
                  </a:cubicBezTo>
                  <a:cubicBezTo>
                    <a:pt x="426" y="1368"/>
                    <a:pt x="274" y="1641"/>
                    <a:pt x="0" y="1885"/>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5"/>
            <p:cNvSpPr/>
            <p:nvPr/>
          </p:nvSpPr>
          <p:spPr>
            <a:xfrm>
              <a:off x="1515500" y="4105100"/>
              <a:ext cx="23600" cy="29675"/>
            </a:xfrm>
            <a:custGeom>
              <a:rect b="b" l="l" r="r" t="t"/>
              <a:pathLst>
                <a:path extrusionOk="0" fill="none" h="1187" w="944">
                  <a:moveTo>
                    <a:pt x="943" y="1"/>
                  </a:moveTo>
                  <a:cubicBezTo>
                    <a:pt x="457" y="274"/>
                    <a:pt x="122" y="639"/>
                    <a:pt x="1" y="1186"/>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5"/>
            <p:cNvSpPr/>
            <p:nvPr/>
          </p:nvSpPr>
          <p:spPr>
            <a:xfrm>
              <a:off x="1351375" y="4281400"/>
              <a:ext cx="61575" cy="72975"/>
            </a:xfrm>
            <a:custGeom>
              <a:rect b="b" l="l" r="r" t="t"/>
              <a:pathLst>
                <a:path extrusionOk="0" fill="none" h="2919" w="2463">
                  <a:moveTo>
                    <a:pt x="2462" y="1"/>
                  </a:moveTo>
                  <a:cubicBezTo>
                    <a:pt x="2128" y="274"/>
                    <a:pt x="1702" y="548"/>
                    <a:pt x="1429" y="943"/>
                  </a:cubicBezTo>
                  <a:cubicBezTo>
                    <a:pt x="1247" y="1216"/>
                    <a:pt x="1064" y="1490"/>
                    <a:pt x="851" y="1764"/>
                  </a:cubicBezTo>
                  <a:cubicBezTo>
                    <a:pt x="578" y="2128"/>
                    <a:pt x="365" y="2645"/>
                    <a:pt x="0" y="2919"/>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5"/>
            <p:cNvSpPr/>
            <p:nvPr/>
          </p:nvSpPr>
          <p:spPr>
            <a:xfrm>
              <a:off x="1333900" y="4199325"/>
              <a:ext cx="44100" cy="46375"/>
            </a:xfrm>
            <a:custGeom>
              <a:rect b="b" l="l" r="r" t="t"/>
              <a:pathLst>
                <a:path extrusionOk="0" fill="none" h="1855" w="1764">
                  <a:moveTo>
                    <a:pt x="1763" y="1"/>
                  </a:moveTo>
                  <a:cubicBezTo>
                    <a:pt x="1368" y="122"/>
                    <a:pt x="1094" y="700"/>
                    <a:pt x="821" y="1004"/>
                  </a:cubicBezTo>
                  <a:cubicBezTo>
                    <a:pt x="547" y="1277"/>
                    <a:pt x="304" y="1581"/>
                    <a:pt x="0" y="1855"/>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5"/>
            <p:cNvSpPr/>
            <p:nvPr/>
          </p:nvSpPr>
          <p:spPr>
            <a:xfrm>
              <a:off x="1008650" y="4172750"/>
              <a:ext cx="46375" cy="58525"/>
            </a:xfrm>
            <a:custGeom>
              <a:rect b="b" l="l" r="r" t="t"/>
              <a:pathLst>
                <a:path extrusionOk="0" fill="none" h="2341" w="1855">
                  <a:moveTo>
                    <a:pt x="1855" y="0"/>
                  </a:moveTo>
                  <a:cubicBezTo>
                    <a:pt x="1277" y="790"/>
                    <a:pt x="670" y="1611"/>
                    <a:pt x="1" y="2340"/>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5"/>
            <p:cNvSpPr/>
            <p:nvPr/>
          </p:nvSpPr>
          <p:spPr>
            <a:xfrm>
              <a:off x="1114275" y="4193250"/>
              <a:ext cx="38025" cy="41075"/>
            </a:xfrm>
            <a:custGeom>
              <a:rect b="b" l="l" r="r" t="t"/>
              <a:pathLst>
                <a:path extrusionOk="0" fill="none" h="1643" w="1521">
                  <a:moveTo>
                    <a:pt x="1521" y="1"/>
                  </a:moveTo>
                  <a:cubicBezTo>
                    <a:pt x="1095" y="213"/>
                    <a:pt x="670" y="548"/>
                    <a:pt x="396" y="973"/>
                  </a:cubicBezTo>
                  <a:cubicBezTo>
                    <a:pt x="244" y="1186"/>
                    <a:pt x="183" y="1460"/>
                    <a:pt x="1" y="1642"/>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5"/>
            <p:cNvSpPr/>
            <p:nvPr/>
          </p:nvSpPr>
          <p:spPr>
            <a:xfrm>
              <a:off x="1216875" y="4187175"/>
              <a:ext cx="31925" cy="35750"/>
            </a:xfrm>
            <a:custGeom>
              <a:rect b="b" l="l" r="r" t="t"/>
              <a:pathLst>
                <a:path extrusionOk="0" fill="none" h="1430" w="1277">
                  <a:moveTo>
                    <a:pt x="1277" y="1"/>
                  </a:moveTo>
                  <a:cubicBezTo>
                    <a:pt x="912" y="335"/>
                    <a:pt x="547" y="517"/>
                    <a:pt x="335" y="943"/>
                  </a:cubicBezTo>
                  <a:cubicBezTo>
                    <a:pt x="243" y="1156"/>
                    <a:pt x="152" y="1247"/>
                    <a:pt x="0" y="1429"/>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5"/>
            <p:cNvSpPr/>
            <p:nvPr/>
          </p:nvSpPr>
          <p:spPr>
            <a:xfrm>
              <a:off x="1286775" y="4178825"/>
              <a:ext cx="44100" cy="43325"/>
            </a:xfrm>
            <a:custGeom>
              <a:rect b="b" l="l" r="r" t="t"/>
              <a:pathLst>
                <a:path extrusionOk="0" fill="none" h="1733" w="1764">
                  <a:moveTo>
                    <a:pt x="1764" y="0"/>
                  </a:moveTo>
                  <a:cubicBezTo>
                    <a:pt x="1186" y="487"/>
                    <a:pt x="457" y="1094"/>
                    <a:pt x="1" y="1733"/>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5"/>
            <p:cNvSpPr/>
            <p:nvPr/>
          </p:nvSpPr>
          <p:spPr>
            <a:xfrm>
              <a:off x="1146200" y="4310275"/>
              <a:ext cx="58525" cy="64625"/>
            </a:xfrm>
            <a:custGeom>
              <a:rect b="b" l="l" r="r" t="t"/>
              <a:pathLst>
                <a:path extrusionOk="0" fill="none" h="2585" w="2341">
                  <a:moveTo>
                    <a:pt x="2341" y="1"/>
                  </a:moveTo>
                  <a:cubicBezTo>
                    <a:pt x="2037" y="92"/>
                    <a:pt x="1763" y="639"/>
                    <a:pt x="1611" y="852"/>
                  </a:cubicBezTo>
                  <a:cubicBezTo>
                    <a:pt x="1429" y="1064"/>
                    <a:pt x="1247" y="1247"/>
                    <a:pt x="1064" y="1429"/>
                  </a:cubicBezTo>
                  <a:cubicBezTo>
                    <a:pt x="669" y="1794"/>
                    <a:pt x="335" y="2189"/>
                    <a:pt x="0" y="2584"/>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5"/>
            <p:cNvSpPr/>
            <p:nvPr/>
          </p:nvSpPr>
          <p:spPr>
            <a:xfrm>
              <a:off x="1102125" y="4286725"/>
              <a:ext cx="50175" cy="56250"/>
            </a:xfrm>
            <a:custGeom>
              <a:rect b="b" l="l" r="r" t="t"/>
              <a:pathLst>
                <a:path extrusionOk="0" fill="none" h="2250" w="2007">
                  <a:moveTo>
                    <a:pt x="2007" y="0"/>
                  </a:moveTo>
                  <a:cubicBezTo>
                    <a:pt x="1277" y="730"/>
                    <a:pt x="639" y="1490"/>
                    <a:pt x="1" y="2250"/>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5"/>
            <p:cNvSpPr/>
            <p:nvPr/>
          </p:nvSpPr>
          <p:spPr>
            <a:xfrm>
              <a:off x="994225" y="4310275"/>
              <a:ext cx="49425" cy="50175"/>
            </a:xfrm>
            <a:custGeom>
              <a:rect b="b" l="l" r="r" t="t"/>
              <a:pathLst>
                <a:path extrusionOk="0" fill="none" h="2007" w="1977">
                  <a:moveTo>
                    <a:pt x="1976" y="1"/>
                  </a:moveTo>
                  <a:cubicBezTo>
                    <a:pt x="1551" y="426"/>
                    <a:pt x="1155" y="852"/>
                    <a:pt x="730" y="1247"/>
                  </a:cubicBezTo>
                  <a:cubicBezTo>
                    <a:pt x="487" y="1520"/>
                    <a:pt x="183" y="1703"/>
                    <a:pt x="0" y="2007"/>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5"/>
            <p:cNvSpPr/>
            <p:nvPr/>
          </p:nvSpPr>
          <p:spPr>
            <a:xfrm>
              <a:off x="887825" y="4313325"/>
              <a:ext cx="41075" cy="38000"/>
            </a:xfrm>
            <a:custGeom>
              <a:rect b="b" l="l" r="r" t="t"/>
              <a:pathLst>
                <a:path extrusionOk="0" fill="none" h="1520" w="1643">
                  <a:moveTo>
                    <a:pt x="1642" y="0"/>
                  </a:moveTo>
                  <a:cubicBezTo>
                    <a:pt x="1308" y="335"/>
                    <a:pt x="974" y="699"/>
                    <a:pt x="639" y="1034"/>
                  </a:cubicBezTo>
                  <a:cubicBezTo>
                    <a:pt x="426" y="1216"/>
                    <a:pt x="214" y="1338"/>
                    <a:pt x="1" y="1520"/>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5"/>
            <p:cNvSpPr/>
            <p:nvPr/>
          </p:nvSpPr>
          <p:spPr>
            <a:xfrm>
              <a:off x="882525" y="4234300"/>
              <a:ext cx="41050" cy="47125"/>
            </a:xfrm>
            <a:custGeom>
              <a:rect b="b" l="l" r="r" t="t"/>
              <a:pathLst>
                <a:path extrusionOk="0" fill="none" h="1885" w="1642">
                  <a:moveTo>
                    <a:pt x="1642" y="0"/>
                  </a:moveTo>
                  <a:cubicBezTo>
                    <a:pt x="1003" y="517"/>
                    <a:pt x="578" y="1307"/>
                    <a:pt x="0" y="1885"/>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5"/>
            <p:cNvSpPr/>
            <p:nvPr/>
          </p:nvSpPr>
          <p:spPr>
            <a:xfrm>
              <a:off x="770800" y="4368800"/>
              <a:ext cx="47150" cy="53200"/>
            </a:xfrm>
            <a:custGeom>
              <a:rect b="b" l="l" r="r" t="t"/>
              <a:pathLst>
                <a:path extrusionOk="0" fill="none" h="2128" w="1886">
                  <a:moveTo>
                    <a:pt x="1886" y="0"/>
                  </a:moveTo>
                  <a:cubicBezTo>
                    <a:pt x="1399" y="426"/>
                    <a:pt x="974" y="882"/>
                    <a:pt x="579" y="1398"/>
                  </a:cubicBezTo>
                  <a:cubicBezTo>
                    <a:pt x="396" y="1641"/>
                    <a:pt x="244" y="1885"/>
                    <a:pt x="1" y="2128"/>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5"/>
            <p:cNvSpPr/>
            <p:nvPr/>
          </p:nvSpPr>
          <p:spPr>
            <a:xfrm>
              <a:off x="723700" y="4483525"/>
              <a:ext cx="41050" cy="50175"/>
            </a:xfrm>
            <a:custGeom>
              <a:rect b="b" l="l" r="r" t="t"/>
              <a:pathLst>
                <a:path extrusionOk="0" fill="none" h="2007" w="1642">
                  <a:moveTo>
                    <a:pt x="1642" y="1"/>
                  </a:moveTo>
                  <a:cubicBezTo>
                    <a:pt x="1277" y="426"/>
                    <a:pt x="943" y="791"/>
                    <a:pt x="700" y="1247"/>
                  </a:cubicBezTo>
                  <a:cubicBezTo>
                    <a:pt x="548" y="1551"/>
                    <a:pt x="274" y="1825"/>
                    <a:pt x="0" y="2007"/>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5"/>
            <p:cNvSpPr/>
            <p:nvPr/>
          </p:nvSpPr>
          <p:spPr>
            <a:xfrm>
              <a:off x="709250" y="4583075"/>
              <a:ext cx="31950" cy="38025"/>
            </a:xfrm>
            <a:custGeom>
              <a:rect b="b" l="l" r="r" t="t"/>
              <a:pathLst>
                <a:path extrusionOk="0" fill="none" h="1521" w="1278">
                  <a:moveTo>
                    <a:pt x="1278" y="1"/>
                  </a:moveTo>
                  <a:cubicBezTo>
                    <a:pt x="974" y="457"/>
                    <a:pt x="578" y="1338"/>
                    <a:pt x="1" y="1520"/>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5"/>
            <p:cNvSpPr/>
            <p:nvPr/>
          </p:nvSpPr>
          <p:spPr>
            <a:xfrm>
              <a:off x="694825" y="4404500"/>
              <a:ext cx="20550" cy="28900"/>
            </a:xfrm>
            <a:custGeom>
              <a:rect b="b" l="l" r="r" t="t"/>
              <a:pathLst>
                <a:path extrusionOk="0" fill="none" h="1156" w="822">
                  <a:moveTo>
                    <a:pt x="821" y="1"/>
                  </a:moveTo>
                  <a:cubicBezTo>
                    <a:pt x="456" y="335"/>
                    <a:pt x="335" y="821"/>
                    <a:pt x="0" y="1156"/>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5"/>
            <p:cNvSpPr/>
            <p:nvPr/>
          </p:nvSpPr>
          <p:spPr>
            <a:xfrm>
              <a:off x="577050" y="4404500"/>
              <a:ext cx="20525" cy="26625"/>
            </a:xfrm>
            <a:custGeom>
              <a:rect b="b" l="l" r="r" t="t"/>
              <a:pathLst>
                <a:path extrusionOk="0" fill="none" h="1065" w="821">
                  <a:moveTo>
                    <a:pt x="821" y="1"/>
                  </a:moveTo>
                  <a:cubicBezTo>
                    <a:pt x="517" y="335"/>
                    <a:pt x="304" y="730"/>
                    <a:pt x="0" y="1065"/>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5"/>
            <p:cNvSpPr/>
            <p:nvPr/>
          </p:nvSpPr>
          <p:spPr>
            <a:xfrm>
              <a:off x="873400" y="4407550"/>
              <a:ext cx="38025" cy="58525"/>
            </a:xfrm>
            <a:custGeom>
              <a:rect b="b" l="l" r="r" t="t"/>
              <a:pathLst>
                <a:path extrusionOk="0" fill="none" h="2341" w="1521">
                  <a:moveTo>
                    <a:pt x="1520" y="0"/>
                  </a:moveTo>
                  <a:cubicBezTo>
                    <a:pt x="1490" y="304"/>
                    <a:pt x="1095" y="699"/>
                    <a:pt x="943" y="943"/>
                  </a:cubicBezTo>
                  <a:cubicBezTo>
                    <a:pt x="821" y="1155"/>
                    <a:pt x="669" y="1338"/>
                    <a:pt x="548" y="1520"/>
                  </a:cubicBezTo>
                  <a:cubicBezTo>
                    <a:pt x="365" y="1733"/>
                    <a:pt x="31" y="2037"/>
                    <a:pt x="0" y="2341"/>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5"/>
            <p:cNvSpPr/>
            <p:nvPr/>
          </p:nvSpPr>
          <p:spPr>
            <a:xfrm>
              <a:off x="955475" y="4421975"/>
              <a:ext cx="50175" cy="55500"/>
            </a:xfrm>
            <a:custGeom>
              <a:rect b="b" l="l" r="r" t="t"/>
              <a:pathLst>
                <a:path extrusionOk="0" fill="none" h="2220" w="2007">
                  <a:moveTo>
                    <a:pt x="2006" y="1"/>
                  </a:moveTo>
                  <a:cubicBezTo>
                    <a:pt x="1611" y="244"/>
                    <a:pt x="1398" y="335"/>
                    <a:pt x="1155" y="669"/>
                  </a:cubicBezTo>
                  <a:cubicBezTo>
                    <a:pt x="1034" y="882"/>
                    <a:pt x="912" y="1095"/>
                    <a:pt x="760" y="1277"/>
                  </a:cubicBezTo>
                  <a:cubicBezTo>
                    <a:pt x="517" y="1612"/>
                    <a:pt x="304" y="1946"/>
                    <a:pt x="0" y="2220"/>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5"/>
            <p:cNvSpPr/>
            <p:nvPr/>
          </p:nvSpPr>
          <p:spPr>
            <a:xfrm>
              <a:off x="1084650" y="4415900"/>
              <a:ext cx="26625" cy="32700"/>
            </a:xfrm>
            <a:custGeom>
              <a:rect b="b" l="l" r="r" t="t"/>
              <a:pathLst>
                <a:path extrusionOk="0" fill="none" h="1308" w="1065">
                  <a:moveTo>
                    <a:pt x="1064" y="1"/>
                  </a:moveTo>
                  <a:cubicBezTo>
                    <a:pt x="730" y="365"/>
                    <a:pt x="152" y="821"/>
                    <a:pt x="0" y="1308"/>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5"/>
            <p:cNvSpPr/>
            <p:nvPr/>
          </p:nvSpPr>
          <p:spPr>
            <a:xfrm>
              <a:off x="1122650" y="4451625"/>
              <a:ext cx="44100" cy="58525"/>
            </a:xfrm>
            <a:custGeom>
              <a:rect b="b" l="l" r="r" t="t"/>
              <a:pathLst>
                <a:path extrusionOk="0" fill="none" h="2341" w="1764">
                  <a:moveTo>
                    <a:pt x="1763" y="0"/>
                  </a:moveTo>
                  <a:cubicBezTo>
                    <a:pt x="1368" y="517"/>
                    <a:pt x="1003" y="1094"/>
                    <a:pt x="578" y="1611"/>
                  </a:cubicBezTo>
                  <a:cubicBezTo>
                    <a:pt x="395" y="1854"/>
                    <a:pt x="243" y="2158"/>
                    <a:pt x="0" y="2341"/>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
            <p:cNvSpPr/>
            <p:nvPr/>
          </p:nvSpPr>
          <p:spPr>
            <a:xfrm>
              <a:off x="1245750" y="4327750"/>
              <a:ext cx="29650" cy="32700"/>
            </a:xfrm>
            <a:custGeom>
              <a:rect b="b" l="l" r="r" t="t"/>
              <a:pathLst>
                <a:path extrusionOk="0" fill="none" h="1308" w="1186">
                  <a:moveTo>
                    <a:pt x="1186" y="1"/>
                  </a:moveTo>
                  <a:cubicBezTo>
                    <a:pt x="851" y="213"/>
                    <a:pt x="456" y="487"/>
                    <a:pt x="304" y="852"/>
                  </a:cubicBezTo>
                  <a:cubicBezTo>
                    <a:pt x="213" y="1034"/>
                    <a:pt x="183" y="1156"/>
                    <a:pt x="0" y="1308"/>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5"/>
            <p:cNvSpPr/>
            <p:nvPr/>
          </p:nvSpPr>
          <p:spPr>
            <a:xfrm>
              <a:off x="1284500" y="4418950"/>
              <a:ext cx="31950" cy="44100"/>
            </a:xfrm>
            <a:custGeom>
              <a:rect b="b" l="l" r="r" t="t"/>
              <a:pathLst>
                <a:path extrusionOk="0" fill="none" h="1764" w="1278">
                  <a:moveTo>
                    <a:pt x="1277" y="0"/>
                  </a:moveTo>
                  <a:cubicBezTo>
                    <a:pt x="943" y="395"/>
                    <a:pt x="578" y="821"/>
                    <a:pt x="304" y="1246"/>
                  </a:cubicBezTo>
                  <a:cubicBezTo>
                    <a:pt x="183" y="1398"/>
                    <a:pt x="122" y="1611"/>
                    <a:pt x="0" y="1763"/>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5"/>
            <p:cNvSpPr/>
            <p:nvPr/>
          </p:nvSpPr>
          <p:spPr>
            <a:xfrm>
              <a:off x="1292850" y="4507100"/>
              <a:ext cx="35000" cy="49400"/>
            </a:xfrm>
            <a:custGeom>
              <a:rect b="b" l="l" r="r" t="t"/>
              <a:pathLst>
                <a:path extrusionOk="0" fill="none" h="1976" w="1400">
                  <a:moveTo>
                    <a:pt x="1399" y="0"/>
                  </a:moveTo>
                  <a:cubicBezTo>
                    <a:pt x="822" y="517"/>
                    <a:pt x="548" y="1398"/>
                    <a:pt x="1" y="1976"/>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5"/>
            <p:cNvSpPr/>
            <p:nvPr/>
          </p:nvSpPr>
          <p:spPr>
            <a:xfrm>
              <a:off x="1257900" y="4627150"/>
              <a:ext cx="44100" cy="52450"/>
            </a:xfrm>
            <a:custGeom>
              <a:rect b="b" l="l" r="r" t="t"/>
              <a:pathLst>
                <a:path extrusionOk="0" fill="none" h="2098" w="1764">
                  <a:moveTo>
                    <a:pt x="1764" y="1"/>
                  </a:moveTo>
                  <a:cubicBezTo>
                    <a:pt x="1308" y="517"/>
                    <a:pt x="882" y="1034"/>
                    <a:pt x="457" y="1520"/>
                  </a:cubicBezTo>
                  <a:cubicBezTo>
                    <a:pt x="335" y="1672"/>
                    <a:pt x="31" y="1946"/>
                    <a:pt x="1" y="2098"/>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5"/>
            <p:cNvSpPr/>
            <p:nvPr/>
          </p:nvSpPr>
          <p:spPr>
            <a:xfrm>
              <a:off x="1175825" y="4636275"/>
              <a:ext cx="41075" cy="49425"/>
            </a:xfrm>
            <a:custGeom>
              <a:rect b="b" l="l" r="r" t="t"/>
              <a:pathLst>
                <a:path extrusionOk="0" fill="none" h="1977" w="1643">
                  <a:moveTo>
                    <a:pt x="1642" y="0"/>
                  </a:moveTo>
                  <a:cubicBezTo>
                    <a:pt x="1156" y="304"/>
                    <a:pt x="852" y="791"/>
                    <a:pt x="578" y="1277"/>
                  </a:cubicBezTo>
                  <a:cubicBezTo>
                    <a:pt x="426" y="1550"/>
                    <a:pt x="214" y="1763"/>
                    <a:pt x="1" y="1976"/>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5"/>
            <p:cNvSpPr/>
            <p:nvPr/>
          </p:nvSpPr>
          <p:spPr>
            <a:xfrm>
              <a:off x="1175825" y="4530650"/>
              <a:ext cx="49425" cy="64600"/>
            </a:xfrm>
            <a:custGeom>
              <a:rect b="b" l="l" r="r" t="t"/>
              <a:pathLst>
                <a:path extrusionOk="0" fill="none" h="2584" w="1977">
                  <a:moveTo>
                    <a:pt x="1977" y="0"/>
                  </a:moveTo>
                  <a:cubicBezTo>
                    <a:pt x="1581" y="426"/>
                    <a:pt x="1156" y="943"/>
                    <a:pt x="822" y="1429"/>
                  </a:cubicBezTo>
                  <a:cubicBezTo>
                    <a:pt x="548" y="1824"/>
                    <a:pt x="305" y="2219"/>
                    <a:pt x="1" y="2584"/>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
            <p:cNvSpPr/>
            <p:nvPr/>
          </p:nvSpPr>
          <p:spPr>
            <a:xfrm>
              <a:off x="1067175" y="4662100"/>
              <a:ext cx="38025" cy="47150"/>
            </a:xfrm>
            <a:custGeom>
              <a:rect b="b" l="l" r="r" t="t"/>
              <a:pathLst>
                <a:path extrusionOk="0" fill="none" h="1886" w="1521">
                  <a:moveTo>
                    <a:pt x="1520" y="1"/>
                  </a:moveTo>
                  <a:cubicBezTo>
                    <a:pt x="1186" y="426"/>
                    <a:pt x="943" y="943"/>
                    <a:pt x="578" y="1308"/>
                  </a:cubicBezTo>
                  <a:cubicBezTo>
                    <a:pt x="395" y="1521"/>
                    <a:pt x="183" y="1703"/>
                    <a:pt x="0" y="1885"/>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5"/>
            <p:cNvSpPr/>
            <p:nvPr/>
          </p:nvSpPr>
          <p:spPr>
            <a:xfrm>
              <a:off x="1105175" y="4697825"/>
              <a:ext cx="32700" cy="38025"/>
            </a:xfrm>
            <a:custGeom>
              <a:rect b="b" l="l" r="r" t="t"/>
              <a:pathLst>
                <a:path extrusionOk="0" fill="none" h="1521" w="1308">
                  <a:moveTo>
                    <a:pt x="1307" y="0"/>
                  </a:moveTo>
                  <a:cubicBezTo>
                    <a:pt x="942" y="335"/>
                    <a:pt x="578" y="699"/>
                    <a:pt x="304" y="1125"/>
                  </a:cubicBezTo>
                  <a:cubicBezTo>
                    <a:pt x="243" y="1247"/>
                    <a:pt x="182" y="1490"/>
                    <a:pt x="0" y="1520"/>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5"/>
            <p:cNvSpPr/>
            <p:nvPr/>
          </p:nvSpPr>
          <p:spPr>
            <a:xfrm>
              <a:off x="1061100" y="4556475"/>
              <a:ext cx="34975" cy="44100"/>
            </a:xfrm>
            <a:custGeom>
              <a:rect b="b" l="l" r="r" t="t"/>
              <a:pathLst>
                <a:path extrusionOk="0" fill="none" h="1764" w="1399">
                  <a:moveTo>
                    <a:pt x="1398" y="1"/>
                  </a:moveTo>
                  <a:cubicBezTo>
                    <a:pt x="942" y="274"/>
                    <a:pt x="578" y="730"/>
                    <a:pt x="365" y="1247"/>
                  </a:cubicBezTo>
                  <a:cubicBezTo>
                    <a:pt x="304" y="1338"/>
                    <a:pt x="274" y="1460"/>
                    <a:pt x="213" y="1551"/>
                  </a:cubicBezTo>
                  <a:cubicBezTo>
                    <a:pt x="152" y="1642"/>
                    <a:pt x="31" y="1642"/>
                    <a:pt x="0" y="1764"/>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5"/>
            <p:cNvSpPr/>
            <p:nvPr/>
          </p:nvSpPr>
          <p:spPr>
            <a:xfrm>
              <a:off x="923550" y="4653750"/>
              <a:ext cx="41050" cy="55500"/>
            </a:xfrm>
            <a:custGeom>
              <a:rect b="b" l="l" r="r" t="t"/>
              <a:pathLst>
                <a:path extrusionOk="0" fill="none" h="2220" w="1642">
                  <a:moveTo>
                    <a:pt x="1642" y="0"/>
                  </a:moveTo>
                  <a:cubicBezTo>
                    <a:pt x="1277" y="487"/>
                    <a:pt x="912" y="1003"/>
                    <a:pt x="517" y="1520"/>
                  </a:cubicBezTo>
                  <a:cubicBezTo>
                    <a:pt x="365" y="1733"/>
                    <a:pt x="183" y="2007"/>
                    <a:pt x="1" y="2219"/>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5"/>
            <p:cNvSpPr/>
            <p:nvPr/>
          </p:nvSpPr>
          <p:spPr>
            <a:xfrm>
              <a:off x="947100" y="4527600"/>
              <a:ext cx="44100" cy="55500"/>
            </a:xfrm>
            <a:custGeom>
              <a:rect b="b" l="l" r="r" t="t"/>
              <a:pathLst>
                <a:path extrusionOk="0" fill="none" h="2220" w="1764">
                  <a:moveTo>
                    <a:pt x="1764" y="1"/>
                  </a:moveTo>
                  <a:cubicBezTo>
                    <a:pt x="821" y="517"/>
                    <a:pt x="639" y="1490"/>
                    <a:pt x="1" y="2220"/>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5"/>
            <p:cNvSpPr/>
            <p:nvPr/>
          </p:nvSpPr>
          <p:spPr>
            <a:xfrm>
              <a:off x="820975" y="4527600"/>
              <a:ext cx="49400" cy="64625"/>
            </a:xfrm>
            <a:custGeom>
              <a:rect b="b" l="l" r="r" t="t"/>
              <a:pathLst>
                <a:path extrusionOk="0" fill="none" h="2585" w="1976">
                  <a:moveTo>
                    <a:pt x="1976" y="1"/>
                  </a:moveTo>
                  <a:cubicBezTo>
                    <a:pt x="1398" y="487"/>
                    <a:pt x="973" y="913"/>
                    <a:pt x="517" y="1521"/>
                  </a:cubicBezTo>
                  <a:cubicBezTo>
                    <a:pt x="274" y="1855"/>
                    <a:pt x="182" y="2220"/>
                    <a:pt x="0" y="2584"/>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5"/>
            <p:cNvSpPr/>
            <p:nvPr/>
          </p:nvSpPr>
          <p:spPr>
            <a:xfrm>
              <a:off x="827050" y="4659825"/>
              <a:ext cx="38025" cy="46375"/>
            </a:xfrm>
            <a:custGeom>
              <a:rect b="b" l="l" r="r" t="t"/>
              <a:pathLst>
                <a:path extrusionOk="0" fill="none" h="1855" w="1521">
                  <a:moveTo>
                    <a:pt x="1520" y="1"/>
                  </a:moveTo>
                  <a:cubicBezTo>
                    <a:pt x="1125" y="365"/>
                    <a:pt x="608" y="730"/>
                    <a:pt x="335" y="1186"/>
                  </a:cubicBezTo>
                  <a:cubicBezTo>
                    <a:pt x="274" y="1308"/>
                    <a:pt x="243" y="1429"/>
                    <a:pt x="183" y="1520"/>
                  </a:cubicBezTo>
                  <a:cubicBezTo>
                    <a:pt x="122" y="1642"/>
                    <a:pt x="0" y="1703"/>
                    <a:pt x="0" y="1855"/>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5"/>
            <p:cNvSpPr/>
            <p:nvPr/>
          </p:nvSpPr>
          <p:spPr>
            <a:xfrm>
              <a:off x="772325" y="4647675"/>
              <a:ext cx="22075" cy="23575"/>
            </a:xfrm>
            <a:custGeom>
              <a:rect b="b" l="l" r="r" t="t"/>
              <a:pathLst>
                <a:path extrusionOk="0" fill="none" h="943" w="883">
                  <a:moveTo>
                    <a:pt x="882" y="0"/>
                  </a:moveTo>
                  <a:cubicBezTo>
                    <a:pt x="609" y="152"/>
                    <a:pt x="1" y="578"/>
                    <a:pt x="62" y="943"/>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5"/>
            <p:cNvSpPr/>
            <p:nvPr/>
          </p:nvSpPr>
          <p:spPr>
            <a:xfrm>
              <a:off x="988150" y="4682625"/>
              <a:ext cx="28900" cy="38775"/>
            </a:xfrm>
            <a:custGeom>
              <a:rect b="b" l="l" r="r" t="t"/>
              <a:pathLst>
                <a:path extrusionOk="0" fill="none" h="1551" w="1156">
                  <a:moveTo>
                    <a:pt x="1155" y="0"/>
                  </a:moveTo>
                  <a:cubicBezTo>
                    <a:pt x="760" y="396"/>
                    <a:pt x="547" y="578"/>
                    <a:pt x="335" y="1034"/>
                  </a:cubicBezTo>
                  <a:cubicBezTo>
                    <a:pt x="274" y="1216"/>
                    <a:pt x="152" y="1429"/>
                    <a:pt x="0" y="1551"/>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5"/>
            <p:cNvSpPr/>
            <p:nvPr/>
          </p:nvSpPr>
          <p:spPr>
            <a:xfrm>
              <a:off x="1357450" y="4407550"/>
              <a:ext cx="23575" cy="34975"/>
            </a:xfrm>
            <a:custGeom>
              <a:rect b="b" l="l" r="r" t="t"/>
              <a:pathLst>
                <a:path extrusionOk="0" fill="none" h="1399" w="943">
                  <a:moveTo>
                    <a:pt x="943" y="0"/>
                  </a:moveTo>
                  <a:cubicBezTo>
                    <a:pt x="669" y="304"/>
                    <a:pt x="426" y="639"/>
                    <a:pt x="213" y="973"/>
                  </a:cubicBezTo>
                  <a:cubicBezTo>
                    <a:pt x="122" y="1125"/>
                    <a:pt x="0" y="1246"/>
                    <a:pt x="0" y="1398"/>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
            <p:cNvSpPr/>
            <p:nvPr/>
          </p:nvSpPr>
          <p:spPr>
            <a:xfrm>
              <a:off x="1349100" y="4603600"/>
              <a:ext cx="19775" cy="17500"/>
            </a:xfrm>
            <a:custGeom>
              <a:rect b="b" l="l" r="r" t="t"/>
              <a:pathLst>
                <a:path extrusionOk="0" fill="none" h="700" w="791">
                  <a:moveTo>
                    <a:pt x="790" y="0"/>
                  </a:moveTo>
                  <a:cubicBezTo>
                    <a:pt x="578" y="213"/>
                    <a:pt x="213" y="456"/>
                    <a:pt x="0" y="699"/>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5"/>
            <p:cNvSpPr/>
            <p:nvPr/>
          </p:nvSpPr>
          <p:spPr>
            <a:xfrm>
              <a:off x="1005238" y="38760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 name="Google Shape;599;p5"/>
          <p:cNvGrpSpPr/>
          <p:nvPr/>
        </p:nvGrpSpPr>
        <p:grpSpPr>
          <a:xfrm>
            <a:off x="26390" y="67520"/>
            <a:ext cx="9050795" cy="4921221"/>
            <a:chOff x="26390" y="67520"/>
            <a:chExt cx="9050795" cy="4921221"/>
          </a:xfrm>
        </p:grpSpPr>
        <p:grpSp>
          <p:nvGrpSpPr>
            <p:cNvPr id="600" name="Google Shape;600;p5"/>
            <p:cNvGrpSpPr/>
            <p:nvPr/>
          </p:nvGrpSpPr>
          <p:grpSpPr>
            <a:xfrm flipH="1" rot="10800000">
              <a:off x="394355" y="315526"/>
              <a:ext cx="7687790" cy="4355304"/>
              <a:chOff x="84651" y="220125"/>
              <a:chExt cx="8260224" cy="4679600"/>
            </a:xfrm>
          </p:grpSpPr>
          <p:grpSp>
            <p:nvGrpSpPr>
              <p:cNvPr id="601" name="Google Shape;601;p5"/>
              <p:cNvGrpSpPr/>
              <p:nvPr/>
            </p:nvGrpSpPr>
            <p:grpSpPr>
              <a:xfrm flipH="1" rot="10800000">
                <a:off x="84651" y="220125"/>
                <a:ext cx="7964653" cy="4679600"/>
                <a:chOff x="8451" y="232950"/>
                <a:chExt cx="7964653" cy="4679600"/>
              </a:xfrm>
            </p:grpSpPr>
            <p:sp>
              <p:nvSpPr>
                <p:cNvPr id="602" name="Google Shape;602;p5"/>
                <p:cNvSpPr/>
                <p:nvPr/>
              </p:nvSpPr>
              <p:spPr>
                <a:xfrm>
                  <a:off x="993156" y="3130750"/>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
                <p:cNvSpPr/>
                <p:nvPr/>
              </p:nvSpPr>
              <p:spPr>
                <a:xfrm flipH="1">
                  <a:off x="7913855" y="1471701"/>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5"/>
                <p:cNvSpPr/>
                <p:nvPr/>
              </p:nvSpPr>
              <p:spPr>
                <a:xfrm>
                  <a:off x="8451" y="2038251"/>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5"/>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5"/>
                <p:cNvSpPr/>
                <p:nvPr/>
              </p:nvSpPr>
              <p:spPr>
                <a:xfrm>
                  <a:off x="2907925" y="232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5"/>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5"/>
                <p:cNvSpPr/>
                <p:nvPr/>
              </p:nvSpPr>
              <p:spPr>
                <a:xfrm>
                  <a:off x="444550" y="3994675"/>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5"/>
                <p:cNvSpPr/>
                <p:nvPr/>
              </p:nvSpPr>
              <p:spPr>
                <a:xfrm>
                  <a:off x="4646898" y="630527"/>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5"/>
                <p:cNvSpPr/>
                <p:nvPr/>
              </p:nvSpPr>
              <p:spPr>
                <a:xfrm>
                  <a:off x="3584177" y="41013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1" name="Google Shape;611;p5"/>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 name="Google Shape;612;p5"/>
            <p:cNvGrpSpPr/>
            <p:nvPr/>
          </p:nvGrpSpPr>
          <p:grpSpPr>
            <a:xfrm>
              <a:off x="1826353" y="776134"/>
              <a:ext cx="5908130" cy="3515620"/>
              <a:chOff x="1478725" y="781450"/>
              <a:chExt cx="7070524" cy="4207300"/>
            </a:xfrm>
          </p:grpSpPr>
          <p:grpSp>
            <p:nvGrpSpPr>
              <p:cNvPr id="613" name="Google Shape;613;p5"/>
              <p:cNvGrpSpPr/>
              <p:nvPr/>
            </p:nvGrpSpPr>
            <p:grpSpPr>
              <a:xfrm flipH="1" rot="10800000">
                <a:off x="1478725" y="1406924"/>
                <a:ext cx="7070524" cy="3581826"/>
                <a:chOff x="1402525" y="143925"/>
                <a:chExt cx="7070524" cy="3581826"/>
              </a:xfrm>
            </p:grpSpPr>
            <p:sp>
              <p:nvSpPr>
                <p:cNvPr id="614" name="Google Shape;614;p5"/>
                <p:cNvSpPr/>
                <p:nvPr/>
              </p:nvSpPr>
              <p:spPr>
                <a:xfrm>
                  <a:off x="1402525" y="3130750"/>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5"/>
                <p:cNvSpPr/>
                <p:nvPr/>
              </p:nvSpPr>
              <p:spPr>
                <a:xfrm flipH="1">
                  <a:off x="8199759" y="1509629"/>
                  <a:ext cx="142378" cy="150430"/>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5"/>
                <p:cNvSpPr/>
                <p:nvPr/>
              </p:nvSpPr>
              <p:spPr>
                <a:xfrm flipH="1">
                  <a:off x="8421324"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5"/>
                <p:cNvSpPr/>
                <p:nvPr/>
              </p:nvSpPr>
              <p:spPr>
                <a:xfrm>
                  <a:off x="4939110" y="1067851"/>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5"/>
                <p:cNvSpPr/>
                <p:nvPr/>
              </p:nvSpPr>
              <p:spPr>
                <a:xfrm>
                  <a:off x="3684687" y="3664001"/>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 name="Google Shape;619;p5"/>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5"/>
              <p:cNvSpPr/>
              <p:nvPr/>
            </p:nvSpPr>
            <p:spPr>
              <a:xfrm flipH="1" rot="10800000">
                <a:off x="6007150" y="1198958"/>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 name="Google Shape;621;p5"/>
            <p:cNvGrpSpPr/>
            <p:nvPr/>
          </p:nvGrpSpPr>
          <p:grpSpPr>
            <a:xfrm flipH="1" rot="10800000">
              <a:off x="26390" y="67520"/>
              <a:ext cx="9050795" cy="4921221"/>
              <a:chOff x="90325" y="143925"/>
              <a:chExt cx="8770150" cy="4768625"/>
            </a:xfrm>
          </p:grpSpPr>
          <p:sp>
            <p:nvSpPr>
              <p:cNvPr id="622" name="Google Shape;622;p5"/>
              <p:cNvSpPr/>
              <p:nvPr/>
            </p:nvSpPr>
            <p:spPr>
              <a:xfrm flipH="1">
                <a:off x="8019838" y="1701249"/>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5"/>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5"/>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5"/>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5"/>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5"/>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5"/>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5"/>
              <p:cNvSpPr/>
              <p:nvPr/>
            </p:nvSpPr>
            <p:spPr>
              <a:xfrm>
                <a:off x="223038" y="4068512"/>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5"/>
              <p:cNvSpPr/>
              <p:nvPr/>
            </p:nvSpPr>
            <p:spPr>
              <a:xfrm>
                <a:off x="8008037" y="2794111"/>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5"/>
              <p:cNvSpPr/>
              <p:nvPr/>
            </p:nvSpPr>
            <p:spPr>
              <a:xfrm>
                <a:off x="4852336" y="27741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32" name="Google Shape;632;p5"/>
          <p:cNvSpPr/>
          <p:nvPr/>
        </p:nvSpPr>
        <p:spPr>
          <a:xfrm rot="-698890">
            <a:off x="8305993" y="3993380"/>
            <a:ext cx="256048" cy="275348"/>
          </a:xfrm>
          <a:custGeom>
            <a:rect b="b" l="l" r="r" t="t"/>
            <a:pathLst>
              <a:path extrusionOk="0" h="11014" w="10242">
                <a:moveTo>
                  <a:pt x="4204" y="0"/>
                </a:moveTo>
                <a:lnTo>
                  <a:pt x="4204" y="0"/>
                </a:lnTo>
                <a:cubicBezTo>
                  <a:pt x="3804" y="133"/>
                  <a:pt x="3370" y="300"/>
                  <a:pt x="2970" y="567"/>
                </a:cubicBezTo>
                <a:cubicBezTo>
                  <a:pt x="568" y="2102"/>
                  <a:pt x="1" y="5537"/>
                  <a:pt x="1735" y="8206"/>
                </a:cubicBezTo>
                <a:cubicBezTo>
                  <a:pt x="2881" y="10003"/>
                  <a:pt x="4783" y="11013"/>
                  <a:pt x="6636" y="11013"/>
                </a:cubicBezTo>
                <a:cubicBezTo>
                  <a:pt x="7535" y="11013"/>
                  <a:pt x="8423" y="10775"/>
                  <a:pt x="9207" y="10274"/>
                </a:cubicBezTo>
                <a:cubicBezTo>
                  <a:pt x="9608" y="10007"/>
                  <a:pt x="9941" y="9707"/>
                  <a:pt x="10242" y="9373"/>
                </a:cubicBezTo>
                <a:lnTo>
                  <a:pt x="10242" y="9373"/>
                </a:lnTo>
                <a:cubicBezTo>
                  <a:pt x="9797" y="9499"/>
                  <a:pt x="9340" y="9561"/>
                  <a:pt x="8881" y="9561"/>
                </a:cubicBezTo>
                <a:cubicBezTo>
                  <a:pt x="7031" y="9561"/>
                  <a:pt x="5153" y="8562"/>
                  <a:pt x="4004" y="6772"/>
                </a:cubicBezTo>
                <a:cubicBezTo>
                  <a:pt x="2536" y="4503"/>
                  <a:pt x="2703" y="1735"/>
                  <a:pt x="42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5"/>
          <p:cNvSpPr txBox="1"/>
          <p:nvPr>
            <p:ph type="title"/>
          </p:nvPr>
        </p:nvSpPr>
        <p:spPr>
          <a:xfrm>
            <a:off x="1576463" y="2570072"/>
            <a:ext cx="2742600" cy="55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b="0" sz="22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34" name="Google Shape;634;p5"/>
          <p:cNvSpPr txBox="1"/>
          <p:nvPr>
            <p:ph idx="2" type="title"/>
          </p:nvPr>
        </p:nvSpPr>
        <p:spPr>
          <a:xfrm>
            <a:off x="4784509" y="1670822"/>
            <a:ext cx="2742600" cy="55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b="0" sz="22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35" name="Google Shape;635;p5"/>
          <p:cNvSpPr txBox="1"/>
          <p:nvPr>
            <p:ph idx="1" type="subTitle"/>
          </p:nvPr>
        </p:nvSpPr>
        <p:spPr>
          <a:xfrm>
            <a:off x="4903000" y="2158450"/>
            <a:ext cx="2505600" cy="859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400">
                <a:latin typeface="Inconsolata"/>
                <a:ea typeface="Inconsolata"/>
                <a:cs typeface="Inconsolata"/>
                <a:sym typeface="Inconsolat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636" name="Google Shape;636;p5"/>
          <p:cNvSpPr txBox="1"/>
          <p:nvPr>
            <p:ph idx="3" type="subTitle"/>
          </p:nvPr>
        </p:nvSpPr>
        <p:spPr>
          <a:xfrm>
            <a:off x="1694975" y="3057700"/>
            <a:ext cx="2505600" cy="859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400">
                <a:latin typeface="Inconsolata"/>
                <a:ea typeface="Inconsolata"/>
                <a:cs typeface="Inconsolata"/>
                <a:sym typeface="Inconsolat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637" name="Google Shape;637;p5"/>
          <p:cNvSpPr txBox="1"/>
          <p:nvPr>
            <p:ph idx="4"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latin typeface="Lora SemiBold"/>
                <a:ea typeface="Lora SemiBold"/>
                <a:cs typeface="Lora SemiBold"/>
                <a:sym typeface="Lora SemiBold"/>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638" name="Shape 638"/>
        <p:cNvGrpSpPr/>
        <p:nvPr/>
      </p:nvGrpSpPr>
      <p:grpSpPr>
        <a:xfrm>
          <a:off x="0" y="0"/>
          <a:ext cx="0" cy="0"/>
          <a:chOff x="0" y="0"/>
          <a:chExt cx="0" cy="0"/>
        </a:xfrm>
      </p:grpSpPr>
      <p:pic>
        <p:nvPicPr>
          <p:cNvPr id="639" name="Google Shape;639;p6"/>
          <p:cNvPicPr preferRelativeResize="0"/>
          <p:nvPr/>
        </p:nvPicPr>
        <p:blipFill>
          <a:blip r:embed="rId2">
            <a:alphaModFix/>
          </a:blip>
          <a:stretch>
            <a:fillRect/>
          </a:stretch>
        </p:blipFill>
        <p:spPr>
          <a:xfrm>
            <a:off x="0" y="0"/>
            <a:ext cx="9144000" cy="5143500"/>
          </a:xfrm>
          <a:prstGeom prst="rect">
            <a:avLst/>
          </a:prstGeom>
          <a:noFill/>
          <a:ln>
            <a:noFill/>
          </a:ln>
        </p:spPr>
      </p:pic>
      <p:sp>
        <p:nvSpPr>
          <p:cNvPr id="640" name="Google Shape;640;p6"/>
          <p:cNvSpPr/>
          <p:nvPr/>
        </p:nvSpPr>
        <p:spPr>
          <a:xfrm rot="133935">
            <a:off x="7795984" y="352312"/>
            <a:ext cx="1113367" cy="265634"/>
          </a:xfrm>
          <a:custGeom>
            <a:rect b="b" l="l" r="r" t="t"/>
            <a:pathLst>
              <a:path extrusionOk="0" h="9405" w="13944">
                <a:moveTo>
                  <a:pt x="0" y="1"/>
                </a:moveTo>
                <a:lnTo>
                  <a:pt x="0" y="1"/>
                </a:lnTo>
                <a:cubicBezTo>
                  <a:pt x="2936" y="1802"/>
                  <a:pt x="5504" y="4170"/>
                  <a:pt x="7539" y="6972"/>
                </a:cubicBezTo>
                <a:cubicBezTo>
                  <a:pt x="8006" y="7573"/>
                  <a:pt x="8473" y="8273"/>
                  <a:pt x="9240" y="8507"/>
                </a:cubicBezTo>
                <a:cubicBezTo>
                  <a:pt x="9040" y="7640"/>
                  <a:pt x="8640" y="6839"/>
                  <a:pt x="8040" y="6172"/>
                </a:cubicBezTo>
                <a:lnTo>
                  <a:pt x="8040" y="6172"/>
                </a:lnTo>
                <a:cubicBezTo>
                  <a:pt x="9941" y="6672"/>
                  <a:pt x="11475" y="8040"/>
                  <a:pt x="13076" y="9141"/>
                </a:cubicBezTo>
                <a:cubicBezTo>
                  <a:pt x="13287" y="9272"/>
                  <a:pt x="13519" y="9404"/>
                  <a:pt x="13755" y="9404"/>
                </a:cubicBezTo>
                <a:cubicBezTo>
                  <a:pt x="13818" y="9404"/>
                  <a:pt x="13881" y="9395"/>
                  <a:pt x="13944" y="9374"/>
                </a:cubicBezTo>
                <a:cubicBezTo>
                  <a:pt x="13944" y="8907"/>
                  <a:pt x="13610" y="8540"/>
                  <a:pt x="13310" y="8207"/>
                </a:cubicBezTo>
                <a:cubicBezTo>
                  <a:pt x="11509" y="6239"/>
                  <a:pt x="9674" y="4270"/>
                  <a:pt x="7506" y="2703"/>
                </a:cubicBezTo>
                <a:cubicBezTo>
                  <a:pt x="5371" y="1168"/>
                  <a:pt x="2669" y="13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1" name="Google Shape;641;p6"/>
          <p:cNvGrpSpPr/>
          <p:nvPr/>
        </p:nvGrpSpPr>
        <p:grpSpPr>
          <a:xfrm>
            <a:off x="267902" y="4613576"/>
            <a:ext cx="189374" cy="316166"/>
            <a:chOff x="5365125" y="3127125"/>
            <a:chExt cx="986325" cy="1646700"/>
          </a:xfrm>
        </p:grpSpPr>
        <p:sp>
          <p:nvSpPr>
            <p:cNvPr id="642" name="Google Shape;642;p6"/>
            <p:cNvSpPr/>
            <p:nvPr/>
          </p:nvSpPr>
          <p:spPr>
            <a:xfrm>
              <a:off x="5365125" y="3389625"/>
              <a:ext cx="307775" cy="1384200"/>
            </a:xfrm>
            <a:custGeom>
              <a:rect b="b" l="l" r="r" t="t"/>
              <a:pathLst>
                <a:path extrusionOk="0" h="55368" w="12311">
                  <a:moveTo>
                    <a:pt x="1767" y="1"/>
                  </a:moveTo>
                  <a:cubicBezTo>
                    <a:pt x="1677" y="1"/>
                    <a:pt x="1576" y="58"/>
                    <a:pt x="1459" y="200"/>
                  </a:cubicBezTo>
                  <a:cubicBezTo>
                    <a:pt x="1216" y="504"/>
                    <a:pt x="1095" y="1264"/>
                    <a:pt x="1034" y="1598"/>
                  </a:cubicBezTo>
                  <a:cubicBezTo>
                    <a:pt x="548" y="3665"/>
                    <a:pt x="152" y="5823"/>
                    <a:pt x="152" y="7951"/>
                  </a:cubicBezTo>
                  <a:cubicBezTo>
                    <a:pt x="183" y="10778"/>
                    <a:pt x="0" y="13696"/>
                    <a:pt x="183" y="16522"/>
                  </a:cubicBezTo>
                  <a:cubicBezTo>
                    <a:pt x="456" y="20231"/>
                    <a:pt x="1003" y="23908"/>
                    <a:pt x="1763" y="27556"/>
                  </a:cubicBezTo>
                  <a:cubicBezTo>
                    <a:pt x="2189" y="29653"/>
                    <a:pt x="2462" y="31781"/>
                    <a:pt x="2918" y="33848"/>
                  </a:cubicBezTo>
                  <a:cubicBezTo>
                    <a:pt x="3344" y="35854"/>
                    <a:pt x="4043" y="37738"/>
                    <a:pt x="4590" y="39684"/>
                  </a:cubicBezTo>
                  <a:cubicBezTo>
                    <a:pt x="5502" y="43179"/>
                    <a:pt x="7052" y="46462"/>
                    <a:pt x="8177" y="49866"/>
                  </a:cubicBezTo>
                  <a:cubicBezTo>
                    <a:pt x="8572" y="51082"/>
                    <a:pt x="8937" y="52328"/>
                    <a:pt x="9423" y="53514"/>
                  </a:cubicBezTo>
                  <a:cubicBezTo>
                    <a:pt x="9575" y="53909"/>
                    <a:pt x="9818" y="55125"/>
                    <a:pt x="10153" y="55368"/>
                  </a:cubicBezTo>
                  <a:cubicBezTo>
                    <a:pt x="10244" y="55307"/>
                    <a:pt x="10305" y="55246"/>
                    <a:pt x="10396" y="55186"/>
                  </a:cubicBezTo>
                  <a:cubicBezTo>
                    <a:pt x="10434" y="55189"/>
                    <a:pt x="10470" y="55191"/>
                    <a:pt x="10504" y="55191"/>
                  </a:cubicBezTo>
                  <a:cubicBezTo>
                    <a:pt x="10791" y="55191"/>
                    <a:pt x="10916" y="55057"/>
                    <a:pt x="10943" y="54486"/>
                  </a:cubicBezTo>
                  <a:cubicBezTo>
                    <a:pt x="10973" y="53909"/>
                    <a:pt x="11064" y="53635"/>
                    <a:pt x="11186" y="53119"/>
                  </a:cubicBezTo>
                  <a:cubicBezTo>
                    <a:pt x="11308" y="52602"/>
                    <a:pt x="11308" y="52116"/>
                    <a:pt x="11429" y="51599"/>
                  </a:cubicBezTo>
                  <a:cubicBezTo>
                    <a:pt x="11551" y="51143"/>
                    <a:pt x="11368" y="50657"/>
                    <a:pt x="11490" y="50201"/>
                  </a:cubicBezTo>
                  <a:cubicBezTo>
                    <a:pt x="11581" y="49745"/>
                    <a:pt x="11764" y="49623"/>
                    <a:pt x="11764" y="49106"/>
                  </a:cubicBezTo>
                  <a:cubicBezTo>
                    <a:pt x="11764" y="48590"/>
                    <a:pt x="11946" y="48438"/>
                    <a:pt x="12068" y="48012"/>
                  </a:cubicBezTo>
                  <a:cubicBezTo>
                    <a:pt x="12250" y="47222"/>
                    <a:pt x="12037" y="46067"/>
                    <a:pt x="12037" y="45246"/>
                  </a:cubicBezTo>
                  <a:cubicBezTo>
                    <a:pt x="12037" y="43058"/>
                    <a:pt x="12311" y="40687"/>
                    <a:pt x="12068" y="38529"/>
                  </a:cubicBezTo>
                  <a:cubicBezTo>
                    <a:pt x="11976" y="37799"/>
                    <a:pt x="11824" y="37161"/>
                    <a:pt x="11794" y="36401"/>
                  </a:cubicBezTo>
                  <a:cubicBezTo>
                    <a:pt x="11733" y="35672"/>
                    <a:pt x="11551" y="34912"/>
                    <a:pt x="11460" y="34182"/>
                  </a:cubicBezTo>
                  <a:cubicBezTo>
                    <a:pt x="11277" y="32723"/>
                    <a:pt x="11004" y="31264"/>
                    <a:pt x="10730" y="29775"/>
                  </a:cubicBezTo>
                  <a:cubicBezTo>
                    <a:pt x="9970" y="25641"/>
                    <a:pt x="9150" y="21477"/>
                    <a:pt x="8238" y="17343"/>
                  </a:cubicBezTo>
                  <a:cubicBezTo>
                    <a:pt x="7751" y="15094"/>
                    <a:pt x="6870" y="12905"/>
                    <a:pt x="6444" y="10656"/>
                  </a:cubicBezTo>
                  <a:cubicBezTo>
                    <a:pt x="6080" y="8741"/>
                    <a:pt x="5624" y="6735"/>
                    <a:pt x="4985" y="4911"/>
                  </a:cubicBezTo>
                  <a:cubicBezTo>
                    <a:pt x="4438" y="3361"/>
                    <a:pt x="3314" y="2024"/>
                    <a:pt x="2371" y="686"/>
                  </a:cubicBezTo>
                  <a:cubicBezTo>
                    <a:pt x="2173" y="400"/>
                    <a:pt x="2006" y="1"/>
                    <a:pt x="17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6"/>
            <p:cNvSpPr/>
            <p:nvPr/>
          </p:nvSpPr>
          <p:spPr>
            <a:xfrm>
              <a:off x="5616950" y="3127125"/>
              <a:ext cx="734500" cy="1639875"/>
            </a:xfrm>
            <a:custGeom>
              <a:rect b="b" l="l" r="r" t="t"/>
              <a:pathLst>
                <a:path extrusionOk="0" h="65595" w="29380">
                  <a:moveTo>
                    <a:pt x="29047" y="1"/>
                  </a:moveTo>
                  <a:cubicBezTo>
                    <a:pt x="29047" y="4"/>
                    <a:pt x="29048" y="7"/>
                    <a:pt x="29049" y="10"/>
                  </a:cubicBezTo>
                  <a:lnTo>
                    <a:pt x="29049" y="10"/>
                  </a:lnTo>
                  <a:cubicBezTo>
                    <a:pt x="29057" y="4"/>
                    <a:pt x="29057" y="1"/>
                    <a:pt x="29047" y="1"/>
                  </a:cubicBezTo>
                  <a:close/>
                  <a:moveTo>
                    <a:pt x="28712" y="61"/>
                  </a:moveTo>
                  <a:cubicBezTo>
                    <a:pt x="28621" y="122"/>
                    <a:pt x="28560" y="183"/>
                    <a:pt x="28469" y="244"/>
                  </a:cubicBezTo>
                  <a:cubicBezTo>
                    <a:pt x="28466" y="245"/>
                    <a:pt x="28465" y="246"/>
                    <a:pt x="28466" y="246"/>
                  </a:cubicBezTo>
                  <a:cubicBezTo>
                    <a:pt x="28470" y="246"/>
                    <a:pt x="28519" y="229"/>
                    <a:pt x="28586" y="204"/>
                  </a:cubicBezTo>
                  <a:lnTo>
                    <a:pt x="28586" y="204"/>
                  </a:lnTo>
                  <a:cubicBezTo>
                    <a:pt x="28631" y="157"/>
                    <a:pt x="28674" y="110"/>
                    <a:pt x="28712" y="61"/>
                  </a:cubicBezTo>
                  <a:close/>
                  <a:moveTo>
                    <a:pt x="29049" y="10"/>
                  </a:moveTo>
                  <a:lnTo>
                    <a:pt x="29049" y="10"/>
                  </a:lnTo>
                  <a:cubicBezTo>
                    <a:pt x="29008" y="41"/>
                    <a:pt x="28745" y="145"/>
                    <a:pt x="28586" y="204"/>
                  </a:cubicBezTo>
                  <a:lnTo>
                    <a:pt x="28586" y="204"/>
                  </a:lnTo>
                  <a:cubicBezTo>
                    <a:pt x="28208" y="596"/>
                    <a:pt x="27630" y="931"/>
                    <a:pt x="27223" y="1338"/>
                  </a:cubicBezTo>
                  <a:cubicBezTo>
                    <a:pt x="26372" y="2250"/>
                    <a:pt x="25430" y="3101"/>
                    <a:pt x="24609" y="4013"/>
                  </a:cubicBezTo>
                  <a:cubicBezTo>
                    <a:pt x="23849" y="4864"/>
                    <a:pt x="23150" y="5776"/>
                    <a:pt x="22390" y="6627"/>
                  </a:cubicBezTo>
                  <a:cubicBezTo>
                    <a:pt x="21387" y="7812"/>
                    <a:pt x="20809" y="9150"/>
                    <a:pt x="19928" y="10396"/>
                  </a:cubicBezTo>
                  <a:cubicBezTo>
                    <a:pt x="17739" y="13405"/>
                    <a:pt x="15612" y="16384"/>
                    <a:pt x="13849" y="19667"/>
                  </a:cubicBezTo>
                  <a:cubicBezTo>
                    <a:pt x="12359" y="22493"/>
                    <a:pt x="10657" y="25229"/>
                    <a:pt x="9289" y="28117"/>
                  </a:cubicBezTo>
                  <a:cubicBezTo>
                    <a:pt x="7557" y="31703"/>
                    <a:pt x="6341" y="35533"/>
                    <a:pt x="5277" y="39393"/>
                  </a:cubicBezTo>
                  <a:cubicBezTo>
                    <a:pt x="4821" y="41035"/>
                    <a:pt x="4609" y="42706"/>
                    <a:pt x="4183" y="44348"/>
                  </a:cubicBezTo>
                  <a:cubicBezTo>
                    <a:pt x="3788" y="45837"/>
                    <a:pt x="3210" y="47266"/>
                    <a:pt x="2785" y="48755"/>
                  </a:cubicBezTo>
                  <a:cubicBezTo>
                    <a:pt x="2238" y="50701"/>
                    <a:pt x="1782" y="52676"/>
                    <a:pt x="1265" y="54622"/>
                  </a:cubicBezTo>
                  <a:cubicBezTo>
                    <a:pt x="809" y="56324"/>
                    <a:pt x="779" y="58147"/>
                    <a:pt x="627" y="59910"/>
                  </a:cubicBezTo>
                  <a:cubicBezTo>
                    <a:pt x="467" y="61450"/>
                    <a:pt x="355" y="62919"/>
                    <a:pt x="328" y="64461"/>
                  </a:cubicBezTo>
                  <a:lnTo>
                    <a:pt x="328" y="64461"/>
                  </a:lnTo>
                  <a:cubicBezTo>
                    <a:pt x="446" y="64207"/>
                    <a:pt x="571" y="63961"/>
                    <a:pt x="657" y="63740"/>
                  </a:cubicBezTo>
                  <a:cubicBezTo>
                    <a:pt x="900" y="63132"/>
                    <a:pt x="1143" y="62646"/>
                    <a:pt x="1478" y="62099"/>
                  </a:cubicBezTo>
                  <a:cubicBezTo>
                    <a:pt x="2177" y="60944"/>
                    <a:pt x="2906" y="59910"/>
                    <a:pt x="3666" y="58786"/>
                  </a:cubicBezTo>
                  <a:cubicBezTo>
                    <a:pt x="4700" y="57266"/>
                    <a:pt x="5672" y="55685"/>
                    <a:pt x="6919" y="54348"/>
                  </a:cubicBezTo>
                  <a:cubicBezTo>
                    <a:pt x="7679" y="53558"/>
                    <a:pt x="8286" y="52889"/>
                    <a:pt x="8864" y="51916"/>
                  </a:cubicBezTo>
                  <a:cubicBezTo>
                    <a:pt x="9624" y="50670"/>
                    <a:pt x="10657" y="49576"/>
                    <a:pt x="11326" y="48299"/>
                  </a:cubicBezTo>
                  <a:cubicBezTo>
                    <a:pt x="11752" y="47539"/>
                    <a:pt x="12299" y="46779"/>
                    <a:pt x="12785" y="46080"/>
                  </a:cubicBezTo>
                  <a:cubicBezTo>
                    <a:pt x="13332" y="45290"/>
                    <a:pt x="13666" y="44500"/>
                    <a:pt x="14153" y="43649"/>
                  </a:cubicBezTo>
                  <a:cubicBezTo>
                    <a:pt x="15095" y="42068"/>
                    <a:pt x="15855" y="40396"/>
                    <a:pt x="16797" y="38846"/>
                  </a:cubicBezTo>
                  <a:cubicBezTo>
                    <a:pt x="17405" y="37782"/>
                    <a:pt x="17800" y="36688"/>
                    <a:pt x="18317" y="35594"/>
                  </a:cubicBezTo>
                  <a:cubicBezTo>
                    <a:pt x="18864" y="34378"/>
                    <a:pt x="19502" y="33314"/>
                    <a:pt x="19898" y="32038"/>
                  </a:cubicBezTo>
                  <a:cubicBezTo>
                    <a:pt x="20627" y="29819"/>
                    <a:pt x="21630" y="27661"/>
                    <a:pt x="22390" y="25411"/>
                  </a:cubicBezTo>
                  <a:cubicBezTo>
                    <a:pt x="23241" y="22889"/>
                    <a:pt x="24183" y="20427"/>
                    <a:pt x="24882" y="17843"/>
                  </a:cubicBezTo>
                  <a:cubicBezTo>
                    <a:pt x="25521" y="15411"/>
                    <a:pt x="26493" y="13101"/>
                    <a:pt x="27101" y="10639"/>
                  </a:cubicBezTo>
                  <a:cubicBezTo>
                    <a:pt x="27405" y="9393"/>
                    <a:pt x="27497" y="8116"/>
                    <a:pt x="27892" y="6840"/>
                  </a:cubicBezTo>
                  <a:cubicBezTo>
                    <a:pt x="28256" y="5745"/>
                    <a:pt x="28621" y="4742"/>
                    <a:pt x="28804" y="3587"/>
                  </a:cubicBezTo>
                  <a:cubicBezTo>
                    <a:pt x="29046" y="2253"/>
                    <a:pt x="29379" y="1312"/>
                    <a:pt x="29049" y="10"/>
                  </a:cubicBezTo>
                  <a:close/>
                  <a:moveTo>
                    <a:pt x="328" y="64461"/>
                  </a:moveTo>
                  <a:lnTo>
                    <a:pt x="328" y="64461"/>
                  </a:lnTo>
                  <a:cubicBezTo>
                    <a:pt x="155" y="64837"/>
                    <a:pt x="1" y="65232"/>
                    <a:pt x="19" y="65594"/>
                  </a:cubicBezTo>
                  <a:cubicBezTo>
                    <a:pt x="19" y="65534"/>
                    <a:pt x="323" y="65199"/>
                    <a:pt x="323" y="65138"/>
                  </a:cubicBezTo>
                  <a:cubicBezTo>
                    <a:pt x="323" y="64911"/>
                    <a:pt x="325" y="64685"/>
                    <a:pt x="328" y="6446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 name="Google Shape;644;p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latin typeface="Lora SemiBold"/>
                <a:ea typeface="Lora SemiBold"/>
                <a:cs typeface="Lora SemiBold"/>
                <a:sym typeface="Lora SemiBold"/>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645" name="Google Shape;645;p6"/>
          <p:cNvGrpSpPr/>
          <p:nvPr/>
        </p:nvGrpSpPr>
        <p:grpSpPr>
          <a:xfrm>
            <a:off x="77396" y="67520"/>
            <a:ext cx="8999788" cy="4921221"/>
            <a:chOff x="77396" y="67520"/>
            <a:chExt cx="8999788" cy="4921221"/>
          </a:xfrm>
        </p:grpSpPr>
        <p:grpSp>
          <p:nvGrpSpPr>
            <p:cNvPr id="646" name="Google Shape;646;p6"/>
            <p:cNvGrpSpPr/>
            <p:nvPr/>
          </p:nvGrpSpPr>
          <p:grpSpPr>
            <a:xfrm>
              <a:off x="90325" y="83202"/>
              <a:ext cx="6487347" cy="4754641"/>
              <a:chOff x="215950" y="781450"/>
              <a:chExt cx="8720725" cy="4607210"/>
            </a:xfrm>
          </p:grpSpPr>
          <p:grpSp>
            <p:nvGrpSpPr>
              <p:cNvPr id="647" name="Google Shape;647;p6"/>
              <p:cNvGrpSpPr/>
              <p:nvPr/>
            </p:nvGrpSpPr>
            <p:grpSpPr>
              <a:xfrm flipH="1" rot="10800000">
                <a:off x="215950" y="884660"/>
                <a:ext cx="8720725" cy="4504001"/>
                <a:chOff x="139750" y="-255985"/>
                <a:chExt cx="8720725" cy="4504001"/>
              </a:xfrm>
            </p:grpSpPr>
            <p:sp>
              <p:nvSpPr>
                <p:cNvPr id="648" name="Google Shape;648;p6"/>
                <p:cNvSpPr/>
                <p:nvPr/>
              </p:nvSpPr>
              <p:spPr>
                <a:xfrm flipH="1">
                  <a:off x="7814972" y="-70844"/>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6"/>
                <p:cNvSpPr/>
                <p:nvPr/>
              </p:nvSpPr>
              <p:spPr>
                <a:xfrm>
                  <a:off x="602491" y="1529427"/>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6"/>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6"/>
                <p:cNvSpPr/>
                <p:nvPr/>
              </p:nvSpPr>
              <p:spPr>
                <a:xfrm>
                  <a:off x="139750" y="-25598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6"/>
                <p:cNvSpPr/>
                <p:nvPr/>
              </p:nvSpPr>
              <p:spPr>
                <a:xfrm flipH="1">
                  <a:off x="1385016" y="3983460"/>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6"/>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6"/>
                <p:cNvSpPr/>
                <p:nvPr/>
              </p:nvSpPr>
              <p:spPr>
                <a:xfrm>
                  <a:off x="6648813" y="4140415"/>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6"/>
                <p:cNvSpPr/>
                <p:nvPr/>
              </p:nvSpPr>
              <p:spPr>
                <a:xfrm>
                  <a:off x="223038" y="3699326"/>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6"/>
                <p:cNvSpPr/>
                <p:nvPr/>
              </p:nvSpPr>
              <p:spPr>
                <a:xfrm>
                  <a:off x="6250028" y="2720274"/>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6"/>
                <p:cNvSpPr/>
                <p:nvPr/>
              </p:nvSpPr>
              <p:spPr>
                <a:xfrm>
                  <a:off x="4852336" y="-239446"/>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8" name="Google Shape;658;p6"/>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 name="Google Shape;659;p6"/>
            <p:cNvGrpSpPr/>
            <p:nvPr/>
          </p:nvGrpSpPr>
          <p:grpSpPr>
            <a:xfrm flipH="1" rot="10800000">
              <a:off x="77396" y="67520"/>
              <a:ext cx="8999788" cy="4921221"/>
              <a:chOff x="215950" y="220125"/>
              <a:chExt cx="8720725" cy="4768625"/>
            </a:xfrm>
          </p:grpSpPr>
          <p:sp>
            <p:nvSpPr>
              <p:cNvPr id="660" name="Google Shape;660;p6"/>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 name="Google Shape;661;p6"/>
              <p:cNvGrpSpPr/>
              <p:nvPr/>
            </p:nvGrpSpPr>
            <p:grpSpPr>
              <a:xfrm flipH="1" rot="10800000">
                <a:off x="215950" y="220125"/>
                <a:ext cx="8720725" cy="4768625"/>
                <a:chOff x="139750" y="143925"/>
                <a:chExt cx="8720725" cy="4768625"/>
              </a:xfrm>
            </p:grpSpPr>
            <p:sp>
              <p:nvSpPr>
                <p:cNvPr id="662" name="Google Shape;662;p6"/>
                <p:cNvSpPr/>
                <p:nvPr/>
              </p:nvSpPr>
              <p:spPr>
                <a:xfrm>
                  <a:off x="607185" y="1307916"/>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6"/>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6"/>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6"/>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6"/>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6"/>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6"/>
                <p:cNvSpPr/>
                <p:nvPr/>
              </p:nvSpPr>
              <p:spPr>
                <a:xfrm>
                  <a:off x="223038" y="4068512"/>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6"/>
                <p:cNvSpPr/>
                <p:nvPr/>
              </p:nvSpPr>
              <p:spPr>
                <a:xfrm>
                  <a:off x="6457455" y="294178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6"/>
                <p:cNvSpPr/>
                <p:nvPr/>
              </p:nvSpPr>
              <p:spPr>
                <a:xfrm>
                  <a:off x="4852336" y="27741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6"/>
                <p:cNvSpPr/>
                <p:nvPr/>
              </p:nvSpPr>
              <p:spPr>
                <a:xfrm flipH="1">
                  <a:off x="8019838" y="962877"/>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672" name="Shape 672"/>
        <p:cNvGrpSpPr/>
        <p:nvPr/>
      </p:nvGrpSpPr>
      <p:grpSpPr>
        <a:xfrm>
          <a:off x="0" y="0"/>
          <a:ext cx="0" cy="0"/>
          <a:chOff x="0" y="0"/>
          <a:chExt cx="0" cy="0"/>
        </a:xfrm>
      </p:grpSpPr>
      <p:pic>
        <p:nvPicPr>
          <p:cNvPr id="673" name="Google Shape;673;p7"/>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674" name="Google Shape;674;p7"/>
          <p:cNvGrpSpPr/>
          <p:nvPr/>
        </p:nvGrpSpPr>
        <p:grpSpPr>
          <a:xfrm flipH="1">
            <a:off x="77396" y="67520"/>
            <a:ext cx="8999788" cy="4921221"/>
            <a:chOff x="77396" y="67520"/>
            <a:chExt cx="8999788" cy="4921221"/>
          </a:xfrm>
        </p:grpSpPr>
        <p:grpSp>
          <p:nvGrpSpPr>
            <p:cNvPr id="675" name="Google Shape;675;p7"/>
            <p:cNvGrpSpPr/>
            <p:nvPr/>
          </p:nvGrpSpPr>
          <p:grpSpPr>
            <a:xfrm>
              <a:off x="90325" y="83202"/>
              <a:ext cx="6715947" cy="4754641"/>
              <a:chOff x="215950" y="781450"/>
              <a:chExt cx="9028024" cy="4607210"/>
            </a:xfrm>
          </p:grpSpPr>
          <p:grpSp>
            <p:nvGrpSpPr>
              <p:cNvPr id="676" name="Google Shape;676;p7"/>
              <p:cNvGrpSpPr/>
              <p:nvPr/>
            </p:nvGrpSpPr>
            <p:grpSpPr>
              <a:xfrm flipH="1" rot="10800000">
                <a:off x="215950" y="884660"/>
                <a:ext cx="9028024" cy="4504001"/>
                <a:chOff x="139750" y="-255985"/>
                <a:chExt cx="9028024" cy="4504001"/>
              </a:xfrm>
            </p:grpSpPr>
            <p:sp>
              <p:nvSpPr>
                <p:cNvPr id="677" name="Google Shape;677;p7"/>
                <p:cNvSpPr/>
                <p:nvPr/>
              </p:nvSpPr>
              <p:spPr>
                <a:xfrm flipH="1">
                  <a:off x="7814972" y="-70844"/>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7"/>
                <p:cNvSpPr/>
                <p:nvPr/>
              </p:nvSpPr>
              <p:spPr>
                <a:xfrm>
                  <a:off x="1934121" y="1529427"/>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7"/>
                <p:cNvSpPr/>
                <p:nvPr/>
              </p:nvSpPr>
              <p:spPr>
                <a:xfrm flipH="1">
                  <a:off x="9115199" y="3028487"/>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7"/>
                <p:cNvSpPr/>
                <p:nvPr/>
              </p:nvSpPr>
              <p:spPr>
                <a:xfrm>
                  <a:off x="139750" y="-25598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7"/>
                <p:cNvSpPr/>
                <p:nvPr/>
              </p:nvSpPr>
              <p:spPr>
                <a:xfrm flipH="1">
                  <a:off x="1385016" y="3983460"/>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7"/>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7"/>
                <p:cNvSpPr/>
                <p:nvPr/>
              </p:nvSpPr>
              <p:spPr>
                <a:xfrm>
                  <a:off x="6648813" y="4140415"/>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7"/>
                <p:cNvSpPr/>
                <p:nvPr/>
              </p:nvSpPr>
              <p:spPr>
                <a:xfrm>
                  <a:off x="223038" y="3699326"/>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7"/>
                <p:cNvSpPr/>
                <p:nvPr/>
              </p:nvSpPr>
              <p:spPr>
                <a:xfrm>
                  <a:off x="2869735" y="2720274"/>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7"/>
                <p:cNvSpPr/>
                <p:nvPr/>
              </p:nvSpPr>
              <p:spPr>
                <a:xfrm>
                  <a:off x="4852336" y="-239446"/>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7" name="Google Shape;687;p7"/>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 name="Google Shape;688;p7"/>
            <p:cNvGrpSpPr/>
            <p:nvPr/>
          </p:nvGrpSpPr>
          <p:grpSpPr>
            <a:xfrm flipH="1" rot="10800000">
              <a:off x="77396" y="67520"/>
              <a:ext cx="8999788" cy="4921221"/>
              <a:chOff x="215950" y="220125"/>
              <a:chExt cx="8720725" cy="4768625"/>
            </a:xfrm>
          </p:grpSpPr>
          <p:sp>
            <p:nvSpPr>
              <p:cNvPr id="689" name="Google Shape;689;p7"/>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 name="Google Shape;690;p7"/>
              <p:cNvGrpSpPr/>
              <p:nvPr/>
            </p:nvGrpSpPr>
            <p:grpSpPr>
              <a:xfrm flipH="1" rot="10800000">
                <a:off x="215950" y="220125"/>
                <a:ext cx="8720725" cy="4768625"/>
                <a:chOff x="139750" y="143925"/>
                <a:chExt cx="8720725" cy="4768625"/>
              </a:xfrm>
            </p:grpSpPr>
            <p:sp>
              <p:nvSpPr>
                <p:cNvPr id="691" name="Google Shape;691;p7"/>
                <p:cNvSpPr/>
                <p:nvPr/>
              </p:nvSpPr>
              <p:spPr>
                <a:xfrm>
                  <a:off x="754860" y="160326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7"/>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7"/>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7"/>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7"/>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7"/>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7"/>
                <p:cNvSpPr/>
                <p:nvPr/>
              </p:nvSpPr>
              <p:spPr>
                <a:xfrm>
                  <a:off x="592224" y="3920838"/>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7"/>
                <p:cNvSpPr/>
                <p:nvPr/>
              </p:nvSpPr>
              <p:spPr>
                <a:xfrm>
                  <a:off x="3577804" y="3089460"/>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7"/>
                <p:cNvSpPr/>
                <p:nvPr/>
              </p:nvSpPr>
              <p:spPr>
                <a:xfrm>
                  <a:off x="4852336" y="27741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7"/>
                <p:cNvSpPr/>
                <p:nvPr/>
              </p:nvSpPr>
              <p:spPr>
                <a:xfrm flipH="1">
                  <a:off x="8019838" y="962877"/>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01" name="Google Shape;701;p7"/>
          <p:cNvGrpSpPr/>
          <p:nvPr/>
        </p:nvGrpSpPr>
        <p:grpSpPr>
          <a:xfrm>
            <a:off x="191081" y="993897"/>
            <a:ext cx="256247" cy="427977"/>
            <a:chOff x="5365125" y="3127125"/>
            <a:chExt cx="986325" cy="1646700"/>
          </a:xfrm>
        </p:grpSpPr>
        <p:sp>
          <p:nvSpPr>
            <p:cNvPr id="702" name="Google Shape;702;p7"/>
            <p:cNvSpPr/>
            <p:nvPr/>
          </p:nvSpPr>
          <p:spPr>
            <a:xfrm>
              <a:off x="5365125" y="3389625"/>
              <a:ext cx="307775" cy="1384200"/>
            </a:xfrm>
            <a:custGeom>
              <a:rect b="b" l="l" r="r" t="t"/>
              <a:pathLst>
                <a:path extrusionOk="0" h="55368" w="12311">
                  <a:moveTo>
                    <a:pt x="1767" y="1"/>
                  </a:moveTo>
                  <a:cubicBezTo>
                    <a:pt x="1677" y="1"/>
                    <a:pt x="1576" y="58"/>
                    <a:pt x="1459" y="200"/>
                  </a:cubicBezTo>
                  <a:cubicBezTo>
                    <a:pt x="1216" y="504"/>
                    <a:pt x="1095" y="1264"/>
                    <a:pt x="1034" y="1598"/>
                  </a:cubicBezTo>
                  <a:cubicBezTo>
                    <a:pt x="548" y="3665"/>
                    <a:pt x="152" y="5823"/>
                    <a:pt x="152" y="7951"/>
                  </a:cubicBezTo>
                  <a:cubicBezTo>
                    <a:pt x="183" y="10778"/>
                    <a:pt x="0" y="13696"/>
                    <a:pt x="183" y="16522"/>
                  </a:cubicBezTo>
                  <a:cubicBezTo>
                    <a:pt x="456" y="20231"/>
                    <a:pt x="1003" y="23908"/>
                    <a:pt x="1763" y="27556"/>
                  </a:cubicBezTo>
                  <a:cubicBezTo>
                    <a:pt x="2189" y="29653"/>
                    <a:pt x="2462" y="31781"/>
                    <a:pt x="2918" y="33848"/>
                  </a:cubicBezTo>
                  <a:cubicBezTo>
                    <a:pt x="3344" y="35854"/>
                    <a:pt x="4043" y="37738"/>
                    <a:pt x="4590" y="39684"/>
                  </a:cubicBezTo>
                  <a:cubicBezTo>
                    <a:pt x="5502" y="43179"/>
                    <a:pt x="7052" y="46462"/>
                    <a:pt x="8177" y="49866"/>
                  </a:cubicBezTo>
                  <a:cubicBezTo>
                    <a:pt x="8572" y="51082"/>
                    <a:pt x="8937" y="52328"/>
                    <a:pt x="9423" y="53514"/>
                  </a:cubicBezTo>
                  <a:cubicBezTo>
                    <a:pt x="9575" y="53909"/>
                    <a:pt x="9818" y="55125"/>
                    <a:pt x="10153" y="55368"/>
                  </a:cubicBezTo>
                  <a:cubicBezTo>
                    <a:pt x="10244" y="55307"/>
                    <a:pt x="10305" y="55246"/>
                    <a:pt x="10396" y="55186"/>
                  </a:cubicBezTo>
                  <a:cubicBezTo>
                    <a:pt x="10434" y="55189"/>
                    <a:pt x="10470" y="55191"/>
                    <a:pt x="10504" y="55191"/>
                  </a:cubicBezTo>
                  <a:cubicBezTo>
                    <a:pt x="10791" y="55191"/>
                    <a:pt x="10916" y="55057"/>
                    <a:pt x="10943" y="54486"/>
                  </a:cubicBezTo>
                  <a:cubicBezTo>
                    <a:pt x="10973" y="53909"/>
                    <a:pt x="11064" y="53635"/>
                    <a:pt x="11186" y="53119"/>
                  </a:cubicBezTo>
                  <a:cubicBezTo>
                    <a:pt x="11308" y="52602"/>
                    <a:pt x="11308" y="52116"/>
                    <a:pt x="11429" y="51599"/>
                  </a:cubicBezTo>
                  <a:cubicBezTo>
                    <a:pt x="11551" y="51143"/>
                    <a:pt x="11368" y="50657"/>
                    <a:pt x="11490" y="50201"/>
                  </a:cubicBezTo>
                  <a:cubicBezTo>
                    <a:pt x="11581" y="49745"/>
                    <a:pt x="11764" y="49623"/>
                    <a:pt x="11764" y="49106"/>
                  </a:cubicBezTo>
                  <a:cubicBezTo>
                    <a:pt x="11764" y="48590"/>
                    <a:pt x="11946" y="48438"/>
                    <a:pt x="12068" y="48012"/>
                  </a:cubicBezTo>
                  <a:cubicBezTo>
                    <a:pt x="12250" y="47222"/>
                    <a:pt x="12037" y="46067"/>
                    <a:pt x="12037" y="45246"/>
                  </a:cubicBezTo>
                  <a:cubicBezTo>
                    <a:pt x="12037" y="43058"/>
                    <a:pt x="12311" y="40687"/>
                    <a:pt x="12068" y="38529"/>
                  </a:cubicBezTo>
                  <a:cubicBezTo>
                    <a:pt x="11976" y="37799"/>
                    <a:pt x="11824" y="37161"/>
                    <a:pt x="11794" y="36401"/>
                  </a:cubicBezTo>
                  <a:cubicBezTo>
                    <a:pt x="11733" y="35672"/>
                    <a:pt x="11551" y="34912"/>
                    <a:pt x="11460" y="34182"/>
                  </a:cubicBezTo>
                  <a:cubicBezTo>
                    <a:pt x="11277" y="32723"/>
                    <a:pt x="11004" y="31264"/>
                    <a:pt x="10730" y="29775"/>
                  </a:cubicBezTo>
                  <a:cubicBezTo>
                    <a:pt x="9970" y="25641"/>
                    <a:pt x="9150" y="21477"/>
                    <a:pt x="8238" y="17343"/>
                  </a:cubicBezTo>
                  <a:cubicBezTo>
                    <a:pt x="7751" y="15094"/>
                    <a:pt x="6870" y="12905"/>
                    <a:pt x="6444" y="10656"/>
                  </a:cubicBezTo>
                  <a:cubicBezTo>
                    <a:pt x="6080" y="8741"/>
                    <a:pt x="5624" y="6735"/>
                    <a:pt x="4985" y="4911"/>
                  </a:cubicBezTo>
                  <a:cubicBezTo>
                    <a:pt x="4438" y="3361"/>
                    <a:pt x="3314" y="2024"/>
                    <a:pt x="2371" y="686"/>
                  </a:cubicBezTo>
                  <a:cubicBezTo>
                    <a:pt x="2173" y="400"/>
                    <a:pt x="2006" y="1"/>
                    <a:pt x="17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7"/>
            <p:cNvSpPr/>
            <p:nvPr/>
          </p:nvSpPr>
          <p:spPr>
            <a:xfrm>
              <a:off x="5616950" y="3127125"/>
              <a:ext cx="734500" cy="1639875"/>
            </a:xfrm>
            <a:custGeom>
              <a:rect b="b" l="l" r="r" t="t"/>
              <a:pathLst>
                <a:path extrusionOk="0" h="65595" w="29380">
                  <a:moveTo>
                    <a:pt x="29047" y="1"/>
                  </a:moveTo>
                  <a:cubicBezTo>
                    <a:pt x="29047" y="4"/>
                    <a:pt x="29048" y="7"/>
                    <a:pt x="29049" y="10"/>
                  </a:cubicBezTo>
                  <a:lnTo>
                    <a:pt x="29049" y="10"/>
                  </a:lnTo>
                  <a:cubicBezTo>
                    <a:pt x="29057" y="4"/>
                    <a:pt x="29057" y="1"/>
                    <a:pt x="29047" y="1"/>
                  </a:cubicBezTo>
                  <a:close/>
                  <a:moveTo>
                    <a:pt x="28712" y="61"/>
                  </a:moveTo>
                  <a:cubicBezTo>
                    <a:pt x="28621" y="122"/>
                    <a:pt x="28560" y="183"/>
                    <a:pt x="28469" y="244"/>
                  </a:cubicBezTo>
                  <a:cubicBezTo>
                    <a:pt x="28466" y="245"/>
                    <a:pt x="28465" y="246"/>
                    <a:pt x="28466" y="246"/>
                  </a:cubicBezTo>
                  <a:cubicBezTo>
                    <a:pt x="28470" y="246"/>
                    <a:pt x="28519" y="229"/>
                    <a:pt x="28586" y="204"/>
                  </a:cubicBezTo>
                  <a:lnTo>
                    <a:pt x="28586" y="204"/>
                  </a:lnTo>
                  <a:cubicBezTo>
                    <a:pt x="28631" y="157"/>
                    <a:pt x="28674" y="110"/>
                    <a:pt x="28712" y="61"/>
                  </a:cubicBezTo>
                  <a:close/>
                  <a:moveTo>
                    <a:pt x="29049" y="10"/>
                  </a:moveTo>
                  <a:lnTo>
                    <a:pt x="29049" y="10"/>
                  </a:lnTo>
                  <a:cubicBezTo>
                    <a:pt x="29008" y="41"/>
                    <a:pt x="28745" y="145"/>
                    <a:pt x="28586" y="204"/>
                  </a:cubicBezTo>
                  <a:lnTo>
                    <a:pt x="28586" y="204"/>
                  </a:lnTo>
                  <a:cubicBezTo>
                    <a:pt x="28208" y="596"/>
                    <a:pt x="27630" y="931"/>
                    <a:pt x="27223" y="1338"/>
                  </a:cubicBezTo>
                  <a:cubicBezTo>
                    <a:pt x="26372" y="2250"/>
                    <a:pt x="25430" y="3101"/>
                    <a:pt x="24609" y="4013"/>
                  </a:cubicBezTo>
                  <a:cubicBezTo>
                    <a:pt x="23849" y="4864"/>
                    <a:pt x="23150" y="5776"/>
                    <a:pt x="22390" y="6627"/>
                  </a:cubicBezTo>
                  <a:cubicBezTo>
                    <a:pt x="21387" y="7812"/>
                    <a:pt x="20809" y="9150"/>
                    <a:pt x="19928" y="10396"/>
                  </a:cubicBezTo>
                  <a:cubicBezTo>
                    <a:pt x="17739" y="13405"/>
                    <a:pt x="15612" y="16384"/>
                    <a:pt x="13849" y="19667"/>
                  </a:cubicBezTo>
                  <a:cubicBezTo>
                    <a:pt x="12359" y="22493"/>
                    <a:pt x="10657" y="25229"/>
                    <a:pt x="9289" y="28117"/>
                  </a:cubicBezTo>
                  <a:cubicBezTo>
                    <a:pt x="7557" y="31703"/>
                    <a:pt x="6341" y="35533"/>
                    <a:pt x="5277" y="39393"/>
                  </a:cubicBezTo>
                  <a:cubicBezTo>
                    <a:pt x="4821" y="41035"/>
                    <a:pt x="4609" y="42706"/>
                    <a:pt x="4183" y="44348"/>
                  </a:cubicBezTo>
                  <a:cubicBezTo>
                    <a:pt x="3788" y="45837"/>
                    <a:pt x="3210" y="47266"/>
                    <a:pt x="2785" y="48755"/>
                  </a:cubicBezTo>
                  <a:cubicBezTo>
                    <a:pt x="2238" y="50701"/>
                    <a:pt x="1782" y="52676"/>
                    <a:pt x="1265" y="54622"/>
                  </a:cubicBezTo>
                  <a:cubicBezTo>
                    <a:pt x="809" y="56324"/>
                    <a:pt x="779" y="58147"/>
                    <a:pt x="627" y="59910"/>
                  </a:cubicBezTo>
                  <a:cubicBezTo>
                    <a:pt x="467" y="61450"/>
                    <a:pt x="355" y="62919"/>
                    <a:pt x="328" y="64461"/>
                  </a:cubicBezTo>
                  <a:lnTo>
                    <a:pt x="328" y="64461"/>
                  </a:lnTo>
                  <a:cubicBezTo>
                    <a:pt x="446" y="64207"/>
                    <a:pt x="571" y="63961"/>
                    <a:pt x="657" y="63740"/>
                  </a:cubicBezTo>
                  <a:cubicBezTo>
                    <a:pt x="900" y="63132"/>
                    <a:pt x="1143" y="62646"/>
                    <a:pt x="1478" y="62099"/>
                  </a:cubicBezTo>
                  <a:cubicBezTo>
                    <a:pt x="2177" y="60944"/>
                    <a:pt x="2906" y="59910"/>
                    <a:pt x="3666" y="58786"/>
                  </a:cubicBezTo>
                  <a:cubicBezTo>
                    <a:pt x="4700" y="57266"/>
                    <a:pt x="5672" y="55685"/>
                    <a:pt x="6919" y="54348"/>
                  </a:cubicBezTo>
                  <a:cubicBezTo>
                    <a:pt x="7679" y="53558"/>
                    <a:pt x="8286" y="52889"/>
                    <a:pt x="8864" y="51916"/>
                  </a:cubicBezTo>
                  <a:cubicBezTo>
                    <a:pt x="9624" y="50670"/>
                    <a:pt x="10657" y="49576"/>
                    <a:pt x="11326" y="48299"/>
                  </a:cubicBezTo>
                  <a:cubicBezTo>
                    <a:pt x="11752" y="47539"/>
                    <a:pt x="12299" y="46779"/>
                    <a:pt x="12785" y="46080"/>
                  </a:cubicBezTo>
                  <a:cubicBezTo>
                    <a:pt x="13332" y="45290"/>
                    <a:pt x="13666" y="44500"/>
                    <a:pt x="14153" y="43649"/>
                  </a:cubicBezTo>
                  <a:cubicBezTo>
                    <a:pt x="15095" y="42068"/>
                    <a:pt x="15855" y="40396"/>
                    <a:pt x="16797" y="38846"/>
                  </a:cubicBezTo>
                  <a:cubicBezTo>
                    <a:pt x="17405" y="37782"/>
                    <a:pt x="17800" y="36688"/>
                    <a:pt x="18317" y="35594"/>
                  </a:cubicBezTo>
                  <a:cubicBezTo>
                    <a:pt x="18864" y="34378"/>
                    <a:pt x="19502" y="33314"/>
                    <a:pt x="19898" y="32038"/>
                  </a:cubicBezTo>
                  <a:cubicBezTo>
                    <a:pt x="20627" y="29819"/>
                    <a:pt x="21630" y="27661"/>
                    <a:pt x="22390" y="25411"/>
                  </a:cubicBezTo>
                  <a:cubicBezTo>
                    <a:pt x="23241" y="22889"/>
                    <a:pt x="24183" y="20427"/>
                    <a:pt x="24882" y="17843"/>
                  </a:cubicBezTo>
                  <a:cubicBezTo>
                    <a:pt x="25521" y="15411"/>
                    <a:pt x="26493" y="13101"/>
                    <a:pt x="27101" y="10639"/>
                  </a:cubicBezTo>
                  <a:cubicBezTo>
                    <a:pt x="27405" y="9393"/>
                    <a:pt x="27497" y="8116"/>
                    <a:pt x="27892" y="6840"/>
                  </a:cubicBezTo>
                  <a:cubicBezTo>
                    <a:pt x="28256" y="5745"/>
                    <a:pt x="28621" y="4742"/>
                    <a:pt x="28804" y="3587"/>
                  </a:cubicBezTo>
                  <a:cubicBezTo>
                    <a:pt x="29046" y="2253"/>
                    <a:pt x="29379" y="1312"/>
                    <a:pt x="29049" y="10"/>
                  </a:cubicBezTo>
                  <a:close/>
                  <a:moveTo>
                    <a:pt x="328" y="64461"/>
                  </a:moveTo>
                  <a:lnTo>
                    <a:pt x="328" y="64461"/>
                  </a:lnTo>
                  <a:cubicBezTo>
                    <a:pt x="155" y="64837"/>
                    <a:pt x="1" y="65232"/>
                    <a:pt x="19" y="65594"/>
                  </a:cubicBezTo>
                  <a:cubicBezTo>
                    <a:pt x="19" y="65534"/>
                    <a:pt x="323" y="65199"/>
                    <a:pt x="323" y="65138"/>
                  </a:cubicBezTo>
                  <a:cubicBezTo>
                    <a:pt x="323" y="64911"/>
                    <a:pt x="325" y="64685"/>
                    <a:pt x="328" y="6446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 name="Google Shape;704;p7"/>
          <p:cNvGrpSpPr/>
          <p:nvPr/>
        </p:nvGrpSpPr>
        <p:grpSpPr>
          <a:xfrm flipH="1">
            <a:off x="7828674" y="264681"/>
            <a:ext cx="1089907" cy="530503"/>
            <a:chOff x="2378750" y="627850"/>
            <a:chExt cx="1312350" cy="638775"/>
          </a:xfrm>
        </p:grpSpPr>
        <p:sp>
          <p:nvSpPr>
            <p:cNvPr id="705" name="Google Shape;705;p7"/>
            <p:cNvSpPr/>
            <p:nvPr/>
          </p:nvSpPr>
          <p:spPr>
            <a:xfrm>
              <a:off x="2514775" y="795425"/>
              <a:ext cx="1070400" cy="471200"/>
            </a:xfrm>
            <a:custGeom>
              <a:rect b="b" l="l" r="r" t="t"/>
              <a:pathLst>
                <a:path extrusionOk="0" h="18848" w="42816">
                  <a:moveTo>
                    <a:pt x="20996" y="1"/>
                  </a:moveTo>
                  <a:cubicBezTo>
                    <a:pt x="12718" y="1"/>
                    <a:pt x="4488" y="3311"/>
                    <a:pt x="0" y="10258"/>
                  </a:cubicBezTo>
                  <a:cubicBezTo>
                    <a:pt x="182" y="12508"/>
                    <a:pt x="5775" y="15030"/>
                    <a:pt x="7660" y="15851"/>
                  </a:cubicBezTo>
                  <a:cubicBezTo>
                    <a:pt x="11550" y="17553"/>
                    <a:pt x="15684" y="18587"/>
                    <a:pt x="19940" y="18769"/>
                  </a:cubicBezTo>
                  <a:cubicBezTo>
                    <a:pt x="20924" y="18819"/>
                    <a:pt x="21933" y="18848"/>
                    <a:pt x="22955" y="18848"/>
                  </a:cubicBezTo>
                  <a:cubicBezTo>
                    <a:pt x="28811" y="18848"/>
                    <a:pt x="35104" y="17899"/>
                    <a:pt x="39788" y="14483"/>
                  </a:cubicBezTo>
                  <a:cubicBezTo>
                    <a:pt x="40730" y="13784"/>
                    <a:pt x="41521" y="12994"/>
                    <a:pt x="42129" y="12021"/>
                  </a:cubicBezTo>
                  <a:cubicBezTo>
                    <a:pt x="42417" y="11473"/>
                    <a:pt x="42815" y="9665"/>
                    <a:pt x="42335" y="9665"/>
                  </a:cubicBezTo>
                  <a:cubicBezTo>
                    <a:pt x="42309" y="9665"/>
                    <a:pt x="42281" y="9670"/>
                    <a:pt x="42250" y="9681"/>
                  </a:cubicBezTo>
                  <a:cubicBezTo>
                    <a:pt x="40487" y="8070"/>
                    <a:pt x="39119" y="6064"/>
                    <a:pt x="37052" y="4666"/>
                  </a:cubicBezTo>
                  <a:cubicBezTo>
                    <a:pt x="32498" y="1592"/>
                    <a:pt x="26735" y="1"/>
                    <a:pt x="209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7"/>
            <p:cNvSpPr/>
            <p:nvPr/>
          </p:nvSpPr>
          <p:spPr>
            <a:xfrm>
              <a:off x="2764775" y="792475"/>
              <a:ext cx="549425" cy="443075"/>
            </a:xfrm>
            <a:custGeom>
              <a:rect b="b" l="l" r="r" t="t"/>
              <a:pathLst>
                <a:path extrusionOk="0" h="17723" w="21977">
                  <a:moveTo>
                    <a:pt x="11877" y="0"/>
                  </a:moveTo>
                  <a:cubicBezTo>
                    <a:pt x="6662" y="0"/>
                    <a:pt x="2098" y="1258"/>
                    <a:pt x="2098" y="1258"/>
                  </a:cubicBezTo>
                  <a:cubicBezTo>
                    <a:pt x="0" y="4419"/>
                    <a:pt x="426" y="8613"/>
                    <a:pt x="1854" y="12079"/>
                  </a:cubicBezTo>
                  <a:cubicBezTo>
                    <a:pt x="2888" y="14662"/>
                    <a:pt x="5350" y="16455"/>
                    <a:pt x="8025" y="17215"/>
                  </a:cubicBezTo>
                  <a:cubicBezTo>
                    <a:pt x="9160" y="17532"/>
                    <a:pt x="10472" y="17723"/>
                    <a:pt x="11793" y="17723"/>
                  </a:cubicBezTo>
                  <a:cubicBezTo>
                    <a:pt x="13514" y="17723"/>
                    <a:pt x="15251" y="17399"/>
                    <a:pt x="16627" y="16607"/>
                  </a:cubicBezTo>
                  <a:cubicBezTo>
                    <a:pt x="19058" y="15179"/>
                    <a:pt x="20305" y="11896"/>
                    <a:pt x="20943" y="9252"/>
                  </a:cubicBezTo>
                  <a:cubicBezTo>
                    <a:pt x="21156" y="8431"/>
                    <a:pt x="21976" y="2382"/>
                    <a:pt x="21338" y="2018"/>
                  </a:cubicBezTo>
                  <a:cubicBezTo>
                    <a:pt x="18546" y="477"/>
                    <a:pt x="15088" y="0"/>
                    <a:pt x="118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7"/>
            <p:cNvSpPr/>
            <p:nvPr/>
          </p:nvSpPr>
          <p:spPr>
            <a:xfrm>
              <a:off x="2378750" y="905225"/>
              <a:ext cx="159600" cy="117025"/>
            </a:xfrm>
            <a:custGeom>
              <a:rect b="b" l="l" r="r" t="t"/>
              <a:pathLst>
                <a:path extrusionOk="0" h="4681" w="6384">
                  <a:moveTo>
                    <a:pt x="973" y="0"/>
                  </a:moveTo>
                  <a:cubicBezTo>
                    <a:pt x="669" y="365"/>
                    <a:pt x="335" y="973"/>
                    <a:pt x="0" y="1368"/>
                  </a:cubicBezTo>
                  <a:cubicBezTo>
                    <a:pt x="1550" y="2432"/>
                    <a:pt x="3101" y="3830"/>
                    <a:pt x="4772" y="4681"/>
                  </a:cubicBezTo>
                  <a:cubicBezTo>
                    <a:pt x="5289" y="3982"/>
                    <a:pt x="6019" y="3344"/>
                    <a:pt x="6383" y="2584"/>
                  </a:cubicBezTo>
                  <a:cubicBezTo>
                    <a:pt x="5228" y="1611"/>
                    <a:pt x="2523" y="365"/>
                    <a:pt x="9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7"/>
            <p:cNvSpPr/>
            <p:nvPr/>
          </p:nvSpPr>
          <p:spPr>
            <a:xfrm>
              <a:off x="2473725" y="795800"/>
              <a:ext cx="164175" cy="133750"/>
            </a:xfrm>
            <a:custGeom>
              <a:rect b="b" l="l" r="r" t="t"/>
              <a:pathLst>
                <a:path extrusionOk="0" h="5350" w="6567">
                  <a:moveTo>
                    <a:pt x="1976" y="0"/>
                  </a:moveTo>
                  <a:lnTo>
                    <a:pt x="1" y="1976"/>
                  </a:lnTo>
                  <a:lnTo>
                    <a:pt x="4378" y="5350"/>
                  </a:lnTo>
                  <a:lnTo>
                    <a:pt x="6566" y="3678"/>
                  </a:lnTo>
                  <a:lnTo>
                    <a:pt x="19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7"/>
            <p:cNvSpPr/>
            <p:nvPr/>
          </p:nvSpPr>
          <p:spPr>
            <a:xfrm>
              <a:off x="2579350" y="715250"/>
              <a:ext cx="150500" cy="147425"/>
            </a:xfrm>
            <a:custGeom>
              <a:rect b="b" l="l" r="r" t="t"/>
              <a:pathLst>
                <a:path extrusionOk="0" h="5897" w="6020">
                  <a:moveTo>
                    <a:pt x="2341" y="0"/>
                  </a:moveTo>
                  <a:lnTo>
                    <a:pt x="1" y="1611"/>
                  </a:lnTo>
                  <a:lnTo>
                    <a:pt x="3739" y="5897"/>
                  </a:lnTo>
                  <a:lnTo>
                    <a:pt x="6019" y="4620"/>
                  </a:lnTo>
                  <a:lnTo>
                    <a:pt x="23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7"/>
            <p:cNvSpPr/>
            <p:nvPr/>
          </p:nvSpPr>
          <p:spPr>
            <a:xfrm>
              <a:off x="2703975" y="664325"/>
              <a:ext cx="129975" cy="152775"/>
            </a:xfrm>
            <a:custGeom>
              <a:rect b="b" l="l" r="r" t="t"/>
              <a:pathLst>
                <a:path extrusionOk="0" h="6111" w="5199">
                  <a:moveTo>
                    <a:pt x="2280" y="1"/>
                  </a:moveTo>
                  <a:lnTo>
                    <a:pt x="1" y="943"/>
                  </a:lnTo>
                  <a:lnTo>
                    <a:pt x="2706" y="6110"/>
                  </a:lnTo>
                  <a:lnTo>
                    <a:pt x="5198" y="5259"/>
                  </a:lnTo>
                  <a:lnTo>
                    <a:pt x="22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7"/>
            <p:cNvSpPr/>
            <p:nvPr/>
          </p:nvSpPr>
          <p:spPr>
            <a:xfrm>
              <a:off x="2857475" y="635450"/>
              <a:ext cx="93500" cy="153525"/>
            </a:xfrm>
            <a:custGeom>
              <a:rect b="b" l="l" r="r" t="t"/>
              <a:pathLst>
                <a:path extrusionOk="0" h="6141" w="3740">
                  <a:moveTo>
                    <a:pt x="2189" y="1"/>
                  </a:moveTo>
                  <a:lnTo>
                    <a:pt x="1" y="487"/>
                  </a:lnTo>
                  <a:lnTo>
                    <a:pt x="1460" y="6141"/>
                  </a:lnTo>
                  <a:lnTo>
                    <a:pt x="3739" y="5685"/>
                  </a:lnTo>
                  <a:lnTo>
                    <a:pt x="21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7"/>
            <p:cNvSpPr/>
            <p:nvPr/>
          </p:nvSpPr>
          <p:spPr>
            <a:xfrm>
              <a:off x="3010975" y="627850"/>
              <a:ext cx="54750" cy="148200"/>
            </a:xfrm>
            <a:custGeom>
              <a:rect b="b" l="l" r="r" t="t"/>
              <a:pathLst>
                <a:path extrusionOk="0" h="5928" w="2190">
                  <a:moveTo>
                    <a:pt x="1" y="1"/>
                  </a:moveTo>
                  <a:lnTo>
                    <a:pt x="1" y="5928"/>
                  </a:lnTo>
                  <a:lnTo>
                    <a:pt x="2189" y="5928"/>
                  </a:lnTo>
                  <a:lnTo>
                    <a:pt x="2189" y="30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7"/>
            <p:cNvSpPr/>
            <p:nvPr/>
          </p:nvSpPr>
          <p:spPr>
            <a:xfrm>
              <a:off x="3128000" y="635450"/>
              <a:ext cx="104125" cy="153525"/>
            </a:xfrm>
            <a:custGeom>
              <a:rect b="b" l="l" r="r" t="t"/>
              <a:pathLst>
                <a:path extrusionOk="0" h="6141" w="4165">
                  <a:moveTo>
                    <a:pt x="1763" y="1"/>
                  </a:moveTo>
                  <a:lnTo>
                    <a:pt x="0" y="5624"/>
                  </a:lnTo>
                  <a:lnTo>
                    <a:pt x="2858" y="6141"/>
                  </a:lnTo>
                  <a:lnTo>
                    <a:pt x="4165" y="487"/>
                  </a:lnTo>
                  <a:lnTo>
                    <a:pt x="1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7"/>
            <p:cNvSpPr/>
            <p:nvPr/>
          </p:nvSpPr>
          <p:spPr>
            <a:xfrm>
              <a:off x="3261750" y="674975"/>
              <a:ext cx="120850" cy="152000"/>
            </a:xfrm>
            <a:custGeom>
              <a:rect b="b" l="l" r="r" t="t"/>
              <a:pathLst>
                <a:path extrusionOk="0" h="6080" w="4834">
                  <a:moveTo>
                    <a:pt x="2401" y="0"/>
                  </a:moveTo>
                  <a:lnTo>
                    <a:pt x="0" y="5137"/>
                  </a:lnTo>
                  <a:lnTo>
                    <a:pt x="2553" y="6079"/>
                  </a:lnTo>
                  <a:lnTo>
                    <a:pt x="4833" y="1064"/>
                  </a:lnTo>
                  <a:lnTo>
                    <a:pt x="24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7"/>
            <p:cNvSpPr/>
            <p:nvPr/>
          </p:nvSpPr>
          <p:spPr>
            <a:xfrm>
              <a:off x="3373450" y="730450"/>
              <a:ext cx="118550" cy="151225"/>
            </a:xfrm>
            <a:custGeom>
              <a:rect b="b" l="l" r="r" t="t"/>
              <a:pathLst>
                <a:path extrusionOk="0" h="6049" w="4742">
                  <a:moveTo>
                    <a:pt x="2827" y="0"/>
                  </a:moveTo>
                  <a:lnTo>
                    <a:pt x="0" y="4894"/>
                  </a:lnTo>
                  <a:lnTo>
                    <a:pt x="1946" y="6049"/>
                  </a:lnTo>
                  <a:lnTo>
                    <a:pt x="4742" y="1368"/>
                  </a:lnTo>
                  <a:lnTo>
                    <a:pt x="2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7"/>
            <p:cNvSpPr/>
            <p:nvPr/>
          </p:nvSpPr>
          <p:spPr>
            <a:xfrm>
              <a:off x="3477550" y="817075"/>
              <a:ext cx="123875" cy="132225"/>
            </a:xfrm>
            <a:custGeom>
              <a:rect b="b" l="l" r="r" t="t"/>
              <a:pathLst>
                <a:path extrusionOk="0" h="5289" w="4955">
                  <a:moveTo>
                    <a:pt x="3283" y="0"/>
                  </a:moveTo>
                  <a:lnTo>
                    <a:pt x="0" y="3921"/>
                  </a:lnTo>
                  <a:lnTo>
                    <a:pt x="1581" y="5289"/>
                  </a:lnTo>
                  <a:lnTo>
                    <a:pt x="4955" y="1216"/>
                  </a:lnTo>
                  <a:lnTo>
                    <a:pt x="32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7"/>
            <p:cNvSpPr/>
            <p:nvPr/>
          </p:nvSpPr>
          <p:spPr>
            <a:xfrm>
              <a:off x="3563425" y="929525"/>
              <a:ext cx="127675" cy="101850"/>
            </a:xfrm>
            <a:custGeom>
              <a:rect b="b" l="l" r="r" t="t"/>
              <a:pathLst>
                <a:path extrusionOk="0" h="4074" w="5107">
                  <a:moveTo>
                    <a:pt x="3708" y="1"/>
                  </a:moveTo>
                  <a:lnTo>
                    <a:pt x="0" y="2189"/>
                  </a:lnTo>
                  <a:lnTo>
                    <a:pt x="1246" y="4074"/>
                  </a:lnTo>
                  <a:lnTo>
                    <a:pt x="5107" y="1308"/>
                  </a:lnTo>
                  <a:lnTo>
                    <a:pt x="37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7"/>
            <p:cNvSpPr/>
            <p:nvPr/>
          </p:nvSpPr>
          <p:spPr>
            <a:xfrm>
              <a:off x="2908400" y="837225"/>
              <a:ext cx="263700" cy="286250"/>
            </a:xfrm>
            <a:custGeom>
              <a:rect b="b" l="l" r="r" t="t"/>
              <a:pathLst>
                <a:path extrusionOk="0" h="11450" w="10548">
                  <a:moveTo>
                    <a:pt x="7074" y="1"/>
                  </a:moveTo>
                  <a:cubicBezTo>
                    <a:pt x="6525" y="1"/>
                    <a:pt x="5982" y="23"/>
                    <a:pt x="5471" y="45"/>
                  </a:cubicBezTo>
                  <a:cubicBezTo>
                    <a:pt x="4137" y="130"/>
                    <a:pt x="2697" y="507"/>
                    <a:pt x="1399" y="507"/>
                  </a:cubicBezTo>
                  <a:cubicBezTo>
                    <a:pt x="1307" y="507"/>
                    <a:pt x="1215" y="505"/>
                    <a:pt x="1125" y="501"/>
                  </a:cubicBezTo>
                  <a:lnTo>
                    <a:pt x="1125" y="501"/>
                  </a:lnTo>
                  <a:cubicBezTo>
                    <a:pt x="0" y="3510"/>
                    <a:pt x="1064" y="8495"/>
                    <a:pt x="3739" y="10501"/>
                  </a:cubicBezTo>
                  <a:cubicBezTo>
                    <a:pt x="4511" y="11091"/>
                    <a:pt x="5515" y="11449"/>
                    <a:pt x="6495" y="11449"/>
                  </a:cubicBezTo>
                  <a:cubicBezTo>
                    <a:pt x="6980" y="11449"/>
                    <a:pt x="7460" y="11361"/>
                    <a:pt x="7903" y="11170"/>
                  </a:cubicBezTo>
                  <a:cubicBezTo>
                    <a:pt x="9605" y="10471"/>
                    <a:pt x="10031" y="8769"/>
                    <a:pt x="10183" y="7067"/>
                  </a:cubicBezTo>
                  <a:cubicBezTo>
                    <a:pt x="10395" y="4817"/>
                    <a:pt x="10547" y="2416"/>
                    <a:pt x="9848" y="319"/>
                  </a:cubicBezTo>
                  <a:cubicBezTo>
                    <a:pt x="8999" y="68"/>
                    <a:pt x="8028" y="1"/>
                    <a:pt x="7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 name="Google Shape;719;p7"/>
          <p:cNvSpPr txBox="1"/>
          <p:nvPr>
            <p:ph idx="1" type="subTitle"/>
          </p:nvPr>
        </p:nvSpPr>
        <p:spPr>
          <a:xfrm>
            <a:off x="720000" y="1603425"/>
            <a:ext cx="4359000" cy="30579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999999"/>
              </a:buClr>
              <a:buSzPts val="800"/>
              <a:buFont typeface="Open Sans"/>
              <a:buChar char="●"/>
              <a:defRPr sz="1400">
                <a:latin typeface="Inconsolata"/>
                <a:ea typeface="Inconsolata"/>
                <a:cs typeface="Inconsolata"/>
                <a:sym typeface="Inconsolata"/>
              </a:defRPr>
            </a:lvl1pPr>
            <a:lvl2pPr lvl="1" rtl="0" algn="ctr">
              <a:lnSpc>
                <a:spcPct val="100000"/>
              </a:lnSpc>
              <a:spcBef>
                <a:spcPts val="0"/>
              </a:spcBef>
              <a:spcAft>
                <a:spcPts val="0"/>
              </a:spcAft>
              <a:buClr>
                <a:srgbClr val="999999"/>
              </a:buClr>
              <a:buSzPts val="800"/>
              <a:buFont typeface="Open Sans"/>
              <a:buChar char="○"/>
              <a:defRPr/>
            </a:lvl2pPr>
            <a:lvl3pPr lvl="2" rtl="0" algn="ctr">
              <a:lnSpc>
                <a:spcPct val="100000"/>
              </a:lnSpc>
              <a:spcBef>
                <a:spcPts val="1600"/>
              </a:spcBef>
              <a:spcAft>
                <a:spcPts val="0"/>
              </a:spcAft>
              <a:buClr>
                <a:srgbClr val="999999"/>
              </a:buClr>
              <a:buSzPts val="800"/>
              <a:buFont typeface="Open Sans"/>
              <a:buChar char="■"/>
              <a:defRPr/>
            </a:lvl3pPr>
            <a:lvl4pPr lvl="3" rtl="0" algn="ctr">
              <a:lnSpc>
                <a:spcPct val="100000"/>
              </a:lnSpc>
              <a:spcBef>
                <a:spcPts val="1600"/>
              </a:spcBef>
              <a:spcAft>
                <a:spcPts val="0"/>
              </a:spcAft>
              <a:buClr>
                <a:srgbClr val="999999"/>
              </a:buClr>
              <a:buSzPts val="800"/>
              <a:buFont typeface="Open Sans"/>
              <a:buChar char="●"/>
              <a:defRPr/>
            </a:lvl4pPr>
            <a:lvl5pPr lvl="4" rtl="0" algn="ctr">
              <a:lnSpc>
                <a:spcPct val="100000"/>
              </a:lnSpc>
              <a:spcBef>
                <a:spcPts val="1600"/>
              </a:spcBef>
              <a:spcAft>
                <a:spcPts val="0"/>
              </a:spcAft>
              <a:buClr>
                <a:srgbClr val="999999"/>
              </a:buClr>
              <a:buSzPts val="1200"/>
              <a:buFont typeface="Open Sans"/>
              <a:buChar char="○"/>
              <a:defRPr/>
            </a:lvl5pPr>
            <a:lvl6pPr lvl="5" rtl="0" algn="ctr">
              <a:lnSpc>
                <a:spcPct val="100000"/>
              </a:lnSpc>
              <a:spcBef>
                <a:spcPts val="1600"/>
              </a:spcBef>
              <a:spcAft>
                <a:spcPts val="0"/>
              </a:spcAft>
              <a:buClr>
                <a:srgbClr val="999999"/>
              </a:buClr>
              <a:buSzPts val="1200"/>
              <a:buFont typeface="Open Sans"/>
              <a:buChar char="■"/>
              <a:defRPr/>
            </a:lvl6pPr>
            <a:lvl7pPr lvl="6" rtl="0" algn="ctr">
              <a:lnSpc>
                <a:spcPct val="100000"/>
              </a:lnSpc>
              <a:spcBef>
                <a:spcPts val="1600"/>
              </a:spcBef>
              <a:spcAft>
                <a:spcPts val="0"/>
              </a:spcAft>
              <a:buClr>
                <a:srgbClr val="999999"/>
              </a:buClr>
              <a:buSzPts val="700"/>
              <a:buFont typeface="Open Sans"/>
              <a:buChar char="●"/>
              <a:defRPr/>
            </a:lvl7pPr>
            <a:lvl8pPr lvl="7" rtl="0" algn="ctr">
              <a:lnSpc>
                <a:spcPct val="100000"/>
              </a:lnSpc>
              <a:spcBef>
                <a:spcPts val="1600"/>
              </a:spcBef>
              <a:spcAft>
                <a:spcPts val="0"/>
              </a:spcAft>
              <a:buClr>
                <a:srgbClr val="999999"/>
              </a:buClr>
              <a:buSzPts val="700"/>
              <a:buFont typeface="Open Sans"/>
              <a:buChar char="○"/>
              <a:defRPr/>
            </a:lvl8pPr>
            <a:lvl9pPr lvl="8" rtl="0" algn="ctr">
              <a:lnSpc>
                <a:spcPct val="100000"/>
              </a:lnSpc>
              <a:spcBef>
                <a:spcPts val="1600"/>
              </a:spcBef>
              <a:spcAft>
                <a:spcPts val="1600"/>
              </a:spcAft>
              <a:buClr>
                <a:srgbClr val="999999"/>
              </a:buClr>
              <a:buSzPts val="600"/>
              <a:buFont typeface="Open Sans"/>
              <a:buChar char="■"/>
              <a:defRPr/>
            </a:lvl9pPr>
          </a:lstStyle>
          <a:p/>
        </p:txBody>
      </p:sp>
      <p:sp>
        <p:nvSpPr>
          <p:cNvPr id="720" name="Google Shape;720;p7"/>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latin typeface="Lora SemiBold"/>
                <a:ea typeface="Lora SemiBold"/>
                <a:cs typeface="Lora SemiBold"/>
                <a:sym typeface="Lora SemiBold"/>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721" name="Shape 721"/>
        <p:cNvGrpSpPr/>
        <p:nvPr/>
      </p:nvGrpSpPr>
      <p:grpSpPr>
        <a:xfrm>
          <a:off x="0" y="0"/>
          <a:ext cx="0" cy="0"/>
          <a:chOff x="0" y="0"/>
          <a:chExt cx="0" cy="0"/>
        </a:xfrm>
      </p:grpSpPr>
      <p:pic>
        <p:nvPicPr>
          <p:cNvPr id="722" name="Google Shape;722;p8"/>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723" name="Google Shape;723;p8"/>
          <p:cNvGrpSpPr/>
          <p:nvPr/>
        </p:nvGrpSpPr>
        <p:grpSpPr>
          <a:xfrm>
            <a:off x="86601" y="67520"/>
            <a:ext cx="9304588" cy="4921221"/>
            <a:chOff x="86601" y="67520"/>
            <a:chExt cx="9304588" cy="4921221"/>
          </a:xfrm>
        </p:grpSpPr>
        <p:grpSp>
          <p:nvGrpSpPr>
            <p:cNvPr id="724" name="Google Shape;724;p8"/>
            <p:cNvGrpSpPr/>
            <p:nvPr/>
          </p:nvGrpSpPr>
          <p:grpSpPr>
            <a:xfrm>
              <a:off x="708360" y="315526"/>
              <a:ext cx="6803103" cy="4355304"/>
              <a:chOff x="8451" y="232950"/>
              <a:chExt cx="7309663" cy="4679600"/>
            </a:xfrm>
          </p:grpSpPr>
          <p:sp>
            <p:nvSpPr>
              <p:cNvPr id="725" name="Google Shape;725;p8"/>
              <p:cNvSpPr/>
              <p:nvPr/>
            </p:nvSpPr>
            <p:spPr>
              <a:xfrm>
                <a:off x="1156903" y="2639507"/>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8"/>
              <p:cNvSpPr/>
              <p:nvPr/>
            </p:nvSpPr>
            <p:spPr>
              <a:xfrm flipH="1">
                <a:off x="7258864" y="1226080"/>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8"/>
              <p:cNvSpPr/>
              <p:nvPr/>
            </p:nvSpPr>
            <p:spPr>
              <a:xfrm>
                <a:off x="8451" y="2038251"/>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8"/>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8"/>
              <p:cNvSpPr/>
              <p:nvPr/>
            </p:nvSpPr>
            <p:spPr>
              <a:xfrm>
                <a:off x="2907925" y="232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8"/>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8"/>
              <p:cNvSpPr/>
              <p:nvPr/>
            </p:nvSpPr>
            <p:spPr>
              <a:xfrm>
                <a:off x="444550" y="3994675"/>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8"/>
              <p:cNvSpPr/>
              <p:nvPr/>
            </p:nvSpPr>
            <p:spPr>
              <a:xfrm>
                <a:off x="4646898" y="630527"/>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8"/>
              <p:cNvSpPr/>
              <p:nvPr/>
            </p:nvSpPr>
            <p:spPr>
              <a:xfrm>
                <a:off x="1373583" y="4592568"/>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 name="Google Shape;734;p8"/>
            <p:cNvGrpSpPr/>
            <p:nvPr/>
          </p:nvGrpSpPr>
          <p:grpSpPr>
            <a:xfrm flipH="1" rot="10800000">
              <a:off x="86601" y="67520"/>
              <a:ext cx="9304588" cy="4921221"/>
              <a:chOff x="-155599" y="143925"/>
              <a:chExt cx="9016074" cy="4768625"/>
            </a:xfrm>
          </p:grpSpPr>
          <p:sp>
            <p:nvSpPr>
              <p:cNvPr id="735" name="Google Shape;735;p8"/>
              <p:cNvSpPr/>
              <p:nvPr/>
            </p:nvSpPr>
            <p:spPr>
              <a:xfrm flipH="1">
                <a:off x="8019838" y="1701249"/>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8"/>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8"/>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8"/>
              <p:cNvSpPr/>
              <p:nvPr/>
            </p:nvSpPr>
            <p:spPr>
              <a:xfrm>
                <a:off x="-155599" y="482387"/>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8"/>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8"/>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8"/>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8"/>
              <p:cNvSpPr/>
              <p:nvPr/>
            </p:nvSpPr>
            <p:spPr>
              <a:xfrm>
                <a:off x="223038" y="4068512"/>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8"/>
              <p:cNvSpPr/>
              <p:nvPr/>
            </p:nvSpPr>
            <p:spPr>
              <a:xfrm>
                <a:off x="7565013" y="294178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8"/>
              <p:cNvSpPr/>
              <p:nvPr/>
            </p:nvSpPr>
            <p:spPr>
              <a:xfrm>
                <a:off x="4852336" y="27741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 name="Google Shape;745;p8"/>
            <p:cNvGrpSpPr/>
            <p:nvPr/>
          </p:nvGrpSpPr>
          <p:grpSpPr>
            <a:xfrm flipH="1" rot="10800000">
              <a:off x="107250" y="583377"/>
              <a:ext cx="8940255" cy="3798590"/>
              <a:chOff x="166525" y="620440"/>
              <a:chExt cx="8975258" cy="4251360"/>
            </a:xfrm>
          </p:grpSpPr>
          <p:grpSp>
            <p:nvGrpSpPr>
              <p:cNvPr id="746" name="Google Shape;746;p8"/>
              <p:cNvGrpSpPr/>
              <p:nvPr/>
            </p:nvGrpSpPr>
            <p:grpSpPr>
              <a:xfrm flipH="1" rot="10800000">
                <a:off x="166525" y="620440"/>
                <a:ext cx="8975258" cy="4251360"/>
                <a:chOff x="90325" y="260875"/>
                <a:chExt cx="8975258" cy="4251360"/>
              </a:xfrm>
            </p:grpSpPr>
            <p:sp>
              <p:nvSpPr>
                <p:cNvPr id="747" name="Google Shape;747;p8"/>
                <p:cNvSpPr/>
                <p:nvPr/>
              </p:nvSpPr>
              <p:spPr>
                <a:xfrm>
                  <a:off x="4077879" y="4407985"/>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8"/>
                <p:cNvSpPr/>
                <p:nvPr/>
              </p:nvSpPr>
              <p:spPr>
                <a:xfrm flipH="1">
                  <a:off x="9006333" y="1553575"/>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8"/>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8"/>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8"/>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8"/>
                <p:cNvSpPr/>
                <p:nvPr/>
              </p:nvSpPr>
              <p:spPr>
                <a:xfrm flipH="1">
                  <a:off x="8694900" y="905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8"/>
                <p:cNvSpPr/>
                <p:nvPr/>
              </p:nvSpPr>
              <p:spPr>
                <a:xfrm>
                  <a:off x="2678430" y="403515"/>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8"/>
                <p:cNvSpPr/>
                <p:nvPr/>
              </p:nvSpPr>
              <p:spPr>
                <a:xfrm>
                  <a:off x="444550" y="3994675"/>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8"/>
                <p:cNvSpPr/>
                <p:nvPr/>
              </p:nvSpPr>
              <p:spPr>
                <a:xfrm>
                  <a:off x="7405525" y="24249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8"/>
                <p:cNvSpPr/>
                <p:nvPr/>
              </p:nvSpPr>
              <p:spPr>
                <a:xfrm>
                  <a:off x="6590900" y="311213"/>
                  <a:ext cx="103424" cy="103474"/>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8"/>
                <p:cNvSpPr/>
                <p:nvPr/>
              </p:nvSpPr>
              <p:spPr>
                <a:xfrm>
                  <a:off x="4483150" y="7942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8"/>
                <p:cNvSpPr/>
                <p:nvPr/>
              </p:nvSpPr>
              <p:spPr>
                <a:xfrm>
                  <a:off x="5123105" y="3954468"/>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 name="Google Shape;759;p8"/>
              <p:cNvSpPr/>
              <p:nvPr/>
            </p:nvSpPr>
            <p:spPr>
              <a:xfrm flipH="1" rot="10800000">
                <a:off x="5245150" y="3256358"/>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 name="Google Shape;760;p8"/>
            <p:cNvGrpSpPr/>
            <p:nvPr/>
          </p:nvGrpSpPr>
          <p:grpSpPr>
            <a:xfrm>
              <a:off x="2021550" y="863528"/>
              <a:ext cx="5091180" cy="3259341"/>
              <a:chOff x="8451" y="232950"/>
              <a:chExt cx="7309663" cy="4679600"/>
            </a:xfrm>
          </p:grpSpPr>
          <p:sp>
            <p:nvSpPr>
              <p:cNvPr id="761" name="Google Shape;761;p8"/>
              <p:cNvSpPr/>
              <p:nvPr/>
            </p:nvSpPr>
            <p:spPr>
              <a:xfrm>
                <a:off x="1156903" y="2639507"/>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8"/>
              <p:cNvSpPr/>
              <p:nvPr/>
            </p:nvSpPr>
            <p:spPr>
              <a:xfrm flipH="1">
                <a:off x="7258864" y="1226080"/>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8"/>
              <p:cNvSpPr/>
              <p:nvPr/>
            </p:nvSpPr>
            <p:spPr>
              <a:xfrm>
                <a:off x="8451" y="2038251"/>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8"/>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8"/>
              <p:cNvSpPr/>
              <p:nvPr/>
            </p:nvSpPr>
            <p:spPr>
              <a:xfrm>
                <a:off x="2907925" y="232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8"/>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8"/>
              <p:cNvSpPr/>
              <p:nvPr/>
            </p:nvSpPr>
            <p:spPr>
              <a:xfrm>
                <a:off x="444550" y="3994675"/>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8"/>
              <p:cNvSpPr/>
              <p:nvPr/>
            </p:nvSpPr>
            <p:spPr>
              <a:xfrm>
                <a:off x="4646898" y="630527"/>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8"/>
              <p:cNvSpPr/>
              <p:nvPr/>
            </p:nvSpPr>
            <p:spPr>
              <a:xfrm>
                <a:off x="1373583" y="4592568"/>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70" name="Google Shape;770;p8"/>
          <p:cNvSpPr txBox="1"/>
          <p:nvPr>
            <p:ph type="title"/>
          </p:nvPr>
        </p:nvSpPr>
        <p:spPr>
          <a:xfrm>
            <a:off x="739650" y="1262213"/>
            <a:ext cx="7664700" cy="26190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101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771" name="Google Shape;771;p8"/>
          <p:cNvGrpSpPr/>
          <p:nvPr/>
        </p:nvGrpSpPr>
        <p:grpSpPr>
          <a:xfrm>
            <a:off x="857641" y="2970108"/>
            <a:ext cx="373579" cy="393635"/>
            <a:chOff x="548175" y="3691725"/>
            <a:chExt cx="990925" cy="1044125"/>
          </a:xfrm>
        </p:grpSpPr>
        <p:sp>
          <p:nvSpPr>
            <p:cNvPr id="772" name="Google Shape;772;p8"/>
            <p:cNvSpPr/>
            <p:nvPr/>
          </p:nvSpPr>
          <p:spPr>
            <a:xfrm>
              <a:off x="803500" y="3747200"/>
              <a:ext cx="52450" cy="99575"/>
            </a:xfrm>
            <a:custGeom>
              <a:rect b="b" l="l" r="r" t="t"/>
              <a:pathLst>
                <a:path extrusionOk="0" fill="none" h="3983" w="2098">
                  <a:moveTo>
                    <a:pt x="2097" y="0"/>
                  </a:moveTo>
                  <a:cubicBezTo>
                    <a:pt x="1733" y="760"/>
                    <a:pt x="1307" y="1490"/>
                    <a:pt x="881" y="2250"/>
                  </a:cubicBezTo>
                  <a:cubicBezTo>
                    <a:pt x="578" y="2827"/>
                    <a:pt x="213" y="3374"/>
                    <a:pt x="0" y="398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8"/>
            <p:cNvSpPr/>
            <p:nvPr/>
          </p:nvSpPr>
          <p:spPr>
            <a:xfrm>
              <a:off x="773850" y="3864975"/>
              <a:ext cx="58550" cy="99575"/>
            </a:xfrm>
            <a:custGeom>
              <a:rect b="b" l="l" r="r" t="t"/>
              <a:pathLst>
                <a:path extrusionOk="0" fill="none" h="3983" w="2342">
                  <a:moveTo>
                    <a:pt x="2341" y="1"/>
                  </a:moveTo>
                  <a:cubicBezTo>
                    <a:pt x="2067" y="700"/>
                    <a:pt x="1490" y="1308"/>
                    <a:pt x="1186" y="2007"/>
                  </a:cubicBezTo>
                  <a:cubicBezTo>
                    <a:pt x="852" y="2706"/>
                    <a:pt x="517" y="3436"/>
                    <a:pt x="1" y="398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8"/>
            <p:cNvSpPr/>
            <p:nvPr/>
          </p:nvSpPr>
          <p:spPr>
            <a:xfrm>
              <a:off x="712300" y="3923500"/>
              <a:ext cx="38025" cy="64600"/>
            </a:xfrm>
            <a:custGeom>
              <a:rect b="b" l="l" r="r" t="t"/>
              <a:pathLst>
                <a:path extrusionOk="0" fill="none" h="2584" w="1521">
                  <a:moveTo>
                    <a:pt x="1520" y="0"/>
                  </a:moveTo>
                  <a:cubicBezTo>
                    <a:pt x="1216" y="487"/>
                    <a:pt x="1034" y="1034"/>
                    <a:pt x="700" y="1520"/>
                  </a:cubicBezTo>
                  <a:cubicBezTo>
                    <a:pt x="456" y="1885"/>
                    <a:pt x="244" y="2219"/>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8"/>
            <p:cNvSpPr/>
            <p:nvPr/>
          </p:nvSpPr>
          <p:spPr>
            <a:xfrm>
              <a:off x="718375" y="3829275"/>
              <a:ext cx="41075" cy="64600"/>
            </a:xfrm>
            <a:custGeom>
              <a:rect b="b" l="l" r="r" t="t"/>
              <a:pathLst>
                <a:path extrusionOk="0" fill="none" h="2584" w="1643">
                  <a:moveTo>
                    <a:pt x="1642" y="0"/>
                  </a:moveTo>
                  <a:cubicBezTo>
                    <a:pt x="1034" y="851"/>
                    <a:pt x="487" y="1702"/>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8"/>
            <p:cNvSpPr/>
            <p:nvPr/>
          </p:nvSpPr>
          <p:spPr>
            <a:xfrm>
              <a:off x="621125" y="3993400"/>
              <a:ext cx="26600" cy="53225"/>
            </a:xfrm>
            <a:custGeom>
              <a:rect b="b" l="l" r="r" t="t"/>
              <a:pathLst>
                <a:path extrusionOk="0" fill="none" h="2129" w="1064">
                  <a:moveTo>
                    <a:pt x="1064" y="1"/>
                  </a:moveTo>
                  <a:cubicBezTo>
                    <a:pt x="1003" y="335"/>
                    <a:pt x="699" y="761"/>
                    <a:pt x="517" y="1065"/>
                  </a:cubicBezTo>
                  <a:cubicBezTo>
                    <a:pt x="365" y="1429"/>
                    <a:pt x="182" y="1764"/>
                    <a:pt x="0" y="212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8"/>
            <p:cNvSpPr/>
            <p:nvPr/>
          </p:nvSpPr>
          <p:spPr>
            <a:xfrm>
              <a:off x="662150" y="4043550"/>
              <a:ext cx="32700" cy="58550"/>
            </a:xfrm>
            <a:custGeom>
              <a:rect b="b" l="l" r="r" t="t"/>
              <a:pathLst>
                <a:path extrusionOk="0" fill="none" h="2342" w="1308">
                  <a:moveTo>
                    <a:pt x="1307" y="1"/>
                  </a:moveTo>
                  <a:cubicBezTo>
                    <a:pt x="1034" y="487"/>
                    <a:pt x="578" y="882"/>
                    <a:pt x="396" y="1399"/>
                  </a:cubicBezTo>
                  <a:cubicBezTo>
                    <a:pt x="274" y="1703"/>
                    <a:pt x="244" y="209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8"/>
            <p:cNvSpPr/>
            <p:nvPr/>
          </p:nvSpPr>
          <p:spPr>
            <a:xfrm>
              <a:off x="726750" y="4043550"/>
              <a:ext cx="44075" cy="67650"/>
            </a:xfrm>
            <a:custGeom>
              <a:rect b="b" l="l" r="r" t="t"/>
              <a:pathLst>
                <a:path extrusionOk="0" fill="none" h="2706" w="1763">
                  <a:moveTo>
                    <a:pt x="1763" y="1"/>
                  </a:moveTo>
                  <a:cubicBezTo>
                    <a:pt x="973" y="761"/>
                    <a:pt x="426" y="1703"/>
                    <a:pt x="0"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8"/>
            <p:cNvSpPr/>
            <p:nvPr/>
          </p:nvSpPr>
          <p:spPr>
            <a:xfrm>
              <a:off x="827050" y="3955400"/>
              <a:ext cx="43325" cy="67675"/>
            </a:xfrm>
            <a:custGeom>
              <a:rect b="b" l="l" r="r" t="t"/>
              <a:pathLst>
                <a:path extrusionOk="0" fill="none" h="2707" w="1733">
                  <a:moveTo>
                    <a:pt x="1733" y="1"/>
                  </a:moveTo>
                  <a:cubicBezTo>
                    <a:pt x="1307" y="487"/>
                    <a:pt x="851" y="1065"/>
                    <a:pt x="578" y="1673"/>
                  </a:cubicBezTo>
                  <a:cubicBezTo>
                    <a:pt x="487" y="1855"/>
                    <a:pt x="426" y="2068"/>
                    <a:pt x="304" y="2250"/>
                  </a:cubicBezTo>
                  <a:cubicBezTo>
                    <a:pt x="213" y="2402"/>
                    <a:pt x="0" y="2524"/>
                    <a:pt x="0"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8"/>
            <p:cNvSpPr/>
            <p:nvPr/>
          </p:nvSpPr>
          <p:spPr>
            <a:xfrm>
              <a:off x="908350" y="3835350"/>
              <a:ext cx="44100" cy="76000"/>
            </a:xfrm>
            <a:custGeom>
              <a:rect b="b" l="l" r="r" t="t"/>
              <a:pathLst>
                <a:path extrusionOk="0" fill="none" h="3040" w="1764">
                  <a:moveTo>
                    <a:pt x="1764" y="0"/>
                  </a:moveTo>
                  <a:cubicBezTo>
                    <a:pt x="1399" y="699"/>
                    <a:pt x="1034" y="1429"/>
                    <a:pt x="700" y="2158"/>
                  </a:cubicBezTo>
                  <a:cubicBezTo>
                    <a:pt x="578" y="2462"/>
                    <a:pt x="457" y="3040"/>
                    <a:pt x="1" y="294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8"/>
            <p:cNvSpPr/>
            <p:nvPr/>
          </p:nvSpPr>
          <p:spPr>
            <a:xfrm>
              <a:off x="901525" y="3764675"/>
              <a:ext cx="50925" cy="76775"/>
            </a:xfrm>
            <a:custGeom>
              <a:rect b="b" l="l" r="r" t="t"/>
              <a:pathLst>
                <a:path extrusionOk="0" fill="none" h="3071" w="2037">
                  <a:moveTo>
                    <a:pt x="2037" y="1"/>
                  </a:moveTo>
                  <a:cubicBezTo>
                    <a:pt x="1489" y="457"/>
                    <a:pt x="1155" y="1095"/>
                    <a:pt x="821" y="1703"/>
                  </a:cubicBezTo>
                  <a:cubicBezTo>
                    <a:pt x="608" y="2067"/>
                    <a:pt x="0" y="2645"/>
                    <a:pt x="61" y="307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8"/>
            <p:cNvSpPr/>
            <p:nvPr/>
          </p:nvSpPr>
          <p:spPr>
            <a:xfrm>
              <a:off x="1008650" y="3762400"/>
              <a:ext cx="28900" cy="52450"/>
            </a:xfrm>
            <a:custGeom>
              <a:rect b="b" l="l" r="r" t="t"/>
              <a:pathLst>
                <a:path extrusionOk="0" fill="none" h="2098" w="1156">
                  <a:moveTo>
                    <a:pt x="1156" y="0"/>
                  </a:moveTo>
                  <a:cubicBezTo>
                    <a:pt x="882" y="456"/>
                    <a:pt x="487" y="882"/>
                    <a:pt x="305" y="1399"/>
                  </a:cubicBezTo>
                  <a:cubicBezTo>
                    <a:pt x="214" y="1611"/>
                    <a:pt x="183" y="1915"/>
                    <a:pt x="1" y="20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8"/>
            <p:cNvSpPr/>
            <p:nvPr/>
          </p:nvSpPr>
          <p:spPr>
            <a:xfrm>
              <a:off x="1084650" y="3732750"/>
              <a:ext cx="44100" cy="61600"/>
            </a:xfrm>
            <a:custGeom>
              <a:rect b="b" l="l" r="r" t="t"/>
              <a:pathLst>
                <a:path extrusionOk="0" fill="none" h="2464" w="1764">
                  <a:moveTo>
                    <a:pt x="1763" y="1"/>
                  </a:moveTo>
                  <a:cubicBezTo>
                    <a:pt x="1551" y="487"/>
                    <a:pt x="1277" y="913"/>
                    <a:pt x="943" y="1308"/>
                  </a:cubicBezTo>
                  <a:cubicBezTo>
                    <a:pt x="608" y="1703"/>
                    <a:pt x="396" y="2098"/>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8"/>
            <p:cNvSpPr/>
            <p:nvPr/>
          </p:nvSpPr>
          <p:spPr>
            <a:xfrm>
              <a:off x="1155325" y="3762400"/>
              <a:ext cx="38000" cy="49425"/>
            </a:xfrm>
            <a:custGeom>
              <a:rect b="b" l="l" r="r" t="t"/>
              <a:pathLst>
                <a:path extrusionOk="0" fill="none" h="1977" w="1520">
                  <a:moveTo>
                    <a:pt x="1520" y="0"/>
                  </a:moveTo>
                  <a:cubicBezTo>
                    <a:pt x="1216" y="365"/>
                    <a:pt x="942" y="791"/>
                    <a:pt x="639" y="1155"/>
                  </a:cubicBezTo>
                  <a:cubicBezTo>
                    <a:pt x="426" y="1429"/>
                    <a:pt x="183" y="1672"/>
                    <a:pt x="0"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8"/>
            <p:cNvSpPr/>
            <p:nvPr/>
          </p:nvSpPr>
          <p:spPr>
            <a:xfrm>
              <a:off x="969900" y="39934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8"/>
            <p:cNvSpPr/>
            <p:nvPr/>
          </p:nvSpPr>
          <p:spPr>
            <a:xfrm>
              <a:off x="929625" y="3917425"/>
              <a:ext cx="43350" cy="64600"/>
            </a:xfrm>
            <a:custGeom>
              <a:rect b="b" l="l" r="r" t="t"/>
              <a:pathLst>
                <a:path extrusionOk="0" fill="none" h="2584" w="1734">
                  <a:moveTo>
                    <a:pt x="1733" y="0"/>
                  </a:moveTo>
                  <a:cubicBezTo>
                    <a:pt x="1217" y="882"/>
                    <a:pt x="730" y="1854"/>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8"/>
            <p:cNvSpPr/>
            <p:nvPr/>
          </p:nvSpPr>
          <p:spPr>
            <a:xfrm>
              <a:off x="847550" y="4061025"/>
              <a:ext cx="40300" cy="56275"/>
            </a:xfrm>
            <a:custGeom>
              <a:rect b="b" l="l" r="r" t="t"/>
              <a:pathLst>
                <a:path extrusionOk="0" fill="none" h="2251" w="1612">
                  <a:moveTo>
                    <a:pt x="1612" y="1"/>
                  </a:moveTo>
                  <a:cubicBezTo>
                    <a:pt x="974" y="700"/>
                    <a:pt x="487" y="1429"/>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8"/>
            <p:cNvSpPr/>
            <p:nvPr/>
          </p:nvSpPr>
          <p:spPr>
            <a:xfrm>
              <a:off x="750300" y="4169700"/>
              <a:ext cx="50175" cy="64625"/>
            </a:xfrm>
            <a:custGeom>
              <a:rect b="b" l="l" r="r" t="t"/>
              <a:pathLst>
                <a:path extrusionOk="0" fill="none" h="2585" w="2007">
                  <a:moveTo>
                    <a:pt x="2006" y="0"/>
                  </a:moveTo>
                  <a:cubicBezTo>
                    <a:pt x="1307" y="852"/>
                    <a:pt x="791" y="1824"/>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8"/>
            <p:cNvSpPr/>
            <p:nvPr/>
          </p:nvSpPr>
          <p:spPr>
            <a:xfrm>
              <a:off x="747250" y="4114225"/>
              <a:ext cx="32700" cy="46375"/>
            </a:xfrm>
            <a:custGeom>
              <a:rect b="b" l="l" r="r" t="t"/>
              <a:pathLst>
                <a:path extrusionOk="0" fill="none" h="1855" w="1308">
                  <a:moveTo>
                    <a:pt x="1308" y="1"/>
                  </a:moveTo>
                  <a:cubicBezTo>
                    <a:pt x="913" y="639"/>
                    <a:pt x="517" y="1308"/>
                    <a:pt x="1"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8"/>
            <p:cNvSpPr/>
            <p:nvPr/>
          </p:nvSpPr>
          <p:spPr>
            <a:xfrm>
              <a:off x="641625" y="4222900"/>
              <a:ext cx="35750" cy="52450"/>
            </a:xfrm>
            <a:custGeom>
              <a:rect b="b" l="l" r="r" t="t"/>
              <a:pathLst>
                <a:path extrusionOk="0" fill="none" h="2098" w="1430">
                  <a:moveTo>
                    <a:pt x="1429" y="0"/>
                  </a:moveTo>
                  <a:cubicBezTo>
                    <a:pt x="1399" y="182"/>
                    <a:pt x="1004" y="699"/>
                    <a:pt x="913" y="821"/>
                  </a:cubicBezTo>
                  <a:cubicBezTo>
                    <a:pt x="791" y="973"/>
                    <a:pt x="639" y="1125"/>
                    <a:pt x="517" y="1277"/>
                  </a:cubicBezTo>
                  <a:cubicBezTo>
                    <a:pt x="335" y="1520"/>
                    <a:pt x="62" y="1763"/>
                    <a:pt x="1" y="209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8"/>
            <p:cNvSpPr/>
            <p:nvPr/>
          </p:nvSpPr>
          <p:spPr>
            <a:xfrm>
              <a:off x="615800" y="4169700"/>
              <a:ext cx="46375" cy="55500"/>
            </a:xfrm>
            <a:custGeom>
              <a:rect b="b" l="l" r="r" t="t"/>
              <a:pathLst>
                <a:path extrusionOk="0" fill="none" h="2220" w="1855">
                  <a:moveTo>
                    <a:pt x="1854" y="0"/>
                  </a:moveTo>
                  <a:cubicBezTo>
                    <a:pt x="973" y="517"/>
                    <a:pt x="699" y="1551"/>
                    <a:pt x="0"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8"/>
            <p:cNvSpPr/>
            <p:nvPr/>
          </p:nvSpPr>
          <p:spPr>
            <a:xfrm>
              <a:off x="589200" y="4114225"/>
              <a:ext cx="31950" cy="46375"/>
            </a:xfrm>
            <a:custGeom>
              <a:rect b="b" l="l" r="r" t="t"/>
              <a:pathLst>
                <a:path extrusionOk="0" fill="none" h="1855" w="1278">
                  <a:moveTo>
                    <a:pt x="1277" y="1"/>
                  </a:moveTo>
                  <a:cubicBezTo>
                    <a:pt x="973" y="456"/>
                    <a:pt x="669" y="943"/>
                    <a:pt x="335" y="1399"/>
                  </a:cubicBezTo>
                  <a:cubicBezTo>
                    <a:pt x="244" y="1551"/>
                    <a:pt x="122" y="1733"/>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8"/>
            <p:cNvSpPr/>
            <p:nvPr/>
          </p:nvSpPr>
          <p:spPr>
            <a:xfrm>
              <a:off x="630225" y="3855875"/>
              <a:ext cx="31950" cy="50175"/>
            </a:xfrm>
            <a:custGeom>
              <a:rect b="b" l="l" r="r" t="t"/>
              <a:pathLst>
                <a:path extrusionOk="0" fill="none" h="2007" w="1278">
                  <a:moveTo>
                    <a:pt x="1277" y="0"/>
                  </a:moveTo>
                  <a:cubicBezTo>
                    <a:pt x="913" y="365"/>
                    <a:pt x="487" y="760"/>
                    <a:pt x="305" y="1246"/>
                  </a:cubicBezTo>
                  <a:cubicBezTo>
                    <a:pt x="214" y="1459"/>
                    <a:pt x="31" y="1763"/>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8"/>
            <p:cNvSpPr/>
            <p:nvPr/>
          </p:nvSpPr>
          <p:spPr>
            <a:xfrm>
              <a:off x="756375" y="3756325"/>
              <a:ext cx="28900" cy="28900"/>
            </a:xfrm>
            <a:custGeom>
              <a:rect b="b" l="l" r="r" t="t"/>
              <a:pathLst>
                <a:path extrusionOk="0" fill="none" h="1156" w="1156">
                  <a:moveTo>
                    <a:pt x="1156" y="0"/>
                  </a:moveTo>
                  <a:cubicBezTo>
                    <a:pt x="608" y="243"/>
                    <a:pt x="244" y="639"/>
                    <a:pt x="0" y="11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8"/>
            <p:cNvSpPr/>
            <p:nvPr/>
          </p:nvSpPr>
          <p:spPr>
            <a:xfrm>
              <a:off x="565650" y="3982000"/>
              <a:ext cx="26600" cy="41075"/>
            </a:xfrm>
            <a:custGeom>
              <a:rect b="b" l="l" r="r" t="t"/>
              <a:pathLst>
                <a:path extrusionOk="0" fill="none" h="1643" w="1064">
                  <a:moveTo>
                    <a:pt x="1064" y="1"/>
                  </a:moveTo>
                  <a:cubicBezTo>
                    <a:pt x="760" y="305"/>
                    <a:pt x="426" y="669"/>
                    <a:pt x="243" y="1065"/>
                  </a:cubicBezTo>
                  <a:cubicBezTo>
                    <a:pt x="152" y="1247"/>
                    <a:pt x="91" y="1460"/>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8"/>
            <p:cNvSpPr/>
            <p:nvPr/>
          </p:nvSpPr>
          <p:spPr>
            <a:xfrm>
              <a:off x="548175" y="4222900"/>
              <a:ext cx="26600" cy="43325"/>
            </a:xfrm>
            <a:custGeom>
              <a:rect b="b" l="l" r="r" t="t"/>
              <a:pathLst>
                <a:path extrusionOk="0" fill="none" h="1733" w="1064">
                  <a:moveTo>
                    <a:pt x="1064" y="0"/>
                  </a:moveTo>
                  <a:cubicBezTo>
                    <a:pt x="821" y="365"/>
                    <a:pt x="517" y="760"/>
                    <a:pt x="334" y="1155"/>
                  </a:cubicBezTo>
                  <a:cubicBezTo>
                    <a:pt x="274" y="1338"/>
                    <a:pt x="182" y="1702"/>
                    <a:pt x="0" y="173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8"/>
            <p:cNvSpPr/>
            <p:nvPr/>
          </p:nvSpPr>
          <p:spPr>
            <a:xfrm>
              <a:off x="583125" y="4278350"/>
              <a:ext cx="26625" cy="41075"/>
            </a:xfrm>
            <a:custGeom>
              <a:rect b="b" l="l" r="r" t="t"/>
              <a:pathLst>
                <a:path extrusionOk="0" fill="none" h="1643" w="1065">
                  <a:moveTo>
                    <a:pt x="1064" y="1"/>
                  </a:moveTo>
                  <a:cubicBezTo>
                    <a:pt x="730" y="335"/>
                    <a:pt x="487" y="700"/>
                    <a:pt x="304" y="1126"/>
                  </a:cubicBezTo>
                  <a:cubicBezTo>
                    <a:pt x="213" y="1278"/>
                    <a:pt x="152" y="1582"/>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8"/>
            <p:cNvSpPr/>
            <p:nvPr/>
          </p:nvSpPr>
          <p:spPr>
            <a:xfrm>
              <a:off x="621125" y="4322425"/>
              <a:ext cx="58525" cy="85150"/>
            </a:xfrm>
            <a:custGeom>
              <a:rect b="b" l="l" r="r" t="t"/>
              <a:pathLst>
                <a:path extrusionOk="0" fill="none" h="3406" w="2341">
                  <a:moveTo>
                    <a:pt x="2341" y="1"/>
                  </a:moveTo>
                  <a:cubicBezTo>
                    <a:pt x="1824" y="578"/>
                    <a:pt x="1368" y="1247"/>
                    <a:pt x="973" y="1946"/>
                  </a:cubicBezTo>
                  <a:cubicBezTo>
                    <a:pt x="821" y="2220"/>
                    <a:pt x="669" y="2433"/>
                    <a:pt x="517" y="2706"/>
                  </a:cubicBezTo>
                  <a:cubicBezTo>
                    <a:pt x="334" y="2919"/>
                    <a:pt x="243" y="3223"/>
                    <a:pt x="0" y="340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8"/>
            <p:cNvSpPr/>
            <p:nvPr/>
          </p:nvSpPr>
          <p:spPr>
            <a:xfrm>
              <a:off x="618075" y="4459975"/>
              <a:ext cx="26625" cy="44100"/>
            </a:xfrm>
            <a:custGeom>
              <a:rect b="b" l="l" r="r" t="t"/>
              <a:pathLst>
                <a:path extrusionOk="0" fill="none" h="1764" w="1065">
                  <a:moveTo>
                    <a:pt x="1064" y="1"/>
                  </a:moveTo>
                  <a:cubicBezTo>
                    <a:pt x="760" y="426"/>
                    <a:pt x="578" y="760"/>
                    <a:pt x="365" y="1216"/>
                  </a:cubicBezTo>
                  <a:cubicBezTo>
                    <a:pt x="304" y="1368"/>
                    <a:pt x="152" y="1642"/>
                    <a:pt x="0"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8"/>
            <p:cNvSpPr/>
            <p:nvPr/>
          </p:nvSpPr>
          <p:spPr>
            <a:xfrm>
              <a:off x="741925" y="4275325"/>
              <a:ext cx="41075" cy="55500"/>
            </a:xfrm>
            <a:custGeom>
              <a:rect b="b" l="l" r="r" t="t"/>
              <a:pathLst>
                <a:path extrusionOk="0" fill="none" h="2220" w="1643">
                  <a:moveTo>
                    <a:pt x="1642" y="0"/>
                  </a:moveTo>
                  <a:cubicBezTo>
                    <a:pt x="1095" y="335"/>
                    <a:pt x="882" y="851"/>
                    <a:pt x="578" y="1368"/>
                  </a:cubicBezTo>
                  <a:cubicBezTo>
                    <a:pt x="426" y="1672"/>
                    <a:pt x="244" y="2037"/>
                    <a:pt x="1"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8"/>
            <p:cNvSpPr/>
            <p:nvPr/>
          </p:nvSpPr>
          <p:spPr>
            <a:xfrm>
              <a:off x="849850" y="4178825"/>
              <a:ext cx="26600" cy="41050"/>
            </a:xfrm>
            <a:custGeom>
              <a:rect b="b" l="l" r="r" t="t"/>
              <a:pathLst>
                <a:path extrusionOk="0" fill="none" h="1642" w="1064">
                  <a:moveTo>
                    <a:pt x="1064" y="0"/>
                  </a:moveTo>
                  <a:cubicBezTo>
                    <a:pt x="790" y="335"/>
                    <a:pt x="517" y="638"/>
                    <a:pt x="304" y="1034"/>
                  </a:cubicBezTo>
                  <a:cubicBezTo>
                    <a:pt x="183" y="1216"/>
                    <a:pt x="152" y="1459"/>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8"/>
            <p:cNvSpPr/>
            <p:nvPr/>
          </p:nvSpPr>
          <p:spPr>
            <a:xfrm>
              <a:off x="944075" y="4102075"/>
              <a:ext cx="49400" cy="70675"/>
            </a:xfrm>
            <a:custGeom>
              <a:rect b="b" l="l" r="r" t="t"/>
              <a:pathLst>
                <a:path extrusionOk="0" fill="none" h="2827" w="1976">
                  <a:moveTo>
                    <a:pt x="1976" y="0"/>
                  </a:moveTo>
                  <a:cubicBezTo>
                    <a:pt x="1429" y="547"/>
                    <a:pt x="1003" y="1094"/>
                    <a:pt x="639" y="1794"/>
                  </a:cubicBezTo>
                  <a:cubicBezTo>
                    <a:pt x="456" y="2098"/>
                    <a:pt x="243" y="2553"/>
                    <a:pt x="0" y="282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8"/>
            <p:cNvSpPr/>
            <p:nvPr/>
          </p:nvSpPr>
          <p:spPr>
            <a:xfrm>
              <a:off x="1052725" y="4013925"/>
              <a:ext cx="34975" cy="50175"/>
            </a:xfrm>
            <a:custGeom>
              <a:rect b="b" l="l" r="r" t="t"/>
              <a:pathLst>
                <a:path extrusionOk="0" fill="none" h="2007" w="1399">
                  <a:moveTo>
                    <a:pt x="1399" y="0"/>
                  </a:moveTo>
                  <a:cubicBezTo>
                    <a:pt x="943" y="456"/>
                    <a:pt x="609" y="851"/>
                    <a:pt x="335" y="1399"/>
                  </a:cubicBezTo>
                  <a:cubicBezTo>
                    <a:pt x="274" y="1490"/>
                    <a:pt x="274" y="1672"/>
                    <a:pt x="183" y="1763"/>
                  </a:cubicBezTo>
                  <a:cubicBezTo>
                    <a:pt x="122" y="1885"/>
                    <a:pt x="62" y="1885"/>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8"/>
            <p:cNvSpPr/>
            <p:nvPr/>
          </p:nvSpPr>
          <p:spPr>
            <a:xfrm>
              <a:off x="1149250" y="3899950"/>
              <a:ext cx="34975" cy="50175"/>
            </a:xfrm>
            <a:custGeom>
              <a:rect b="b" l="l" r="r" t="t"/>
              <a:pathLst>
                <a:path extrusionOk="0" fill="none" h="2007" w="1399">
                  <a:moveTo>
                    <a:pt x="1398" y="0"/>
                  </a:moveTo>
                  <a:cubicBezTo>
                    <a:pt x="1003" y="426"/>
                    <a:pt x="730" y="821"/>
                    <a:pt x="395" y="1307"/>
                  </a:cubicBezTo>
                  <a:cubicBezTo>
                    <a:pt x="243" y="1489"/>
                    <a:pt x="0" y="1733"/>
                    <a:pt x="0"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8"/>
            <p:cNvSpPr/>
            <p:nvPr/>
          </p:nvSpPr>
          <p:spPr>
            <a:xfrm>
              <a:off x="1102125" y="3879425"/>
              <a:ext cx="26625" cy="41050"/>
            </a:xfrm>
            <a:custGeom>
              <a:rect b="b" l="l" r="r" t="t"/>
              <a:pathLst>
                <a:path extrusionOk="0" fill="none" h="1642" w="1065">
                  <a:moveTo>
                    <a:pt x="1064" y="0"/>
                  </a:moveTo>
                  <a:cubicBezTo>
                    <a:pt x="730" y="183"/>
                    <a:pt x="517" y="699"/>
                    <a:pt x="304" y="1003"/>
                  </a:cubicBezTo>
                  <a:cubicBezTo>
                    <a:pt x="183" y="1186"/>
                    <a:pt x="31" y="1429"/>
                    <a:pt x="1"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8"/>
            <p:cNvSpPr/>
            <p:nvPr/>
          </p:nvSpPr>
          <p:spPr>
            <a:xfrm>
              <a:off x="972950" y="3697800"/>
              <a:ext cx="38775" cy="44100"/>
            </a:xfrm>
            <a:custGeom>
              <a:rect b="b" l="l" r="r" t="t"/>
              <a:pathLst>
                <a:path extrusionOk="0" fill="none" h="1764" w="1551">
                  <a:moveTo>
                    <a:pt x="1550" y="1"/>
                  </a:moveTo>
                  <a:cubicBezTo>
                    <a:pt x="1186" y="426"/>
                    <a:pt x="851" y="791"/>
                    <a:pt x="487" y="1186"/>
                  </a:cubicBezTo>
                  <a:cubicBezTo>
                    <a:pt x="365" y="1308"/>
                    <a:pt x="61" y="1612"/>
                    <a:pt x="0"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8"/>
            <p:cNvSpPr/>
            <p:nvPr/>
          </p:nvSpPr>
          <p:spPr>
            <a:xfrm>
              <a:off x="908350" y="3691725"/>
              <a:ext cx="20550" cy="23575"/>
            </a:xfrm>
            <a:custGeom>
              <a:rect b="b" l="l" r="r" t="t"/>
              <a:pathLst>
                <a:path extrusionOk="0" fill="none" h="943" w="822">
                  <a:moveTo>
                    <a:pt x="821" y="1"/>
                  </a:moveTo>
                  <a:cubicBezTo>
                    <a:pt x="457" y="213"/>
                    <a:pt x="122" y="517"/>
                    <a:pt x="1" y="94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8"/>
            <p:cNvSpPr/>
            <p:nvPr/>
          </p:nvSpPr>
          <p:spPr>
            <a:xfrm>
              <a:off x="1207000" y="3779875"/>
              <a:ext cx="38775" cy="49425"/>
            </a:xfrm>
            <a:custGeom>
              <a:rect b="b" l="l" r="r" t="t"/>
              <a:pathLst>
                <a:path extrusionOk="0" fill="none" h="1977" w="1551">
                  <a:moveTo>
                    <a:pt x="1550" y="1"/>
                  </a:moveTo>
                  <a:cubicBezTo>
                    <a:pt x="1094" y="396"/>
                    <a:pt x="730" y="821"/>
                    <a:pt x="334" y="1277"/>
                  </a:cubicBezTo>
                  <a:cubicBezTo>
                    <a:pt x="182" y="1490"/>
                    <a:pt x="0" y="1703"/>
                    <a:pt x="3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8"/>
            <p:cNvSpPr/>
            <p:nvPr/>
          </p:nvSpPr>
          <p:spPr>
            <a:xfrm>
              <a:off x="1275375" y="3814825"/>
              <a:ext cx="38025" cy="38025"/>
            </a:xfrm>
            <a:custGeom>
              <a:rect b="b" l="l" r="r" t="t"/>
              <a:pathLst>
                <a:path extrusionOk="0" fill="none" h="1521" w="1521">
                  <a:moveTo>
                    <a:pt x="1521" y="1"/>
                  </a:moveTo>
                  <a:cubicBezTo>
                    <a:pt x="1125" y="61"/>
                    <a:pt x="852" y="609"/>
                    <a:pt x="639" y="882"/>
                  </a:cubicBezTo>
                  <a:cubicBezTo>
                    <a:pt x="457" y="1065"/>
                    <a:pt x="214" y="136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8"/>
            <p:cNvSpPr/>
            <p:nvPr/>
          </p:nvSpPr>
          <p:spPr>
            <a:xfrm>
              <a:off x="1322500" y="3858900"/>
              <a:ext cx="58525" cy="61575"/>
            </a:xfrm>
            <a:custGeom>
              <a:rect b="b" l="l" r="r" t="t"/>
              <a:pathLst>
                <a:path extrusionOk="0" fill="none" h="2463" w="2341">
                  <a:moveTo>
                    <a:pt x="2341" y="1"/>
                  </a:moveTo>
                  <a:cubicBezTo>
                    <a:pt x="1976" y="274"/>
                    <a:pt x="1520" y="578"/>
                    <a:pt x="1246" y="943"/>
                  </a:cubicBezTo>
                  <a:cubicBezTo>
                    <a:pt x="1095" y="1125"/>
                    <a:pt x="973" y="1338"/>
                    <a:pt x="791" y="1520"/>
                  </a:cubicBezTo>
                  <a:cubicBezTo>
                    <a:pt x="547" y="1824"/>
                    <a:pt x="243" y="2128"/>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8"/>
            <p:cNvSpPr/>
            <p:nvPr/>
          </p:nvSpPr>
          <p:spPr>
            <a:xfrm>
              <a:off x="1325525" y="3944000"/>
              <a:ext cx="66900" cy="72975"/>
            </a:xfrm>
            <a:custGeom>
              <a:rect b="b" l="l" r="r" t="t"/>
              <a:pathLst>
                <a:path extrusionOk="0" fill="none" h="2919" w="2676">
                  <a:moveTo>
                    <a:pt x="2676" y="1"/>
                  </a:moveTo>
                  <a:cubicBezTo>
                    <a:pt x="2159" y="609"/>
                    <a:pt x="1673" y="1308"/>
                    <a:pt x="1034" y="1855"/>
                  </a:cubicBezTo>
                  <a:cubicBezTo>
                    <a:pt x="670" y="2159"/>
                    <a:pt x="335" y="2585"/>
                    <a:pt x="1" y="29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8"/>
            <p:cNvSpPr/>
            <p:nvPr/>
          </p:nvSpPr>
          <p:spPr>
            <a:xfrm>
              <a:off x="1407600" y="3958450"/>
              <a:ext cx="38025" cy="44100"/>
            </a:xfrm>
            <a:custGeom>
              <a:rect b="b" l="l" r="r" t="t"/>
              <a:pathLst>
                <a:path extrusionOk="0" fill="none" h="1764" w="1521">
                  <a:moveTo>
                    <a:pt x="1520" y="0"/>
                  </a:moveTo>
                  <a:cubicBezTo>
                    <a:pt x="1004" y="578"/>
                    <a:pt x="609" y="1307"/>
                    <a:pt x="1"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8"/>
            <p:cNvSpPr/>
            <p:nvPr/>
          </p:nvSpPr>
          <p:spPr>
            <a:xfrm>
              <a:off x="1242700" y="3970600"/>
              <a:ext cx="44100" cy="55500"/>
            </a:xfrm>
            <a:custGeom>
              <a:rect b="b" l="l" r="r" t="t"/>
              <a:pathLst>
                <a:path extrusionOk="0" fill="none" h="2220" w="1764">
                  <a:moveTo>
                    <a:pt x="1764" y="1"/>
                  </a:moveTo>
                  <a:cubicBezTo>
                    <a:pt x="1308" y="274"/>
                    <a:pt x="1034" y="791"/>
                    <a:pt x="791" y="1277"/>
                  </a:cubicBezTo>
                  <a:cubicBezTo>
                    <a:pt x="578" y="1612"/>
                    <a:pt x="274" y="1885"/>
                    <a:pt x="1"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8"/>
            <p:cNvSpPr/>
            <p:nvPr/>
          </p:nvSpPr>
          <p:spPr>
            <a:xfrm>
              <a:off x="1178875" y="3944000"/>
              <a:ext cx="49425" cy="58550"/>
            </a:xfrm>
            <a:custGeom>
              <a:rect b="b" l="l" r="r" t="t"/>
              <a:pathLst>
                <a:path extrusionOk="0" fill="none" h="2342" w="1977">
                  <a:moveTo>
                    <a:pt x="1976" y="1"/>
                  </a:moveTo>
                  <a:cubicBezTo>
                    <a:pt x="1520" y="487"/>
                    <a:pt x="1034" y="974"/>
                    <a:pt x="639" y="1521"/>
                  </a:cubicBezTo>
                  <a:cubicBezTo>
                    <a:pt x="456" y="1764"/>
                    <a:pt x="92" y="206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8"/>
            <p:cNvSpPr/>
            <p:nvPr/>
          </p:nvSpPr>
          <p:spPr>
            <a:xfrm>
              <a:off x="1117325" y="4076225"/>
              <a:ext cx="41050" cy="49425"/>
            </a:xfrm>
            <a:custGeom>
              <a:rect b="b" l="l" r="r" t="t"/>
              <a:pathLst>
                <a:path extrusionOk="0" fill="none" h="1977" w="1642">
                  <a:moveTo>
                    <a:pt x="1642" y="1"/>
                  </a:moveTo>
                  <a:cubicBezTo>
                    <a:pt x="1186" y="396"/>
                    <a:pt x="943" y="882"/>
                    <a:pt x="548" y="1308"/>
                  </a:cubicBezTo>
                  <a:cubicBezTo>
                    <a:pt x="365" y="1521"/>
                    <a:pt x="183" y="1764"/>
                    <a:pt x="0"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8"/>
            <p:cNvSpPr/>
            <p:nvPr/>
          </p:nvSpPr>
          <p:spPr>
            <a:xfrm>
              <a:off x="1198625" y="4084600"/>
              <a:ext cx="41825" cy="50175"/>
            </a:xfrm>
            <a:custGeom>
              <a:rect b="b" l="l" r="r" t="t"/>
              <a:pathLst>
                <a:path extrusionOk="0" fill="none" h="2007" w="1673">
                  <a:moveTo>
                    <a:pt x="1673" y="0"/>
                  </a:moveTo>
                  <a:cubicBezTo>
                    <a:pt x="1308" y="456"/>
                    <a:pt x="1004" y="912"/>
                    <a:pt x="639" y="1338"/>
                  </a:cubicBezTo>
                  <a:cubicBezTo>
                    <a:pt x="457" y="1520"/>
                    <a:pt x="274" y="1915"/>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8"/>
            <p:cNvSpPr/>
            <p:nvPr/>
          </p:nvSpPr>
          <p:spPr>
            <a:xfrm>
              <a:off x="1295900" y="4064075"/>
              <a:ext cx="41050" cy="50175"/>
            </a:xfrm>
            <a:custGeom>
              <a:rect b="b" l="l" r="r" t="t"/>
              <a:pathLst>
                <a:path extrusionOk="0" fill="none" h="2007" w="1642">
                  <a:moveTo>
                    <a:pt x="1642" y="0"/>
                  </a:moveTo>
                  <a:cubicBezTo>
                    <a:pt x="1247" y="487"/>
                    <a:pt x="821" y="912"/>
                    <a:pt x="456" y="1429"/>
                  </a:cubicBezTo>
                  <a:cubicBezTo>
                    <a:pt x="335" y="1611"/>
                    <a:pt x="183" y="1946"/>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8"/>
            <p:cNvSpPr/>
            <p:nvPr/>
          </p:nvSpPr>
          <p:spPr>
            <a:xfrm>
              <a:off x="1360500" y="4061025"/>
              <a:ext cx="58525" cy="61575"/>
            </a:xfrm>
            <a:custGeom>
              <a:rect b="b" l="l" r="r" t="t"/>
              <a:pathLst>
                <a:path extrusionOk="0" fill="none" h="2463" w="2341">
                  <a:moveTo>
                    <a:pt x="2341" y="1"/>
                  </a:moveTo>
                  <a:cubicBezTo>
                    <a:pt x="2006" y="214"/>
                    <a:pt x="1733" y="396"/>
                    <a:pt x="1489" y="730"/>
                  </a:cubicBezTo>
                  <a:cubicBezTo>
                    <a:pt x="1337" y="913"/>
                    <a:pt x="1216" y="1125"/>
                    <a:pt x="1064" y="1308"/>
                  </a:cubicBezTo>
                  <a:cubicBezTo>
                    <a:pt x="669" y="1703"/>
                    <a:pt x="304" y="2037"/>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8"/>
            <p:cNvSpPr/>
            <p:nvPr/>
          </p:nvSpPr>
          <p:spPr>
            <a:xfrm>
              <a:off x="1442550" y="4055725"/>
              <a:ext cx="52475" cy="58525"/>
            </a:xfrm>
            <a:custGeom>
              <a:rect b="b" l="l" r="r" t="t"/>
              <a:pathLst>
                <a:path extrusionOk="0" fill="none" h="2341" w="2099">
                  <a:moveTo>
                    <a:pt x="2098" y="0"/>
                  </a:moveTo>
                  <a:cubicBezTo>
                    <a:pt x="1825" y="456"/>
                    <a:pt x="1399" y="851"/>
                    <a:pt x="1065" y="1277"/>
                  </a:cubicBezTo>
                  <a:cubicBezTo>
                    <a:pt x="761" y="1672"/>
                    <a:pt x="396" y="2037"/>
                    <a:pt x="1"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8"/>
            <p:cNvSpPr/>
            <p:nvPr/>
          </p:nvSpPr>
          <p:spPr>
            <a:xfrm>
              <a:off x="1448625" y="4149175"/>
              <a:ext cx="41075" cy="58550"/>
            </a:xfrm>
            <a:custGeom>
              <a:rect b="b" l="l" r="r" t="t"/>
              <a:pathLst>
                <a:path extrusionOk="0" fill="none" h="2342" w="1643">
                  <a:moveTo>
                    <a:pt x="1642" y="1"/>
                  </a:moveTo>
                  <a:cubicBezTo>
                    <a:pt x="1186" y="852"/>
                    <a:pt x="396" y="1490"/>
                    <a:pt x="1"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8"/>
            <p:cNvSpPr/>
            <p:nvPr/>
          </p:nvSpPr>
          <p:spPr>
            <a:xfrm>
              <a:off x="1480550" y="4193250"/>
              <a:ext cx="58550" cy="67650"/>
            </a:xfrm>
            <a:custGeom>
              <a:rect b="b" l="l" r="r" t="t"/>
              <a:pathLst>
                <a:path extrusionOk="0" fill="none" h="2706" w="2342">
                  <a:moveTo>
                    <a:pt x="2341" y="1"/>
                  </a:moveTo>
                  <a:cubicBezTo>
                    <a:pt x="1885" y="517"/>
                    <a:pt x="1490" y="1065"/>
                    <a:pt x="1064" y="1612"/>
                  </a:cubicBezTo>
                  <a:cubicBezTo>
                    <a:pt x="760" y="2007"/>
                    <a:pt x="365" y="2341"/>
                    <a:pt x="1"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8"/>
            <p:cNvSpPr/>
            <p:nvPr/>
          </p:nvSpPr>
          <p:spPr>
            <a:xfrm>
              <a:off x="1442550" y="4389300"/>
              <a:ext cx="41075" cy="44100"/>
            </a:xfrm>
            <a:custGeom>
              <a:rect b="b" l="l" r="r" t="t"/>
              <a:pathLst>
                <a:path extrusionOk="0" fill="none" h="1764" w="1643">
                  <a:moveTo>
                    <a:pt x="1642" y="1"/>
                  </a:moveTo>
                  <a:cubicBezTo>
                    <a:pt x="1369" y="335"/>
                    <a:pt x="973" y="517"/>
                    <a:pt x="700" y="852"/>
                  </a:cubicBezTo>
                  <a:cubicBezTo>
                    <a:pt x="457" y="1156"/>
                    <a:pt x="244" y="1490"/>
                    <a:pt x="1"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8"/>
            <p:cNvSpPr/>
            <p:nvPr/>
          </p:nvSpPr>
          <p:spPr>
            <a:xfrm>
              <a:off x="1392400" y="4501000"/>
              <a:ext cx="50175" cy="50175"/>
            </a:xfrm>
            <a:custGeom>
              <a:rect b="b" l="l" r="r" t="t"/>
              <a:pathLst>
                <a:path extrusionOk="0" fill="none" h="2007" w="2007">
                  <a:moveTo>
                    <a:pt x="2007" y="1"/>
                  </a:moveTo>
                  <a:cubicBezTo>
                    <a:pt x="1581" y="426"/>
                    <a:pt x="1217" y="882"/>
                    <a:pt x="821" y="1308"/>
                  </a:cubicBezTo>
                  <a:cubicBezTo>
                    <a:pt x="578" y="1551"/>
                    <a:pt x="244" y="1733"/>
                    <a:pt x="1"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8"/>
            <p:cNvSpPr/>
            <p:nvPr/>
          </p:nvSpPr>
          <p:spPr>
            <a:xfrm>
              <a:off x="1474475" y="4295850"/>
              <a:ext cx="38025" cy="47125"/>
            </a:xfrm>
            <a:custGeom>
              <a:rect b="b" l="l" r="r" t="t"/>
              <a:pathLst>
                <a:path extrusionOk="0" fill="none" h="1885" w="1521">
                  <a:moveTo>
                    <a:pt x="1520" y="0"/>
                  </a:moveTo>
                  <a:cubicBezTo>
                    <a:pt x="1216" y="365"/>
                    <a:pt x="912" y="699"/>
                    <a:pt x="639" y="1094"/>
                  </a:cubicBezTo>
                  <a:cubicBezTo>
                    <a:pt x="426" y="1368"/>
                    <a:pt x="274" y="1641"/>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8"/>
            <p:cNvSpPr/>
            <p:nvPr/>
          </p:nvSpPr>
          <p:spPr>
            <a:xfrm>
              <a:off x="1515500" y="4105100"/>
              <a:ext cx="23600" cy="29675"/>
            </a:xfrm>
            <a:custGeom>
              <a:rect b="b" l="l" r="r" t="t"/>
              <a:pathLst>
                <a:path extrusionOk="0" fill="none" h="1187" w="944">
                  <a:moveTo>
                    <a:pt x="943" y="1"/>
                  </a:moveTo>
                  <a:cubicBezTo>
                    <a:pt x="457" y="274"/>
                    <a:pt x="122" y="639"/>
                    <a:pt x="1" y="118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8"/>
            <p:cNvSpPr/>
            <p:nvPr/>
          </p:nvSpPr>
          <p:spPr>
            <a:xfrm>
              <a:off x="1351375" y="4281400"/>
              <a:ext cx="61575" cy="72975"/>
            </a:xfrm>
            <a:custGeom>
              <a:rect b="b" l="l" r="r" t="t"/>
              <a:pathLst>
                <a:path extrusionOk="0" fill="none" h="2919" w="2463">
                  <a:moveTo>
                    <a:pt x="2462" y="1"/>
                  </a:moveTo>
                  <a:cubicBezTo>
                    <a:pt x="2128" y="274"/>
                    <a:pt x="1702" y="548"/>
                    <a:pt x="1429" y="943"/>
                  </a:cubicBezTo>
                  <a:cubicBezTo>
                    <a:pt x="1247" y="1216"/>
                    <a:pt x="1064" y="1490"/>
                    <a:pt x="851" y="1764"/>
                  </a:cubicBezTo>
                  <a:cubicBezTo>
                    <a:pt x="578" y="2128"/>
                    <a:pt x="365" y="2645"/>
                    <a:pt x="0" y="29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8"/>
            <p:cNvSpPr/>
            <p:nvPr/>
          </p:nvSpPr>
          <p:spPr>
            <a:xfrm>
              <a:off x="1333900" y="4199325"/>
              <a:ext cx="44100" cy="46375"/>
            </a:xfrm>
            <a:custGeom>
              <a:rect b="b" l="l" r="r" t="t"/>
              <a:pathLst>
                <a:path extrusionOk="0" fill="none" h="1855" w="1764">
                  <a:moveTo>
                    <a:pt x="1763" y="1"/>
                  </a:moveTo>
                  <a:cubicBezTo>
                    <a:pt x="1368" y="122"/>
                    <a:pt x="1094" y="700"/>
                    <a:pt x="821" y="1004"/>
                  </a:cubicBezTo>
                  <a:cubicBezTo>
                    <a:pt x="547" y="1277"/>
                    <a:pt x="304" y="1581"/>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8"/>
            <p:cNvSpPr/>
            <p:nvPr/>
          </p:nvSpPr>
          <p:spPr>
            <a:xfrm>
              <a:off x="1008650" y="4172750"/>
              <a:ext cx="46375" cy="58525"/>
            </a:xfrm>
            <a:custGeom>
              <a:rect b="b" l="l" r="r" t="t"/>
              <a:pathLst>
                <a:path extrusionOk="0" fill="none" h="2341" w="1855">
                  <a:moveTo>
                    <a:pt x="1855" y="0"/>
                  </a:moveTo>
                  <a:cubicBezTo>
                    <a:pt x="1277" y="790"/>
                    <a:pt x="670" y="1611"/>
                    <a:pt x="1" y="234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8"/>
            <p:cNvSpPr/>
            <p:nvPr/>
          </p:nvSpPr>
          <p:spPr>
            <a:xfrm>
              <a:off x="1114275" y="4193250"/>
              <a:ext cx="38025" cy="41075"/>
            </a:xfrm>
            <a:custGeom>
              <a:rect b="b" l="l" r="r" t="t"/>
              <a:pathLst>
                <a:path extrusionOk="0" fill="none" h="1643" w="1521">
                  <a:moveTo>
                    <a:pt x="1521" y="1"/>
                  </a:moveTo>
                  <a:cubicBezTo>
                    <a:pt x="1095" y="213"/>
                    <a:pt x="670" y="548"/>
                    <a:pt x="396" y="973"/>
                  </a:cubicBezTo>
                  <a:cubicBezTo>
                    <a:pt x="244" y="1186"/>
                    <a:pt x="183" y="1460"/>
                    <a:pt x="1"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8"/>
            <p:cNvSpPr/>
            <p:nvPr/>
          </p:nvSpPr>
          <p:spPr>
            <a:xfrm>
              <a:off x="1216875" y="4187175"/>
              <a:ext cx="31925" cy="35750"/>
            </a:xfrm>
            <a:custGeom>
              <a:rect b="b" l="l" r="r" t="t"/>
              <a:pathLst>
                <a:path extrusionOk="0" fill="none" h="1430" w="1277">
                  <a:moveTo>
                    <a:pt x="1277" y="1"/>
                  </a:moveTo>
                  <a:cubicBezTo>
                    <a:pt x="912" y="335"/>
                    <a:pt x="547" y="517"/>
                    <a:pt x="335" y="943"/>
                  </a:cubicBezTo>
                  <a:cubicBezTo>
                    <a:pt x="243" y="1156"/>
                    <a:pt x="152" y="1247"/>
                    <a:pt x="0" y="142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8"/>
            <p:cNvSpPr/>
            <p:nvPr/>
          </p:nvSpPr>
          <p:spPr>
            <a:xfrm>
              <a:off x="1286775" y="4178825"/>
              <a:ext cx="44100" cy="43325"/>
            </a:xfrm>
            <a:custGeom>
              <a:rect b="b" l="l" r="r" t="t"/>
              <a:pathLst>
                <a:path extrusionOk="0" fill="none" h="1733" w="1764">
                  <a:moveTo>
                    <a:pt x="1764" y="0"/>
                  </a:moveTo>
                  <a:cubicBezTo>
                    <a:pt x="1186" y="487"/>
                    <a:pt x="457" y="1094"/>
                    <a:pt x="1" y="173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8"/>
            <p:cNvSpPr/>
            <p:nvPr/>
          </p:nvSpPr>
          <p:spPr>
            <a:xfrm>
              <a:off x="1146200" y="4310275"/>
              <a:ext cx="58525" cy="64625"/>
            </a:xfrm>
            <a:custGeom>
              <a:rect b="b" l="l" r="r" t="t"/>
              <a:pathLst>
                <a:path extrusionOk="0" fill="none" h="2585" w="2341">
                  <a:moveTo>
                    <a:pt x="2341" y="1"/>
                  </a:moveTo>
                  <a:cubicBezTo>
                    <a:pt x="2037" y="92"/>
                    <a:pt x="1763" y="639"/>
                    <a:pt x="1611" y="852"/>
                  </a:cubicBezTo>
                  <a:cubicBezTo>
                    <a:pt x="1429" y="1064"/>
                    <a:pt x="1247" y="1247"/>
                    <a:pt x="1064" y="1429"/>
                  </a:cubicBezTo>
                  <a:cubicBezTo>
                    <a:pt x="669" y="1794"/>
                    <a:pt x="335" y="2189"/>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8"/>
            <p:cNvSpPr/>
            <p:nvPr/>
          </p:nvSpPr>
          <p:spPr>
            <a:xfrm>
              <a:off x="1102125" y="4286725"/>
              <a:ext cx="50175" cy="56250"/>
            </a:xfrm>
            <a:custGeom>
              <a:rect b="b" l="l" r="r" t="t"/>
              <a:pathLst>
                <a:path extrusionOk="0" fill="none" h="2250" w="2007">
                  <a:moveTo>
                    <a:pt x="2007" y="0"/>
                  </a:moveTo>
                  <a:cubicBezTo>
                    <a:pt x="1277" y="730"/>
                    <a:pt x="639" y="1490"/>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8"/>
            <p:cNvSpPr/>
            <p:nvPr/>
          </p:nvSpPr>
          <p:spPr>
            <a:xfrm>
              <a:off x="994225" y="4310275"/>
              <a:ext cx="49425" cy="50175"/>
            </a:xfrm>
            <a:custGeom>
              <a:rect b="b" l="l" r="r" t="t"/>
              <a:pathLst>
                <a:path extrusionOk="0" fill="none" h="2007" w="1977">
                  <a:moveTo>
                    <a:pt x="1976" y="1"/>
                  </a:moveTo>
                  <a:cubicBezTo>
                    <a:pt x="1551" y="426"/>
                    <a:pt x="1155" y="852"/>
                    <a:pt x="730" y="1247"/>
                  </a:cubicBezTo>
                  <a:cubicBezTo>
                    <a:pt x="487" y="1520"/>
                    <a:pt x="183" y="1703"/>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8"/>
            <p:cNvSpPr/>
            <p:nvPr/>
          </p:nvSpPr>
          <p:spPr>
            <a:xfrm>
              <a:off x="887825" y="4313325"/>
              <a:ext cx="41075" cy="38000"/>
            </a:xfrm>
            <a:custGeom>
              <a:rect b="b" l="l" r="r" t="t"/>
              <a:pathLst>
                <a:path extrusionOk="0" fill="none" h="1520" w="1643">
                  <a:moveTo>
                    <a:pt x="1642" y="0"/>
                  </a:moveTo>
                  <a:cubicBezTo>
                    <a:pt x="1308" y="335"/>
                    <a:pt x="974" y="699"/>
                    <a:pt x="639" y="1034"/>
                  </a:cubicBezTo>
                  <a:cubicBezTo>
                    <a:pt x="426" y="1216"/>
                    <a:pt x="214" y="133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8"/>
            <p:cNvSpPr/>
            <p:nvPr/>
          </p:nvSpPr>
          <p:spPr>
            <a:xfrm>
              <a:off x="882525" y="4234300"/>
              <a:ext cx="41050" cy="47125"/>
            </a:xfrm>
            <a:custGeom>
              <a:rect b="b" l="l" r="r" t="t"/>
              <a:pathLst>
                <a:path extrusionOk="0" fill="none" h="1885" w="1642">
                  <a:moveTo>
                    <a:pt x="1642" y="0"/>
                  </a:moveTo>
                  <a:cubicBezTo>
                    <a:pt x="1003" y="517"/>
                    <a:pt x="578" y="1307"/>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8"/>
            <p:cNvSpPr/>
            <p:nvPr/>
          </p:nvSpPr>
          <p:spPr>
            <a:xfrm>
              <a:off x="770800" y="4368800"/>
              <a:ext cx="47150" cy="53200"/>
            </a:xfrm>
            <a:custGeom>
              <a:rect b="b" l="l" r="r" t="t"/>
              <a:pathLst>
                <a:path extrusionOk="0" fill="none" h="2128" w="1886">
                  <a:moveTo>
                    <a:pt x="1886" y="0"/>
                  </a:moveTo>
                  <a:cubicBezTo>
                    <a:pt x="1399" y="426"/>
                    <a:pt x="974" y="882"/>
                    <a:pt x="579" y="1398"/>
                  </a:cubicBezTo>
                  <a:cubicBezTo>
                    <a:pt x="396" y="1641"/>
                    <a:pt x="244" y="1885"/>
                    <a:pt x="1" y="212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8"/>
            <p:cNvSpPr/>
            <p:nvPr/>
          </p:nvSpPr>
          <p:spPr>
            <a:xfrm>
              <a:off x="723700" y="4483525"/>
              <a:ext cx="41050" cy="50175"/>
            </a:xfrm>
            <a:custGeom>
              <a:rect b="b" l="l" r="r" t="t"/>
              <a:pathLst>
                <a:path extrusionOk="0" fill="none" h="2007" w="1642">
                  <a:moveTo>
                    <a:pt x="1642" y="1"/>
                  </a:moveTo>
                  <a:cubicBezTo>
                    <a:pt x="1277" y="426"/>
                    <a:pt x="943" y="791"/>
                    <a:pt x="700" y="1247"/>
                  </a:cubicBezTo>
                  <a:cubicBezTo>
                    <a:pt x="548" y="1551"/>
                    <a:pt x="274" y="1825"/>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8"/>
            <p:cNvSpPr/>
            <p:nvPr/>
          </p:nvSpPr>
          <p:spPr>
            <a:xfrm>
              <a:off x="709250" y="4583075"/>
              <a:ext cx="31950" cy="38025"/>
            </a:xfrm>
            <a:custGeom>
              <a:rect b="b" l="l" r="r" t="t"/>
              <a:pathLst>
                <a:path extrusionOk="0" fill="none" h="1521" w="1278">
                  <a:moveTo>
                    <a:pt x="1278" y="1"/>
                  </a:moveTo>
                  <a:cubicBezTo>
                    <a:pt x="974" y="457"/>
                    <a:pt x="578" y="133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8"/>
            <p:cNvSpPr/>
            <p:nvPr/>
          </p:nvSpPr>
          <p:spPr>
            <a:xfrm>
              <a:off x="694825" y="4404500"/>
              <a:ext cx="20550" cy="28900"/>
            </a:xfrm>
            <a:custGeom>
              <a:rect b="b" l="l" r="r" t="t"/>
              <a:pathLst>
                <a:path extrusionOk="0" fill="none" h="1156" w="822">
                  <a:moveTo>
                    <a:pt x="821" y="1"/>
                  </a:moveTo>
                  <a:cubicBezTo>
                    <a:pt x="456" y="335"/>
                    <a:pt x="335" y="821"/>
                    <a:pt x="0" y="115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8"/>
            <p:cNvSpPr/>
            <p:nvPr/>
          </p:nvSpPr>
          <p:spPr>
            <a:xfrm>
              <a:off x="577050" y="4404500"/>
              <a:ext cx="20525" cy="26625"/>
            </a:xfrm>
            <a:custGeom>
              <a:rect b="b" l="l" r="r" t="t"/>
              <a:pathLst>
                <a:path extrusionOk="0" fill="none" h="1065" w="821">
                  <a:moveTo>
                    <a:pt x="821" y="1"/>
                  </a:moveTo>
                  <a:cubicBezTo>
                    <a:pt x="517" y="335"/>
                    <a:pt x="304" y="730"/>
                    <a:pt x="0" y="106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8"/>
            <p:cNvSpPr/>
            <p:nvPr/>
          </p:nvSpPr>
          <p:spPr>
            <a:xfrm>
              <a:off x="873400" y="4407550"/>
              <a:ext cx="38025" cy="58525"/>
            </a:xfrm>
            <a:custGeom>
              <a:rect b="b" l="l" r="r" t="t"/>
              <a:pathLst>
                <a:path extrusionOk="0" fill="none" h="2341" w="1521">
                  <a:moveTo>
                    <a:pt x="1520" y="0"/>
                  </a:moveTo>
                  <a:cubicBezTo>
                    <a:pt x="1490" y="304"/>
                    <a:pt x="1095" y="699"/>
                    <a:pt x="943" y="943"/>
                  </a:cubicBezTo>
                  <a:cubicBezTo>
                    <a:pt x="821" y="1155"/>
                    <a:pt x="669" y="1338"/>
                    <a:pt x="548" y="1520"/>
                  </a:cubicBezTo>
                  <a:cubicBezTo>
                    <a:pt x="365" y="1733"/>
                    <a:pt x="31" y="2037"/>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8"/>
            <p:cNvSpPr/>
            <p:nvPr/>
          </p:nvSpPr>
          <p:spPr>
            <a:xfrm>
              <a:off x="955475" y="4421975"/>
              <a:ext cx="50175" cy="55500"/>
            </a:xfrm>
            <a:custGeom>
              <a:rect b="b" l="l" r="r" t="t"/>
              <a:pathLst>
                <a:path extrusionOk="0" fill="none" h="2220" w="2007">
                  <a:moveTo>
                    <a:pt x="2006" y="1"/>
                  </a:moveTo>
                  <a:cubicBezTo>
                    <a:pt x="1611" y="244"/>
                    <a:pt x="1398" y="335"/>
                    <a:pt x="1155" y="669"/>
                  </a:cubicBezTo>
                  <a:cubicBezTo>
                    <a:pt x="1034" y="882"/>
                    <a:pt x="912" y="1095"/>
                    <a:pt x="760" y="1277"/>
                  </a:cubicBezTo>
                  <a:cubicBezTo>
                    <a:pt x="517" y="1612"/>
                    <a:pt x="304" y="1946"/>
                    <a:pt x="0"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8"/>
            <p:cNvSpPr/>
            <p:nvPr/>
          </p:nvSpPr>
          <p:spPr>
            <a:xfrm>
              <a:off x="1084650" y="4415900"/>
              <a:ext cx="26625" cy="32700"/>
            </a:xfrm>
            <a:custGeom>
              <a:rect b="b" l="l" r="r" t="t"/>
              <a:pathLst>
                <a:path extrusionOk="0" fill="none" h="1308" w="1065">
                  <a:moveTo>
                    <a:pt x="1064" y="1"/>
                  </a:moveTo>
                  <a:cubicBezTo>
                    <a:pt x="730" y="365"/>
                    <a:pt x="152" y="821"/>
                    <a:pt x="0" y="130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8"/>
            <p:cNvSpPr/>
            <p:nvPr/>
          </p:nvSpPr>
          <p:spPr>
            <a:xfrm>
              <a:off x="1122650" y="4451625"/>
              <a:ext cx="44100" cy="58525"/>
            </a:xfrm>
            <a:custGeom>
              <a:rect b="b" l="l" r="r" t="t"/>
              <a:pathLst>
                <a:path extrusionOk="0" fill="none" h="2341" w="1764">
                  <a:moveTo>
                    <a:pt x="1763" y="0"/>
                  </a:moveTo>
                  <a:cubicBezTo>
                    <a:pt x="1368" y="517"/>
                    <a:pt x="1003" y="1094"/>
                    <a:pt x="578" y="1611"/>
                  </a:cubicBezTo>
                  <a:cubicBezTo>
                    <a:pt x="395" y="1854"/>
                    <a:pt x="243" y="215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8"/>
            <p:cNvSpPr/>
            <p:nvPr/>
          </p:nvSpPr>
          <p:spPr>
            <a:xfrm>
              <a:off x="1245750" y="4327750"/>
              <a:ext cx="29650" cy="32700"/>
            </a:xfrm>
            <a:custGeom>
              <a:rect b="b" l="l" r="r" t="t"/>
              <a:pathLst>
                <a:path extrusionOk="0" fill="none" h="1308" w="1186">
                  <a:moveTo>
                    <a:pt x="1186" y="1"/>
                  </a:moveTo>
                  <a:cubicBezTo>
                    <a:pt x="851" y="213"/>
                    <a:pt x="456" y="487"/>
                    <a:pt x="304" y="852"/>
                  </a:cubicBezTo>
                  <a:cubicBezTo>
                    <a:pt x="213" y="1034"/>
                    <a:pt x="183" y="1156"/>
                    <a:pt x="0" y="130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8"/>
            <p:cNvSpPr/>
            <p:nvPr/>
          </p:nvSpPr>
          <p:spPr>
            <a:xfrm>
              <a:off x="1284500" y="4418950"/>
              <a:ext cx="31950" cy="44100"/>
            </a:xfrm>
            <a:custGeom>
              <a:rect b="b" l="l" r="r" t="t"/>
              <a:pathLst>
                <a:path extrusionOk="0" fill="none" h="1764" w="1278">
                  <a:moveTo>
                    <a:pt x="1277" y="0"/>
                  </a:moveTo>
                  <a:cubicBezTo>
                    <a:pt x="943" y="395"/>
                    <a:pt x="578" y="821"/>
                    <a:pt x="304" y="1246"/>
                  </a:cubicBezTo>
                  <a:cubicBezTo>
                    <a:pt x="183" y="1398"/>
                    <a:pt x="122" y="1611"/>
                    <a:pt x="0"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8"/>
            <p:cNvSpPr/>
            <p:nvPr/>
          </p:nvSpPr>
          <p:spPr>
            <a:xfrm>
              <a:off x="1292850" y="4507100"/>
              <a:ext cx="35000" cy="49400"/>
            </a:xfrm>
            <a:custGeom>
              <a:rect b="b" l="l" r="r" t="t"/>
              <a:pathLst>
                <a:path extrusionOk="0" fill="none" h="1976" w="1400">
                  <a:moveTo>
                    <a:pt x="1399" y="0"/>
                  </a:moveTo>
                  <a:cubicBezTo>
                    <a:pt x="822" y="517"/>
                    <a:pt x="548" y="1398"/>
                    <a:pt x="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8"/>
            <p:cNvSpPr/>
            <p:nvPr/>
          </p:nvSpPr>
          <p:spPr>
            <a:xfrm>
              <a:off x="1257900" y="4627150"/>
              <a:ext cx="44100" cy="52450"/>
            </a:xfrm>
            <a:custGeom>
              <a:rect b="b" l="l" r="r" t="t"/>
              <a:pathLst>
                <a:path extrusionOk="0" fill="none" h="2098" w="1764">
                  <a:moveTo>
                    <a:pt x="1764" y="1"/>
                  </a:moveTo>
                  <a:cubicBezTo>
                    <a:pt x="1308" y="517"/>
                    <a:pt x="882" y="1034"/>
                    <a:pt x="457" y="1520"/>
                  </a:cubicBezTo>
                  <a:cubicBezTo>
                    <a:pt x="335" y="1672"/>
                    <a:pt x="31" y="1946"/>
                    <a:pt x="1" y="20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8"/>
            <p:cNvSpPr/>
            <p:nvPr/>
          </p:nvSpPr>
          <p:spPr>
            <a:xfrm>
              <a:off x="1175825" y="4636275"/>
              <a:ext cx="41075" cy="49425"/>
            </a:xfrm>
            <a:custGeom>
              <a:rect b="b" l="l" r="r" t="t"/>
              <a:pathLst>
                <a:path extrusionOk="0" fill="none" h="1977" w="1643">
                  <a:moveTo>
                    <a:pt x="1642" y="0"/>
                  </a:moveTo>
                  <a:cubicBezTo>
                    <a:pt x="1156" y="304"/>
                    <a:pt x="852" y="791"/>
                    <a:pt x="578" y="1277"/>
                  </a:cubicBezTo>
                  <a:cubicBezTo>
                    <a:pt x="426" y="1550"/>
                    <a:pt x="214" y="1763"/>
                    <a:pt x="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8"/>
            <p:cNvSpPr/>
            <p:nvPr/>
          </p:nvSpPr>
          <p:spPr>
            <a:xfrm>
              <a:off x="1175825" y="4530650"/>
              <a:ext cx="49425" cy="64600"/>
            </a:xfrm>
            <a:custGeom>
              <a:rect b="b" l="l" r="r" t="t"/>
              <a:pathLst>
                <a:path extrusionOk="0" fill="none" h="2584" w="1977">
                  <a:moveTo>
                    <a:pt x="1977" y="0"/>
                  </a:moveTo>
                  <a:cubicBezTo>
                    <a:pt x="1581" y="426"/>
                    <a:pt x="1156" y="943"/>
                    <a:pt x="822" y="1429"/>
                  </a:cubicBezTo>
                  <a:cubicBezTo>
                    <a:pt x="548" y="1824"/>
                    <a:pt x="305" y="2219"/>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8"/>
            <p:cNvSpPr/>
            <p:nvPr/>
          </p:nvSpPr>
          <p:spPr>
            <a:xfrm>
              <a:off x="1067175" y="4662100"/>
              <a:ext cx="38025" cy="47150"/>
            </a:xfrm>
            <a:custGeom>
              <a:rect b="b" l="l" r="r" t="t"/>
              <a:pathLst>
                <a:path extrusionOk="0" fill="none" h="1886" w="1521">
                  <a:moveTo>
                    <a:pt x="1520" y="1"/>
                  </a:moveTo>
                  <a:cubicBezTo>
                    <a:pt x="1186" y="426"/>
                    <a:pt x="943" y="943"/>
                    <a:pt x="578" y="1308"/>
                  </a:cubicBezTo>
                  <a:cubicBezTo>
                    <a:pt x="395" y="1521"/>
                    <a:pt x="183" y="1703"/>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8"/>
            <p:cNvSpPr/>
            <p:nvPr/>
          </p:nvSpPr>
          <p:spPr>
            <a:xfrm>
              <a:off x="1105175" y="4697825"/>
              <a:ext cx="32700" cy="38025"/>
            </a:xfrm>
            <a:custGeom>
              <a:rect b="b" l="l" r="r" t="t"/>
              <a:pathLst>
                <a:path extrusionOk="0" fill="none" h="1521" w="1308">
                  <a:moveTo>
                    <a:pt x="1307" y="0"/>
                  </a:moveTo>
                  <a:cubicBezTo>
                    <a:pt x="942" y="335"/>
                    <a:pt x="578" y="699"/>
                    <a:pt x="304" y="1125"/>
                  </a:cubicBezTo>
                  <a:cubicBezTo>
                    <a:pt x="243" y="1247"/>
                    <a:pt x="182" y="1490"/>
                    <a:pt x="0"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8"/>
            <p:cNvSpPr/>
            <p:nvPr/>
          </p:nvSpPr>
          <p:spPr>
            <a:xfrm>
              <a:off x="1061100" y="4556475"/>
              <a:ext cx="34975" cy="44100"/>
            </a:xfrm>
            <a:custGeom>
              <a:rect b="b" l="l" r="r" t="t"/>
              <a:pathLst>
                <a:path extrusionOk="0" fill="none" h="1764" w="1399">
                  <a:moveTo>
                    <a:pt x="1398" y="1"/>
                  </a:moveTo>
                  <a:cubicBezTo>
                    <a:pt x="942" y="274"/>
                    <a:pt x="578" y="730"/>
                    <a:pt x="365" y="1247"/>
                  </a:cubicBezTo>
                  <a:cubicBezTo>
                    <a:pt x="304" y="1338"/>
                    <a:pt x="274" y="1460"/>
                    <a:pt x="213" y="1551"/>
                  </a:cubicBezTo>
                  <a:cubicBezTo>
                    <a:pt x="152" y="1642"/>
                    <a:pt x="31" y="1642"/>
                    <a:pt x="0"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8"/>
            <p:cNvSpPr/>
            <p:nvPr/>
          </p:nvSpPr>
          <p:spPr>
            <a:xfrm>
              <a:off x="923550" y="4653750"/>
              <a:ext cx="41050" cy="55500"/>
            </a:xfrm>
            <a:custGeom>
              <a:rect b="b" l="l" r="r" t="t"/>
              <a:pathLst>
                <a:path extrusionOk="0" fill="none" h="2220" w="1642">
                  <a:moveTo>
                    <a:pt x="1642" y="0"/>
                  </a:moveTo>
                  <a:cubicBezTo>
                    <a:pt x="1277" y="487"/>
                    <a:pt x="912" y="1003"/>
                    <a:pt x="517" y="1520"/>
                  </a:cubicBezTo>
                  <a:cubicBezTo>
                    <a:pt x="365" y="1733"/>
                    <a:pt x="183" y="2007"/>
                    <a:pt x="1"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8"/>
            <p:cNvSpPr/>
            <p:nvPr/>
          </p:nvSpPr>
          <p:spPr>
            <a:xfrm>
              <a:off x="947100" y="4527600"/>
              <a:ext cx="44100" cy="55500"/>
            </a:xfrm>
            <a:custGeom>
              <a:rect b="b" l="l" r="r" t="t"/>
              <a:pathLst>
                <a:path extrusionOk="0" fill="none" h="2220" w="1764">
                  <a:moveTo>
                    <a:pt x="1764" y="1"/>
                  </a:moveTo>
                  <a:cubicBezTo>
                    <a:pt x="821" y="517"/>
                    <a:pt x="639" y="1490"/>
                    <a:pt x="1"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8"/>
            <p:cNvSpPr/>
            <p:nvPr/>
          </p:nvSpPr>
          <p:spPr>
            <a:xfrm>
              <a:off x="820975" y="4527600"/>
              <a:ext cx="49400" cy="64625"/>
            </a:xfrm>
            <a:custGeom>
              <a:rect b="b" l="l" r="r" t="t"/>
              <a:pathLst>
                <a:path extrusionOk="0" fill="none" h="2585" w="1976">
                  <a:moveTo>
                    <a:pt x="1976" y="1"/>
                  </a:moveTo>
                  <a:cubicBezTo>
                    <a:pt x="1398" y="487"/>
                    <a:pt x="973" y="913"/>
                    <a:pt x="517" y="1521"/>
                  </a:cubicBezTo>
                  <a:cubicBezTo>
                    <a:pt x="274" y="1855"/>
                    <a:pt x="182" y="2220"/>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8"/>
            <p:cNvSpPr/>
            <p:nvPr/>
          </p:nvSpPr>
          <p:spPr>
            <a:xfrm>
              <a:off x="827050" y="4659825"/>
              <a:ext cx="38025" cy="46375"/>
            </a:xfrm>
            <a:custGeom>
              <a:rect b="b" l="l" r="r" t="t"/>
              <a:pathLst>
                <a:path extrusionOk="0" fill="none" h="1855" w="1521">
                  <a:moveTo>
                    <a:pt x="1520" y="1"/>
                  </a:moveTo>
                  <a:cubicBezTo>
                    <a:pt x="1125" y="365"/>
                    <a:pt x="608" y="730"/>
                    <a:pt x="335" y="1186"/>
                  </a:cubicBezTo>
                  <a:cubicBezTo>
                    <a:pt x="274" y="1308"/>
                    <a:pt x="243" y="1429"/>
                    <a:pt x="183" y="1520"/>
                  </a:cubicBezTo>
                  <a:cubicBezTo>
                    <a:pt x="122" y="1642"/>
                    <a:pt x="0" y="1703"/>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8"/>
            <p:cNvSpPr/>
            <p:nvPr/>
          </p:nvSpPr>
          <p:spPr>
            <a:xfrm>
              <a:off x="772325" y="4647675"/>
              <a:ext cx="22075" cy="23575"/>
            </a:xfrm>
            <a:custGeom>
              <a:rect b="b" l="l" r="r" t="t"/>
              <a:pathLst>
                <a:path extrusionOk="0" fill="none" h="943" w="883">
                  <a:moveTo>
                    <a:pt x="882" y="0"/>
                  </a:moveTo>
                  <a:cubicBezTo>
                    <a:pt x="609" y="152"/>
                    <a:pt x="1" y="578"/>
                    <a:pt x="62" y="94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8"/>
            <p:cNvSpPr/>
            <p:nvPr/>
          </p:nvSpPr>
          <p:spPr>
            <a:xfrm>
              <a:off x="988150" y="4682625"/>
              <a:ext cx="28900" cy="38775"/>
            </a:xfrm>
            <a:custGeom>
              <a:rect b="b" l="l" r="r" t="t"/>
              <a:pathLst>
                <a:path extrusionOk="0" fill="none" h="1551" w="1156">
                  <a:moveTo>
                    <a:pt x="1155" y="0"/>
                  </a:moveTo>
                  <a:cubicBezTo>
                    <a:pt x="760" y="396"/>
                    <a:pt x="547" y="578"/>
                    <a:pt x="335" y="1034"/>
                  </a:cubicBezTo>
                  <a:cubicBezTo>
                    <a:pt x="274" y="1216"/>
                    <a:pt x="152" y="1429"/>
                    <a:pt x="0" y="155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8"/>
            <p:cNvSpPr/>
            <p:nvPr/>
          </p:nvSpPr>
          <p:spPr>
            <a:xfrm>
              <a:off x="1357450" y="4407550"/>
              <a:ext cx="23575" cy="34975"/>
            </a:xfrm>
            <a:custGeom>
              <a:rect b="b" l="l" r="r" t="t"/>
              <a:pathLst>
                <a:path extrusionOk="0" fill="none" h="1399" w="943">
                  <a:moveTo>
                    <a:pt x="943" y="0"/>
                  </a:moveTo>
                  <a:cubicBezTo>
                    <a:pt x="669" y="304"/>
                    <a:pt x="426" y="639"/>
                    <a:pt x="213" y="973"/>
                  </a:cubicBezTo>
                  <a:cubicBezTo>
                    <a:pt x="122" y="1125"/>
                    <a:pt x="0" y="1246"/>
                    <a:pt x="0" y="13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8"/>
            <p:cNvSpPr/>
            <p:nvPr/>
          </p:nvSpPr>
          <p:spPr>
            <a:xfrm>
              <a:off x="1349100" y="4603600"/>
              <a:ext cx="19775" cy="17500"/>
            </a:xfrm>
            <a:custGeom>
              <a:rect b="b" l="l" r="r" t="t"/>
              <a:pathLst>
                <a:path extrusionOk="0" fill="none" h="700" w="791">
                  <a:moveTo>
                    <a:pt x="790" y="0"/>
                  </a:moveTo>
                  <a:cubicBezTo>
                    <a:pt x="578" y="213"/>
                    <a:pt x="213" y="456"/>
                    <a:pt x="0" y="69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8"/>
            <p:cNvSpPr/>
            <p:nvPr/>
          </p:nvSpPr>
          <p:spPr>
            <a:xfrm>
              <a:off x="1005238" y="38760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 name="Google Shape;864;p8"/>
          <p:cNvGrpSpPr/>
          <p:nvPr/>
        </p:nvGrpSpPr>
        <p:grpSpPr>
          <a:xfrm rot="2985087">
            <a:off x="4836621" y="834812"/>
            <a:ext cx="163343" cy="272706"/>
            <a:chOff x="5365125" y="3127125"/>
            <a:chExt cx="986325" cy="1646700"/>
          </a:xfrm>
        </p:grpSpPr>
        <p:sp>
          <p:nvSpPr>
            <p:cNvPr id="865" name="Google Shape;865;p8"/>
            <p:cNvSpPr/>
            <p:nvPr/>
          </p:nvSpPr>
          <p:spPr>
            <a:xfrm>
              <a:off x="5365125" y="3389625"/>
              <a:ext cx="307775" cy="1384200"/>
            </a:xfrm>
            <a:custGeom>
              <a:rect b="b" l="l" r="r" t="t"/>
              <a:pathLst>
                <a:path extrusionOk="0" h="55368" w="12311">
                  <a:moveTo>
                    <a:pt x="1767" y="1"/>
                  </a:moveTo>
                  <a:cubicBezTo>
                    <a:pt x="1677" y="1"/>
                    <a:pt x="1576" y="58"/>
                    <a:pt x="1459" y="200"/>
                  </a:cubicBezTo>
                  <a:cubicBezTo>
                    <a:pt x="1216" y="504"/>
                    <a:pt x="1095" y="1264"/>
                    <a:pt x="1034" y="1598"/>
                  </a:cubicBezTo>
                  <a:cubicBezTo>
                    <a:pt x="548" y="3665"/>
                    <a:pt x="152" y="5823"/>
                    <a:pt x="152" y="7951"/>
                  </a:cubicBezTo>
                  <a:cubicBezTo>
                    <a:pt x="183" y="10778"/>
                    <a:pt x="0" y="13696"/>
                    <a:pt x="183" y="16522"/>
                  </a:cubicBezTo>
                  <a:cubicBezTo>
                    <a:pt x="456" y="20231"/>
                    <a:pt x="1003" y="23908"/>
                    <a:pt x="1763" y="27556"/>
                  </a:cubicBezTo>
                  <a:cubicBezTo>
                    <a:pt x="2189" y="29653"/>
                    <a:pt x="2462" y="31781"/>
                    <a:pt x="2918" y="33848"/>
                  </a:cubicBezTo>
                  <a:cubicBezTo>
                    <a:pt x="3344" y="35854"/>
                    <a:pt x="4043" y="37738"/>
                    <a:pt x="4590" y="39684"/>
                  </a:cubicBezTo>
                  <a:cubicBezTo>
                    <a:pt x="5502" y="43179"/>
                    <a:pt x="7052" y="46462"/>
                    <a:pt x="8177" y="49866"/>
                  </a:cubicBezTo>
                  <a:cubicBezTo>
                    <a:pt x="8572" y="51082"/>
                    <a:pt x="8937" y="52328"/>
                    <a:pt x="9423" y="53514"/>
                  </a:cubicBezTo>
                  <a:cubicBezTo>
                    <a:pt x="9575" y="53909"/>
                    <a:pt x="9818" y="55125"/>
                    <a:pt x="10153" y="55368"/>
                  </a:cubicBezTo>
                  <a:cubicBezTo>
                    <a:pt x="10244" y="55307"/>
                    <a:pt x="10305" y="55246"/>
                    <a:pt x="10396" y="55186"/>
                  </a:cubicBezTo>
                  <a:cubicBezTo>
                    <a:pt x="10434" y="55189"/>
                    <a:pt x="10470" y="55191"/>
                    <a:pt x="10504" y="55191"/>
                  </a:cubicBezTo>
                  <a:cubicBezTo>
                    <a:pt x="10791" y="55191"/>
                    <a:pt x="10916" y="55057"/>
                    <a:pt x="10943" y="54486"/>
                  </a:cubicBezTo>
                  <a:cubicBezTo>
                    <a:pt x="10973" y="53909"/>
                    <a:pt x="11064" y="53635"/>
                    <a:pt x="11186" y="53119"/>
                  </a:cubicBezTo>
                  <a:cubicBezTo>
                    <a:pt x="11308" y="52602"/>
                    <a:pt x="11308" y="52116"/>
                    <a:pt x="11429" y="51599"/>
                  </a:cubicBezTo>
                  <a:cubicBezTo>
                    <a:pt x="11551" y="51143"/>
                    <a:pt x="11368" y="50657"/>
                    <a:pt x="11490" y="50201"/>
                  </a:cubicBezTo>
                  <a:cubicBezTo>
                    <a:pt x="11581" y="49745"/>
                    <a:pt x="11764" y="49623"/>
                    <a:pt x="11764" y="49106"/>
                  </a:cubicBezTo>
                  <a:cubicBezTo>
                    <a:pt x="11764" y="48590"/>
                    <a:pt x="11946" y="48438"/>
                    <a:pt x="12068" y="48012"/>
                  </a:cubicBezTo>
                  <a:cubicBezTo>
                    <a:pt x="12250" y="47222"/>
                    <a:pt x="12037" y="46067"/>
                    <a:pt x="12037" y="45246"/>
                  </a:cubicBezTo>
                  <a:cubicBezTo>
                    <a:pt x="12037" y="43058"/>
                    <a:pt x="12311" y="40687"/>
                    <a:pt x="12068" y="38529"/>
                  </a:cubicBezTo>
                  <a:cubicBezTo>
                    <a:pt x="11976" y="37799"/>
                    <a:pt x="11824" y="37161"/>
                    <a:pt x="11794" y="36401"/>
                  </a:cubicBezTo>
                  <a:cubicBezTo>
                    <a:pt x="11733" y="35672"/>
                    <a:pt x="11551" y="34912"/>
                    <a:pt x="11460" y="34182"/>
                  </a:cubicBezTo>
                  <a:cubicBezTo>
                    <a:pt x="11277" y="32723"/>
                    <a:pt x="11004" y="31264"/>
                    <a:pt x="10730" y="29775"/>
                  </a:cubicBezTo>
                  <a:cubicBezTo>
                    <a:pt x="9970" y="25641"/>
                    <a:pt x="9150" y="21477"/>
                    <a:pt x="8238" y="17343"/>
                  </a:cubicBezTo>
                  <a:cubicBezTo>
                    <a:pt x="7751" y="15094"/>
                    <a:pt x="6870" y="12905"/>
                    <a:pt x="6444" y="10656"/>
                  </a:cubicBezTo>
                  <a:cubicBezTo>
                    <a:pt x="6080" y="8741"/>
                    <a:pt x="5624" y="6735"/>
                    <a:pt x="4985" y="4911"/>
                  </a:cubicBezTo>
                  <a:cubicBezTo>
                    <a:pt x="4438" y="3361"/>
                    <a:pt x="3314" y="2024"/>
                    <a:pt x="2371" y="686"/>
                  </a:cubicBezTo>
                  <a:cubicBezTo>
                    <a:pt x="2173" y="400"/>
                    <a:pt x="2006" y="1"/>
                    <a:pt x="17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8"/>
            <p:cNvSpPr/>
            <p:nvPr/>
          </p:nvSpPr>
          <p:spPr>
            <a:xfrm>
              <a:off x="5616950" y="3127125"/>
              <a:ext cx="734500" cy="1639875"/>
            </a:xfrm>
            <a:custGeom>
              <a:rect b="b" l="l" r="r" t="t"/>
              <a:pathLst>
                <a:path extrusionOk="0" h="65595" w="29380">
                  <a:moveTo>
                    <a:pt x="29047" y="1"/>
                  </a:moveTo>
                  <a:cubicBezTo>
                    <a:pt x="29047" y="4"/>
                    <a:pt x="29048" y="7"/>
                    <a:pt x="29049" y="10"/>
                  </a:cubicBezTo>
                  <a:lnTo>
                    <a:pt x="29049" y="10"/>
                  </a:lnTo>
                  <a:cubicBezTo>
                    <a:pt x="29057" y="4"/>
                    <a:pt x="29057" y="1"/>
                    <a:pt x="29047" y="1"/>
                  </a:cubicBezTo>
                  <a:close/>
                  <a:moveTo>
                    <a:pt x="28712" y="61"/>
                  </a:moveTo>
                  <a:cubicBezTo>
                    <a:pt x="28621" y="122"/>
                    <a:pt x="28560" y="183"/>
                    <a:pt x="28469" y="244"/>
                  </a:cubicBezTo>
                  <a:cubicBezTo>
                    <a:pt x="28466" y="245"/>
                    <a:pt x="28465" y="246"/>
                    <a:pt x="28466" y="246"/>
                  </a:cubicBezTo>
                  <a:cubicBezTo>
                    <a:pt x="28470" y="246"/>
                    <a:pt x="28519" y="229"/>
                    <a:pt x="28586" y="204"/>
                  </a:cubicBezTo>
                  <a:lnTo>
                    <a:pt x="28586" y="204"/>
                  </a:lnTo>
                  <a:cubicBezTo>
                    <a:pt x="28631" y="157"/>
                    <a:pt x="28674" y="110"/>
                    <a:pt x="28712" y="61"/>
                  </a:cubicBezTo>
                  <a:close/>
                  <a:moveTo>
                    <a:pt x="29049" y="10"/>
                  </a:moveTo>
                  <a:lnTo>
                    <a:pt x="29049" y="10"/>
                  </a:lnTo>
                  <a:cubicBezTo>
                    <a:pt x="29008" y="41"/>
                    <a:pt x="28745" y="145"/>
                    <a:pt x="28586" y="204"/>
                  </a:cubicBezTo>
                  <a:lnTo>
                    <a:pt x="28586" y="204"/>
                  </a:lnTo>
                  <a:cubicBezTo>
                    <a:pt x="28208" y="596"/>
                    <a:pt x="27630" y="931"/>
                    <a:pt x="27223" y="1338"/>
                  </a:cubicBezTo>
                  <a:cubicBezTo>
                    <a:pt x="26372" y="2250"/>
                    <a:pt x="25430" y="3101"/>
                    <a:pt x="24609" y="4013"/>
                  </a:cubicBezTo>
                  <a:cubicBezTo>
                    <a:pt x="23849" y="4864"/>
                    <a:pt x="23150" y="5776"/>
                    <a:pt x="22390" y="6627"/>
                  </a:cubicBezTo>
                  <a:cubicBezTo>
                    <a:pt x="21387" y="7812"/>
                    <a:pt x="20809" y="9150"/>
                    <a:pt x="19928" y="10396"/>
                  </a:cubicBezTo>
                  <a:cubicBezTo>
                    <a:pt x="17739" y="13405"/>
                    <a:pt x="15612" y="16384"/>
                    <a:pt x="13849" y="19667"/>
                  </a:cubicBezTo>
                  <a:cubicBezTo>
                    <a:pt x="12359" y="22493"/>
                    <a:pt x="10657" y="25229"/>
                    <a:pt x="9289" y="28117"/>
                  </a:cubicBezTo>
                  <a:cubicBezTo>
                    <a:pt x="7557" y="31703"/>
                    <a:pt x="6341" y="35533"/>
                    <a:pt x="5277" y="39393"/>
                  </a:cubicBezTo>
                  <a:cubicBezTo>
                    <a:pt x="4821" y="41035"/>
                    <a:pt x="4609" y="42706"/>
                    <a:pt x="4183" y="44348"/>
                  </a:cubicBezTo>
                  <a:cubicBezTo>
                    <a:pt x="3788" y="45837"/>
                    <a:pt x="3210" y="47266"/>
                    <a:pt x="2785" y="48755"/>
                  </a:cubicBezTo>
                  <a:cubicBezTo>
                    <a:pt x="2238" y="50701"/>
                    <a:pt x="1782" y="52676"/>
                    <a:pt x="1265" y="54622"/>
                  </a:cubicBezTo>
                  <a:cubicBezTo>
                    <a:pt x="809" y="56324"/>
                    <a:pt x="779" y="58147"/>
                    <a:pt x="627" y="59910"/>
                  </a:cubicBezTo>
                  <a:cubicBezTo>
                    <a:pt x="467" y="61450"/>
                    <a:pt x="355" y="62919"/>
                    <a:pt x="328" y="64461"/>
                  </a:cubicBezTo>
                  <a:lnTo>
                    <a:pt x="328" y="64461"/>
                  </a:lnTo>
                  <a:cubicBezTo>
                    <a:pt x="446" y="64207"/>
                    <a:pt x="571" y="63961"/>
                    <a:pt x="657" y="63740"/>
                  </a:cubicBezTo>
                  <a:cubicBezTo>
                    <a:pt x="900" y="63132"/>
                    <a:pt x="1143" y="62646"/>
                    <a:pt x="1478" y="62099"/>
                  </a:cubicBezTo>
                  <a:cubicBezTo>
                    <a:pt x="2177" y="60944"/>
                    <a:pt x="2906" y="59910"/>
                    <a:pt x="3666" y="58786"/>
                  </a:cubicBezTo>
                  <a:cubicBezTo>
                    <a:pt x="4700" y="57266"/>
                    <a:pt x="5672" y="55685"/>
                    <a:pt x="6919" y="54348"/>
                  </a:cubicBezTo>
                  <a:cubicBezTo>
                    <a:pt x="7679" y="53558"/>
                    <a:pt x="8286" y="52889"/>
                    <a:pt x="8864" y="51916"/>
                  </a:cubicBezTo>
                  <a:cubicBezTo>
                    <a:pt x="9624" y="50670"/>
                    <a:pt x="10657" y="49576"/>
                    <a:pt x="11326" y="48299"/>
                  </a:cubicBezTo>
                  <a:cubicBezTo>
                    <a:pt x="11752" y="47539"/>
                    <a:pt x="12299" y="46779"/>
                    <a:pt x="12785" y="46080"/>
                  </a:cubicBezTo>
                  <a:cubicBezTo>
                    <a:pt x="13332" y="45290"/>
                    <a:pt x="13666" y="44500"/>
                    <a:pt x="14153" y="43649"/>
                  </a:cubicBezTo>
                  <a:cubicBezTo>
                    <a:pt x="15095" y="42068"/>
                    <a:pt x="15855" y="40396"/>
                    <a:pt x="16797" y="38846"/>
                  </a:cubicBezTo>
                  <a:cubicBezTo>
                    <a:pt x="17405" y="37782"/>
                    <a:pt x="17800" y="36688"/>
                    <a:pt x="18317" y="35594"/>
                  </a:cubicBezTo>
                  <a:cubicBezTo>
                    <a:pt x="18864" y="34378"/>
                    <a:pt x="19502" y="33314"/>
                    <a:pt x="19898" y="32038"/>
                  </a:cubicBezTo>
                  <a:cubicBezTo>
                    <a:pt x="20627" y="29819"/>
                    <a:pt x="21630" y="27661"/>
                    <a:pt x="22390" y="25411"/>
                  </a:cubicBezTo>
                  <a:cubicBezTo>
                    <a:pt x="23241" y="22889"/>
                    <a:pt x="24183" y="20427"/>
                    <a:pt x="24882" y="17843"/>
                  </a:cubicBezTo>
                  <a:cubicBezTo>
                    <a:pt x="25521" y="15411"/>
                    <a:pt x="26493" y="13101"/>
                    <a:pt x="27101" y="10639"/>
                  </a:cubicBezTo>
                  <a:cubicBezTo>
                    <a:pt x="27405" y="9393"/>
                    <a:pt x="27497" y="8116"/>
                    <a:pt x="27892" y="6840"/>
                  </a:cubicBezTo>
                  <a:cubicBezTo>
                    <a:pt x="28256" y="5745"/>
                    <a:pt x="28621" y="4742"/>
                    <a:pt x="28804" y="3587"/>
                  </a:cubicBezTo>
                  <a:cubicBezTo>
                    <a:pt x="29046" y="2253"/>
                    <a:pt x="29379" y="1312"/>
                    <a:pt x="29049" y="10"/>
                  </a:cubicBezTo>
                  <a:close/>
                  <a:moveTo>
                    <a:pt x="328" y="64461"/>
                  </a:moveTo>
                  <a:lnTo>
                    <a:pt x="328" y="64461"/>
                  </a:lnTo>
                  <a:cubicBezTo>
                    <a:pt x="155" y="64837"/>
                    <a:pt x="1" y="65232"/>
                    <a:pt x="19" y="65594"/>
                  </a:cubicBezTo>
                  <a:cubicBezTo>
                    <a:pt x="19" y="65534"/>
                    <a:pt x="323" y="65199"/>
                    <a:pt x="323" y="65138"/>
                  </a:cubicBezTo>
                  <a:cubicBezTo>
                    <a:pt x="323" y="64911"/>
                    <a:pt x="325" y="64685"/>
                    <a:pt x="328" y="6446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 name="Google Shape;867;p8"/>
          <p:cNvGrpSpPr/>
          <p:nvPr/>
        </p:nvGrpSpPr>
        <p:grpSpPr>
          <a:xfrm>
            <a:off x="974359" y="212353"/>
            <a:ext cx="1089907" cy="530503"/>
            <a:chOff x="2378750" y="627850"/>
            <a:chExt cx="1312350" cy="638775"/>
          </a:xfrm>
        </p:grpSpPr>
        <p:sp>
          <p:nvSpPr>
            <p:cNvPr id="868" name="Google Shape;868;p8"/>
            <p:cNvSpPr/>
            <p:nvPr/>
          </p:nvSpPr>
          <p:spPr>
            <a:xfrm>
              <a:off x="2514775" y="795425"/>
              <a:ext cx="1070400" cy="471200"/>
            </a:xfrm>
            <a:custGeom>
              <a:rect b="b" l="l" r="r" t="t"/>
              <a:pathLst>
                <a:path extrusionOk="0" h="18848" w="42816">
                  <a:moveTo>
                    <a:pt x="20996" y="1"/>
                  </a:moveTo>
                  <a:cubicBezTo>
                    <a:pt x="12718" y="1"/>
                    <a:pt x="4488" y="3311"/>
                    <a:pt x="0" y="10258"/>
                  </a:cubicBezTo>
                  <a:cubicBezTo>
                    <a:pt x="182" y="12508"/>
                    <a:pt x="5775" y="15030"/>
                    <a:pt x="7660" y="15851"/>
                  </a:cubicBezTo>
                  <a:cubicBezTo>
                    <a:pt x="11550" y="17553"/>
                    <a:pt x="15684" y="18587"/>
                    <a:pt x="19940" y="18769"/>
                  </a:cubicBezTo>
                  <a:cubicBezTo>
                    <a:pt x="20924" y="18819"/>
                    <a:pt x="21933" y="18848"/>
                    <a:pt x="22955" y="18848"/>
                  </a:cubicBezTo>
                  <a:cubicBezTo>
                    <a:pt x="28811" y="18848"/>
                    <a:pt x="35104" y="17899"/>
                    <a:pt x="39788" y="14483"/>
                  </a:cubicBezTo>
                  <a:cubicBezTo>
                    <a:pt x="40730" y="13784"/>
                    <a:pt x="41521" y="12994"/>
                    <a:pt x="42129" y="12021"/>
                  </a:cubicBezTo>
                  <a:cubicBezTo>
                    <a:pt x="42417" y="11473"/>
                    <a:pt x="42815" y="9665"/>
                    <a:pt x="42335" y="9665"/>
                  </a:cubicBezTo>
                  <a:cubicBezTo>
                    <a:pt x="42309" y="9665"/>
                    <a:pt x="42281" y="9670"/>
                    <a:pt x="42250" y="9681"/>
                  </a:cubicBezTo>
                  <a:cubicBezTo>
                    <a:pt x="40487" y="8070"/>
                    <a:pt x="39119" y="6064"/>
                    <a:pt x="37052" y="4666"/>
                  </a:cubicBezTo>
                  <a:cubicBezTo>
                    <a:pt x="32498" y="1592"/>
                    <a:pt x="26735" y="1"/>
                    <a:pt x="209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8"/>
            <p:cNvSpPr/>
            <p:nvPr/>
          </p:nvSpPr>
          <p:spPr>
            <a:xfrm>
              <a:off x="2764775" y="792475"/>
              <a:ext cx="549425" cy="443075"/>
            </a:xfrm>
            <a:custGeom>
              <a:rect b="b" l="l" r="r" t="t"/>
              <a:pathLst>
                <a:path extrusionOk="0" h="17723" w="21977">
                  <a:moveTo>
                    <a:pt x="11877" y="0"/>
                  </a:moveTo>
                  <a:cubicBezTo>
                    <a:pt x="6662" y="0"/>
                    <a:pt x="2098" y="1258"/>
                    <a:pt x="2098" y="1258"/>
                  </a:cubicBezTo>
                  <a:cubicBezTo>
                    <a:pt x="0" y="4419"/>
                    <a:pt x="426" y="8613"/>
                    <a:pt x="1854" y="12079"/>
                  </a:cubicBezTo>
                  <a:cubicBezTo>
                    <a:pt x="2888" y="14662"/>
                    <a:pt x="5350" y="16455"/>
                    <a:pt x="8025" y="17215"/>
                  </a:cubicBezTo>
                  <a:cubicBezTo>
                    <a:pt x="9160" y="17532"/>
                    <a:pt x="10472" y="17723"/>
                    <a:pt x="11793" y="17723"/>
                  </a:cubicBezTo>
                  <a:cubicBezTo>
                    <a:pt x="13514" y="17723"/>
                    <a:pt x="15251" y="17399"/>
                    <a:pt x="16627" y="16607"/>
                  </a:cubicBezTo>
                  <a:cubicBezTo>
                    <a:pt x="19058" y="15179"/>
                    <a:pt x="20305" y="11896"/>
                    <a:pt x="20943" y="9252"/>
                  </a:cubicBezTo>
                  <a:cubicBezTo>
                    <a:pt x="21156" y="8431"/>
                    <a:pt x="21976" y="2382"/>
                    <a:pt x="21338" y="2018"/>
                  </a:cubicBezTo>
                  <a:cubicBezTo>
                    <a:pt x="18546" y="477"/>
                    <a:pt x="15088" y="0"/>
                    <a:pt x="118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8"/>
            <p:cNvSpPr/>
            <p:nvPr/>
          </p:nvSpPr>
          <p:spPr>
            <a:xfrm>
              <a:off x="2378750" y="905225"/>
              <a:ext cx="159600" cy="117025"/>
            </a:xfrm>
            <a:custGeom>
              <a:rect b="b" l="l" r="r" t="t"/>
              <a:pathLst>
                <a:path extrusionOk="0" h="4681" w="6384">
                  <a:moveTo>
                    <a:pt x="973" y="0"/>
                  </a:moveTo>
                  <a:cubicBezTo>
                    <a:pt x="669" y="365"/>
                    <a:pt x="335" y="973"/>
                    <a:pt x="0" y="1368"/>
                  </a:cubicBezTo>
                  <a:cubicBezTo>
                    <a:pt x="1550" y="2432"/>
                    <a:pt x="3101" y="3830"/>
                    <a:pt x="4772" y="4681"/>
                  </a:cubicBezTo>
                  <a:cubicBezTo>
                    <a:pt x="5289" y="3982"/>
                    <a:pt x="6019" y="3344"/>
                    <a:pt x="6383" y="2584"/>
                  </a:cubicBezTo>
                  <a:cubicBezTo>
                    <a:pt x="5228" y="1611"/>
                    <a:pt x="2523" y="365"/>
                    <a:pt x="9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8"/>
            <p:cNvSpPr/>
            <p:nvPr/>
          </p:nvSpPr>
          <p:spPr>
            <a:xfrm>
              <a:off x="2473725" y="795800"/>
              <a:ext cx="164175" cy="133750"/>
            </a:xfrm>
            <a:custGeom>
              <a:rect b="b" l="l" r="r" t="t"/>
              <a:pathLst>
                <a:path extrusionOk="0" h="5350" w="6567">
                  <a:moveTo>
                    <a:pt x="1976" y="0"/>
                  </a:moveTo>
                  <a:lnTo>
                    <a:pt x="1" y="1976"/>
                  </a:lnTo>
                  <a:lnTo>
                    <a:pt x="4378" y="5350"/>
                  </a:lnTo>
                  <a:lnTo>
                    <a:pt x="6566" y="3678"/>
                  </a:lnTo>
                  <a:lnTo>
                    <a:pt x="19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8"/>
            <p:cNvSpPr/>
            <p:nvPr/>
          </p:nvSpPr>
          <p:spPr>
            <a:xfrm>
              <a:off x="2579350" y="715250"/>
              <a:ext cx="150500" cy="147425"/>
            </a:xfrm>
            <a:custGeom>
              <a:rect b="b" l="l" r="r" t="t"/>
              <a:pathLst>
                <a:path extrusionOk="0" h="5897" w="6020">
                  <a:moveTo>
                    <a:pt x="2341" y="0"/>
                  </a:moveTo>
                  <a:lnTo>
                    <a:pt x="1" y="1611"/>
                  </a:lnTo>
                  <a:lnTo>
                    <a:pt x="3739" y="5897"/>
                  </a:lnTo>
                  <a:lnTo>
                    <a:pt x="6019" y="4620"/>
                  </a:lnTo>
                  <a:lnTo>
                    <a:pt x="23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8"/>
            <p:cNvSpPr/>
            <p:nvPr/>
          </p:nvSpPr>
          <p:spPr>
            <a:xfrm>
              <a:off x="2703975" y="664325"/>
              <a:ext cx="129975" cy="152775"/>
            </a:xfrm>
            <a:custGeom>
              <a:rect b="b" l="l" r="r" t="t"/>
              <a:pathLst>
                <a:path extrusionOk="0" h="6111" w="5199">
                  <a:moveTo>
                    <a:pt x="2280" y="1"/>
                  </a:moveTo>
                  <a:lnTo>
                    <a:pt x="1" y="943"/>
                  </a:lnTo>
                  <a:lnTo>
                    <a:pt x="2706" y="6110"/>
                  </a:lnTo>
                  <a:lnTo>
                    <a:pt x="5198" y="5259"/>
                  </a:lnTo>
                  <a:lnTo>
                    <a:pt x="22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8"/>
            <p:cNvSpPr/>
            <p:nvPr/>
          </p:nvSpPr>
          <p:spPr>
            <a:xfrm>
              <a:off x="2857475" y="635450"/>
              <a:ext cx="93500" cy="153525"/>
            </a:xfrm>
            <a:custGeom>
              <a:rect b="b" l="l" r="r" t="t"/>
              <a:pathLst>
                <a:path extrusionOk="0" h="6141" w="3740">
                  <a:moveTo>
                    <a:pt x="2189" y="1"/>
                  </a:moveTo>
                  <a:lnTo>
                    <a:pt x="1" y="487"/>
                  </a:lnTo>
                  <a:lnTo>
                    <a:pt x="1460" y="6141"/>
                  </a:lnTo>
                  <a:lnTo>
                    <a:pt x="3739" y="5685"/>
                  </a:lnTo>
                  <a:lnTo>
                    <a:pt x="21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8"/>
            <p:cNvSpPr/>
            <p:nvPr/>
          </p:nvSpPr>
          <p:spPr>
            <a:xfrm>
              <a:off x="3010975" y="627850"/>
              <a:ext cx="54750" cy="148200"/>
            </a:xfrm>
            <a:custGeom>
              <a:rect b="b" l="l" r="r" t="t"/>
              <a:pathLst>
                <a:path extrusionOk="0" h="5928" w="2190">
                  <a:moveTo>
                    <a:pt x="1" y="1"/>
                  </a:moveTo>
                  <a:lnTo>
                    <a:pt x="1" y="5928"/>
                  </a:lnTo>
                  <a:lnTo>
                    <a:pt x="2189" y="5928"/>
                  </a:lnTo>
                  <a:lnTo>
                    <a:pt x="2189" y="30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8"/>
            <p:cNvSpPr/>
            <p:nvPr/>
          </p:nvSpPr>
          <p:spPr>
            <a:xfrm>
              <a:off x="3128000" y="635450"/>
              <a:ext cx="104125" cy="153525"/>
            </a:xfrm>
            <a:custGeom>
              <a:rect b="b" l="l" r="r" t="t"/>
              <a:pathLst>
                <a:path extrusionOk="0" h="6141" w="4165">
                  <a:moveTo>
                    <a:pt x="1763" y="1"/>
                  </a:moveTo>
                  <a:lnTo>
                    <a:pt x="0" y="5624"/>
                  </a:lnTo>
                  <a:lnTo>
                    <a:pt x="2858" y="6141"/>
                  </a:lnTo>
                  <a:lnTo>
                    <a:pt x="4165" y="487"/>
                  </a:lnTo>
                  <a:lnTo>
                    <a:pt x="1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8"/>
            <p:cNvSpPr/>
            <p:nvPr/>
          </p:nvSpPr>
          <p:spPr>
            <a:xfrm>
              <a:off x="3261750" y="674975"/>
              <a:ext cx="120850" cy="152000"/>
            </a:xfrm>
            <a:custGeom>
              <a:rect b="b" l="l" r="r" t="t"/>
              <a:pathLst>
                <a:path extrusionOk="0" h="6080" w="4834">
                  <a:moveTo>
                    <a:pt x="2401" y="0"/>
                  </a:moveTo>
                  <a:lnTo>
                    <a:pt x="0" y="5137"/>
                  </a:lnTo>
                  <a:lnTo>
                    <a:pt x="2553" y="6079"/>
                  </a:lnTo>
                  <a:lnTo>
                    <a:pt x="4833" y="1064"/>
                  </a:lnTo>
                  <a:lnTo>
                    <a:pt x="24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8"/>
            <p:cNvSpPr/>
            <p:nvPr/>
          </p:nvSpPr>
          <p:spPr>
            <a:xfrm>
              <a:off x="3373450" y="730450"/>
              <a:ext cx="118550" cy="151225"/>
            </a:xfrm>
            <a:custGeom>
              <a:rect b="b" l="l" r="r" t="t"/>
              <a:pathLst>
                <a:path extrusionOk="0" h="6049" w="4742">
                  <a:moveTo>
                    <a:pt x="2827" y="0"/>
                  </a:moveTo>
                  <a:lnTo>
                    <a:pt x="0" y="4894"/>
                  </a:lnTo>
                  <a:lnTo>
                    <a:pt x="1946" y="6049"/>
                  </a:lnTo>
                  <a:lnTo>
                    <a:pt x="4742" y="1368"/>
                  </a:lnTo>
                  <a:lnTo>
                    <a:pt x="2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8"/>
            <p:cNvSpPr/>
            <p:nvPr/>
          </p:nvSpPr>
          <p:spPr>
            <a:xfrm>
              <a:off x="3477550" y="817075"/>
              <a:ext cx="123875" cy="132225"/>
            </a:xfrm>
            <a:custGeom>
              <a:rect b="b" l="l" r="r" t="t"/>
              <a:pathLst>
                <a:path extrusionOk="0" h="5289" w="4955">
                  <a:moveTo>
                    <a:pt x="3283" y="0"/>
                  </a:moveTo>
                  <a:lnTo>
                    <a:pt x="0" y="3921"/>
                  </a:lnTo>
                  <a:lnTo>
                    <a:pt x="1581" y="5289"/>
                  </a:lnTo>
                  <a:lnTo>
                    <a:pt x="4955" y="1216"/>
                  </a:lnTo>
                  <a:lnTo>
                    <a:pt x="32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8"/>
            <p:cNvSpPr/>
            <p:nvPr/>
          </p:nvSpPr>
          <p:spPr>
            <a:xfrm>
              <a:off x="3563425" y="929525"/>
              <a:ext cx="127675" cy="101850"/>
            </a:xfrm>
            <a:custGeom>
              <a:rect b="b" l="l" r="r" t="t"/>
              <a:pathLst>
                <a:path extrusionOk="0" h="4074" w="5107">
                  <a:moveTo>
                    <a:pt x="3708" y="1"/>
                  </a:moveTo>
                  <a:lnTo>
                    <a:pt x="0" y="2189"/>
                  </a:lnTo>
                  <a:lnTo>
                    <a:pt x="1246" y="4074"/>
                  </a:lnTo>
                  <a:lnTo>
                    <a:pt x="5107" y="1308"/>
                  </a:lnTo>
                  <a:lnTo>
                    <a:pt x="37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8"/>
            <p:cNvSpPr/>
            <p:nvPr/>
          </p:nvSpPr>
          <p:spPr>
            <a:xfrm>
              <a:off x="2908400" y="837225"/>
              <a:ext cx="263700" cy="286250"/>
            </a:xfrm>
            <a:custGeom>
              <a:rect b="b" l="l" r="r" t="t"/>
              <a:pathLst>
                <a:path extrusionOk="0" h="11450" w="10548">
                  <a:moveTo>
                    <a:pt x="7074" y="1"/>
                  </a:moveTo>
                  <a:cubicBezTo>
                    <a:pt x="6525" y="1"/>
                    <a:pt x="5982" y="23"/>
                    <a:pt x="5471" y="45"/>
                  </a:cubicBezTo>
                  <a:cubicBezTo>
                    <a:pt x="4137" y="130"/>
                    <a:pt x="2697" y="507"/>
                    <a:pt x="1399" y="507"/>
                  </a:cubicBezTo>
                  <a:cubicBezTo>
                    <a:pt x="1307" y="507"/>
                    <a:pt x="1215" y="505"/>
                    <a:pt x="1125" y="501"/>
                  </a:cubicBezTo>
                  <a:lnTo>
                    <a:pt x="1125" y="501"/>
                  </a:lnTo>
                  <a:cubicBezTo>
                    <a:pt x="0" y="3510"/>
                    <a:pt x="1064" y="8495"/>
                    <a:pt x="3739" y="10501"/>
                  </a:cubicBezTo>
                  <a:cubicBezTo>
                    <a:pt x="4511" y="11091"/>
                    <a:pt x="5515" y="11449"/>
                    <a:pt x="6495" y="11449"/>
                  </a:cubicBezTo>
                  <a:cubicBezTo>
                    <a:pt x="6980" y="11449"/>
                    <a:pt x="7460" y="11361"/>
                    <a:pt x="7903" y="11170"/>
                  </a:cubicBezTo>
                  <a:cubicBezTo>
                    <a:pt x="9605" y="10471"/>
                    <a:pt x="10031" y="8769"/>
                    <a:pt x="10183" y="7067"/>
                  </a:cubicBezTo>
                  <a:cubicBezTo>
                    <a:pt x="10395" y="4817"/>
                    <a:pt x="10547" y="2416"/>
                    <a:pt x="9848" y="319"/>
                  </a:cubicBezTo>
                  <a:cubicBezTo>
                    <a:pt x="8999" y="68"/>
                    <a:pt x="8028" y="1"/>
                    <a:pt x="7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 name="Google Shape;882;p8"/>
          <p:cNvSpPr/>
          <p:nvPr/>
        </p:nvSpPr>
        <p:spPr>
          <a:xfrm rot="-4945973">
            <a:off x="590251" y="4251328"/>
            <a:ext cx="89590" cy="781677"/>
          </a:xfrm>
          <a:custGeom>
            <a:rect b="b" l="l" r="r" t="t"/>
            <a:pathLst>
              <a:path extrusionOk="0" h="44211" w="7661">
                <a:moveTo>
                  <a:pt x="3162" y="1"/>
                </a:moveTo>
                <a:cubicBezTo>
                  <a:pt x="2554" y="1"/>
                  <a:pt x="2189" y="396"/>
                  <a:pt x="1612" y="609"/>
                </a:cubicBezTo>
                <a:cubicBezTo>
                  <a:pt x="1581" y="1034"/>
                  <a:pt x="1672" y="1369"/>
                  <a:pt x="1612" y="2159"/>
                </a:cubicBezTo>
                <a:cubicBezTo>
                  <a:pt x="912" y="4955"/>
                  <a:pt x="335" y="7630"/>
                  <a:pt x="274" y="10913"/>
                </a:cubicBezTo>
                <a:cubicBezTo>
                  <a:pt x="244" y="12433"/>
                  <a:pt x="61" y="13861"/>
                  <a:pt x="31" y="15351"/>
                </a:cubicBezTo>
                <a:cubicBezTo>
                  <a:pt x="1" y="16931"/>
                  <a:pt x="31" y="18542"/>
                  <a:pt x="31" y="20123"/>
                </a:cubicBezTo>
                <a:cubicBezTo>
                  <a:pt x="31" y="22494"/>
                  <a:pt x="61" y="24591"/>
                  <a:pt x="244" y="26931"/>
                </a:cubicBezTo>
                <a:cubicBezTo>
                  <a:pt x="426" y="29211"/>
                  <a:pt x="761" y="31399"/>
                  <a:pt x="1034" y="33649"/>
                </a:cubicBezTo>
                <a:cubicBezTo>
                  <a:pt x="1277" y="35564"/>
                  <a:pt x="1612" y="37418"/>
                  <a:pt x="1885" y="39302"/>
                </a:cubicBezTo>
                <a:cubicBezTo>
                  <a:pt x="2068" y="40670"/>
                  <a:pt x="2280" y="41825"/>
                  <a:pt x="2736" y="42859"/>
                </a:cubicBezTo>
                <a:cubicBezTo>
                  <a:pt x="3131" y="43801"/>
                  <a:pt x="3527" y="44044"/>
                  <a:pt x="4074" y="44044"/>
                </a:cubicBezTo>
                <a:cubicBezTo>
                  <a:pt x="4319" y="44063"/>
                  <a:pt x="4741" y="44211"/>
                  <a:pt x="5105" y="44211"/>
                </a:cubicBezTo>
                <a:cubicBezTo>
                  <a:pt x="5327" y="44211"/>
                  <a:pt x="5528" y="44156"/>
                  <a:pt x="5654" y="43983"/>
                </a:cubicBezTo>
                <a:cubicBezTo>
                  <a:pt x="5867" y="43679"/>
                  <a:pt x="5897" y="42919"/>
                  <a:pt x="6019" y="42433"/>
                </a:cubicBezTo>
                <a:cubicBezTo>
                  <a:pt x="6171" y="41734"/>
                  <a:pt x="6384" y="41156"/>
                  <a:pt x="6536" y="40457"/>
                </a:cubicBezTo>
                <a:cubicBezTo>
                  <a:pt x="6688" y="39637"/>
                  <a:pt x="6688" y="38907"/>
                  <a:pt x="6748" y="38056"/>
                </a:cubicBezTo>
                <a:cubicBezTo>
                  <a:pt x="6779" y="37479"/>
                  <a:pt x="6900" y="37144"/>
                  <a:pt x="6961" y="36658"/>
                </a:cubicBezTo>
                <a:cubicBezTo>
                  <a:pt x="7204" y="33922"/>
                  <a:pt x="6961" y="30366"/>
                  <a:pt x="6961" y="27509"/>
                </a:cubicBezTo>
                <a:cubicBezTo>
                  <a:pt x="6961" y="26050"/>
                  <a:pt x="6870" y="24408"/>
                  <a:pt x="6961" y="22980"/>
                </a:cubicBezTo>
                <a:cubicBezTo>
                  <a:pt x="6992" y="22220"/>
                  <a:pt x="7174" y="21582"/>
                  <a:pt x="7204" y="20791"/>
                </a:cubicBezTo>
                <a:cubicBezTo>
                  <a:pt x="7265" y="19849"/>
                  <a:pt x="7204" y="18755"/>
                  <a:pt x="7204" y="17782"/>
                </a:cubicBezTo>
                <a:cubicBezTo>
                  <a:pt x="7204" y="13679"/>
                  <a:pt x="7660" y="10001"/>
                  <a:pt x="7022" y="5958"/>
                </a:cubicBezTo>
                <a:cubicBezTo>
                  <a:pt x="6657" y="3496"/>
                  <a:pt x="5958" y="639"/>
                  <a:pt x="4742" y="518"/>
                </a:cubicBezTo>
                <a:cubicBezTo>
                  <a:pt x="4165" y="457"/>
                  <a:pt x="3800" y="1"/>
                  <a:pt x="31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8"/>
          <p:cNvSpPr/>
          <p:nvPr/>
        </p:nvSpPr>
        <p:spPr>
          <a:xfrm rot="-4945846">
            <a:off x="641468" y="4239585"/>
            <a:ext cx="108892" cy="946326"/>
          </a:xfrm>
          <a:custGeom>
            <a:rect b="b" l="l" r="r" t="t"/>
            <a:pathLst>
              <a:path extrusionOk="0" h="44211" w="7691">
                <a:moveTo>
                  <a:pt x="3192" y="1"/>
                </a:moveTo>
                <a:cubicBezTo>
                  <a:pt x="2584" y="1"/>
                  <a:pt x="2219" y="396"/>
                  <a:pt x="1642" y="609"/>
                </a:cubicBezTo>
                <a:cubicBezTo>
                  <a:pt x="1611" y="1034"/>
                  <a:pt x="1672" y="1369"/>
                  <a:pt x="1611" y="2159"/>
                </a:cubicBezTo>
                <a:cubicBezTo>
                  <a:pt x="912" y="4955"/>
                  <a:pt x="335" y="7630"/>
                  <a:pt x="274" y="10913"/>
                </a:cubicBezTo>
                <a:cubicBezTo>
                  <a:pt x="243" y="12433"/>
                  <a:pt x="91" y="13861"/>
                  <a:pt x="31" y="15351"/>
                </a:cubicBezTo>
                <a:cubicBezTo>
                  <a:pt x="0" y="16931"/>
                  <a:pt x="61" y="18542"/>
                  <a:pt x="61" y="20123"/>
                </a:cubicBezTo>
                <a:cubicBezTo>
                  <a:pt x="61" y="22494"/>
                  <a:pt x="61" y="24621"/>
                  <a:pt x="243" y="26931"/>
                </a:cubicBezTo>
                <a:cubicBezTo>
                  <a:pt x="426" y="29211"/>
                  <a:pt x="790" y="31400"/>
                  <a:pt x="1064" y="33649"/>
                </a:cubicBezTo>
                <a:cubicBezTo>
                  <a:pt x="1277" y="35564"/>
                  <a:pt x="1642" y="37418"/>
                  <a:pt x="1885" y="39302"/>
                </a:cubicBezTo>
                <a:cubicBezTo>
                  <a:pt x="2097" y="40670"/>
                  <a:pt x="2310" y="41825"/>
                  <a:pt x="2736" y="42859"/>
                </a:cubicBezTo>
                <a:cubicBezTo>
                  <a:pt x="3131" y="43801"/>
                  <a:pt x="3526" y="44044"/>
                  <a:pt x="4073" y="44044"/>
                </a:cubicBezTo>
                <a:cubicBezTo>
                  <a:pt x="4319" y="44063"/>
                  <a:pt x="4740" y="44211"/>
                  <a:pt x="5104" y="44211"/>
                </a:cubicBezTo>
                <a:cubicBezTo>
                  <a:pt x="5326" y="44211"/>
                  <a:pt x="5527" y="44156"/>
                  <a:pt x="5654" y="43983"/>
                </a:cubicBezTo>
                <a:cubicBezTo>
                  <a:pt x="5867" y="43679"/>
                  <a:pt x="5927" y="42919"/>
                  <a:pt x="6018" y="42433"/>
                </a:cubicBezTo>
                <a:cubicBezTo>
                  <a:pt x="6170" y="41734"/>
                  <a:pt x="6414" y="41187"/>
                  <a:pt x="6535" y="40488"/>
                </a:cubicBezTo>
                <a:cubicBezTo>
                  <a:pt x="6718" y="39667"/>
                  <a:pt x="6718" y="38907"/>
                  <a:pt x="6778" y="38056"/>
                </a:cubicBezTo>
                <a:cubicBezTo>
                  <a:pt x="6809" y="37479"/>
                  <a:pt x="6930" y="37144"/>
                  <a:pt x="6961" y="36658"/>
                </a:cubicBezTo>
                <a:cubicBezTo>
                  <a:pt x="7234" y="33922"/>
                  <a:pt x="6991" y="30366"/>
                  <a:pt x="6991" y="27509"/>
                </a:cubicBezTo>
                <a:cubicBezTo>
                  <a:pt x="6991" y="26050"/>
                  <a:pt x="6900" y="24439"/>
                  <a:pt x="6991" y="22980"/>
                </a:cubicBezTo>
                <a:cubicBezTo>
                  <a:pt x="7022" y="22220"/>
                  <a:pt x="7174" y="21582"/>
                  <a:pt x="7234" y="20791"/>
                </a:cubicBezTo>
                <a:cubicBezTo>
                  <a:pt x="7265" y="19849"/>
                  <a:pt x="7204" y="18755"/>
                  <a:pt x="7204" y="17782"/>
                </a:cubicBezTo>
                <a:cubicBezTo>
                  <a:pt x="7204" y="13679"/>
                  <a:pt x="7690" y="10001"/>
                  <a:pt x="7052" y="5958"/>
                </a:cubicBezTo>
                <a:cubicBezTo>
                  <a:pt x="6657" y="3496"/>
                  <a:pt x="5958" y="639"/>
                  <a:pt x="4742" y="518"/>
                </a:cubicBezTo>
                <a:cubicBezTo>
                  <a:pt x="4164" y="457"/>
                  <a:pt x="3800" y="1"/>
                  <a:pt x="31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8"/>
          <p:cNvSpPr/>
          <p:nvPr/>
        </p:nvSpPr>
        <p:spPr>
          <a:xfrm rot="-4945973">
            <a:off x="739804" y="4395743"/>
            <a:ext cx="89941" cy="781942"/>
          </a:xfrm>
          <a:custGeom>
            <a:rect b="b" l="l" r="r" t="t"/>
            <a:pathLst>
              <a:path extrusionOk="0" h="44226" w="7691">
                <a:moveTo>
                  <a:pt x="3192" y="1"/>
                </a:moveTo>
                <a:cubicBezTo>
                  <a:pt x="2584" y="1"/>
                  <a:pt x="2220" y="426"/>
                  <a:pt x="1642" y="639"/>
                </a:cubicBezTo>
                <a:cubicBezTo>
                  <a:pt x="1612" y="1064"/>
                  <a:pt x="1672" y="1399"/>
                  <a:pt x="1642" y="2189"/>
                </a:cubicBezTo>
                <a:cubicBezTo>
                  <a:pt x="943" y="4985"/>
                  <a:pt x="335" y="7660"/>
                  <a:pt x="274" y="10943"/>
                </a:cubicBezTo>
                <a:cubicBezTo>
                  <a:pt x="274" y="12463"/>
                  <a:pt x="92" y="13891"/>
                  <a:pt x="61" y="15381"/>
                </a:cubicBezTo>
                <a:cubicBezTo>
                  <a:pt x="1" y="16961"/>
                  <a:pt x="61" y="18572"/>
                  <a:pt x="61" y="20153"/>
                </a:cubicBezTo>
                <a:cubicBezTo>
                  <a:pt x="61" y="22493"/>
                  <a:pt x="61" y="24621"/>
                  <a:pt x="244" y="26931"/>
                </a:cubicBezTo>
                <a:cubicBezTo>
                  <a:pt x="457" y="29241"/>
                  <a:pt x="791" y="31430"/>
                  <a:pt x="1065" y="33679"/>
                </a:cubicBezTo>
                <a:cubicBezTo>
                  <a:pt x="1308" y="35594"/>
                  <a:pt x="1642" y="37417"/>
                  <a:pt x="1916" y="39332"/>
                </a:cubicBezTo>
                <a:cubicBezTo>
                  <a:pt x="2098" y="40700"/>
                  <a:pt x="2311" y="41855"/>
                  <a:pt x="2736" y="42858"/>
                </a:cubicBezTo>
                <a:cubicBezTo>
                  <a:pt x="3162" y="43831"/>
                  <a:pt x="3527" y="44074"/>
                  <a:pt x="4074" y="44074"/>
                </a:cubicBezTo>
                <a:cubicBezTo>
                  <a:pt x="4318" y="44074"/>
                  <a:pt x="4738" y="44226"/>
                  <a:pt x="5101" y="44226"/>
                </a:cubicBezTo>
                <a:cubicBezTo>
                  <a:pt x="5325" y="44226"/>
                  <a:pt x="5527" y="44168"/>
                  <a:pt x="5654" y="43983"/>
                </a:cubicBezTo>
                <a:cubicBezTo>
                  <a:pt x="5897" y="43709"/>
                  <a:pt x="5928" y="42949"/>
                  <a:pt x="6049" y="42433"/>
                </a:cubicBezTo>
                <a:cubicBezTo>
                  <a:pt x="6201" y="41764"/>
                  <a:pt x="6414" y="41187"/>
                  <a:pt x="6566" y="40487"/>
                </a:cubicBezTo>
                <a:cubicBezTo>
                  <a:pt x="6718" y="39667"/>
                  <a:pt x="6718" y="38907"/>
                  <a:pt x="6779" y="38056"/>
                </a:cubicBezTo>
                <a:cubicBezTo>
                  <a:pt x="6809" y="37478"/>
                  <a:pt x="6931" y="37174"/>
                  <a:pt x="6961" y="36688"/>
                </a:cubicBezTo>
                <a:cubicBezTo>
                  <a:pt x="7235" y="33922"/>
                  <a:pt x="6992" y="30396"/>
                  <a:pt x="6992" y="27539"/>
                </a:cubicBezTo>
                <a:cubicBezTo>
                  <a:pt x="6992" y="26080"/>
                  <a:pt x="6901" y="24439"/>
                  <a:pt x="6992" y="23010"/>
                </a:cubicBezTo>
                <a:cubicBezTo>
                  <a:pt x="7022" y="22250"/>
                  <a:pt x="7204" y="21581"/>
                  <a:pt x="7235" y="20821"/>
                </a:cubicBezTo>
                <a:cubicBezTo>
                  <a:pt x="7265" y="19879"/>
                  <a:pt x="7204" y="18785"/>
                  <a:pt x="7204" y="17812"/>
                </a:cubicBezTo>
                <a:cubicBezTo>
                  <a:pt x="7204" y="13709"/>
                  <a:pt x="7691" y="10031"/>
                  <a:pt x="7052" y="5988"/>
                </a:cubicBezTo>
                <a:cubicBezTo>
                  <a:pt x="6688" y="3526"/>
                  <a:pt x="5958" y="639"/>
                  <a:pt x="4773" y="548"/>
                </a:cubicBezTo>
                <a:cubicBezTo>
                  <a:pt x="4165" y="487"/>
                  <a:pt x="3800" y="1"/>
                  <a:pt x="31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 name="Google Shape;885;p8"/>
          <p:cNvGrpSpPr/>
          <p:nvPr/>
        </p:nvGrpSpPr>
        <p:grpSpPr>
          <a:xfrm>
            <a:off x="8273652" y="-238230"/>
            <a:ext cx="1045624" cy="1101761"/>
            <a:chOff x="548175" y="3691725"/>
            <a:chExt cx="990925" cy="1044125"/>
          </a:xfrm>
        </p:grpSpPr>
        <p:sp>
          <p:nvSpPr>
            <p:cNvPr id="886" name="Google Shape;886;p8"/>
            <p:cNvSpPr/>
            <p:nvPr/>
          </p:nvSpPr>
          <p:spPr>
            <a:xfrm>
              <a:off x="803500" y="3747200"/>
              <a:ext cx="52450" cy="99575"/>
            </a:xfrm>
            <a:custGeom>
              <a:rect b="b" l="l" r="r" t="t"/>
              <a:pathLst>
                <a:path extrusionOk="0" fill="none" h="3983" w="2098">
                  <a:moveTo>
                    <a:pt x="2097" y="0"/>
                  </a:moveTo>
                  <a:cubicBezTo>
                    <a:pt x="1733" y="760"/>
                    <a:pt x="1307" y="1490"/>
                    <a:pt x="881" y="2250"/>
                  </a:cubicBezTo>
                  <a:cubicBezTo>
                    <a:pt x="578" y="2827"/>
                    <a:pt x="213" y="3374"/>
                    <a:pt x="0" y="3982"/>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8"/>
            <p:cNvSpPr/>
            <p:nvPr/>
          </p:nvSpPr>
          <p:spPr>
            <a:xfrm>
              <a:off x="773850" y="3864975"/>
              <a:ext cx="58550" cy="99575"/>
            </a:xfrm>
            <a:custGeom>
              <a:rect b="b" l="l" r="r" t="t"/>
              <a:pathLst>
                <a:path extrusionOk="0" fill="none" h="3983" w="2342">
                  <a:moveTo>
                    <a:pt x="2341" y="1"/>
                  </a:moveTo>
                  <a:cubicBezTo>
                    <a:pt x="2067" y="700"/>
                    <a:pt x="1490" y="1308"/>
                    <a:pt x="1186" y="2007"/>
                  </a:cubicBezTo>
                  <a:cubicBezTo>
                    <a:pt x="852" y="2706"/>
                    <a:pt x="517" y="3436"/>
                    <a:pt x="1" y="3983"/>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8"/>
            <p:cNvSpPr/>
            <p:nvPr/>
          </p:nvSpPr>
          <p:spPr>
            <a:xfrm>
              <a:off x="712300" y="3923500"/>
              <a:ext cx="38025" cy="64600"/>
            </a:xfrm>
            <a:custGeom>
              <a:rect b="b" l="l" r="r" t="t"/>
              <a:pathLst>
                <a:path extrusionOk="0" fill="none" h="2584" w="1521">
                  <a:moveTo>
                    <a:pt x="1520" y="0"/>
                  </a:moveTo>
                  <a:cubicBezTo>
                    <a:pt x="1216" y="487"/>
                    <a:pt x="1034" y="1034"/>
                    <a:pt x="700" y="1520"/>
                  </a:cubicBezTo>
                  <a:cubicBezTo>
                    <a:pt x="456" y="1885"/>
                    <a:pt x="244" y="2219"/>
                    <a:pt x="1" y="2584"/>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8"/>
            <p:cNvSpPr/>
            <p:nvPr/>
          </p:nvSpPr>
          <p:spPr>
            <a:xfrm>
              <a:off x="718375" y="3829275"/>
              <a:ext cx="41075" cy="64600"/>
            </a:xfrm>
            <a:custGeom>
              <a:rect b="b" l="l" r="r" t="t"/>
              <a:pathLst>
                <a:path extrusionOk="0" fill="none" h="2584" w="1643">
                  <a:moveTo>
                    <a:pt x="1642" y="0"/>
                  </a:moveTo>
                  <a:cubicBezTo>
                    <a:pt x="1034" y="851"/>
                    <a:pt x="487" y="1702"/>
                    <a:pt x="1" y="2584"/>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8"/>
            <p:cNvSpPr/>
            <p:nvPr/>
          </p:nvSpPr>
          <p:spPr>
            <a:xfrm>
              <a:off x="621125" y="3993400"/>
              <a:ext cx="26600" cy="53225"/>
            </a:xfrm>
            <a:custGeom>
              <a:rect b="b" l="l" r="r" t="t"/>
              <a:pathLst>
                <a:path extrusionOk="0" fill="none" h="2129" w="1064">
                  <a:moveTo>
                    <a:pt x="1064" y="1"/>
                  </a:moveTo>
                  <a:cubicBezTo>
                    <a:pt x="1003" y="335"/>
                    <a:pt x="699" y="761"/>
                    <a:pt x="517" y="1065"/>
                  </a:cubicBezTo>
                  <a:cubicBezTo>
                    <a:pt x="365" y="1429"/>
                    <a:pt x="182" y="1764"/>
                    <a:pt x="0" y="2128"/>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8"/>
            <p:cNvSpPr/>
            <p:nvPr/>
          </p:nvSpPr>
          <p:spPr>
            <a:xfrm>
              <a:off x="662150" y="4043550"/>
              <a:ext cx="32700" cy="58550"/>
            </a:xfrm>
            <a:custGeom>
              <a:rect b="b" l="l" r="r" t="t"/>
              <a:pathLst>
                <a:path extrusionOk="0" fill="none" h="2342" w="1308">
                  <a:moveTo>
                    <a:pt x="1307" y="1"/>
                  </a:moveTo>
                  <a:cubicBezTo>
                    <a:pt x="1034" y="487"/>
                    <a:pt x="578" y="882"/>
                    <a:pt x="396" y="1399"/>
                  </a:cubicBezTo>
                  <a:cubicBezTo>
                    <a:pt x="274" y="1703"/>
                    <a:pt x="244" y="2098"/>
                    <a:pt x="0" y="2341"/>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8"/>
            <p:cNvSpPr/>
            <p:nvPr/>
          </p:nvSpPr>
          <p:spPr>
            <a:xfrm>
              <a:off x="726750" y="4043550"/>
              <a:ext cx="44075" cy="67650"/>
            </a:xfrm>
            <a:custGeom>
              <a:rect b="b" l="l" r="r" t="t"/>
              <a:pathLst>
                <a:path extrusionOk="0" fill="none" h="2706" w="1763">
                  <a:moveTo>
                    <a:pt x="1763" y="1"/>
                  </a:moveTo>
                  <a:cubicBezTo>
                    <a:pt x="973" y="761"/>
                    <a:pt x="426" y="1703"/>
                    <a:pt x="0" y="2706"/>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8"/>
            <p:cNvSpPr/>
            <p:nvPr/>
          </p:nvSpPr>
          <p:spPr>
            <a:xfrm>
              <a:off x="827050" y="3955400"/>
              <a:ext cx="43325" cy="67675"/>
            </a:xfrm>
            <a:custGeom>
              <a:rect b="b" l="l" r="r" t="t"/>
              <a:pathLst>
                <a:path extrusionOk="0" fill="none" h="2707" w="1733">
                  <a:moveTo>
                    <a:pt x="1733" y="1"/>
                  </a:moveTo>
                  <a:cubicBezTo>
                    <a:pt x="1307" y="487"/>
                    <a:pt x="851" y="1065"/>
                    <a:pt x="578" y="1673"/>
                  </a:cubicBezTo>
                  <a:cubicBezTo>
                    <a:pt x="487" y="1855"/>
                    <a:pt x="426" y="2068"/>
                    <a:pt x="304" y="2250"/>
                  </a:cubicBezTo>
                  <a:cubicBezTo>
                    <a:pt x="213" y="2402"/>
                    <a:pt x="0" y="2524"/>
                    <a:pt x="0" y="2706"/>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8"/>
            <p:cNvSpPr/>
            <p:nvPr/>
          </p:nvSpPr>
          <p:spPr>
            <a:xfrm>
              <a:off x="908350" y="3835350"/>
              <a:ext cx="44100" cy="76000"/>
            </a:xfrm>
            <a:custGeom>
              <a:rect b="b" l="l" r="r" t="t"/>
              <a:pathLst>
                <a:path extrusionOk="0" fill="none" h="3040" w="1764">
                  <a:moveTo>
                    <a:pt x="1764" y="0"/>
                  </a:moveTo>
                  <a:cubicBezTo>
                    <a:pt x="1399" y="699"/>
                    <a:pt x="1034" y="1429"/>
                    <a:pt x="700" y="2158"/>
                  </a:cubicBezTo>
                  <a:cubicBezTo>
                    <a:pt x="578" y="2462"/>
                    <a:pt x="457" y="3040"/>
                    <a:pt x="1" y="2949"/>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8"/>
            <p:cNvSpPr/>
            <p:nvPr/>
          </p:nvSpPr>
          <p:spPr>
            <a:xfrm>
              <a:off x="901525" y="3764675"/>
              <a:ext cx="50925" cy="76775"/>
            </a:xfrm>
            <a:custGeom>
              <a:rect b="b" l="l" r="r" t="t"/>
              <a:pathLst>
                <a:path extrusionOk="0" fill="none" h="3071" w="2037">
                  <a:moveTo>
                    <a:pt x="2037" y="1"/>
                  </a:moveTo>
                  <a:cubicBezTo>
                    <a:pt x="1489" y="457"/>
                    <a:pt x="1155" y="1095"/>
                    <a:pt x="821" y="1703"/>
                  </a:cubicBezTo>
                  <a:cubicBezTo>
                    <a:pt x="608" y="2067"/>
                    <a:pt x="0" y="2645"/>
                    <a:pt x="61" y="3071"/>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8"/>
            <p:cNvSpPr/>
            <p:nvPr/>
          </p:nvSpPr>
          <p:spPr>
            <a:xfrm>
              <a:off x="1008650" y="3762400"/>
              <a:ext cx="28900" cy="52450"/>
            </a:xfrm>
            <a:custGeom>
              <a:rect b="b" l="l" r="r" t="t"/>
              <a:pathLst>
                <a:path extrusionOk="0" fill="none" h="2098" w="1156">
                  <a:moveTo>
                    <a:pt x="1156" y="0"/>
                  </a:moveTo>
                  <a:cubicBezTo>
                    <a:pt x="882" y="456"/>
                    <a:pt x="487" y="882"/>
                    <a:pt x="305" y="1399"/>
                  </a:cubicBezTo>
                  <a:cubicBezTo>
                    <a:pt x="214" y="1611"/>
                    <a:pt x="183" y="1915"/>
                    <a:pt x="1" y="2098"/>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8"/>
            <p:cNvSpPr/>
            <p:nvPr/>
          </p:nvSpPr>
          <p:spPr>
            <a:xfrm>
              <a:off x="1084650" y="3732750"/>
              <a:ext cx="44100" cy="61600"/>
            </a:xfrm>
            <a:custGeom>
              <a:rect b="b" l="l" r="r" t="t"/>
              <a:pathLst>
                <a:path extrusionOk="0" fill="none" h="2464" w="1764">
                  <a:moveTo>
                    <a:pt x="1763" y="1"/>
                  </a:moveTo>
                  <a:cubicBezTo>
                    <a:pt x="1551" y="487"/>
                    <a:pt x="1277" y="913"/>
                    <a:pt x="943" y="1308"/>
                  </a:cubicBezTo>
                  <a:cubicBezTo>
                    <a:pt x="608" y="1703"/>
                    <a:pt x="396" y="2098"/>
                    <a:pt x="0" y="2463"/>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8"/>
            <p:cNvSpPr/>
            <p:nvPr/>
          </p:nvSpPr>
          <p:spPr>
            <a:xfrm>
              <a:off x="1155325" y="3762400"/>
              <a:ext cx="38000" cy="49425"/>
            </a:xfrm>
            <a:custGeom>
              <a:rect b="b" l="l" r="r" t="t"/>
              <a:pathLst>
                <a:path extrusionOk="0" fill="none" h="1977" w="1520">
                  <a:moveTo>
                    <a:pt x="1520" y="0"/>
                  </a:moveTo>
                  <a:cubicBezTo>
                    <a:pt x="1216" y="365"/>
                    <a:pt x="942" y="791"/>
                    <a:pt x="639" y="1155"/>
                  </a:cubicBezTo>
                  <a:cubicBezTo>
                    <a:pt x="426" y="1429"/>
                    <a:pt x="183" y="1672"/>
                    <a:pt x="0" y="1976"/>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8"/>
            <p:cNvSpPr/>
            <p:nvPr/>
          </p:nvSpPr>
          <p:spPr>
            <a:xfrm>
              <a:off x="969900" y="39934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8"/>
            <p:cNvSpPr/>
            <p:nvPr/>
          </p:nvSpPr>
          <p:spPr>
            <a:xfrm>
              <a:off x="929625" y="3917425"/>
              <a:ext cx="43350" cy="64600"/>
            </a:xfrm>
            <a:custGeom>
              <a:rect b="b" l="l" r="r" t="t"/>
              <a:pathLst>
                <a:path extrusionOk="0" fill="none" h="2584" w="1734">
                  <a:moveTo>
                    <a:pt x="1733" y="0"/>
                  </a:moveTo>
                  <a:cubicBezTo>
                    <a:pt x="1217" y="882"/>
                    <a:pt x="730" y="1854"/>
                    <a:pt x="1" y="2584"/>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8"/>
            <p:cNvSpPr/>
            <p:nvPr/>
          </p:nvSpPr>
          <p:spPr>
            <a:xfrm>
              <a:off x="847550" y="4061025"/>
              <a:ext cx="40300" cy="56275"/>
            </a:xfrm>
            <a:custGeom>
              <a:rect b="b" l="l" r="r" t="t"/>
              <a:pathLst>
                <a:path extrusionOk="0" fill="none" h="2251" w="1612">
                  <a:moveTo>
                    <a:pt x="1612" y="1"/>
                  </a:moveTo>
                  <a:cubicBezTo>
                    <a:pt x="974" y="700"/>
                    <a:pt x="487" y="1429"/>
                    <a:pt x="1" y="2250"/>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8"/>
            <p:cNvSpPr/>
            <p:nvPr/>
          </p:nvSpPr>
          <p:spPr>
            <a:xfrm>
              <a:off x="750300" y="4169700"/>
              <a:ext cx="50175" cy="64625"/>
            </a:xfrm>
            <a:custGeom>
              <a:rect b="b" l="l" r="r" t="t"/>
              <a:pathLst>
                <a:path extrusionOk="0" fill="none" h="2585" w="2007">
                  <a:moveTo>
                    <a:pt x="2006" y="0"/>
                  </a:moveTo>
                  <a:cubicBezTo>
                    <a:pt x="1307" y="852"/>
                    <a:pt x="791" y="1824"/>
                    <a:pt x="0" y="2584"/>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8"/>
            <p:cNvSpPr/>
            <p:nvPr/>
          </p:nvSpPr>
          <p:spPr>
            <a:xfrm>
              <a:off x="747250" y="4114225"/>
              <a:ext cx="32700" cy="46375"/>
            </a:xfrm>
            <a:custGeom>
              <a:rect b="b" l="l" r="r" t="t"/>
              <a:pathLst>
                <a:path extrusionOk="0" fill="none" h="1855" w="1308">
                  <a:moveTo>
                    <a:pt x="1308" y="1"/>
                  </a:moveTo>
                  <a:cubicBezTo>
                    <a:pt x="913" y="639"/>
                    <a:pt x="517" y="1308"/>
                    <a:pt x="1" y="1855"/>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8"/>
            <p:cNvSpPr/>
            <p:nvPr/>
          </p:nvSpPr>
          <p:spPr>
            <a:xfrm>
              <a:off x="641625" y="4222900"/>
              <a:ext cx="35750" cy="52450"/>
            </a:xfrm>
            <a:custGeom>
              <a:rect b="b" l="l" r="r" t="t"/>
              <a:pathLst>
                <a:path extrusionOk="0" fill="none" h="2098" w="1430">
                  <a:moveTo>
                    <a:pt x="1429" y="0"/>
                  </a:moveTo>
                  <a:cubicBezTo>
                    <a:pt x="1399" y="182"/>
                    <a:pt x="1004" y="699"/>
                    <a:pt x="913" y="821"/>
                  </a:cubicBezTo>
                  <a:cubicBezTo>
                    <a:pt x="791" y="973"/>
                    <a:pt x="639" y="1125"/>
                    <a:pt x="517" y="1277"/>
                  </a:cubicBezTo>
                  <a:cubicBezTo>
                    <a:pt x="335" y="1520"/>
                    <a:pt x="62" y="1763"/>
                    <a:pt x="1" y="2097"/>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8"/>
            <p:cNvSpPr/>
            <p:nvPr/>
          </p:nvSpPr>
          <p:spPr>
            <a:xfrm>
              <a:off x="615800" y="4169700"/>
              <a:ext cx="46375" cy="55500"/>
            </a:xfrm>
            <a:custGeom>
              <a:rect b="b" l="l" r="r" t="t"/>
              <a:pathLst>
                <a:path extrusionOk="0" fill="none" h="2220" w="1855">
                  <a:moveTo>
                    <a:pt x="1854" y="0"/>
                  </a:moveTo>
                  <a:cubicBezTo>
                    <a:pt x="973" y="517"/>
                    <a:pt x="699" y="1551"/>
                    <a:pt x="0" y="2219"/>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8"/>
            <p:cNvSpPr/>
            <p:nvPr/>
          </p:nvSpPr>
          <p:spPr>
            <a:xfrm>
              <a:off x="589200" y="4114225"/>
              <a:ext cx="31950" cy="46375"/>
            </a:xfrm>
            <a:custGeom>
              <a:rect b="b" l="l" r="r" t="t"/>
              <a:pathLst>
                <a:path extrusionOk="0" fill="none" h="1855" w="1278">
                  <a:moveTo>
                    <a:pt x="1277" y="1"/>
                  </a:moveTo>
                  <a:cubicBezTo>
                    <a:pt x="973" y="456"/>
                    <a:pt x="669" y="943"/>
                    <a:pt x="335" y="1399"/>
                  </a:cubicBezTo>
                  <a:cubicBezTo>
                    <a:pt x="244" y="1551"/>
                    <a:pt x="122" y="1733"/>
                    <a:pt x="0" y="1855"/>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8"/>
            <p:cNvSpPr/>
            <p:nvPr/>
          </p:nvSpPr>
          <p:spPr>
            <a:xfrm>
              <a:off x="630225" y="3855875"/>
              <a:ext cx="31950" cy="50175"/>
            </a:xfrm>
            <a:custGeom>
              <a:rect b="b" l="l" r="r" t="t"/>
              <a:pathLst>
                <a:path extrusionOk="0" fill="none" h="2007" w="1278">
                  <a:moveTo>
                    <a:pt x="1277" y="0"/>
                  </a:moveTo>
                  <a:cubicBezTo>
                    <a:pt x="913" y="365"/>
                    <a:pt x="487" y="760"/>
                    <a:pt x="305" y="1246"/>
                  </a:cubicBezTo>
                  <a:cubicBezTo>
                    <a:pt x="214" y="1459"/>
                    <a:pt x="31" y="1763"/>
                    <a:pt x="1" y="2006"/>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8"/>
            <p:cNvSpPr/>
            <p:nvPr/>
          </p:nvSpPr>
          <p:spPr>
            <a:xfrm>
              <a:off x="756375" y="3756325"/>
              <a:ext cx="28900" cy="28900"/>
            </a:xfrm>
            <a:custGeom>
              <a:rect b="b" l="l" r="r" t="t"/>
              <a:pathLst>
                <a:path extrusionOk="0" fill="none" h="1156" w="1156">
                  <a:moveTo>
                    <a:pt x="1156" y="0"/>
                  </a:moveTo>
                  <a:cubicBezTo>
                    <a:pt x="608" y="243"/>
                    <a:pt x="244" y="639"/>
                    <a:pt x="0" y="1155"/>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8"/>
            <p:cNvSpPr/>
            <p:nvPr/>
          </p:nvSpPr>
          <p:spPr>
            <a:xfrm>
              <a:off x="565650" y="3982000"/>
              <a:ext cx="26600" cy="41075"/>
            </a:xfrm>
            <a:custGeom>
              <a:rect b="b" l="l" r="r" t="t"/>
              <a:pathLst>
                <a:path extrusionOk="0" fill="none" h="1643" w="1064">
                  <a:moveTo>
                    <a:pt x="1064" y="1"/>
                  </a:moveTo>
                  <a:cubicBezTo>
                    <a:pt x="760" y="305"/>
                    <a:pt x="426" y="669"/>
                    <a:pt x="243" y="1065"/>
                  </a:cubicBezTo>
                  <a:cubicBezTo>
                    <a:pt x="152" y="1247"/>
                    <a:pt x="91" y="1460"/>
                    <a:pt x="0" y="1642"/>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8"/>
            <p:cNvSpPr/>
            <p:nvPr/>
          </p:nvSpPr>
          <p:spPr>
            <a:xfrm>
              <a:off x="548175" y="4222900"/>
              <a:ext cx="26600" cy="43325"/>
            </a:xfrm>
            <a:custGeom>
              <a:rect b="b" l="l" r="r" t="t"/>
              <a:pathLst>
                <a:path extrusionOk="0" fill="none" h="1733" w="1064">
                  <a:moveTo>
                    <a:pt x="1064" y="0"/>
                  </a:moveTo>
                  <a:cubicBezTo>
                    <a:pt x="821" y="365"/>
                    <a:pt x="517" y="760"/>
                    <a:pt x="334" y="1155"/>
                  </a:cubicBezTo>
                  <a:cubicBezTo>
                    <a:pt x="274" y="1338"/>
                    <a:pt x="182" y="1702"/>
                    <a:pt x="0" y="1733"/>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8"/>
            <p:cNvSpPr/>
            <p:nvPr/>
          </p:nvSpPr>
          <p:spPr>
            <a:xfrm>
              <a:off x="583125" y="4278350"/>
              <a:ext cx="26625" cy="41075"/>
            </a:xfrm>
            <a:custGeom>
              <a:rect b="b" l="l" r="r" t="t"/>
              <a:pathLst>
                <a:path extrusionOk="0" fill="none" h="1643" w="1065">
                  <a:moveTo>
                    <a:pt x="1064" y="1"/>
                  </a:moveTo>
                  <a:cubicBezTo>
                    <a:pt x="730" y="335"/>
                    <a:pt x="487" y="700"/>
                    <a:pt x="304" y="1126"/>
                  </a:cubicBezTo>
                  <a:cubicBezTo>
                    <a:pt x="213" y="1278"/>
                    <a:pt x="152" y="1582"/>
                    <a:pt x="0" y="1642"/>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8"/>
            <p:cNvSpPr/>
            <p:nvPr/>
          </p:nvSpPr>
          <p:spPr>
            <a:xfrm>
              <a:off x="621125" y="4322425"/>
              <a:ext cx="58525" cy="85150"/>
            </a:xfrm>
            <a:custGeom>
              <a:rect b="b" l="l" r="r" t="t"/>
              <a:pathLst>
                <a:path extrusionOk="0" fill="none" h="3406" w="2341">
                  <a:moveTo>
                    <a:pt x="2341" y="1"/>
                  </a:moveTo>
                  <a:cubicBezTo>
                    <a:pt x="1824" y="578"/>
                    <a:pt x="1368" y="1247"/>
                    <a:pt x="973" y="1946"/>
                  </a:cubicBezTo>
                  <a:cubicBezTo>
                    <a:pt x="821" y="2220"/>
                    <a:pt x="669" y="2433"/>
                    <a:pt x="517" y="2706"/>
                  </a:cubicBezTo>
                  <a:cubicBezTo>
                    <a:pt x="334" y="2919"/>
                    <a:pt x="243" y="3223"/>
                    <a:pt x="0" y="3405"/>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8"/>
            <p:cNvSpPr/>
            <p:nvPr/>
          </p:nvSpPr>
          <p:spPr>
            <a:xfrm>
              <a:off x="618075" y="4459975"/>
              <a:ext cx="26625" cy="44100"/>
            </a:xfrm>
            <a:custGeom>
              <a:rect b="b" l="l" r="r" t="t"/>
              <a:pathLst>
                <a:path extrusionOk="0" fill="none" h="1764" w="1065">
                  <a:moveTo>
                    <a:pt x="1064" y="1"/>
                  </a:moveTo>
                  <a:cubicBezTo>
                    <a:pt x="760" y="426"/>
                    <a:pt x="578" y="760"/>
                    <a:pt x="365" y="1216"/>
                  </a:cubicBezTo>
                  <a:cubicBezTo>
                    <a:pt x="304" y="1368"/>
                    <a:pt x="152" y="1642"/>
                    <a:pt x="0" y="1763"/>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8"/>
            <p:cNvSpPr/>
            <p:nvPr/>
          </p:nvSpPr>
          <p:spPr>
            <a:xfrm>
              <a:off x="741925" y="4275325"/>
              <a:ext cx="41075" cy="55500"/>
            </a:xfrm>
            <a:custGeom>
              <a:rect b="b" l="l" r="r" t="t"/>
              <a:pathLst>
                <a:path extrusionOk="0" fill="none" h="2220" w="1643">
                  <a:moveTo>
                    <a:pt x="1642" y="0"/>
                  </a:moveTo>
                  <a:cubicBezTo>
                    <a:pt x="1095" y="335"/>
                    <a:pt x="882" y="851"/>
                    <a:pt x="578" y="1368"/>
                  </a:cubicBezTo>
                  <a:cubicBezTo>
                    <a:pt x="426" y="1672"/>
                    <a:pt x="244" y="2037"/>
                    <a:pt x="1" y="2219"/>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8"/>
            <p:cNvSpPr/>
            <p:nvPr/>
          </p:nvSpPr>
          <p:spPr>
            <a:xfrm>
              <a:off x="849850" y="4178825"/>
              <a:ext cx="26600" cy="41050"/>
            </a:xfrm>
            <a:custGeom>
              <a:rect b="b" l="l" r="r" t="t"/>
              <a:pathLst>
                <a:path extrusionOk="0" fill="none" h="1642" w="1064">
                  <a:moveTo>
                    <a:pt x="1064" y="0"/>
                  </a:moveTo>
                  <a:cubicBezTo>
                    <a:pt x="790" y="335"/>
                    <a:pt x="517" y="638"/>
                    <a:pt x="304" y="1034"/>
                  </a:cubicBezTo>
                  <a:cubicBezTo>
                    <a:pt x="183" y="1216"/>
                    <a:pt x="152" y="1459"/>
                    <a:pt x="0" y="1642"/>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8"/>
            <p:cNvSpPr/>
            <p:nvPr/>
          </p:nvSpPr>
          <p:spPr>
            <a:xfrm>
              <a:off x="944075" y="4102075"/>
              <a:ext cx="49400" cy="70675"/>
            </a:xfrm>
            <a:custGeom>
              <a:rect b="b" l="l" r="r" t="t"/>
              <a:pathLst>
                <a:path extrusionOk="0" fill="none" h="2827" w="1976">
                  <a:moveTo>
                    <a:pt x="1976" y="0"/>
                  </a:moveTo>
                  <a:cubicBezTo>
                    <a:pt x="1429" y="547"/>
                    <a:pt x="1003" y="1094"/>
                    <a:pt x="639" y="1794"/>
                  </a:cubicBezTo>
                  <a:cubicBezTo>
                    <a:pt x="456" y="2098"/>
                    <a:pt x="243" y="2553"/>
                    <a:pt x="0" y="2827"/>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8"/>
            <p:cNvSpPr/>
            <p:nvPr/>
          </p:nvSpPr>
          <p:spPr>
            <a:xfrm>
              <a:off x="1052725" y="4013925"/>
              <a:ext cx="34975" cy="50175"/>
            </a:xfrm>
            <a:custGeom>
              <a:rect b="b" l="l" r="r" t="t"/>
              <a:pathLst>
                <a:path extrusionOk="0" fill="none" h="2007" w="1399">
                  <a:moveTo>
                    <a:pt x="1399" y="0"/>
                  </a:moveTo>
                  <a:cubicBezTo>
                    <a:pt x="943" y="456"/>
                    <a:pt x="609" y="851"/>
                    <a:pt x="335" y="1399"/>
                  </a:cubicBezTo>
                  <a:cubicBezTo>
                    <a:pt x="274" y="1490"/>
                    <a:pt x="274" y="1672"/>
                    <a:pt x="183" y="1763"/>
                  </a:cubicBezTo>
                  <a:cubicBezTo>
                    <a:pt x="122" y="1885"/>
                    <a:pt x="62" y="1885"/>
                    <a:pt x="1" y="2006"/>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8"/>
            <p:cNvSpPr/>
            <p:nvPr/>
          </p:nvSpPr>
          <p:spPr>
            <a:xfrm>
              <a:off x="1149250" y="3899950"/>
              <a:ext cx="34975" cy="50175"/>
            </a:xfrm>
            <a:custGeom>
              <a:rect b="b" l="l" r="r" t="t"/>
              <a:pathLst>
                <a:path extrusionOk="0" fill="none" h="2007" w="1399">
                  <a:moveTo>
                    <a:pt x="1398" y="0"/>
                  </a:moveTo>
                  <a:cubicBezTo>
                    <a:pt x="1003" y="426"/>
                    <a:pt x="730" y="821"/>
                    <a:pt x="395" y="1307"/>
                  </a:cubicBezTo>
                  <a:cubicBezTo>
                    <a:pt x="243" y="1489"/>
                    <a:pt x="0" y="1733"/>
                    <a:pt x="0" y="2006"/>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8"/>
            <p:cNvSpPr/>
            <p:nvPr/>
          </p:nvSpPr>
          <p:spPr>
            <a:xfrm>
              <a:off x="1102125" y="3879425"/>
              <a:ext cx="26625" cy="41050"/>
            </a:xfrm>
            <a:custGeom>
              <a:rect b="b" l="l" r="r" t="t"/>
              <a:pathLst>
                <a:path extrusionOk="0" fill="none" h="1642" w="1065">
                  <a:moveTo>
                    <a:pt x="1064" y="0"/>
                  </a:moveTo>
                  <a:cubicBezTo>
                    <a:pt x="730" y="183"/>
                    <a:pt x="517" y="699"/>
                    <a:pt x="304" y="1003"/>
                  </a:cubicBezTo>
                  <a:cubicBezTo>
                    <a:pt x="183" y="1186"/>
                    <a:pt x="31" y="1429"/>
                    <a:pt x="1" y="1642"/>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8"/>
            <p:cNvSpPr/>
            <p:nvPr/>
          </p:nvSpPr>
          <p:spPr>
            <a:xfrm>
              <a:off x="972950" y="3697800"/>
              <a:ext cx="38775" cy="44100"/>
            </a:xfrm>
            <a:custGeom>
              <a:rect b="b" l="l" r="r" t="t"/>
              <a:pathLst>
                <a:path extrusionOk="0" fill="none" h="1764" w="1551">
                  <a:moveTo>
                    <a:pt x="1550" y="1"/>
                  </a:moveTo>
                  <a:cubicBezTo>
                    <a:pt x="1186" y="426"/>
                    <a:pt x="851" y="791"/>
                    <a:pt x="487" y="1186"/>
                  </a:cubicBezTo>
                  <a:cubicBezTo>
                    <a:pt x="365" y="1308"/>
                    <a:pt x="61" y="1612"/>
                    <a:pt x="0" y="1764"/>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8"/>
            <p:cNvSpPr/>
            <p:nvPr/>
          </p:nvSpPr>
          <p:spPr>
            <a:xfrm>
              <a:off x="908350" y="3691725"/>
              <a:ext cx="20550" cy="23575"/>
            </a:xfrm>
            <a:custGeom>
              <a:rect b="b" l="l" r="r" t="t"/>
              <a:pathLst>
                <a:path extrusionOk="0" fill="none" h="943" w="822">
                  <a:moveTo>
                    <a:pt x="821" y="1"/>
                  </a:moveTo>
                  <a:cubicBezTo>
                    <a:pt x="457" y="213"/>
                    <a:pt x="122" y="517"/>
                    <a:pt x="1" y="943"/>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8"/>
            <p:cNvSpPr/>
            <p:nvPr/>
          </p:nvSpPr>
          <p:spPr>
            <a:xfrm>
              <a:off x="1207000" y="3779875"/>
              <a:ext cx="38775" cy="49425"/>
            </a:xfrm>
            <a:custGeom>
              <a:rect b="b" l="l" r="r" t="t"/>
              <a:pathLst>
                <a:path extrusionOk="0" fill="none" h="1977" w="1551">
                  <a:moveTo>
                    <a:pt x="1550" y="1"/>
                  </a:moveTo>
                  <a:cubicBezTo>
                    <a:pt x="1094" y="396"/>
                    <a:pt x="730" y="821"/>
                    <a:pt x="334" y="1277"/>
                  </a:cubicBezTo>
                  <a:cubicBezTo>
                    <a:pt x="182" y="1490"/>
                    <a:pt x="0" y="1703"/>
                    <a:pt x="31" y="1976"/>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8"/>
            <p:cNvSpPr/>
            <p:nvPr/>
          </p:nvSpPr>
          <p:spPr>
            <a:xfrm>
              <a:off x="1275375" y="3814825"/>
              <a:ext cx="38025" cy="38025"/>
            </a:xfrm>
            <a:custGeom>
              <a:rect b="b" l="l" r="r" t="t"/>
              <a:pathLst>
                <a:path extrusionOk="0" fill="none" h="1521" w="1521">
                  <a:moveTo>
                    <a:pt x="1521" y="1"/>
                  </a:moveTo>
                  <a:cubicBezTo>
                    <a:pt x="1125" y="61"/>
                    <a:pt x="852" y="609"/>
                    <a:pt x="639" y="882"/>
                  </a:cubicBezTo>
                  <a:cubicBezTo>
                    <a:pt x="457" y="1065"/>
                    <a:pt x="214" y="1368"/>
                    <a:pt x="1" y="1520"/>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8"/>
            <p:cNvSpPr/>
            <p:nvPr/>
          </p:nvSpPr>
          <p:spPr>
            <a:xfrm>
              <a:off x="1322500" y="3858900"/>
              <a:ext cx="58525" cy="61575"/>
            </a:xfrm>
            <a:custGeom>
              <a:rect b="b" l="l" r="r" t="t"/>
              <a:pathLst>
                <a:path extrusionOk="0" fill="none" h="2463" w="2341">
                  <a:moveTo>
                    <a:pt x="2341" y="1"/>
                  </a:moveTo>
                  <a:cubicBezTo>
                    <a:pt x="1976" y="274"/>
                    <a:pt x="1520" y="578"/>
                    <a:pt x="1246" y="943"/>
                  </a:cubicBezTo>
                  <a:cubicBezTo>
                    <a:pt x="1095" y="1125"/>
                    <a:pt x="973" y="1338"/>
                    <a:pt x="791" y="1520"/>
                  </a:cubicBezTo>
                  <a:cubicBezTo>
                    <a:pt x="547" y="1824"/>
                    <a:pt x="243" y="2128"/>
                    <a:pt x="0" y="2463"/>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8"/>
            <p:cNvSpPr/>
            <p:nvPr/>
          </p:nvSpPr>
          <p:spPr>
            <a:xfrm>
              <a:off x="1325525" y="3944000"/>
              <a:ext cx="66900" cy="72975"/>
            </a:xfrm>
            <a:custGeom>
              <a:rect b="b" l="l" r="r" t="t"/>
              <a:pathLst>
                <a:path extrusionOk="0" fill="none" h="2919" w="2676">
                  <a:moveTo>
                    <a:pt x="2676" y="1"/>
                  </a:moveTo>
                  <a:cubicBezTo>
                    <a:pt x="2159" y="609"/>
                    <a:pt x="1673" y="1308"/>
                    <a:pt x="1034" y="1855"/>
                  </a:cubicBezTo>
                  <a:cubicBezTo>
                    <a:pt x="670" y="2159"/>
                    <a:pt x="335" y="2585"/>
                    <a:pt x="1" y="2919"/>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8"/>
            <p:cNvSpPr/>
            <p:nvPr/>
          </p:nvSpPr>
          <p:spPr>
            <a:xfrm>
              <a:off x="1407600" y="3958450"/>
              <a:ext cx="38025" cy="44100"/>
            </a:xfrm>
            <a:custGeom>
              <a:rect b="b" l="l" r="r" t="t"/>
              <a:pathLst>
                <a:path extrusionOk="0" fill="none" h="1764" w="1521">
                  <a:moveTo>
                    <a:pt x="1520" y="0"/>
                  </a:moveTo>
                  <a:cubicBezTo>
                    <a:pt x="1004" y="578"/>
                    <a:pt x="609" y="1307"/>
                    <a:pt x="1" y="1763"/>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8"/>
            <p:cNvSpPr/>
            <p:nvPr/>
          </p:nvSpPr>
          <p:spPr>
            <a:xfrm>
              <a:off x="1242700" y="3970600"/>
              <a:ext cx="44100" cy="55500"/>
            </a:xfrm>
            <a:custGeom>
              <a:rect b="b" l="l" r="r" t="t"/>
              <a:pathLst>
                <a:path extrusionOk="0" fill="none" h="2220" w="1764">
                  <a:moveTo>
                    <a:pt x="1764" y="1"/>
                  </a:moveTo>
                  <a:cubicBezTo>
                    <a:pt x="1308" y="274"/>
                    <a:pt x="1034" y="791"/>
                    <a:pt x="791" y="1277"/>
                  </a:cubicBezTo>
                  <a:cubicBezTo>
                    <a:pt x="578" y="1612"/>
                    <a:pt x="274" y="1885"/>
                    <a:pt x="1" y="2220"/>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8"/>
            <p:cNvSpPr/>
            <p:nvPr/>
          </p:nvSpPr>
          <p:spPr>
            <a:xfrm>
              <a:off x="1178875" y="3944000"/>
              <a:ext cx="49425" cy="58550"/>
            </a:xfrm>
            <a:custGeom>
              <a:rect b="b" l="l" r="r" t="t"/>
              <a:pathLst>
                <a:path extrusionOk="0" fill="none" h="2342" w="1977">
                  <a:moveTo>
                    <a:pt x="1976" y="1"/>
                  </a:moveTo>
                  <a:cubicBezTo>
                    <a:pt x="1520" y="487"/>
                    <a:pt x="1034" y="974"/>
                    <a:pt x="639" y="1521"/>
                  </a:cubicBezTo>
                  <a:cubicBezTo>
                    <a:pt x="456" y="1764"/>
                    <a:pt x="92" y="2068"/>
                    <a:pt x="0" y="2341"/>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8"/>
            <p:cNvSpPr/>
            <p:nvPr/>
          </p:nvSpPr>
          <p:spPr>
            <a:xfrm>
              <a:off x="1117325" y="4076225"/>
              <a:ext cx="41050" cy="49425"/>
            </a:xfrm>
            <a:custGeom>
              <a:rect b="b" l="l" r="r" t="t"/>
              <a:pathLst>
                <a:path extrusionOk="0" fill="none" h="1977" w="1642">
                  <a:moveTo>
                    <a:pt x="1642" y="1"/>
                  </a:moveTo>
                  <a:cubicBezTo>
                    <a:pt x="1186" y="396"/>
                    <a:pt x="943" y="882"/>
                    <a:pt x="548" y="1308"/>
                  </a:cubicBezTo>
                  <a:cubicBezTo>
                    <a:pt x="365" y="1521"/>
                    <a:pt x="183" y="1764"/>
                    <a:pt x="0" y="1976"/>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8"/>
            <p:cNvSpPr/>
            <p:nvPr/>
          </p:nvSpPr>
          <p:spPr>
            <a:xfrm>
              <a:off x="1198625" y="4084600"/>
              <a:ext cx="41825" cy="50175"/>
            </a:xfrm>
            <a:custGeom>
              <a:rect b="b" l="l" r="r" t="t"/>
              <a:pathLst>
                <a:path extrusionOk="0" fill="none" h="2007" w="1673">
                  <a:moveTo>
                    <a:pt x="1673" y="0"/>
                  </a:moveTo>
                  <a:cubicBezTo>
                    <a:pt x="1308" y="456"/>
                    <a:pt x="1004" y="912"/>
                    <a:pt x="639" y="1338"/>
                  </a:cubicBezTo>
                  <a:cubicBezTo>
                    <a:pt x="457" y="1520"/>
                    <a:pt x="274" y="1915"/>
                    <a:pt x="1" y="2006"/>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8"/>
            <p:cNvSpPr/>
            <p:nvPr/>
          </p:nvSpPr>
          <p:spPr>
            <a:xfrm>
              <a:off x="1295900" y="4064075"/>
              <a:ext cx="41050" cy="50175"/>
            </a:xfrm>
            <a:custGeom>
              <a:rect b="b" l="l" r="r" t="t"/>
              <a:pathLst>
                <a:path extrusionOk="0" fill="none" h="2007" w="1642">
                  <a:moveTo>
                    <a:pt x="1642" y="0"/>
                  </a:moveTo>
                  <a:cubicBezTo>
                    <a:pt x="1247" y="487"/>
                    <a:pt x="821" y="912"/>
                    <a:pt x="456" y="1429"/>
                  </a:cubicBezTo>
                  <a:cubicBezTo>
                    <a:pt x="335" y="1611"/>
                    <a:pt x="183" y="1946"/>
                    <a:pt x="0" y="2007"/>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8"/>
            <p:cNvSpPr/>
            <p:nvPr/>
          </p:nvSpPr>
          <p:spPr>
            <a:xfrm>
              <a:off x="1360500" y="4061025"/>
              <a:ext cx="58525" cy="61575"/>
            </a:xfrm>
            <a:custGeom>
              <a:rect b="b" l="l" r="r" t="t"/>
              <a:pathLst>
                <a:path extrusionOk="0" fill="none" h="2463" w="2341">
                  <a:moveTo>
                    <a:pt x="2341" y="1"/>
                  </a:moveTo>
                  <a:cubicBezTo>
                    <a:pt x="2006" y="214"/>
                    <a:pt x="1733" y="396"/>
                    <a:pt x="1489" y="730"/>
                  </a:cubicBezTo>
                  <a:cubicBezTo>
                    <a:pt x="1337" y="913"/>
                    <a:pt x="1216" y="1125"/>
                    <a:pt x="1064" y="1308"/>
                  </a:cubicBezTo>
                  <a:cubicBezTo>
                    <a:pt x="669" y="1703"/>
                    <a:pt x="304" y="2037"/>
                    <a:pt x="0" y="2463"/>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8"/>
            <p:cNvSpPr/>
            <p:nvPr/>
          </p:nvSpPr>
          <p:spPr>
            <a:xfrm>
              <a:off x="1442550" y="4055725"/>
              <a:ext cx="52475" cy="58525"/>
            </a:xfrm>
            <a:custGeom>
              <a:rect b="b" l="l" r="r" t="t"/>
              <a:pathLst>
                <a:path extrusionOk="0" fill="none" h="2341" w="2099">
                  <a:moveTo>
                    <a:pt x="2098" y="0"/>
                  </a:moveTo>
                  <a:cubicBezTo>
                    <a:pt x="1825" y="456"/>
                    <a:pt x="1399" y="851"/>
                    <a:pt x="1065" y="1277"/>
                  </a:cubicBezTo>
                  <a:cubicBezTo>
                    <a:pt x="761" y="1672"/>
                    <a:pt x="396" y="2037"/>
                    <a:pt x="1" y="2341"/>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8"/>
            <p:cNvSpPr/>
            <p:nvPr/>
          </p:nvSpPr>
          <p:spPr>
            <a:xfrm>
              <a:off x="1448625" y="4149175"/>
              <a:ext cx="41075" cy="58550"/>
            </a:xfrm>
            <a:custGeom>
              <a:rect b="b" l="l" r="r" t="t"/>
              <a:pathLst>
                <a:path extrusionOk="0" fill="none" h="2342" w="1643">
                  <a:moveTo>
                    <a:pt x="1642" y="1"/>
                  </a:moveTo>
                  <a:cubicBezTo>
                    <a:pt x="1186" y="852"/>
                    <a:pt x="396" y="1490"/>
                    <a:pt x="1" y="2341"/>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8"/>
            <p:cNvSpPr/>
            <p:nvPr/>
          </p:nvSpPr>
          <p:spPr>
            <a:xfrm>
              <a:off x="1480550" y="4193250"/>
              <a:ext cx="58550" cy="67650"/>
            </a:xfrm>
            <a:custGeom>
              <a:rect b="b" l="l" r="r" t="t"/>
              <a:pathLst>
                <a:path extrusionOk="0" fill="none" h="2706" w="2342">
                  <a:moveTo>
                    <a:pt x="2341" y="1"/>
                  </a:moveTo>
                  <a:cubicBezTo>
                    <a:pt x="1885" y="517"/>
                    <a:pt x="1490" y="1065"/>
                    <a:pt x="1064" y="1612"/>
                  </a:cubicBezTo>
                  <a:cubicBezTo>
                    <a:pt x="760" y="2007"/>
                    <a:pt x="365" y="2341"/>
                    <a:pt x="1" y="2706"/>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8"/>
            <p:cNvSpPr/>
            <p:nvPr/>
          </p:nvSpPr>
          <p:spPr>
            <a:xfrm>
              <a:off x="1442550" y="4389300"/>
              <a:ext cx="41075" cy="44100"/>
            </a:xfrm>
            <a:custGeom>
              <a:rect b="b" l="l" r="r" t="t"/>
              <a:pathLst>
                <a:path extrusionOk="0" fill="none" h="1764" w="1643">
                  <a:moveTo>
                    <a:pt x="1642" y="1"/>
                  </a:moveTo>
                  <a:cubicBezTo>
                    <a:pt x="1369" y="335"/>
                    <a:pt x="973" y="517"/>
                    <a:pt x="700" y="852"/>
                  </a:cubicBezTo>
                  <a:cubicBezTo>
                    <a:pt x="457" y="1156"/>
                    <a:pt x="244" y="1490"/>
                    <a:pt x="1" y="1764"/>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8"/>
            <p:cNvSpPr/>
            <p:nvPr/>
          </p:nvSpPr>
          <p:spPr>
            <a:xfrm>
              <a:off x="1392400" y="4501000"/>
              <a:ext cx="50175" cy="50175"/>
            </a:xfrm>
            <a:custGeom>
              <a:rect b="b" l="l" r="r" t="t"/>
              <a:pathLst>
                <a:path extrusionOk="0" fill="none" h="2007" w="2007">
                  <a:moveTo>
                    <a:pt x="2007" y="1"/>
                  </a:moveTo>
                  <a:cubicBezTo>
                    <a:pt x="1581" y="426"/>
                    <a:pt x="1217" y="882"/>
                    <a:pt x="821" y="1308"/>
                  </a:cubicBezTo>
                  <a:cubicBezTo>
                    <a:pt x="578" y="1551"/>
                    <a:pt x="244" y="1733"/>
                    <a:pt x="1" y="2007"/>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8"/>
            <p:cNvSpPr/>
            <p:nvPr/>
          </p:nvSpPr>
          <p:spPr>
            <a:xfrm>
              <a:off x="1474475" y="4295850"/>
              <a:ext cx="38025" cy="47125"/>
            </a:xfrm>
            <a:custGeom>
              <a:rect b="b" l="l" r="r" t="t"/>
              <a:pathLst>
                <a:path extrusionOk="0" fill="none" h="1885" w="1521">
                  <a:moveTo>
                    <a:pt x="1520" y="0"/>
                  </a:moveTo>
                  <a:cubicBezTo>
                    <a:pt x="1216" y="365"/>
                    <a:pt x="912" y="699"/>
                    <a:pt x="639" y="1094"/>
                  </a:cubicBezTo>
                  <a:cubicBezTo>
                    <a:pt x="426" y="1368"/>
                    <a:pt x="274" y="1641"/>
                    <a:pt x="0" y="1885"/>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8"/>
            <p:cNvSpPr/>
            <p:nvPr/>
          </p:nvSpPr>
          <p:spPr>
            <a:xfrm>
              <a:off x="1515500" y="4105100"/>
              <a:ext cx="23600" cy="29675"/>
            </a:xfrm>
            <a:custGeom>
              <a:rect b="b" l="l" r="r" t="t"/>
              <a:pathLst>
                <a:path extrusionOk="0" fill="none" h="1187" w="944">
                  <a:moveTo>
                    <a:pt x="943" y="1"/>
                  </a:moveTo>
                  <a:cubicBezTo>
                    <a:pt x="457" y="274"/>
                    <a:pt x="122" y="639"/>
                    <a:pt x="1" y="1186"/>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8"/>
            <p:cNvSpPr/>
            <p:nvPr/>
          </p:nvSpPr>
          <p:spPr>
            <a:xfrm>
              <a:off x="1351375" y="4281400"/>
              <a:ext cx="61575" cy="72975"/>
            </a:xfrm>
            <a:custGeom>
              <a:rect b="b" l="l" r="r" t="t"/>
              <a:pathLst>
                <a:path extrusionOk="0" fill="none" h="2919" w="2463">
                  <a:moveTo>
                    <a:pt x="2462" y="1"/>
                  </a:moveTo>
                  <a:cubicBezTo>
                    <a:pt x="2128" y="274"/>
                    <a:pt x="1702" y="548"/>
                    <a:pt x="1429" y="943"/>
                  </a:cubicBezTo>
                  <a:cubicBezTo>
                    <a:pt x="1247" y="1216"/>
                    <a:pt x="1064" y="1490"/>
                    <a:pt x="851" y="1764"/>
                  </a:cubicBezTo>
                  <a:cubicBezTo>
                    <a:pt x="578" y="2128"/>
                    <a:pt x="365" y="2645"/>
                    <a:pt x="0" y="2919"/>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8"/>
            <p:cNvSpPr/>
            <p:nvPr/>
          </p:nvSpPr>
          <p:spPr>
            <a:xfrm>
              <a:off x="1333900" y="4199325"/>
              <a:ext cx="44100" cy="46375"/>
            </a:xfrm>
            <a:custGeom>
              <a:rect b="b" l="l" r="r" t="t"/>
              <a:pathLst>
                <a:path extrusionOk="0" fill="none" h="1855" w="1764">
                  <a:moveTo>
                    <a:pt x="1763" y="1"/>
                  </a:moveTo>
                  <a:cubicBezTo>
                    <a:pt x="1368" y="122"/>
                    <a:pt x="1094" y="700"/>
                    <a:pt x="821" y="1004"/>
                  </a:cubicBezTo>
                  <a:cubicBezTo>
                    <a:pt x="547" y="1277"/>
                    <a:pt x="304" y="1581"/>
                    <a:pt x="0" y="1855"/>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8"/>
            <p:cNvSpPr/>
            <p:nvPr/>
          </p:nvSpPr>
          <p:spPr>
            <a:xfrm>
              <a:off x="1008650" y="4172750"/>
              <a:ext cx="46375" cy="58525"/>
            </a:xfrm>
            <a:custGeom>
              <a:rect b="b" l="l" r="r" t="t"/>
              <a:pathLst>
                <a:path extrusionOk="0" fill="none" h="2341" w="1855">
                  <a:moveTo>
                    <a:pt x="1855" y="0"/>
                  </a:moveTo>
                  <a:cubicBezTo>
                    <a:pt x="1277" y="790"/>
                    <a:pt x="670" y="1611"/>
                    <a:pt x="1" y="2340"/>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8"/>
            <p:cNvSpPr/>
            <p:nvPr/>
          </p:nvSpPr>
          <p:spPr>
            <a:xfrm>
              <a:off x="1114275" y="4193250"/>
              <a:ext cx="38025" cy="41075"/>
            </a:xfrm>
            <a:custGeom>
              <a:rect b="b" l="l" r="r" t="t"/>
              <a:pathLst>
                <a:path extrusionOk="0" fill="none" h="1643" w="1521">
                  <a:moveTo>
                    <a:pt x="1521" y="1"/>
                  </a:moveTo>
                  <a:cubicBezTo>
                    <a:pt x="1095" y="213"/>
                    <a:pt x="670" y="548"/>
                    <a:pt x="396" y="973"/>
                  </a:cubicBezTo>
                  <a:cubicBezTo>
                    <a:pt x="244" y="1186"/>
                    <a:pt x="183" y="1460"/>
                    <a:pt x="1" y="1642"/>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8"/>
            <p:cNvSpPr/>
            <p:nvPr/>
          </p:nvSpPr>
          <p:spPr>
            <a:xfrm>
              <a:off x="1216875" y="4187175"/>
              <a:ext cx="31925" cy="35750"/>
            </a:xfrm>
            <a:custGeom>
              <a:rect b="b" l="l" r="r" t="t"/>
              <a:pathLst>
                <a:path extrusionOk="0" fill="none" h="1430" w="1277">
                  <a:moveTo>
                    <a:pt x="1277" y="1"/>
                  </a:moveTo>
                  <a:cubicBezTo>
                    <a:pt x="912" y="335"/>
                    <a:pt x="547" y="517"/>
                    <a:pt x="335" y="943"/>
                  </a:cubicBezTo>
                  <a:cubicBezTo>
                    <a:pt x="243" y="1156"/>
                    <a:pt x="152" y="1247"/>
                    <a:pt x="0" y="1429"/>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8"/>
            <p:cNvSpPr/>
            <p:nvPr/>
          </p:nvSpPr>
          <p:spPr>
            <a:xfrm>
              <a:off x="1286775" y="4178825"/>
              <a:ext cx="44100" cy="43325"/>
            </a:xfrm>
            <a:custGeom>
              <a:rect b="b" l="l" r="r" t="t"/>
              <a:pathLst>
                <a:path extrusionOk="0" fill="none" h="1733" w="1764">
                  <a:moveTo>
                    <a:pt x="1764" y="0"/>
                  </a:moveTo>
                  <a:cubicBezTo>
                    <a:pt x="1186" y="487"/>
                    <a:pt x="457" y="1094"/>
                    <a:pt x="1" y="1733"/>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8"/>
            <p:cNvSpPr/>
            <p:nvPr/>
          </p:nvSpPr>
          <p:spPr>
            <a:xfrm>
              <a:off x="1146200" y="4310275"/>
              <a:ext cx="58525" cy="64625"/>
            </a:xfrm>
            <a:custGeom>
              <a:rect b="b" l="l" r="r" t="t"/>
              <a:pathLst>
                <a:path extrusionOk="0" fill="none" h="2585" w="2341">
                  <a:moveTo>
                    <a:pt x="2341" y="1"/>
                  </a:moveTo>
                  <a:cubicBezTo>
                    <a:pt x="2037" y="92"/>
                    <a:pt x="1763" y="639"/>
                    <a:pt x="1611" y="852"/>
                  </a:cubicBezTo>
                  <a:cubicBezTo>
                    <a:pt x="1429" y="1064"/>
                    <a:pt x="1247" y="1247"/>
                    <a:pt x="1064" y="1429"/>
                  </a:cubicBezTo>
                  <a:cubicBezTo>
                    <a:pt x="669" y="1794"/>
                    <a:pt x="335" y="2189"/>
                    <a:pt x="0" y="2584"/>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8"/>
            <p:cNvSpPr/>
            <p:nvPr/>
          </p:nvSpPr>
          <p:spPr>
            <a:xfrm>
              <a:off x="1102125" y="4286725"/>
              <a:ext cx="50175" cy="56250"/>
            </a:xfrm>
            <a:custGeom>
              <a:rect b="b" l="l" r="r" t="t"/>
              <a:pathLst>
                <a:path extrusionOk="0" fill="none" h="2250" w="2007">
                  <a:moveTo>
                    <a:pt x="2007" y="0"/>
                  </a:moveTo>
                  <a:cubicBezTo>
                    <a:pt x="1277" y="730"/>
                    <a:pt x="639" y="1490"/>
                    <a:pt x="1" y="2250"/>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8"/>
            <p:cNvSpPr/>
            <p:nvPr/>
          </p:nvSpPr>
          <p:spPr>
            <a:xfrm>
              <a:off x="994225" y="4310275"/>
              <a:ext cx="49425" cy="50175"/>
            </a:xfrm>
            <a:custGeom>
              <a:rect b="b" l="l" r="r" t="t"/>
              <a:pathLst>
                <a:path extrusionOk="0" fill="none" h="2007" w="1977">
                  <a:moveTo>
                    <a:pt x="1976" y="1"/>
                  </a:moveTo>
                  <a:cubicBezTo>
                    <a:pt x="1551" y="426"/>
                    <a:pt x="1155" y="852"/>
                    <a:pt x="730" y="1247"/>
                  </a:cubicBezTo>
                  <a:cubicBezTo>
                    <a:pt x="487" y="1520"/>
                    <a:pt x="183" y="1703"/>
                    <a:pt x="0" y="2007"/>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8"/>
            <p:cNvSpPr/>
            <p:nvPr/>
          </p:nvSpPr>
          <p:spPr>
            <a:xfrm>
              <a:off x="887825" y="4313325"/>
              <a:ext cx="41075" cy="38000"/>
            </a:xfrm>
            <a:custGeom>
              <a:rect b="b" l="l" r="r" t="t"/>
              <a:pathLst>
                <a:path extrusionOk="0" fill="none" h="1520" w="1643">
                  <a:moveTo>
                    <a:pt x="1642" y="0"/>
                  </a:moveTo>
                  <a:cubicBezTo>
                    <a:pt x="1308" y="335"/>
                    <a:pt x="974" y="699"/>
                    <a:pt x="639" y="1034"/>
                  </a:cubicBezTo>
                  <a:cubicBezTo>
                    <a:pt x="426" y="1216"/>
                    <a:pt x="214" y="1338"/>
                    <a:pt x="1" y="1520"/>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8"/>
            <p:cNvSpPr/>
            <p:nvPr/>
          </p:nvSpPr>
          <p:spPr>
            <a:xfrm>
              <a:off x="882525" y="4234300"/>
              <a:ext cx="41050" cy="47125"/>
            </a:xfrm>
            <a:custGeom>
              <a:rect b="b" l="l" r="r" t="t"/>
              <a:pathLst>
                <a:path extrusionOk="0" fill="none" h="1885" w="1642">
                  <a:moveTo>
                    <a:pt x="1642" y="0"/>
                  </a:moveTo>
                  <a:cubicBezTo>
                    <a:pt x="1003" y="517"/>
                    <a:pt x="578" y="1307"/>
                    <a:pt x="0" y="1885"/>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8"/>
            <p:cNvSpPr/>
            <p:nvPr/>
          </p:nvSpPr>
          <p:spPr>
            <a:xfrm>
              <a:off x="770800" y="4368800"/>
              <a:ext cx="47150" cy="53200"/>
            </a:xfrm>
            <a:custGeom>
              <a:rect b="b" l="l" r="r" t="t"/>
              <a:pathLst>
                <a:path extrusionOk="0" fill="none" h="2128" w="1886">
                  <a:moveTo>
                    <a:pt x="1886" y="0"/>
                  </a:moveTo>
                  <a:cubicBezTo>
                    <a:pt x="1399" y="426"/>
                    <a:pt x="974" y="882"/>
                    <a:pt x="579" y="1398"/>
                  </a:cubicBezTo>
                  <a:cubicBezTo>
                    <a:pt x="396" y="1641"/>
                    <a:pt x="244" y="1885"/>
                    <a:pt x="1" y="2128"/>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8"/>
            <p:cNvSpPr/>
            <p:nvPr/>
          </p:nvSpPr>
          <p:spPr>
            <a:xfrm>
              <a:off x="723700" y="4483525"/>
              <a:ext cx="41050" cy="50175"/>
            </a:xfrm>
            <a:custGeom>
              <a:rect b="b" l="l" r="r" t="t"/>
              <a:pathLst>
                <a:path extrusionOk="0" fill="none" h="2007" w="1642">
                  <a:moveTo>
                    <a:pt x="1642" y="1"/>
                  </a:moveTo>
                  <a:cubicBezTo>
                    <a:pt x="1277" y="426"/>
                    <a:pt x="943" y="791"/>
                    <a:pt x="700" y="1247"/>
                  </a:cubicBezTo>
                  <a:cubicBezTo>
                    <a:pt x="548" y="1551"/>
                    <a:pt x="274" y="1825"/>
                    <a:pt x="0" y="2007"/>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8"/>
            <p:cNvSpPr/>
            <p:nvPr/>
          </p:nvSpPr>
          <p:spPr>
            <a:xfrm>
              <a:off x="709250" y="4583075"/>
              <a:ext cx="31950" cy="38025"/>
            </a:xfrm>
            <a:custGeom>
              <a:rect b="b" l="l" r="r" t="t"/>
              <a:pathLst>
                <a:path extrusionOk="0" fill="none" h="1521" w="1278">
                  <a:moveTo>
                    <a:pt x="1278" y="1"/>
                  </a:moveTo>
                  <a:cubicBezTo>
                    <a:pt x="974" y="457"/>
                    <a:pt x="578" y="1338"/>
                    <a:pt x="1" y="1520"/>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8"/>
            <p:cNvSpPr/>
            <p:nvPr/>
          </p:nvSpPr>
          <p:spPr>
            <a:xfrm>
              <a:off x="694825" y="4404500"/>
              <a:ext cx="20550" cy="28900"/>
            </a:xfrm>
            <a:custGeom>
              <a:rect b="b" l="l" r="r" t="t"/>
              <a:pathLst>
                <a:path extrusionOk="0" fill="none" h="1156" w="822">
                  <a:moveTo>
                    <a:pt x="821" y="1"/>
                  </a:moveTo>
                  <a:cubicBezTo>
                    <a:pt x="456" y="335"/>
                    <a:pt x="335" y="821"/>
                    <a:pt x="0" y="1156"/>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8"/>
            <p:cNvSpPr/>
            <p:nvPr/>
          </p:nvSpPr>
          <p:spPr>
            <a:xfrm>
              <a:off x="577050" y="4404500"/>
              <a:ext cx="20525" cy="26625"/>
            </a:xfrm>
            <a:custGeom>
              <a:rect b="b" l="l" r="r" t="t"/>
              <a:pathLst>
                <a:path extrusionOk="0" fill="none" h="1065" w="821">
                  <a:moveTo>
                    <a:pt x="821" y="1"/>
                  </a:moveTo>
                  <a:cubicBezTo>
                    <a:pt x="517" y="335"/>
                    <a:pt x="304" y="730"/>
                    <a:pt x="0" y="1065"/>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8"/>
            <p:cNvSpPr/>
            <p:nvPr/>
          </p:nvSpPr>
          <p:spPr>
            <a:xfrm>
              <a:off x="873400" y="4407550"/>
              <a:ext cx="38025" cy="58525"/>
            </a:xfrm>
            <a:custGeom>
              <a:rect b="b" l="l" r="r" t="t"/>
              <a:pathLst>
                <a:path extrusionOk="0" fill="none" h="2341" w="1521">
                  <a:moveTo>
                    <a:pt x="1520" y="0"/>
                  </a:moveTo>
                  <a:cubicBezTo>
                    <a:pt x="1490" y="304"/>
                    <a:pt x="1095" y="699"/>
                    <a:pt x="943" y="943"/>
                  </a:cubicBezTo>
                  <a:cubicBezTo>
                    <a:pt x="821" y="1155"/>
                    <a:pt x="669" y="1338"/>
                    <a:pt x="548" y="1520"/>
                  </a:cubicBezTo>
                  <a:cubicBezTo>
                    <a:pt x="365" y="1733"/>
                    <a:pt x="31" y="2037"/>
                    <a:pt x="0" y="2341"/>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8"/>
            <p:cNvSpPr/>
            <p:nvPr/>
          </p:nvSpPr>
          <p:spPr>
            <a:xfrm>
              <a:off x="955475" y="4421975"/>
              <a:ext cx="50175" cy="55500"/>
            </a:xfrm>
            <a:custGeom>
              <a:rect b="b" l="l" r="r" t="t"/>
              <a:pathLst>
                <a:path extrusionOk="0" fill="none" h="2220" w="2007">
                  <a:moveTo>
                    <a:pt x="2006" y="1"/>
                  </a:moveTo>
                  <a:cubicBezTo>
                    <a:pt x="1611" y="244"/>
                    <a:pt x="1398" y="335"/>
                    <a:pt x="1155" y="669"/>
                  </a:cubicBezTo>
                  <a:cubicBezTo>
                    <a:pt x="1034" y="882"/>
                    <a:pt x="912" y="1095"/>
                    <a:pt x="760" y="1277"/>
                  </a:cubicBezTo>
                  <a:cubicBezTo>
                    <a:pt x="517" y="1612"/>
                    <a:pt x="304" y="1946"/>
                    <a:pt x="0" y="2220"/>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8"/>
            <p:cNvSpPr/>
            <p:nvPr/>
          </p:nvSpPr>
          <p:spPr>
            <a:xfrm>
              <a:off x="1084650" y="4415900"/>
              <a:ext cx="26625" cy="32700"/>
            </a:xfrm>
            <a:custGeom>
              <a:rect b="b" l="l" r="r" t="t"/>
              <a:pathLst>
                <a:path extrusionOk="0" fill="none" h="1308" w="1065">
                  <a:moveTo>
                    <a:pt x="1064" y="1"/>
                  </a:moveTo>
                  <a:cubicBezTo>
                    <a:pt x="730" y="365"/>
                    <a:pt x="152" y="821"/>
                    <a:pt x="0" y="1308"/>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8"/>
            <p:cNvSpPr/>
            <p:nvPr/>
          </p:nvSpPr>
          <p:spPr>
            <a:xfrm>
              <a:off x="1122650" y="4451625"/>
              <a:ext cx="44100" cy="58525"/>
            </a:xfrm>
            <a:custGeom>
              <a:rect b="b" l="l" r="r" t="t"/>
              <a:pathLst>
                <a:path extrusionOk="0" fill="none" h="2341" w="1764">
                  <a:moveTo>
                    <a:pt x="1763" y="0"/>
                  </a:moveTo>
                  <a:cubicBezTo>
                    <a:pt x="1368" y="517"/>
                    <a:pt x="1003" y="1094"/>
                    <a:pt x="578" y="1611"/>
                  </a:cubicBezTo>
                  <a:cubicBezTo>
                    <a:pt x="395" y="1854"/>
                    <a:pt x="243" y="2158"/>
                    <a:pt x="0" y="2341"/>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8"/>
            <p:cNvSpPr/>
            <p:nvPr/>
          </p:nvSpPr>
          <p:spPr>
            <a:xfrm>
              <a:off x="1245750" y="4327750"/>
              <a:ext cx="29650" cy="32700"/>
            </a:xfrm>
            <a:custGeom>
              <a:rect b="b" l="l" r="r" t="t"/>
              <a:pathLst>
                <a:path extrusionOk="0" fill="none" h="1308" w="1186">
                  <a:moveTo>
                    <a:pt x="1186" y="1"/>
                  </a:moveTo>
                  <a:cubicBezTo>
                    <a:pt x="851" y="213"/>
                    <a:pt x="456" y="487"/>
                    <a:pt x="304" y="852"/>
                  </a:cubicBezTo>
                  <a:cubicBezTo>
                    <a:pt x="213" y="1034"/>
                    <a:pt x="183" y="1156"/>
                    <a:pt x="0" y="1308"/>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8"/>
            <p:cNvSpPr/>
            <p:nvPr/>
          </p:nvSpPr>
          <p:spPr>
            <a:xfrm>
              <a:off x="1284500" y="4418950"/>
              <a:ext cx="31950" cy="44100"/>
            </a:xfrm>
            <a:custGeom>
              <a:rect b="b" l="l" r="r" t="t"/>
              <a:pathLst>
                <a:path extrusionOk="0" fill="none" h="1764" w="1278">
                  <a:moveTo>
                    <a:pt x="1277" y="0"/>
                  </a:moveTo>
                  <a:cubicBezTo>
                    <a:pt x="943" y="395"/>
                    <a:pt x="578" y="821"/>
                    <a:pt x="304" y="1246"/>
                  </a:cubicBezTo>
                  <a:cubicBezTo>
                    <a:pt x="183" y="1398"/>
                    <a:pt x="122" y="1611"/>
                    <a:pt x="0" y="1763"/>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8"/>
            <p:cNvSpPr/>
            <p:nvPr/>
          </p:nvSpPr>
          <p:spPr>
            <a:xfrm>
              <a:off x="1292850" y="4507100"/>
              <a:ext cx="35000" cy="49400"/>
            </a:xfrm>
            <a:custGeom>
              <a:rect b="b" l="l" r="r" t="t"/>
              <a:pathLst>
                <a:path extrusionOk="0" fill="none" h="1976" w="1400">
                  <a:moveTo>
                    <a:pt x="1399" y="0"/>
                  </a:moveTo>
                  <a:cubicBezTo>
                    <a:pt x="822" y="517"/>
                    <a:pt x="548" y="1398"/>
                    <a:pt x="1" y="1976"/>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8"/>
            <p:cNvSpPr/>
            <p:nvPr/>
          </p:nvSpPr>
          <p:spPr>
            <a:xfrm>
              <a:off x="1257900" y="4627150"/>
              <a:ext cx="44100" cy="52450"/>
            </a:xfrm>
            <a:custGeom>
              <a:rect b="b" l="l" r="r" t="t"/>
              <a:pathLst>
                <a:path extrusionOk="0" fill="none" h="2098" w="1764">
                  <a:moveTo>
                    <a:pt x="1764" y="1"/>
                  </a:moveTo>
                  <a:cubicBezTo>
                    <a:pt x="1308" y="517"/>
                    <a:pt x="882" y="1034"/>
                    <a:pt x="457" y="1520"/>
                  </a:cubicBezTo>
                  <a:cubicBezTo>
                    <a:pt x="335" y="1672"/>
                    <a:pt x="31" y="1946"/>
                    <a:pt x="1" y="2098"/>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8"/>
            <p:cNvSpPr/>
            <p:nvPr/>
          </p:nvSpPr>
          <p:spPr>
            <a:xfrm>
              <a:off x="1175825" y="4636275"/>
              <a:ext cx="41075" cy="49425"/>
            </a:xfrm>
            <a:custGeom>
              <a:rect b="b" l="l" r="r" t="t"/>
              <a:pathLst>
                <a:path extrusionOk="0" fill="none" h="1977" w="1643">
                  <a:moveTo>
                    <a:pt x="1642" y="0"/>
                  </a:moveTo>
                  <a:cubicBezTo>
                    <a:pt x="1156" y="304"/>
                    <a:pt x="852" y="791"/>
                    <a:pt x="578" y="1277"/>
                  </a:cubicBezTo>
                  <a:cubicBezTo>
                    <a:pt x="426" y="1550"/>
                    <a:pt x="214" y="1763"/>
                    <a:pt x="1" y="1976"/>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8"/>
            <p:cNvSpPr/>
            <p:nvPr/>
          </p:nvSpPr>
          <p:spPr>
            <a:xfrm>
              <a:off x="1175825" y="4530650"/>
              <a:ext cx="49425" cy="64600"/>
            </a:xfrm>
            <a:custGeom>
              <a:rect b="b" l="l" r="r" t="t"/>
              <a:pathLst>
                <a:path extrusionOk="0" fill="none" h="2584" w="1977">
                  <a:moveTo>
                    <a:pt x="1977" y="0"/>
                  </a:moveTo>
                  <a:cubicBezTo>
                    <a:pt x="1581" y="426"/>
                    <a:pt x="1156" y="943"/>
                    <a:pt x="822" y="1429"/>
                  </a:cubicBezTo>
                  <a:cubicBezTo>
                    <a:pt x="548" y="1824"/>
                    <a:pt x="305" y="2219"/>
                    <a:pt x="1" y="2584"/>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8"/>
            <p:cNvSpPr/>
            <p:nvPr/>
          </p:nvSpPr>
          <p:spPr>
            <a:xfrm>
              <a:off x="1067175" y="4662100"/>
              <a:ext cx="38025" cy="47150"/>
            </a:xfrm>
            <a:custGeom>
              <a:rect b="b" l="l" r="r" t="t"/>
              <a:pathLst>
                <a:path extrusionOk="0" fill="none" h="1886" w="1521">
                  <a:moveTo>
                    <a:pt x="1520" y="1"/>
                  </a:moveTo>
                  <a:cubicBezTo>
                    <a:pt x="1186" y="426"/>
                    <a:pt x="943" y="943"/>
                    <a:pt x="578" y="1308"/>
                  </a:cubicBezTo>
                  <a:cubicBezTo>
                    <a:pt x="395" y="1521"/>
                    <a:pt x="183" y="1703"/>
                    <a:pt x="0" y="1885"/>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8"/>
            <p:cNvSpPr/>
            <p:nvPr/>
          </p:nvSpPr>
          <p:spPr>
            <a:xfrm>
              <a:off x="1105175" y="4697825"/>
              <a:ext cx="32700" cy="38025"/>
            </a:xfrm>
            <a:custGeom>
              <a:rect b="b" l="l" r="r" t="t"/>
              <a:pathLst>
                <a:path extrusionOk="0" fill="none" h="1521" w="1308">
                  <a:moveTo>
                    <a:pt x="1307" y="0"/>
                  </a:moveTo>
                  <a:cubicBezTo>
                    <a:pt x="942" y="335"/>
                    <a:pt x="578" y="699"/>
                    <a:pt x="304" y="1125"/>
                  </a:cubicBezTo>
                  <a:cubicBezTo>
                    <a:pt x="243" y="1247"/>
                    <a:pt x="182" y="1490"/>
                    <a:pt x="0" y="1520"/>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8"/>
            <p:cNvSpPr/>
            <p:nvPr/>
          </p:nvSpPr>
          <p:spPr>
            <a:xfrm>
              <a:off x="1061100" y="4556475"/>
              <a:ext cx="34975" cy="44100"/>
            </a:xfrm>
            <a:custGeom>
              <a:rect b="b" l="l" r="r" t="t"/>
              <a:pathLst>
                <a:path extrusionOk="0" fill="none" h="1764" w="1399">
                  <a:moveTo>
                    <a:pt x="1398" y="1"/>
                  </a:moveTo>
                  <a:cubicBezTo>
                    <a:pt x="942" y="274"/>
                    <a:pt x="578" y="730"/>
                    <a:pt x="365" y="1247"/>
                  </a:cubicBezTo>
                  <a:cubicBezTo>
                    <a:pt x="304" y="1338"/>
                    <a:pt x="274" y="1460"/>
                    <a:pt x="213" y="1551"/>
                  </a:cubicBezTo>
                  <a:cubicBezTo>
                    <a:pt x="152" y="1642"/>
                    <a:pt x="31" y="1642"/>
                    <a:pt x="0" y="1764"/>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8"/>
            <p:cNvSpPr/>
            <p:nvPr/>
          </p:nvSpPr>
          <p:spPr>
            <a:xfrm>
              <a:off x="923550" y="4653750"/>
              <a:ext cx="41050" cy="55500"/>
            </a:xfrm>
            <a:custGeom>
              <a:rect b="b" l="l" r="r" t="t"/>
              <a:pathLst>
                <a:path extrusionOk="0" fill="none" h="2220" w="1642">
                  <a:moveTo>
                    <a:pt x="1642" y="0"/>
                  </a:moveTo>
                  <a:cubicBezTo>
                    <a:pt x="1277" y="487"/>
                    <a:pt x="912" y="1003"/>
                    <a:pt x="517" y="1520"/>
                  </a:cubicBezTo>
                  <a:cubicBezTo>
                    <a:pt x="365" y="1733"/>
                    <a:pt x="183" y="2007"/>
                    <a:pt x="1" y="2219"/>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8"/>
            <p:cNvSpPr/>
            <p:nvPr/>
          </p:nvSpPr>
          <p:spPr>
            <a:xfrm>
              <a:off x="947100" y="4527600"/>
              <a:ext cx="44100" cy="55500"/>
            </a:xfrm>
            <a:custGeom>
              <a:rect b="b" l="l" r="r" t="t"/>
              <a:pathLst>
                <a:path extrusionOk="0" fill="none" h="2220" w="1764">
                  <a:moveTo>
                    <a:pt x="1764" y="1"/>
                  </a:moveTo>
                  <a:cubicBezTo>
                    <a:pt x="821" y="517"/>
                    <a:pt x="639" y="1490"/>
                    <a:pt x="1" y="2220"/>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8"/>
            <p:cNvSpPr/>
            <p:nvPr/>
          </p:nvSpPr>
          <p:spPr>
            <a:xfrm>
              <a:off x="820975" y="4527600"/>
              <a:ext cx="49400" cy="64625"/>
            </a:xfrm>
            <a:custGeom>
              <a:rect b="b" l="l" r="r" t="t"/>
              <a:pathLst>
                <a:path extrusionOk="0" fill="none" h="2585" w="1976">
                  <a:moveTo>
                    <a:pt x="1976" y="1"/>
                  </a:moveTo>
                  <a:cubicBezTo>
                    <a:pt x="1398" y="487"/>
                    <a:pt x="973" y="913"/>
                    <a:pt x="517" y="1521"/>
                  </a:cubicBezTo>
                  <a:cubicBezTo>
                    <a:pt x="274" y="1855"/>
                    <a:pt x="182" y="2220"/>
                    <a:pt x="0" y="2584"/>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8"/>
            <p:cNvSpPr/>
            <p:nvPr/>
          </p:nvSpPr>
          <p:spPr>
            <a:xfrm>
              <a:off x="827050" y="4659825"/>
              <a:ext cx="38025" cy="46375"/>
            </a:xfrm>
            <a:custGeom>
              <a:rect b="b" l="l" r="r" t="t"/>
              <a:pathLst>
                <a:path extrusionOk="0" fill="none" h="1855" w="1521">
                  <a:moveTo>
                    <a:pt x="1520" y="1"/>
                  </a:moveTo>
                  <a:cubicBezTo>
                    <a:pt x="1125" y="365"/>
                    <a:pt x="608" y="730"/>
                    <a:pt x="335" y="1186"/>
                  </a:cubicBezTo>
                  <a:cubicBezTo>
                    <a:pt x="274" y="1308"/>
                    <a:pt x="243" y="1429"/>
                    <a:pt x="183" y="1520"/>
                  </a:cubicBezTo>
                  <a:cubicBezTo>
                    <a:pt x="122" y="1642"/>
                    <a:pt x="0" y="1703"/>
                    <a:pt x="0" y="1855"/>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8"/>
            <p:cNvSpPr/>
            <p:nvPr/>
          </p:nvSpPr>
          <p:spPr>
            <a:xfrm>
              <a:off x="772325" y="4647675"/>
              <a:ext cx="22075" cy="23575"/>
            </a:xfrm>
            <a:custGeom>
              <a:rect b="b" l="l" r="r" t="t"/>
              <a:pathLst>
                <a:path extrusionOk="0" fill="none" h="943" w="883">
                  <a:moveTo>
                    <a:pt x="882" y="0"/>
                  </a:moveTo>
                  <a:cubicBezTo>
                    <a:pt x="609" y="152"/>
                    <a:pt x="1" y="578"/>
                    <a:pt x="62" y="943"/>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8"/>
            <p:cNvSpPr/>
            <p:nvPr/>
          </p:nvSpPr>
          <p:spPr>
            <a:xfrm>
              <a:off x="988150" y="4682625"/>
              <a:ext cx="28900" cy="38775"/>
            </a:xfrm>
            <a:custGeom>
              <a:rect b="b" l="l" r="r" t="t"/>
              <a:pathLst>
                <a:path extrusionOk="0" fill="none" h="1551" w="1156">
                  <a:moveTo>
                    <a:pt x="1155" y="0"/>
                  </a:moveTo>
                  <a:cubicBezTo>
                    <a:pt x="760" y="396"/>
                    <a:pt x="547" y="578"/>
                    <a:pt x="335" y="1034"/>
                  </a:cubicBezTo>
                  <a:cubicBezTo>
                    <a:pt x="274" y="1216"/>
                    <a:pt x="152" y="1429"/>
                    <a:pt x="0" y="1551"/>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8"/>
            <p:cNvSpPr/>
            <p:nvPr/>
          </p:nvSpPr>
          <p:spPr>
            <a:xfrm>
              <a:off x="1357450" y="4407550"/>
              <a:ext cx="23575" cy="34975"/>
            </a:xfrm>
            <a:custGeom>
              <a:rect b="b" l="l" r="r" t="t"/>
              <a:pathLst>
                <a:path extrusionOk="0" fill="none" h="1399" w="943">
                  <a:moveTo>
                    <a:pt x="943" y="0"/>
                  </a:moveTo>
                  <a:cubicBezTo>
                    <a:pt x="669" y="304"/>
                    <a:pt x="426" y="639"/>
                    <a:pt x="213" y="973"/>
                  </a:cubicBezTo>
                  <a:cubicBezTo>
                    <a:pt x="122" y="1125"/>
                    <a:pt x="0" y="1246"/>
                    <a:pt x="0" y="1398"/>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8"/>
            <p:cNvSpPr/>
            <p:nvPr/>
          </p:nvSpPr>
          <p:spPr>
            <a:xfrm>
              <a:off x="1349100" y="4603600"/>
              <a:ext cx="19775" cy="17500"/>
            </a:xfrm>
            <a:custGeom>
              <a:rect b="b" l="l" r="r" t="t"/>
              <a:pathLst>
                <a:path extrusionOk="0" fill="none" h="700" w="791">
                  <a:moveTo>
                    <a:pt x="790" y="0"/>
                  </a:moveTo>
                  <a:cubicBezTo>
                    <a:pt x="578" y="213"/>
                    <a:pt x="213" y="456"/>
                    <a:pt x="0" y="699"/>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8"/>
            <p:cNvSpPr/>
            <p:nvPr/>
          </p:nvSpPr>
          <p:spPr>
            <a:xfrm>
              <a:off x="1005238" y="38760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solidFill>
              <a:schemeClr val="accent4"/>
            </a:solid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 name="Google Shape;978;p8"/>
          <p:cNvSpPr/>
          <p:nvPr/>
        </p:nvSpPr>
        <p:spPr>
          <a:xfrm rot="8872980">
            <a:off x="4374650" y="4653870"/>
            <a:ext cx="781523" cy="265637"/>
          </a:xfrm>
          <a:custGeom>
            <a:rect b="b" l="l" r="r" t="t"/>
            <a:pathLst>
              <a:path extrusionOk="0" h="9405" w="13944">
                <a:moveTo>
                  <a:pt x="0" y="1"/>
                </a:moveTo>
                <a:lnTo>
                  <a:pt x="0" y="1"/>
                </a:lnTo>
                <a:cubicBezTo>
                  <a:pt x="2936" y="1802"/>
                  <a:pt x="5504" y="4170"/>
                  <a:pt x="7539" y="6972"/>
                </a:cubicBezTo>
                <a:cubicBezTo>
                  <a:pt x="8006" y="7573"/>
                  <a:pt x="8473" y="8273"/>
                  <a:pt x="9240" y="8507"/>
                </a:cubicBezTo>
                <a:cubicBezTo>
                  <a:pt x="9040" y="7640"/>
                  <a:pt x="8640" y="6839"/>
                  <a:pt x="8040" y="6172"/>
                </a:cubicBezTo>
                <a:lnTo>
                  <a:pt x="8040" y="6172"/>
                </a:lnTo>
                <a:cubicBezTo>
                  <a:pt x="9941" y="6672"/>
                  <a:pt x="11475" y="8040"/>
                  <a:pt x="13076" y="9141"/>
                </a:cubicBezTo>
                <a:cubicBezTo>
                  <a:pt x="13287" y="9272"/>
                  <a:pt x="13519" y="9404"/>
                  <a:pt x="13755" y="9404"/>
                </a:cubicBezTo>
                <a:cubicBezTo>
                  <a:pt x="13818" y="9404"/>
                  <a:pt x="13881" y="9395"/>
                  <a:pt x="13944" y="9374"/>
                </a:cubicBezTo>
                <a:cubicBezTo>
                  <a:pt x="13944" y="8907"/>
                  <a:pt x="13610" y="8540"/>
                  <a:pt x="13310" y="8207"/>
                </a:cubicBezTo>
                <a:cubicBezTo>
                  <a:pt x="11509" y="6239"/>
                  <a:pt x="9674" y="4270"/>
                  <a:pt x="7506" y="2703"/>
                </a:cubicBezTo>
                <a:cubicBezTo>
                  <a:pt x="5371" y="1168"/>
                  <a:pt x="2669" y="13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8"/>
          <p:cNvSpPr/>
          <p:nvPr/>
        </p:nvSpPr>
        <p:spPr>
          <a:xfrm rot="-698890">
            <a:off x="507025" y="1528793"/>
            <a:ext cx="256048" cy="275348"/>
          </a:xfrm>
          <a:custGeom>
            <a:rect b="b" l="l" r="r" t="t"/>
            <a:pathLst>
              <a:path extrusionOk="0" h="11014" w="10242">
                <a:moveTo>
                  <a:pt x="4204" y="0"/>
                </a:moveTo>
                <a:lnTo>
                  <a:pt x="4204" y="0"/>
                </a:lnTo>
                <a:cubicBezTo>
                  <a:pt x="3804" y="133"/>
                  <a:pt x="3370" y="300"/>
                  <a:pt x="2970" y="567"/>
                </a:cubicBezTo>
                <a:cubicBezTo>
                  <a:pt x="568" y="2102"/>
                  <a:pt x="1" y="5537"/>
                  <a:pt x="1735" y="8206"/>
                </a:cubicBezTo>
                <a:cubicBezTo>
                  <a:pt x="2881" y="10003"/>
                  <a:pt x="4783" y="11013"/>
                  <a:pt x="6636" y="11013"/>
                </a:cubicBezTo>
                <a:cubicBezTo>
                  <a:pt x="7535" y="11013"/>
                  <a:pt x="8423" y="10775"/>
                  <a:pt x="9207" y="10274"/>
                </a:cubicBezTo>
                <a:cubicBezTo>
                  <a:pt x="9608" y="10007"/>
                  <a:pt x="9941" y="9707"/>
                  <a:pt x="10242" y="9373"/>
                </a:cubicBezTo>
                <a:lnTo>
                  <a:pt x="10242" y="9373"/>
                </a:lnTo>
                <a:cubicBezTo>
                  <a:pt x="9797" y="9499"/>
                  <a:pt x="9340" y="9561"/>
                  <a:pt x="8881" y="9561"/>
                </a:cubicBezTo>
                <a:cubicBezTo>
                  <a:pt x="7031" y="9561"/>
                  <a:pt x="5153" y="8562"/>
                  <a:pt x="4004" y="6772"/>
                </a:cubicBezTo>
                <a:cubicBezTo>
                  <a:pt x="2536" y="4503"/>
                  <a:pt x="2703" y="1735"/>
                  <a:pt x="42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 name="Google Shape;980;p8"/>
          <p:cNvGrpSpPr/>
          <p:nvPr/>
        </p:nvGrpSpPr>
        <p:grpSpPr>
          <a:xfrm rot="5400000">
            <a:off x="7976874" y="2487538"/>
            <a:ext cx="914314" cy="444971"/>
            <a:chOff x="2378750" y="627850"/>
            <a:chExt cx="1312350" cy="638775"/>
          </a:xfrm>
        </p:grpSpPr>
        <p:sp>
          <p:nvSpPr>
            <p:cNvPr id="981" name="Google Shape;981;p8"/>
            <p:cNvSpPr/>
            <p:nvPr/>
          </p:nvSpPr>
          <p:spPr>
            <a:xfrm>
              <a:off x="2514775" y="795425"/>
              <a:ext cx="1070400" cy="471200"/>
            </a:xfrm>
            <a:custGeom>
              <a:rect b="b" l="l" r="r" t="t"/>
              <a:pathLst>
                <a:path extrusionOk="0" h="18848" w="42816">
                  <a:moveTo>
                    <a:pt x="20996" y="1"/>
                  </a:moveTo>
                  <a:cubicBezTo>
                    <a:pt x="12718" y="1"/>
                    <a:pt x="4488" y="3311"/>
                    <a:pt x="0" y="10258"/>
                  </a:cubicBezTo>
                  <a:cubicBezTo>
                    <a:pt x="182" y="12508"/>
                    <a:pt x="5775" y="15030"/>
                    <a:pt x="7660" y="15851"/>
                  </a:cubicBezTo>
                  <a:cubicBezTo>
                    <a:pt x="11550" y="17553"/>
                    <a:pt x="15684" y="18587"/>
                    <a:pt x="19940" y="18769"/>
                  </a:cubicBezTo>
                  <a:cubicBezTo>
                    <a:pt x="20924" y="18819"/>
                    <a:pt x="21933" y="18848"/>
                    <a:pt x="22955" y="18848"/>
                  </a:cubicBezTo>
                  <a:cubicBezTo>
                    <a:pt x="28811" y="18848"/>
                    <a:pt x="35104" y="17899"/>
                    <a:pt x="39788" y="14483"/>
                  </a:cubicBezTo>
                  <a:cubicBezTo>
                    <a:pt x="40730" y="13784"/>
                    <a:pt x="41521" y="12994"/>
                    <a:pt x="42129" y="12021"/>
                  </a:cubicBezTo>
                  <a:cubicBezTo>
                    <a:pt x="42417" y="11473"/>
                    <a:pt x="42815" y="9665"/>
                    <a:pt x="42335" y="9665"/>
                  </a:cubicBezTo>
                  <a:cubicBezTo>
                    <a:pt x="42309" y="9665"/>
                    <a:pt x="42281" y="9670"/>
                    <a:pt x="42250" y="9681"/>
                  </a:cubicBezTo>
                  <a:cubicBezTo>
                    <a:pt x="40487" y="8070"/>
                    <a:pt x="39119" y="6064"/>
                    <a:pt x="37052" y="4666"/>
                  </a:cubicBezTo>
                  <a:cubicBezTo>
                    <a:pt x="32498" y="1592"/>
                    <a:pt x="26735" y="1"/>
                    <a:pt x="2099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8"/>
            <p:cNvSpPr/>
            <p:nvPr/>
          </p:nvSpPr>
          <p:spPr>
            <a:xfrm>
              <a:off x="2764775" y="792475"/>
              <a:ext cx="549425" cy="443075"/>
            </a:xfrm>
            <a:custGeom>
              <a:rect b="b" l="l" r="r" t="t"/>
              <a:pathLst>
                <a:path extrusionOk="0" h="17723" w="21977">
                  <a:moveTo>
                    <a:pt x="11877" y="0"/>
                  </a:moveTo>
                  <a:cubicBezTo>
                    <a:pt x="6662" y="0"/>
                    <a:pt x="2098" y="1258"/>
                    <a:pt x="2098" y="1258"/>
                  </a:cubicBezTo>
                  <a:cubicBezTo>
                    <a:pt x="0" y="4419"/>
                    <a:pt x="426" y="8613"/>
                    <a:pt x="1854" y="12079"/>
                  </a:cubicBezTo>
                  <a:cubicBezTo>
                    <a:pt x="2888" y="14662"/>
                    <a:pt x="5350" y="16455"/>
                    <a:pt x="8025" y="17215"/>
                  </a:cubicBezTo>
                  <a:cubicBezTo>
                    <a:pt x="9160" y="17532"/>
                    <a:pt x="10472" y="17723"/>
                    <a:pt x="11793" y="17723"/>
                  </a:cubicBezTo>
                  <a:cubicBezTo>
                    <a:pt x="13514" y="17723"/>
                    <a:pt x="15251" y="17399"/>
                    <a:pt x="16627" y="16607"/>
                  </a:cubicBezTo>
                  <a:cubicBezTo>
                    <a:pt x="19058" y="15179"/>
                    <a:pt x="20305" y="11896"/>
                    <a:pt x="20943" y="9252"/>
                  </a:cubicBezTo>
                  <a:cubicBezTo>
                    <a:pt x="21156" y="8431"/>
                    <a:pt x="21976" y="2382"/>
                    <a:pt x="21338" y="2018"/>
                  </a:cubicBezTo>
                  <a:cubicBezTo>
                    <a:pt x="18546" y="477"/>
                    <a:pt x="15088" y="0"/>
                    <a:pt x="118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8"/>
            <p:cNvSpPr/>
            <p:nvPr/>
          </p:nvSpPr>
          <p:spPr>
            <a:xfrm>
              <a:off x="2378750" y="905225"/>
              <a:ext cx="159600" cy="117025"/>
            </a:xfrm>
            <a:custGeom>
              <a:rect b="b" l="l" r="r" t="t"/>
              <a:pathLst>
                <a:path extrusionOk="0" h="4681" w="6384">
                  <a:moveTo>
                    <a:pt x="973" y="0"/>
                  </a:moveTo>
                  <a:cubicBezTo>
                    <a:pt x="669" y="365"/>
                    <a:pt x="335" y="973"/>
                    <a:pt x="0" y="1368"/>
                  </a:cubicBezTo>
                  <a:cubicBezTo>
                    <a:pt x="1550" y="2432"/>
                    <a:pt x="3101" y="3830"/>
                    <a:pt x="4772" y="4681"/>
                  </a:cubicBezTo>
                  <a:cubicBezTo>
                    <a:pt x="5289" y="3982"/>
                    <a:pt x="6019" y="3344"/>
                    <a:pt x="6383" y="2584"/>
                  </a:cubicBezTo>
                  <a:cubicBezTo>
                    <a:pt x="5228" y="1611"/>
                    <a:pt x="2523" y="365"/>
                    <a:pt x="9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8"/>
            <p:cNvSpPr/>
            <p:nvPr/>
          </p:nvSpPr>
          <p:spPr>
            <a:xfrm>
              <a:off x="2473725" y="795800"/>
              <a:ext cx="164175" cy="133750"/>
            </a:xfrm>
            <a:custGeom>
              <a:rect b="b" l="l" r="r" t="t"/>
              <a:pathLst>
                <a:path extrusionOk="0" h="5350" w="6567">
                  <a:moveTo>
                    <a:pt x="1976" y="0"/>
                  </a:moveTo>
                  <a:lnTo>
                    <a:pt x="1" y="1976"/>
                  </a:lnTo>
                  <a:lnTo>
                    <a:pt x="4378" y="5350"/>
                  </a:lnTo>
                  <a:lnTo>
                    <a:pt x="6566" y="3678"/>
                  </a:lnTo>
                  <a:lnTo>
                    <a:pt x="19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8"/>
            <p:cNvSpPr/>
            <p:nvPr/>
          </p:nvSpPr>
          <p:spPr>
            <a:xfrm>
              <a:off x="2579350" y="715250"/>
              <a:ext cx="150500" cy="147425"/>
            </a:xfrm>
            <a:custGeom>
              <a:rect b="b" l="l" r="r" t="t"/>
              <a:pathLst>
                <a:path extrusionOk="0" h="5897" w="6020">
                  <a:moveTo>
                    <a:pt x="2341" y="0"/>
                  </a:moveTo>
                  <a:lnTo>
                    <a:pt x="1" y="1611"/>
                  </a:lnTo>
                  <a:lnTo>
                    <a:pt x="3739" y="5897"/>
                  </a:lnTo>
                  <a:lnTo>
                    <a:pt x="6019" y="4620"/>
                  </a:lnTo>
                  <a:lnTo>
                    <a:pt x="23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8"/>
            <p:cNvSpPr/>
            <p:nvPr/>
          </p:nvSpPr>
          <p:spPr>
            <a:xfrm>
              <a:off x="2703975" y="664325"/>
              <a:ext cx="129975" cy="152775"/>
            </a:xfrm>
            <a:custGeom>
              <a:rect b="b" l="l" r="r" t="t"/>
              <a:pathLst>
                <a:path extrusionOk="0" h="6111" w="5199">
                  <a:moveTo>
                    <a:pt x="2280" y="1"/>
                  </a:moveTo>
                  <a:lnTo>
                    <a:pt x="1" y="943"/>
                  </a:lnTo>
                  <a:lnTo>
                    <a:pt x="2706" y="6110"/>
                  </a:lnTo>
                  <a:lnTo>
                    <a:pt x="5198" y="5259"/>
                  </a:lnTo>
                  <a:lnTo>
                    <a:pt x="22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8"/>
            <p:cNvSpPr/>
            <p:nvPr/>
          </p:nvSpPr>
          <p:spPr>
            <a:xfrm>
              <a:off x="2857475" y="635450"/>
              <a:ext cx="93500" cy="153525"/>
            </a:xfrm>
            <a:custGeom>
              <a:rect b="b" l="l" r="r" t="t"/>
              <a:pathLst>
                <a:path extrusionOk="0" h="6141" w="3740">
                  <a:moveTo>
                    <a:pt x="2189" y="1"/>
                  </a:moveTo>
                  <a:lnTo>
                    <a:pt x="1" y="487"/>
                  </a:lnTo>
                  <a:lnTo>
                    <a:pt x="1460" y="6141"/>
                  </a:lnTo>
                  <a:lnTo>
                    <a:pt x="3739" y="5685"/>
                  </a:lnTo>
                  <a:lnTo>
                    <a:pt x="21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8"/>
            <p:cNvSpPr/>
            <p:nvPr/>
          </p:nvSpPr>
          <p:spPr>
            <a:xfrm>
              <a:off x="3010975" y="627850"/>
              <a:ext cx="54750" cy="148200"/>
            </a:xfrm>
            <a:custGeom>
              <a:rect b="b" l="l" r="r" t="t"/>
              <a:pathLst>
                <a:path extrusionOk="0" h="5928" w="2190">
                  <a:moveTo>
                    <a:pt x="1" y="1"/>
                  </a:moveTo>
                  <a:lnTo>
                    <a:pt x="1" y="5928"/>
                  </a:lnTo>
                  <a:lnTo>
                    <a:pt x="2189" y="5928"/>
                  </a:lnTo>
                  <a:lnTo>
                    <a:pt x="2189" y="30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8"/>
            <p:cNvSpPr/>
            <p:nvPr/>
          </p:nvSpPr>
          <p:spPr>
            <a:xfrm>
              <a:off x="3128000" y="635450"/>
              <a:ext cx="104125" cy="153525"/>
            </a:xfrm>
            <a:custGeom>
              <a:rect b="b" l="l" r="r" t="t"/>
              <a:pathLst>
                <a:path extrusionOk="0" h="6141" w="4165">
                  <a:moveTo>
                    <a:pt x="1763" y="1"/>
                  </a:moveTo>
                  <a:lnTo>
                    <a:pt x="0" y="5624"/>
                  </a:lnTo>
                  <a:lnTo>
                    <a:pt x="2858" y="6141"/>
                  </a:lnTo>
                  <a:lnTo>
                    <a:pt x="4165" y="487"/>
                  </a:lnTo>
                  <a:lnTo>
                    <a:pt x="1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8"/>
            <p:cNvSpPr/>
            <p:nvPr/>
          </p:nvSpPr>
          <p:spPr>
            <a:xfrm>
              <a:off x="3261750" y="674975"/>
              <a:ext cx="120850" cy="152000"/>
            </a:xfrm>
            <a:custGeom>
              <a:rect b="b" l="l" r="r" t="t"/>
              <a:pathLst>
                <a:path extrusionOk="0" h="6080" w="4834">
                  <a:moveTo>
                    <a:pt x="2401" y="0"/>
                  </a:moveTo>
                  <a:lnTo>
                    <a:pt x="0" y="5137"/>
                  </a:lnTo>
                  <a:lnTo>
                    <a:pt x="2553" y="6079"/>
                  </a:lnTo>
                  <a:lnTo>
                    <a:pt x="4833" y="1064"/>
                  </a:lnTo>
                  <a:lnTo>
                    <a:pt x="24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8"/>
            <p:cNvSpPr/>
            <p:nvPr/>
          </p:nvSpPr>
          <p:spPr>
            <a:xfrm>
              <a:off x="3373450" y="730450"/>
              <a:ext cx="118550" cy="151225"/>
            </a:xfrm>
            <a:custGeom>
              <a:rect b="b" l="l" r="r" t="t"/>
              <a:pathLst>
                <a:path extrusionOk="0" h="6049" w="4742">
                  <a:moveTo>
                    <a:pt x="2827" y="0"/>
                  </a:moveTo>
                  <a:lnTo>
                    <a:pt x="0" y="4894"/>
                  </a:lnTo>
                  <a:lnTo>
                    <a:pt x="1946" y="6049"/>
                  </a:lnTo>
                  <a:lnTo>
                    <a:pt x="4742" y="1368"/>
                  </a:lnTo>
                  <a:lnTo>
                    <a:pt x="2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8"/>
            <p:cNvSpPr/>
            <p:nvPr/>
          </p:nvSpPr>
          <p:spPr>
            <a:xfrm>
              <a:off x="3477550" y="817075"/>
              <a:ext cx="123875" cy="132225"/>
            </a:xfrm>
            <a:custGeom>
              <a:rect b="b" l="l" r="r" t="t"/>
              <a:pathLst>
                <a:path extrusionOk="0" h="5289" w="4955">
                  <a:moveTo>
                    <a:pt x="3283" y="0"/>
                  </a:moveTo>
                  <a:lnTo>
                    <a:pt x="0" y="3921"/>
                  </a:lnTo>
                  <a:lnTo>
                    <a:pt x="1581" y="5289"/>
                  </a:lnTo>
                  <a:lnTo>
                    <a:pt x="4955" y="1216"/>
                  </a:lnTo>
                  <a:lnTo>
                    <a:pt x="32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8"/>
            <p:cNvSpPr/>
            <p:nvPr/>
          </p:nvSpPr>
          <p:spPr>
            <a:xfrm>
              <a:off x="3563425" y="929525"/>
              <a:ext cx="127675" cy="101850"/>
            </a:xfrm>
            <a:custGeom>
              <a:rect b="b" l="l" r="r" t="t"/>
              <a:pathLst>
                <a:path extrusionOk="0" h="4074" w="5107">
                  <a:moveTo>
                    <a:pt x="3708" y="1"/>
                  </a:moveTo>
                  <a:lnTo>
                    <a:pt x="0" y="2189"/>
                  </a:lnTo>
                  <a:lnTo>
                    <a:pt x="1246" y="4074"/>
                  </a:lnTo>
                  <a:lnTo>
                    <a:pt x="5107" y="1308"/>
                  </a:lnTo>
                  <a:lnTo>
                    <a:pt x="37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8"/>
            <p:cNvSpPr/>
            <p:nvPr/>
          </p:nvSpPr>
          <p:spPr>
            <a:xfrm>
              <a:off x="2908400" y="837225"/>
              <a:ext cx="263700" cy="286250"/>
            </a:xfrm>
            <a:custGeom>
              <a:rect b="b" l="l" r="r" t="t"/>
              <a:pathLst>
                <a:path extrusionOk="0" h="11450" w="10548">
                  <a:moveTo>
                    <a:pt x="7074" y="1"/>
                  </a:moveTo>
                  <a:cubicBezTo>
                    <a:pt x="6525" y="1"/>
                    <a:pt x="5982" y="23"/>
                    <a:pt x="5471" y="45"/>
                  </a:cubicBezTo>
                  <a:cubicBezTo>
                    <a:pt x="4137" y="130"/>
                    <a:pt x="2697" y="507"/>
                    <a:pt x="1399" y="507"/>
                  </a:cubicBezTo>
                  <a:cubicBezTo>
                    <a:pt x="1307" y="507"/>
                    <a:pt x="1215" y="505"/>
                    <a:pt x="1125" y="501"/>
                  </a:cubicBezTo>
                  <a:lnTo>
                    <a:pt x="1125" y="501"/>
                  </a:lnTo>
                  <a:cubicBezTo>
                    <a:pt x="0" y="3510"/>
                    <a:pt x="1064" y="8495"/>
                    <a:pt x="3739" y="10501"/>
                  </a:cubicBezTo>
                  <a:cubicBezTo>
                    <a:pt x="4511" y="11091"/>
                    <a:pt x="5515" y="11449"/>
                    <a:pt x="6495" y="11449"/>
                  </a:cubicBezTo>
                  <a:cubicBezTo>
                    <a:pt x="6980" y="11449"/>
                    <a:pt x="7460" y="11361"/>
                    <a:pt x="7903" y="11170"/>
                  </a:cubicBezTo>
                  <a:cubicBezTo>
                    <a:pt x="9605" y="10471"/>
                    <a:pt x="10031" y="8769"/>
                    <a:pt x="10183" y="7067"/>
                  </a:cubicBezTo>
                  <a:cubicBezTo>
                    <a:pt x="10395" y="4817"/>
                    <a:pt x="10547" y="2416"/>
                    <a:pt x="9848" y="319"/>
                  </a:cubicBezTo>
                  <a:cubicBezTo>
                    <a:pt x="8999" y="68"/>
                    <a:pt x="8028" y="1"/>
                    <a:pt x="7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995" name="Shape 995"/>
        <p:cNvGrpSpPr/>
        <p:nvPr/>
      </p:nvGrpSpPr>
      <p:grpSpPr>
        <a:xfrm>
          <a:off x="0" y="0"/>
          <a:ext cx="0" cy="0"/>
          <a:chOff x="0" y="0"/>
          <a:chExt cx="0" cy="0"/>
        </a:xfrm>
      </p:grpSpPr>
      <p:pic>
        <p:nvPicPr>
          <p:cNvPr id="996" name="Google Shape;996;p9"/>
          <p:cNvPicPr preferRelativeResize="0"/>
          <p:nvPr/>
        </p:nvPicPr>
        <p:blipFill>
          <a:blip r:embed="rId2">
            <a:alphaModFix/>
          </a:blip>
          <a:stretch>
            <a:fillRect/>
          </a:stretch>
        </p:blipFill>
        <p:spPr>
          <a:xfrm>
            <a:off x="0" y="0"/>
            <a:ext cx="9144000" cy="5143500"/>
          </a:xfrm>
          <a:prstGeom prst="rect">
            <a:avLst/>
          </a:prstGeom>
          <a:noFill/>
          <a:ln>
            <a:noFill/>
          </a:ln>
        </p:spPr>
      </p:pic>
      <p:sp>
        <p:nvSpPr>
          <p:cNvPr id="997" name="Google Shape;997;p9"/>
          <p:cNvSpPr/>
          <p:nvPr/>
        </p:nvSpPr>
        <p:spPr>
          <a:xfrm>
            <a:off x="818969" y="766983"/>
            <a:ext cx="874945" cy="385159"/>
          </a:xfrm>
          <a:custGeom>
            <a:rect b="b" l="l" r="r" t="t"/>
            <a:pathLst>
              <a:path extrusionOk="0" h="18848" w="42816">
                <a:moveTo>
                  <a:pt x="20996" y="1"/>
                </a:moveTo>
                <a:cubicBezTo>
                  <a:pt x="12718" y="1"/>
                  <a:pt x="4488" y="3311"/>
                  <a:pt x="0" y="10258"/>
                </a:cubicBezTo>
                <a:cubicBezTo>
                  <a:pt x="182" y="12508"/>
                  <a:pt x="5775" y="15030"/>
                  <a:pt x="7660" y="15851"/>
                </a:cubicBezTo>
                <a:cubicBezTo>
                  <a:pt x="11550" y="17553"/>
                  <a:pt x="15684" y="18587"/>
                  <a:pt x="19940" y="18769"/>
                </a:cubicBezTo>
                <a:cubicBezTo>
                  <a:pt x="20924" y="18819"/>
                  <a:pt x="21933" y="18848"/>
                  <a:pt x="22955" y="18848"/>
                </a:cubicBezTo>
                <a:cubicBezTo>
                  <a:pt x="28811" y="18848"/>
                  <a:pt x="35104" y="17899"/>
                  <a:pt x="39788" y="14483"/>
                </a:cubicBezTo>
                <a:cubicBezTo>
                  <a:pt x="40730" y="13784"/>
                  <a:pt x="41521" y="12994"/>
                  <a:pt x="42129" y="12021"/>
                </a:cubicBezTo>
                <a:cubicBezTo>
                  <a:pt x="42417" y="11473"/>
                  <a:pt x="42815" y="9665"/>
                  <a:pt x="42335" y="9665"/>
                </a:cubicBezTo>
                <a:cubicBezTo>
                  <a:pt x="42309" y="9665"/>
                  <a:pt x="42281" y="9670"/>
                  <a:pt x="42250" y="9681"/>
                </a:cubicBezTo>
                <a:cubicBezTo>
                  <a:pt x="40487" y="8070"/>
                  <a:pt x="39119" y="6064"/>
                  <a:pt x="37052" y="4666"/>
                </a:cubicBezTo>
                <a:cubicBezTo>
                  <a:pt x="32498" y="1592"/>
                  <a:pt x="26735" y="1"/>
                  <a:pt x="2099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9"/>
          <p:cNvSpPr txBox="1"/>
          <p:nvPr>
            <p:ph idx="1" type="subTitle"/>
          </p:nvPr>
        </p:nvSpPr>
        <p:spPr>
          <a:xfrm>
            <a:off x="2196975" y="2465000"/>
            <a:ext cx="4750200" cy="1225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800"/>
              <a:buNone/>
              <a:defRPr sz="1500">
                <a:latin typeface="Inconsolata"/>
                <a:ea typeface="Inconsolata"/>
                <a:cs typeface="Inconsolata"/>
                <a:sym typeface="Inconsolata"/>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999" name="Google Shape;999;p9"/>
          <p:cNvGrpSpPr/>
          <p:nvPr/>
        </p:nvGrpSpPr>
        <p:grpSpPr>
          <a:xfrm>
            <a:off x="7862725" y="372525"/>
            <a:ext cx="1119378" cy="285750"/>
            <a:chOff x="7862725" y="372525"/>
            <a:chExt cx="1119378" cy="285750"/>
          </a:xfrm>
        </p:grpSpPr>
        <p:sp>
          <p:nvSpPr>
            <p:cNvPr id="1000" name="Google Shape;1000;p9"/>
            <p:cNvSpPr/>
            <p:nvPr/>
          </p:nvSpPr>
          <p:spPr>
            <a:xfrm flipH="1">
              <a:off x="7862725" y="372525"/>
              <a:ext cx="1119378"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6"/>
                    <a:pt x="4134" y="1217"/>
                    <a:pt x="4621" y="1217"/>
                  </a:cubicBezTo>
                  <a:cubicBezTo>
                    <a:pt x="5198" y="1217"/>
                    <a:pt x="5715" y="1156"/>
                    <a:pt x="6262" y="1399"/>
                  </a:cubicBezTo>
                  <a:cubicBezTo>
                    <a:pt x="6870" y="1673"/>
                    <a:pt x="7478" y="2007"/>
                    <a:pt x="8055" y="2372"/>
                  </a:cubicBezTo>
                  <a:cubicBezTo>
                    <a:pt x="8572" y="2706"/>
                    <a:pt x="8937" y="3162"/>
                    <a:pt x="9545" y="3345"/>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4"/>
                  </a:cubicBezTo>
                  <a:cubicBezTo>
                    <a:pt x="16110" y="579"/>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8"/>
                    <a:pt x="24378" y="4287"/>
                    <a:pt x="25138" y="4287"/>
                  </a:cubicBezTo>
                  <a:cubicBezTo>
                    <a:pt x="25502" y="4287"/>
                    <a:pt x="26050" y="4378"/>
                    <a:pt x="26414" y="4256"/>
                  </a:cubicBezTo>
                  <a:cubicBezTo>
                    <a:pt x="26870" y="4135"/>
                    <a:pt x="27296" y="3740"/>
                    <a:pt x="27721" y="3527"/>
                  </a:cubicBezTo>
                  <a:cubicBezTo>
                    <a:pt x="28451" y="3162"/>
                    <a:pt x="29150" y="2372"/>
                    <a:pt x="29636" y="1734"/>
                  </a:cubicBezTo>
                  <a:cubicBezTo>
                    <a:pt x="29910" y="1430"/>
                    <a:pt x="30123" y="1065"/>
                    <a:pt x="30335" y="730"/>
                  </a:cubicBezTo>
                  <a:cubicBezTo>
                    <a:pt x="30427" y="548"/>
                    <a:pt x="30548" y="305"/>
                    <a:pt x="30761" y="275"/>
                  </a:cubicBezTo>
                  <a:cubicBezTo>
                    <a:pt x="30822" y="457"/>
                    <a:pt x="30822" y="609"/>
                    <a:pt x="30822" y="822"/>
                  </a:cubicBezTo>
                </a:path>
              </a:pathLst>
            </a:custGeom>
            <a:noFill/>
            <a:ln cap="flat" cmpd="sng" w="66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9"/>
            <p:cNvSpPr/>
            <p:nvPr/>
          </p:nvSpPr>
          <p:spPr>
            <a:xfrm flipH="1">
              <a:off x="7862725" y="548825"/>
              <a:ext cx="1119378"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5"/>
                    <a:pt x="4134" y="1217"/>
                    <a:pt x="4621" y="1217"/>
                  </a:cubicBezTo>
                  <a:cubicBezTo>
                    <a:pt x="5198" y="1217"/>
                    <a:pt x="5715" y="1156"/>
                    <a:pt x="6262" y="1399"/>
                  </a:cubicBezTo>
                  <a:cubicBezTo>
                    <a:pt x="6870" y="1673"/>
                    <a:pt x="7478" y="2007"/>
                    <a:pt x="8055" y="2372"/>
                  </a:cubicBezTo>
                  <a:cubicBezTo>
                    <a:pt x="8572" y="2706"/>
                    <a:pt x="8937" y="3162"/>
                    <a:pt x="9545" y="3344"/>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3"/>
                  </a:cubicBezTo>
                  <a:cubicBezTo>
                    <a:pt x="16110" y="578"/>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7"/>
                    <a:pt x="24378" y="4287"/>
                    <a:pt x="25138" y="4287"/>
                  </a:cubicBezTo>
                  <a:cubicBezTo>
                    <a:pt x="25502" y="4287"/>
                    <a:pt x="26050" y="4378"/>
                    <a:pt x="26414" y="4256"/>
                  </a:cubicBezTo>
                  <a:cubicBezTo>
                    <a:pt x="26870" y="4135"/>
                    <a:pt x="27296" y="3739"/>
                    <a:pt x="27721" y="3527"/>
                  </a:cubicBezTo>
                  <a:cubicBezTo>
                    <a:pt x="28451" y="3162"/>
                    <a:pt x="29150" y="2372"/>
                    <a:pt x="29636" y="1733"/>
                  </a:cubicBezTo>
                  <a:cubicBezTo>
                    <a:pt x="29910" y="1399"/>
                    <a:pt x="30123" y="1065"/>
                    <a:pt x="30335" y="730"/>
                  </a:cubicBezTo>
                  <a:cubicBezTo>
                    <a:pt x="30427" y="548"/>
                    <a:pt x="30548" y="305"/>
                    <a:pt x="30761" y="274"/>
                  </a:cubicBezTo>
                  <a:cubicBezTo>
                    <a:pt x="30822" y="457"/>
                    <a:pt x="30822" y="609"/>
                    <a:pt x="30822" y="821"/>
                  </a:cubicBezTo>
                </a:path>
              </a:pathLst>
            </a:custGeom>
            <a:noFill/>
            <a:ln cap="flat" cmpd="sng" w="76000">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 name="Google Shape;1002;p9"/>
          <p:cNvGrpSpPr/>
          <p:nvPr/>
        </p:nvGrpSpPr>
        <p:grpSpPr>
          <a:xfrm rot="5400000">
            <a:off x="7646066" y="3742216"/>
            <a:ext cx="1072715" cy="522135"/>
            <a:chOff x="2378750" y="627850"/>
            <a:chExt cx="1312350" cy="638775"/>
          </a:xfrm>
        </p:grpSpPr>
        <p:sp>
          <p:nvSpPr>
            <p:cNvPr id="1003" name="Google Shape;1003;p9"/>
            <p:cNvSpPr/>
            <p:nvPr/>
          </p:nvSpPr>
          <p:spPr>
            <a:xfrm>
              <a:off x="2514775" y="795425"/>
              <a:ext cx="1070400" cy="471200"/>
            </a:xfrm>
            <a:custGeom>
              <a:rect b="b" l="l" r="r" t="t"/>
              <a:pathLst>
                <a:path extrusionOk="0" h="18848" w="42816">
                  <a:moveTo>
                    <a:pt x="20996" y="1"/>
                  </a:moveTo>
                  <a:cubicBezTo>
                    <a:pt x="12718" y="1"/>
                    <a:pt x="4488" y="3311"/>
                    <a:pt x="0" y="10258"/>
                  </a:cubicBezTo>
                  <a:cubicBezTo>
                    <a:pt x="182" y="12508"/>
                    <a:pt x="5775" y="15030"/>
                    <a:pt x="7660" y="15851"/>
                  </a:cubicBezTo>
                  <a:cubicBezTo>
                    <a:pt x="11550" y="17553"/>
                    <a:pt x="15684" y="18587"/>
                    <a:pt x="19940" y="18769"/>
                  </a:cubicBezTo>
                  <a:cubicBezTo>
                    <a:pt x="20924" y="18819"/>
                    <a:pt x="21933" y="18848"/>
                    <a:pt x="22955" y="18848"/>
                  </a:cubicBezTo>
                  <a:cubicBezTo>
                    <a:pt x="28811" y="18848"/>
                    <a:pt x="35104" y="17899"/>
                    <a:pt x="39788" y="14483"/>
                  </a:cubicBezTo>
                  <a:cubicBezTo>
                    <a:pt x="40730" y="13784"/>
                    <a:pt x="41521" y="12994"/>
                    <a:pt x="42129" y="12021"/>
                  </a:cubicBezTo>
                  <a:cubicBezTo>
                    <a:pt x="42417" y="11473"/>
                    <a:pt x="42815" y="9665"/>
                    <a:pt x="42335" y="9665"/>
                  </a:cubicBezTo>
                  <a:cubicBezTo>
                    <a:pt x="42309" y="9665"/>
                    <a:pt x="42281" y="9670"/>
                    <a:pt x="42250" y="9681"/>
                  </a:cubicBezTo>
                  <a:cubicBezTo>
                    <a:pt x="40487" y="8070"/>
                    <a:pt x="39119" y="6064"/>
                    <a:pt x="37052" y="4666"/>
                  </a:cubicBezTo>
                  <a:cubicBezTo>
                    <a:pt x="32498" y="1592"/>
                    <a:pt x="26735" y="1"/>
                    <a:pt x="209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9"/>
            <p:cNvSpPr/>
            <p:nvPr/>
          </p:nvSpPr>
          <p:spPr>
            <a:xfrm>
              <a:off x="2764775" y="792475"/>
              <a:ext cx="549425" cy="443075"/>
            </a:xfrm>
            <a:custGeom>
              <a:rect b="b" l="l" r="r" t="t"/>
              <a:pathLst>
                <a:path extrusionOk="0" h="17723" w="21977">
                  <a:moveTo>
                    <a:pt x="11877" y="0"/>
                  </a:moveTo>
                  <a:cubicBezTo>
                    <a:pt x="6662" y="0"/>
                    <a:pt x="2098" y="1258"/>
                    <a:pt x="2098" y="1258"/>
                  </a:cubicBezTo>
                  <a:cubicBezTo>
                    <a:pt x="0" y="4419"/>
                    <a:pt x="426" y="8613"/>
                    <a:pt x="1854" y="12079"/>
                  </a:cubicBezTo>
                  <a:cubicBezTo>
                    <a:pt x="2888" y="14662"/>
                    <a:pt x="5350" y="16455"/>
                    <a:pt x="8025" y="17215"/>
                  </a:cubicBezTo>
                  <a:cubicBezTo>
                    <a:pt x="9160" y="17532"/>
                    <a:pt x="10472" y="17723"/>
                    <a:pt x="11793" y="17723"/>
                  </a:cubicBezTo>
                  <a:cubicBezTo>
                    <a:pt x="13514" y="17723"/>
                    <a:pt x="15251" y="17399"/>
                    <a:pt x="16627" y="16607"/>
                  </a:cubicBezTo>
                  <a:cubicBezTo>
                    <a:pt x="19058" y="15179"/>
                    <a:pt x="20305" y="11896"/>
                    <a:pt x="20943" y="9252"/>
                  </a:cubicBezTo>
                  <a:cubicBezTo>
                    <a:pt x="21156" y="8431"/>
                    <a:pt x="21976" y="2382"/>
                    <a:pt x="21338" y="2018"/>
                  </a:cubicBezTo>
                  <a:cubicBezTo>
                    <a:pt x="18546" y="477"/>
                    <a:pt x="15088" y="0"/>
                    <a:pt x="118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9"/>
            <p:cNvSpPr/>
            <p:nvPr/>
          </p:nvSpPr>
          <p:spPr>
            <a:xfrm>
              <a:off x="2378750" y="905225"/>
              <a:ext cx="159600" cy="117025"/>
            </a:xfrm>
            <a:custGeom>
              <a:rect b="b" l="l" r="r" t="t"/>
              <a:pathLst>
                <a:path extrusionOk="0" h="4681" w="6384">
                  <a:moveTo>
                    <a:pt x="973" y="0"/>
                  </a:moveTo>
                  <a:cubicBezTo>
                    <a:pt x="669" y="365"/>
                    <a:pt x="335" y="973"/>
                    <a:pt x="0" y="1368"/>
                  </a:cubicBezTo>
                  <a:cubicBezTo>
                    <a:pt x="1550" y="2432"/>
                    <a:pt x="3101" y="3830"/>
                    <a:pt x="4772" y="4681"/>
                  </a:cubicBezTo>
                  <a:cubicBezTo>
                    <a:pt x="5289" y="3982"/>
                    <a:pt x="6019" y="3344"/>
                    <a:pt x="6383" y="2584"/>
                  </a:cubicBezTo>
                  <a:cubicBezTo>
                    <a:pt x="5228" y="1611"/>
                    <a:pt x="2523" y="365"/>
                    <a:pt x="9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9"/>
            <p:cNvSpPr/>
            <p:nvPr/>
          </p:nvSpPr>
          <p:spPr>
            <a:xfrm>
              <a:off x="2473725" y="795800"/>
              <a:ext cx="164175" cy="133750"/>
            </a:xfrm>
            <a:custGeom>
              <a:rect b="b" l="l" r="r" t="t"/>
              <a:pathLst>
                <a:path extrusionOk="0" h="5350" w="6567">
                  <a:moveTo>
                    <a:pt x="1976" y="0"/>
                  </a:moveTo>
                  <a:lnTo>
                    <a:pt x="1" y="1976"/>
                  </a:lnTo>
                  <a:lnTo>
                    <a:pt x="4378" y="5350"/>
                  </a:lnTo>
                  <a:lnTo>
                    <a:pt x="6566" y="3678"/>
                  </a:lnTo>
                  <a:lnTo>
                    <a:pt x="19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9"/>
            <p:cNvSpPr/>
            <p:nvPr/>
          </p:nvSpPr>
          <p:spPr>
            <a:xfrm>
              <a:off x="2579350" y="715250"/>
              <a:ext cx="150500" cy="147425"/>
            </a:xfrm>
            <a:custGeom>
              <a:rect b="b" l="l" r="r" t="t"/>
              <a:pathLst>
                <a:path extrusionOk="0" h="5897" w="6020">
                  <a:moveTo>
                    <a:pt x="2341" y="0"/>
                  </a:moveTo>
                  <a:lnTo>
                    <a:pt x="1" y="1611"/>
                  </a:lnTo>
                  <a:lnTo>
                    <a:pt x="3739" y="5897"/>
                  </a:lnTo>
                  <a:lnTo>
                    <a:pt x="6019" y="4620"/>
                  </a:lnTo>
                  <a:lnTo>
                    <a:pt x="23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9"/>
            <p:cNvSpPr/>
            <p:nvPr/>
          </p:nvSpPr>
          <p:spPr>
            <a:xfrm>
              <a:off x="2703975" y="664325"/>
              <a:ext cx="129975" cy="152775"/>
            </a:xfrm>
            <a:custGeom>
              <a:rect b="b" l="l" r="r" t="t"/>
              <a:pathLst>
                <a:path extrusionOk="0" h="6111" w="5199">
                  <a:moveTo>
                    <a:pt x="2280" y="1"/>
                  </a:moveTo>
                  <a:lnTo>
                    <a:pt x="1" y="943"/>
                  </a:lnTo>
                  <a:lnTo>
                    <a:pt x="2706" y="6110"/>
                  </a:lnTo>
                  <a:lnTo>
                    <a:pt x="5198" y="5259"/>
                  </a:lnTo>
                  <a:lnTo>
                    <a:pt x="22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9"/>
            <p:cNvSpPr/>
            <p:nvPr/>
          </p:nvSpPr>
          <p:spPr>
            <a:xfrm>
              <a:off x="2857475" y="635450"/>
              <a:ext cx="93500" cy="153525"/>
            </a:xfrm>
            <a:custGeom>
              <a:rect b="b" l="l" r="r" t="t"/>
              <a:pathLst>
                <a:path extrusionOk="0" h="6141" w="3740">
                  <a:moveTo>
                    <a:pt x="2189" y="1"/>
                  </a:moveTo>
                  <a:lnTo>
                    <a:pt x="1" y="487"/>
                  </a:lnTo>
                  <a:lnTo>
                    <a:pt x="1460" y="6141"/>
                  </a:lnTo>
                  <a:lnTo>
                    <a:pt x="3739" y="5685"/>
                  </a:lnTo>
                  <a:lnTo>
                    <a:pt x="21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9"/>
            <p:cNvSpPr/>
            <p:nvPr/>
          </p:nvSpPr>
          <p:spPr>
            <a:xfrm>
              <a:off x="3010975" y="627850"/>
              <a:ext cx="54750" cy="148200"/>
            </a:xfrm>
            <a:custGeom>
              <a:rect b="b" l="l" r="r" t="t"/>
              <a:pathLst>
                <a:path extrusionOk="0" h="5928" w="2190">
                  <a:moveTo>
                    <a:pt x="1" y="1"/>
                  </a:moveTo>
                  <a:lnTo>
                    <a:pt x="1" y="5928"/>
                  </a:lnTo>
                  <a:lnTo>
                    <a:pt x="2189" y="5928"/>
                  </a:lnTo>
                  <a:lnTo>
                    <a:pt x="2189" y="30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9"/>
            <p:cNvSpPr/>
            <p:nvPr/>
          </p:nvSpPr>
          <p:spPr>
            <a:xfrm>
              <a:off x="3128000" y="635450"/>
              <a:ext cx="104125" cy="153525"/>
            </a:xfrm>
            <a:custGeom>
              <a:rect b="b" l="l" r="r" t="t"/>
              <a:pathLst>
                <a:path extrusionOk="0" h="6141" w="4165">
                  <a:moveTo>
                    <a:pt x="1763" y="1"/>
                  </a:moveTo>
                  <a:lnTo>
                    <a:pt x="0" y="5624"/>
                  </a:lnTo>
                  <a:lnTo>
                    <a:pt x="2858" y="6141"/>
                  </a:lnTo>
                  <a:lnTo>
                    <a:pt x="4165" y="487"/>
                  </a:lnTo>
                  <a:lnTo>
                    <a:pt x="1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9"/>
            <p:cNvSpPr/>
            <p:nvPr/>
          </p:nvSpPr>
          <p:spPr>
            <a:xfrm>
              <a:off x="3261750" y="674975"/>
              <a:ext cx="120850" cy="152000"/>
            </a:xfrm>
            <a:custGeom>
              <a:rect b="b" l="l" r="r" t="t"/>
              <a:pathLst>
                <a:path extrusionOk="0" h="6080" w="4834">
                  <a:moveTo>
                    <a:pt x="2401" y="0"/>
                  </a:moveTo>
                  <a:lnTo>
                    <a:pt x="0" y="5137"/>
                  </a:lnTo>
                  <a:lnTo>
                    <a:pt x="2553" y="6079"/>
                  </a:lnTo>
                  <a:lnTo>
                    <a:pt x="4833" y="1064"/>
                  </a:lnTo>
                  <a:lnTo>
                    <a:pt x="24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9"/>
            <p:cNvSpPr/>
            <p:nvPr/>
          </p:nvSpPr>
          <p:spPr>
            <a:xfrm>
              <a:off x="3373450" y="730450"/>
              <a:ext cx="118550" cy="151225"/>
            </a:xfrm>
            <a:custGeom>
              <a:rect b="b" l="l" r="r" t="t"/>
              <a:pathLst>
                <a:path extrusionOk="0" h="6049" w="4742">
                  <a:moveTo>
                    <a:pt x="2827" y="0"/>
                  </a:moveTo>
                  <a:lnTo>
                    <a:pt x="0" y="4894"/>
                  </a:lnTo>
                  <a:lnTo>
                    <a:pt x="1946" y="6049"/>
                  </a:lnTo>
                  <a:lnTo>
                    <a:pt x="4742" y="1368"/>
                  </a:lnTo>
                  <a:lnTo>
                    <a:pt x="2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9"/>
            <p:cNvSpPr/>
            <p:nvPr/>
          </p:nvSpPr>
          <p:spPr>
            <a:xfrm>
              <a:off x="3477550" y="817075"/>
              <a:ext cx="123875" cy="132225"/>
            </a:xfrm>
            <a:custGeom>
              <a:rect b="b" l="l" r="r" t="t"/>
              <a:pathLst>
                <a:path extrusionOk="0" h="5289" w="4955">
                  <a:moveTo>
                    <a:pt x="3283" y="0"/>
                  </a:moveTo>
                  <a:lnTo>
                    <a:pt x="0" y="3921"/>
                  </a:lnTo>
                  <a:lnTo>
                    <a:pt x="1581" y="5289"/>
                  </a:lnTo>
                  <a:lnTo>
                    <a:pt x="4955" y="1216"/>
                  </a:lnTo>
                  <a:lnTo>
                    <a:pt x="32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9"/>
            <p:cNvSpPr/>
            <p:nvPr/>
          </p:nvSpPr>
          <p:spPr>
            <a:xfrm>
              <a:off x="3563425" y="929525"/>
              <a:ext cx="127675" cy="101850"/>
            </a:xfrm>
            <a:custGeom>
              <a:rect b="b" l="l" r="r" t="t"/>
              <a:pathLst>
                <a:path extrusionOk="0" h="4074" w="5107">
                  <a:moveTo>
                    <a:pt x="3708" y="1"/>
                  </a:moveTo>
                  <a:lnTo>
                    <a:pt x="0" y="2189"/>
                  </a:lnTo>
                  <a:lnTo>
                    <a:pt x="1246" y="4074"/>
                  </a:lnTo>
                  <a:lnTo>
                    <a:pt x="5107" y="1308"/>
                  </a:lnTo>
                  <a:lnTo>
                    <a:pt x="37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9"/>
            <p:cNvSpPr/>
            <p:nvPr/>
          </p:nvSpPr>
          <p:spPr>
            <a:xfrm>
              <a:off x="2908400" y="837225"/>
              <a:ext cx="263700" cy="286250"/>
            </a:xfrm>
            <a:custGeom>
              <a:rect b="b" l="l" r="r" t="t"/>
              <a:pathLst>
                <a:path extrusionOk="0" h="11450" w="10548">
                  <a:moveTo>
                    <a:pt x="7074" y="1"/>
                  </a:moveTo>
                  <a:cubicBezTo>
                    <a:pt x="6525" y="1"/>
                    <a:pt x="5982" y="23"/>
                    <a:pt x="5471" y="45"/>
                  </a:cubicBezTo>
                  <a:cubicBezTo>
                    <a:pt x="4137" y="130"/>
                    <a:pt x="2697" y="507"/>
                    <a:pt x="1399" y="507"/>
                  </a:cubicBezTo>
                  <a:cubicBezTo>
                    <a:pt x="1307" y="507"/>
                    <a:pt x="1215" y="505"/>
                    <a:pt x="1125" y="501"/>
                  </a:cubicBezTo>
                  <a:lnTo>
                    <a:pt x="1125" y="501"/>
                  </a:lnTo>
                  <a:cubicBezTo>
                    <a:pt x="0" y="3510"/>
                    <a:pt x="1064" y="8495"/>
                    <a:pt x="3739" y="10501"/>
                  </a:cubicBezTo>
                  <a:cubicBezTo>
                    <a:pt x="4511" y="11091"/>
                    <a:pt x="5515" y="11449"/>
                    <a:pt x="6495" y="11449"/>
                  </a:cubicBezTo>
                  <a:cubicBezTo>
                    <a:pt x="6980" y="11449"/>
                    <a:pt x="7460" y="11361"/>
                    <a:pt x="7903" y="11170"/>
                  </a:cubicBezTo>
                  <a:cubicBezTo>
                    <a:pt x="9605" y="10471"/>
                    <a:pt x="10031" y="8769"/>
                    <a:pt x="10183" y="7067"/>
                  </a:cubicBezTo>
                  <a:cubicBezTo>
                    <a:pt x="10395" y="4817"/>
                    <a:pt x="10547" y="2416"/>
                    <a:pt x="9848" y="319"/>
                  </a:cubicBezTo>
                  <a:cubicBezTo>
                    <a:pt x="8999" y="68"/>
                    <a:pt x="8028" y="1"/>
                    <a:pt x="7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 name="Google Shape;1017;p9"/>
          <p:cNvGrpSpPr/>
          <p:nvPr/>
        </p:nvGrpSpPr>
        <p:grpSpPr>
          <a:xfrm>
            <a:off x="139553" y="3122542"/>
            <a:ext cx="199521" cy="638794"/>
            <a:chOff x="3702475" y="1864200"/>
            <a:chExt cx="416450" cy="1194900"/>
          </a:xfrm>
        </p:grpSpPr>
        <p:sp>
          <p:nvSpPr>
            <p:cNvPr id="1018" name="Google Shape;1018;p9"/>
            <p:cNvSpPr/>
            <p:nvPr/>
          </p:nvSpPr>
          <p:spPr>
            <a:xfrm>
              <a:off x="3882575" y="1864200"/>
              <a:ext cx="177075" cy="500650"/>
            </a:xfrm>
            <a:custGeom>
              <a:rect b="b" l="l" r="r" t="t"/>
              <a:pathLst>
                <a:path extrusionOk="0" h="20026" w="7083">
                  <a:moveTo>
                    <a:pt x="2158" y="0"/>
                  </a:moveTo>
                  <a:cubicBezTo>
                    <a:pt x="517" y="4408"/>
                    <a:pt x="0" y="9970"/>
                    <a:pt x="0" y="14681"/>
                  </a:cubicBezTo>
                  <a:cubicBezTo>
                    <a:pt x="0" y="16247"/>
                    <a:pt x="0" y="20026"/>
                    <a:pt x="2089" y="20026"/>
                  </a:cubicBezTo>
                  <a:cubicBezTo>
                    <a:pt x="2473" y="20026"/>
                    <a:pt x="2927" y="19898"/>
                    <a:pt x="3466" y="19605"/>
                  </a:cubicBezTo>
                  <a:cubicBezTo>
                    <a:pt x="7083" y="17599"/>
                    <a:pt x="3921" y="9241"/>
                    <a:pt x="3496" y="6262"/>
                  </a:cubicBezTo>
                  <a:cubicBezTo>
                    <a:pt x="3162" y="4012"/>
                    <a:pt x="2736" y="1854"/>
                    <a:pt x="21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9"/>
            <p:cNvSpPr/>
            <p:nvPr/>
          </p:nvSpPr>
          <p:spPr>
            <a:xfrm>
              <a:off x="3702475" y="2394600"/>
              <a:ext cx="126175" cy="522000"/>
            </a:xfrm>
            <a:custGeom>
              <a:rect b="b" l="l" r="r" t="t"/>
              <a:pathLst>
                <a:path extrusionOk="0" h="20880" w="5047">
                  <a:moveTo>
                    <a:pt x="2858" y="0"/>
                  </a:moveTo>
                  <a:lnTo>
                    <a:pt x="2858" y="0"/>
                  </a:lnTo>
                  <a:cubicBezTo>
                    <a:pt x="1095" y="1247"/>
                    <a:pt x="730" y="5988"/>
                    <a:pt x="396" y="7934"/>
                  </a:cubicBezTo>
                  <a:cubicBezTo>
                    <a:pt x="1" y="10244"/>
                    <a:pt x="92" y="12554"/>
                    <a:pt x="122" y="14894"/>
                  </a:cubicBezTo>
                  <a:cubicBezTo>
                    <a:pt x="122" y="16511"/>
                    <a:pt x="301" y="20879"/>
                    <a:pt x="2233" y="20879"/>
                  </a:cubicBezTo>
                  <a:cubicBezTo>
                    <a:pt x="2553" y="20879"/>
                    <a:pt x="2921" y="20759"/>
                    <a:pt x="3344" y="20487"/>
                  </a:cubicBezTo>
                  <a:cubicBezTo>
                    <a:pt x="5046" y="19393"/>
                    <a:pt x="4651" y="15988"/>
                    <a:pt x="4621" y="14104"/>
                  </a:cubicBezTo>
                  <a:cubicBezTo>
                    <a:pt x="4590" y="11429"/>
                    <a:pt x="4195" y="8693"/>
                    <a:pt x="3800" y="6079"/>
                  </a:cubicBezTo>
                  <a:cubicBezTo>
                    <a:pt x="3496" y="4165"/>
                    <a:pt x="2402" y="1946"/>
                    <a:pt x="28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9"/>
            <p:cNvSpPr/>
            <p:nvPr/>
          </p:nvSpPr>
          <p:spPr>
            <a:xfrm>
              <a:off x="3954750" y="2569375"/>
              <a:ext cx="164175" cy="489725"/>
            </a:xfrm>
            <a:custGeom>
              <a:rect b="b" l="l" r="r" t="t"/>
              <a:pathLst>
                <a:path extrusionOk="0" h="19589" w="6567">
                  <a:moveTo>
                    <a:pt x="3041" y="0"/>
                  </a:moveTo>
                  <a:cubicBezTo>
                    <a:pt x="1369" y="1976"/>
                    <a:pt x="1095" y="6657"/>
                    <a:pt x="852" y="9149"/>
                  </a:cubicBezTo>
                  <a:cubicBezTo>
                    <a:pt x="609" y="11520"/>
                    <a:pt x="1" y="14317"/>
                    <a:pt x="396" y="16688"/>
                  </a:cubicBezTo>
                  <a:cubicBezTo>
                    <a:pt x="635" y="18203"/>
                    <a:pt x="1974" y="19589"/>
                    <a:pt x="3219" y="19589"/>
                  </a:cubicBezTo>
                  <a:cubicBezTo>
                    <a:pt x="3871" y="19589"/>
                    <a:pt x="4497" y="19208"/>
                    <a:pt x="4925" y="18268"/>
                  </a:cubicBezTo>
                  <a:cubicBezTo>
                    <a:pt x="6566" y="14681"/>
                    <a:pt x="3892" y="9636"/>
                    <a:pt x="3496" y="6140"/>
                  </a:cubicBezTo>
                  <a:cubicBezTo>
                    <a:pt x="3284" y="4408"/>
                    <a:pt x="3314" y="1551"/>
                    <a:pt x="30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 name="Google Shape;1021;p9"/>
          <p:cNvSpPr/>
          <p:nvPr/>
        </p:nvSpPr>
        <p:spPr>
          <a:xfrm>
            <a:off x="4093850" y="4669050"/>
            <a:ext cx="768896" cy="259714"/>
          </a:xfrm>
          <a:custGeom>
            <a:rect b="b" l="l" r="r" t="t"/>
            <a:pathLst>
              <a:path extrusionOk="0" h="14826" w="43893">
                <a:moveTo>
                  <a:pt x="1483" y="1"/>
                </a:moveTo>
                <a:cubicBezTo>
                  <a:pt x="992" y="1"/>
                  <a:pt x="498" y="15"/>
                  <a:pt x="1" y="41"/>
                </a:cubicBezTo>
                <a:cubicBezTo>
                  <a:pt x="335" y="3415"/>
                  <a:pt x="1126" y="7336"/>
                  <a:pt x="4743" y="8674"/>
                </a:cubicBezTo>
                <a:cubicBezTo>
                  <a:pt x="8512" y="10042"/>
                  <a:pt x="12706" y="9890"/>
                  <a:pt x="16445" y="11227"/>
                </a:cubicBezTo>
                <a:cubicBezTo>
                  <a:pt x="18390" y="11926"/>
                  <a:pt x="20305" y="13112"/>
                  <a:pt x="22159" y="13750"/>
                </a:cubicBezTo>
                <a:cubicBezTo>
                  <a:pt x="22429" y="14533"/>
                  <a:pt x="23087" y="14825"/>
                  <a:pt x="23924" y="14825"/>
                </a:cubicBezTo>
                <a:cubicBezTo>
                  <a:pt x="26009" y="14825"/>
                  <a:pt x="29203" y="13007"/>
                  <a:pt x="30245" y="12443"/>
                </a:cubicBezTo>
                <a:cubicBezTo>
                  <a:pt x="35473" y="9646"/>
                  <a:pt x="39242" y="5817"/>
                  <a:pt x="43892" y="2321"/>
                </a:cubicBezTo>
                <a:lnTo>
                  <a:pt x="43892" y="2321"/>
                </a:lnTo>
                <a:cubicBezTo>
                  <a:pt x="40701" y="2807"/>
                  <a:pt x="37570" y="3415"/>
                  <a:pt x="34439" y="4662"/>
                </a:cubicBezTo>
                <a:cubicBezTo>
                  <a:pt x="29850" y="6455"/>
                  <a:pt x="26202" y="9829"/>
                  <a:pt x="22159" y="12504"/>
                </a:cubicBezTo>
                <a:cubicBezTo>
                  <a:pt x="19697" y="7944"/>
                  <a:pt x="14257" y="4236"/>
                  <a:pt x="9728" y="1865"/>
                </a:cubicBezTo>
                <a:cubicBezTo>
                  <a:pt x="7106" y="490"/>
                  <a:pt x="4352" y="1"/>
                  <a:pt x="14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2" name="Google Shape;1022;p9"/>
          <p:cNvGrpSpPr/>
          <p:nvPr/>
        </p:nvGrpSpPr>
        <p:grpSpPr>
          <a:xfrm>
            <a:off x="540801" y="4139706"/>
            <a:ext cx="1028977" cy="947752"/>
            <a:chOff x="548175" y="3691725"/>
            <a:chExt cx="990925" cy="1044125"/>
          </a:xfrm>
        </p:grpSpPr>
        <p:sp>
          <p:nvSpPr>
            <p:cNvPr id="1023" name="Google Shape;1023;p9"/>
            <p:cNvSpPr/>
            <p:nvPr/>
          </p:nvSpPr>
          <p:spPr>
            <a:xfrm>
              <a:off x="803500" y="3747200"/>
              <a:ext cx="52450" cy="99575"/>
            </a:xfrm>
            <a:custGeom>
              <a:rect b="b" l="l" r="r" t="t"/>
              <a:pathLst>
                <a:path extrusionOk="0" fill="none" h="3983" w="2098">
                  <a:moveTo>
                    <a:pt x="2097" y="0"/>
                  </a:moveTo>
                  <a:cubicBezTo>
                    <a:pt x="1733" y="760"/>
                    <a:pt x="1307" y="1490"/>
                    <a:pt x="881" y="2250"/>
                  </a:cubicBezTo>
                  <a:cubicBezTo>
                    <a:pt x="578" y="2827"/>
                    <a:pt x="213" y="3374"/>
                    <a:pt x="0" y="3982"/>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9"/>
            <p:cNvSpPr/>
            <p:nvPr/>
          </p:nvSpPr>
          <p:spPr>
            <a:xfrm>
              <a:off x="773850" y="3864975"/>
              <a:ext cx="58550" cy="99575"/>
            </a:xfrm>
            <a:custGeom>
              <a:rect b="b" l="l" r="r" t="t"/>
              <a:pathLst>
                <a:path extrusionOk="0" fill="none" h="3983" w="2342">
                  <a:moveTo>
                    <a:pt x="2341" y="1"/>
                  </a:moveTo>
                  <a:cubicBezTo>
                    <a:pt x="2067" y="700"/>
                    <a:pt x="1490" y="1308"/>
                    <a:pt x="1186" y="2007"/>
                  </a:cubicBezTo>
                  <a:cubicBezTo>
                    <a:pt x="852" y="2706"/>
                    <a:pt x="517" y="3436"/>
                    <a:pt x="1" y="3983"/>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9"/>
            <p:cNvSpPr/>
            <p:nvPr/>
          </p:nvSpPr>
          <p:spPr>
            <a:xfrm>
              <a:off x="712300" y="3923500"/>
              <a:ext cx="38025" cy="64600"/>
            </a:xfrm>
            <a:custGeom>
              <a:rect b="b" l="l" r="r" t="t"/>
              <a:pathLst>
                <a:path extrusionOk="0" fill="none" h="2584" w="1521">
                  <a:moveTo>
                    <a:pt x="1520" y="0"/>
                  </a:moveTo>
                  <a:cubicBezTo>
                    <a:pt x="1216" y="487"/>
                    <a:pt x="1034" y="1034"/>
                    <a:pt x="700" y="1520"/>
                  </a:cubicBezTo>
                  <a:cubicBezTo>
                    <a:pt x="456" y="1885"/>
                    <a:pt x="244" y="2219"/>
                    <a:pt x="1" y="2584"/>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9"/>
            <p:cNvSpPr/>
            <p:nvPr/>
          </p:nvSpPr>
          <p:spPr>
            <a:xfrm>
              <a:off x="718375" y="3829275"/>
              <a:ext cx="41075" cy="64600"/>
            </a:xfrm>
            <a:custGeom>
              <a:rect b="b" l="l" r="r" t="t"/>
              <a:pathLst>
                <a:path extrusionOk="0" fill="none" h="2584" w="1643">
                  <a:moveTo>
                    <a:pt x="1642" y="0"/>
                  </a:moveTo>
                  <a:cubicBezTo>
                    <a:pt x="1034" y="851"/>
                    <a:pt x="487" y="1702"/>
                    <a:pt x="1" y="2584"/>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9"/>
            <p:cNvSpPr/>
            <p:nvPr/>
          </p:nvSpPr>
          <p:spPr>
            <a:xfrm>
              <a:off x="621125" y="3993400"/>
              <a:ext cx="26600" cy="53225"/>
            </a:xfrm>
            <a:custGeom>
              <a:rect b="b" l="l" r="r" t="t"/>
              <a:pathLst>
                <a:path extrusionOk="0" fill="none" h="2129" w="1064">
                  <a:moveTo>
                    <a:pt x="1064" y="1"/>
                  </a:moveTo>
                  <a:cubicBezTo>
                    <a:pt x="1003" y="335"/>
                    <a:pt x="699" y="761"/>
                    <a:pt x="517" y="1065"/>
                  </a:cubicBezTo>
                  <a:cubicBezTo>
                    <a:pt x="365" y="1429"/>
                    <a:pt x="182" y="1764"/>
                    <a:pt x="0" y="2128"/>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9"/>
            <p:cNvSpPr/>
            <p:nvPr/>
          </p:nvSpPr>
          <p:spPr>
            <a:xfrm>
              <a:off x="662150" y="4043550"/>
              <a:ext cx="32700" cy="58550"/>
            </a:xfrm>
            <a:custGeom>
              <a:rect b="b" l="l" r="r" t="t"/>
              <a:pathLst>
                <a:path extrusionOk="0" fill="none" h="2342" w="1308">
                  <a:moveTo>
                    <a:pt x="1307" y="1"/>
                  </a:moveTo>
                  <a:cubicBezTo>
                    <a:pt x="1034" y="487"/>
                    <a:pt x="578" y="882"/>
                    <a:pt x="396" y="1399"/>
                  </a:cubicBezTo>
                  <a:cubicBezTo>
                    <a:pt x="274" y="1703"/>
                    <a:pt x="244" y="2098"/>
                    <a:pt x="0" y="2341"/>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9"/>
            <p:cNvSpPr/>
            <p:nvPr/>
          </p:nvSpPr>
          <p:spPr>
            <a:xfrm>
              <a:off x="726750" y="4043550"/>
              <a:ext cx="44075" cy="67650"/>
            </a:xfrm>
            <a:custGeom>
              <a:rect b="b" l="l" r="r" t="t"/>
              <a:pathLst>
                <a:path extrusionOk="0" fill="none" h="2706" w="1763">
                  <a:moveTo>
                    <a:pt x="1763" y="1"/>
                  </a:moveTo>
                  <a:cubicBezTo>
                    <a:pt x="973" y="761"/>
                    <a:pt x="426" y="1703"/>
                    <a:pt x="0" y="2706"/>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9"/>
            <p:cNvSpPr/>
            <p:nvPr/>
          </p:nvSpPr>
          <p:spPr>
            <a:xfrm>
              <a:off x="827050" y="3955400"/>
              <a:ext cx="43325" cy="67675"/>
            </a:xfrm>
            <a:custGeom>
              <a:rect b="b" l="l" r="r" t="t"/>
              <a:pathLst>
                <a:path extrusionOk="0" fill="none" h="2707" w="1733">
                  <a:moveTo>
                    <a:pt x="1733" y="1"/>
                  </a:moveTo>
                  <a:cubicBezTo>
                    <a:pt x="1307" y="487"/>
                    <a:pt x="851" y="1065"/>
                    <a:pt x="578" y="1673"/>
                  </a:cubicBezTo>
                  <a:cubicBezTo>
                    <a:pt x="487" y="1855"/>
                    <a:pt x="426" y="2068"/>
                    <a:pt x="304" y="2250"/>
                  </a:cubicBezTo>
                  <a:cubicBezTo>
                    <a:pt x="213" y="2402"/>
                    <a:pt x="0" y="2524"/>
                    <a:pt x="0" y="2706"/>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9"/>
            <p:cNvSpPr/>
            <p:nvPr/>
          </p:nvSpPr>
          <p:spPr>
            <a:xfrm>
              <a:off x="908350" y="3835350"/>
              <a:ext cx="44100" cy="76000"/>
            </a:xfrm>
            <a:custGeom>
              <a:rect b="b" l="l" r="r" t="t"/>
              <a:pathLst>
                <a:path extrusionOk="0" fill="none" h="3040" w="1764">
                  <a:moveTo>
                    <a:pt x="1764" y="0"/>
                  </a:moveTo>
                  <a:cubicBezTo>
                    <a:pt x="1399" y="699"/>
                    <a:pt x="1034" y="1429"/>
                    <a:pt x="700" y="2158"/>
                  </a:cubicBezTo>
                  <a:cubicBezTo>
                    <a:pt x="578" y="2462"/>
                    <a:pt x="457" y="3040"/>
                    <a:pt x="1" y="2949"/>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9"/>
            <p:cNvSpPr/>
            <p:nvPr/>
          </p:nvSpPr>
          <p:spPr>
            <a:xfrm>
              <a:off x="901525" y="3764675"/>
              <a:ext cx="50925" cy="76775"/>
            </a:xfrm>
            <a:custGeom>
              <a:rect b="b" l="l" r="r" t="t"/>
              <a:pathLst>
                <a:path extrusionOk="0" fill="none" h="3071" w="2037">
                  <a:moveTo>
                    <a:pt x="2037" y="1"/>
                  </a:moveTo>
                  <a:cubicBezTo>
                    <a:pt x="1489" y="457"/>
                    <a:pt x="1155" y="1095"/>
                    <a:pt x="821" y="1703"/>
                  </a:cubicBezTo>
                  <a:cubicBezTo>
                    <a:pt x="608" y="2067"/>
                    <a:pt x="0" y="2645"/>
                    <a:pt x="61" y="3071"/>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9"/>
            <p:cNvSpPr/>
            <p:nvPr/>
          </p:nvSpPr>
          <p:spPr>
            <a:xfrm>
              <a:off x="1008650" y="3762400"/>
              <a:ext cx="28900" cy="52450"/>
            </a:xfrm>
            <a:custGeom>
              <a:rect b="b" l="l" r="r" t="t"/>
              <a:pathLst>
                <a:path extrusionOk="0" fill="none" h="2098" w="1156">
                  <a:moveTo>
                    <a:pt x="1156" y="0"/>
                  </a:moveTo>
                  <a:cubicBezTo>
                    <a:pt x="882" y="456"/>
                    <a:pt x="487" y="882"/>
                    <a:pt x="305" y="1399"/>
                  </a:cubicBezTo>
                  <a:cubicBezTo>
                    <a:pt x="214" y="1611"/>
                    <a:pt x="183" y="1915"/>
                    <a:pt x="1" y="2098"/>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9"/>
            <p:cNvSpPr/>
            <p:nvPr/>
          </p:nvSpPr>
          <p:spPr>
            <a:xfrm>
              <a:off x="1084650" y="3732750"/>
              <a:ext cx="44100" cy="61600"/>
            </a:xfrm>
            <a:custGeom>
              <a:rect b="b" l="l" r="r" t="t"/>
              <a:pathLst>
                <a:path extrusionOk="0" fill="none" h="2464" w="1764">
                  <a:moveTo>
                    <a:pt x="1763" y="1"/>
                  </a:moveTo>
                  <a:cubicBezTo>
                    <a:pt x="1551" y="487"/>
                    <a:pt x="1277" y="913"/>
                    <a:pt x="943" y="1308"/>
                  </a:cubicBezTo>
                  <a:cubicBezTo>
                    <a:pt x="608" y="1703"/>
                    <a:pt x="396" y="2098"/>
                    <a:pt x="0" y="2463"/>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9"/>
            <p:cNvSpPr/>
            <p:nvPr/>
          </p:nvSpPr>
          <p:spPr>
            <a:xfrm>
              <a:off x="1155325" y="3762400"/>
              <a:ext cx="38000" cy="49425"/>
            </a:xfrm>
            <a:custGeom>
              <a:rect b="b" l="l" r="r" t="t"/>
              <a:pathLst>
                <a:path extrusionOk="0" fill="none" h="1977" w="1520">
                  <a:moveTo>
                    <a:pt x="1520" y="0"/>
                  </a:moveTo>
                  <a:cubicBezTo>
                    <a:pt x="1216" y="365"/>
                    <a:pt x="942" y="791"/>
                    <a:pt x="639" y="1155"/>
                  </a:cubicBezTo>
                  <a:cubicBezTo>
                    <a:pt x="426" y="1429"/>
                    <a:pt x="183" y="1672"/>
                    <a:pt x="0" y="1976"/>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9"/>
            <p:cNvSpPr/>
            <p:nvPr/>
          </p:nvSpPr>
          <p:spPr>
            <a:xfrm>
              <a:off x="969900" y="39934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9"/>
            <p:cNvSpPr/>
            <p:nvPr/>
          </p:nvSpPr>
          <p:spPr>
            <a:xfrm>
              <a:off x="929625" y="3917425"/>
              <a:ext cx="43350" cy="64600"/>
            </a:xfrm>
            <a:custGeom>
              <a:rect b="b" l="l" r="r" t="t"/>
              <a:pathLst>
                <a:path extrusionOk="0" fill="none" h="2584" w="1734">
                  <a:moveTo>
                    <a:pt x="1733" y="0"/>
                  </a:moveTo>
                  <a:cubicBezTo>
                    <a:pt x="1217" y="882"/>
                    <a:pt x="730" y="1854"/>
                    <a:pt x="1" y="2584"/>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9"/>
            <p:cNvSpPr/>
            <p:nvPr/>
          </p:nvSpPr>
          <p:spPr>
            <a:xfrm>
              <a:off x="847550" y="4061025"/>
              <a:ext cx="40300" cy="56275"/>
            </a:xfrm>
            <a:custGeom>
              <a:rect b="b" l="l" r="r" t="t"/>
              <a:pathLst>
                <a:path extrusionOk="0" fill="none" h="2251" w="1612">
                  <a:moveTo>
                    <a:pt x="1612" y="1"/>
                  </a:moveTo>
                  <a:cubicBezTo>
                    <a:pt x="974" y="700"/>
                    <a:pt x="487" y="1429"/>
                    <a:pt x="1" y="2250"/>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9"/>
            <p:cNvSpPr/>
            <p:nvPr/>
          </p:nvSpPr>
          <p:spPr>
            <a:xfrm>
              <a:off x="750300" y="4169700"/>
              <a:ext cx="50175" cy="64625"/>
            </a:xfrm>
            <a:custGeom>
              <a:rect b="b" l="l" r="r" t="t"/>
              <a:pathLst>
                <a:path extrusionOk="0" fill="none" h="2585" w="2007">
                  <a:moveTo>
                    <a:pt x="2006" y="0"/>
                  </a:moveTo>
                  <a:cubicBezTo>
                    <a:pt x="1307" y="852"/>
                    <a:pt x="791" y="1824"/>
                    <a:pt x="0" y="2584"/>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9"/>
            <p:cNvSpPr/>
            <p:nvPr/>
          </p:nvSpPr>
          <p:spPr>
            <a:xfrm>
              <a:off x="747250" y="4114225"/>
              <a:ext cx="32700" cy="46375"/>
            </a:xfrm>
            <a:custGeom>
              <a:rect b="b" l="l" r="r" t="t"/>
              <a:pathLst>
                <a:path extrusionOk="0" fill="none" h="1855" w="1308">
                  <a:moveTo>
                    <a:pt x="1308" y="1"/>
                  </a:moveTo>
                  <a:cubicBezTo>
                    <a:pt x="913" y="639"/>
                    <a:pt x="517" y="1308"/>
                    <a:pt x="1" y="1855"/>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9"/>
            <p:cNvSpPr/>
            <p:nvPr/>
          </p:nvSpPr>
          <p:spPr>
            <a:xfrm>
              <a:off x="641625" y="4222900"/>
              <a:ext cx="35750" cy="52450"/>
            </a:xfrm>
            <a:custGeom>
              <a:rect b="b" l="l" r="r" t="t"/>
              <a:pathLst>
                <a:path extrusionOk="0" fill="none" h="2098" w="1430">
                  <a:moveTo>
                    <a:pt x="1429" y="0"/>
                  </a:moveTo>
                  <a:cubicBezTo>
                    <a:pt x="1399" y="182"/>
                    <a:pt x="1004" y="699"/>
                    <a:pt x="913" y="821"/>
                  </a:cubicBezTo>
                  <a:cubicBezTo>
                    <a:pt x="791" y="973"/>
                    <a:pt x="639" y="1125"/>
                    <a:pt x="517" y="1277"/>
                  </a:cubicBezTo>
                  <a:cubicBezTo>
                    <a:pt x="335" y="1520"/>
                    <a:pt x="62" y="1763"/>
                    <a:pt x="1" y="2097"/>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9"/>
            <p:cNvSpPr/>
            <p:nvPr/>
          </p:nvSpPr>
          <p:spPr>
            <a:xfrm>
              <a:off x="615800" y="4169700"/>
              <a:ext cx="46375" cy="55500"/>
            </a:xfrm>
            <a:custGeom>
              <a:rect b="b" l="l" r="r" t="t"/>
              <a:pathLst>
                <a:path extrusionOk="0" fill="none" h="2220" w="1855">
                  <a:moveTo>
                    <a:pt x="1854" y="0"/>
                  </a:moveTo>
                  <a:cubicBezTo>
                    <a:pt x="973" y="517"/>
                    <a:pt x="699" y="1551"/>
                    <a:pt x="0" y="2219"/>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9"/>
            <p:cNvSpPr/>
            <p:nvPr/>
          </p:nvSpPr>
          <p:spPr>
            <a:xfrm>
              <a:off x="589200" y="4114225"/>
              <a:ext cx="31950" cy="46375"/>
            </a:xfrm>
            <a:custGeom>
              <a:rect b="b" l="l" r="r" t="t"/>
              <a:pathLst>
                <a:path extrusionOk="0" fill="none" h="1855" w="1278">
                  <a:moveTo>
                    <a:pt x="1277" y="1"/>
                  </a:moveTo>
                  <a:cubicBezTo>
                    <a:pt x="973" y="456"/>
                    <a:pt x="669" y="943"/>
                    <a:pt x="335" y="1399"/>
                  </a:cubicBezTo>
                  <a:cubicBezTo>
                    <a:pt x="244" y="1551"/>
                    <a:pt x="122" y="1733"/>
                    <a:pt x="0" y="1855"/>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9"/>
            <p:cNvSpPr/>
            <p:nvPr/>
          </p:nvSpPr>
          <p:spPr>
            <a:xfrm>
              <a:off x="630225" y="3855875"/>
              <a:ext cx="31950" cy="50175"/>
            </a:xfrm>
            <a:custGeom>
              <a:rect b="b" l="l" r="r" t="t"/>
              <a:pathLst>
                <a:path extrusionOk="0" fill="none" h="2007" w="1278">
                  <a:moveTo>
                    <a:pt x="1277" y="0"/>
                  </a:moveTo>
                  <a:cubicBezTo>
                    <a:pt x="913" y="365"/>
                    <a:pt x="487" y="760"/>
                    <a:pt x="305" y="1246"/>
                  </a:cubicBezTo>
                  <a:cubicBezTo>
                    <a:pt x="214" y="1459"/>
                    <a:pt x="31" y="1763"/>
                    <a:pt x="1" y="2006"/>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9"/>
            <p:cNvSpPr/>
            <p:nvPr/>
          </p:nvSpPr>
          <p:spPr>
            <a:xfrm>
              <a:off x="756375" y="3756325"/>
              <a:ext cx="28900" cy="28900"/>
            </a:xfrm>
            <a:custGeom>
              <a:rect b="b" l="l" r="r" t="t"/>
              <a:pathLst>
                <a:path extrusionOk="0" fill="none" h="1156" w="1156">
                  <a:moveTo>
                    <a:pt x="1156" y="0"/>
                  </a:moveTo>
                  <a:cubicBezTo>
                    <a:pt x="608" y="243"/>
                    <a:pt x="244" y="639"/>
                    <a:pt x="0" y="1155"/>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9"/>
            <p:cNvSpPr/>
            <p:nvPr/>
          </p:nvSpPr>
          <p:spPr>
            <a:xfrm>
              <a:off x="565650" y="3982000"/>
              <a:ext cx="26600" cy="41075"/>
            </a:xfrm>
            <a:custGeom>
              <a:rect b="b" l="l" r="r" t="t"/>
              <a:pathLst>
                <a:path extrusionOk="0" fill="none" h="1643" w="1064">
                  <a:moveTo>
                    <a:pt x="1064" y="1"/>
                  </a:moveTo>
                  <a:cubicBezTo>
                    <a:pt x="760" y="305"/>
                    <a:pt x="426" y="669"/>
                    <a:pt x="243" y="1065"/>
                  </a:cubicBezTo>
                  <a:cubicBezTo>
                    <a:pt x="152" y="1247"/>
                    <a:pt x="91" y="1460"/>
                    <a:pt x="0" y="1642"/>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9"/>
            <p:cNvSpPr/>
            <p:nvPr/>
          </p:nvSpPr>
          <p:spPr>
            <a:xfrm>
              <a:off x="548175" y="4222900"/>
              <a:ext cx="26600" cy="43325"/>
            </a:xfrm>
            <a:custGeom>
              <a:rect b="b" l="l" r="r" t="t"/>
              <a:pathLst>
                <a:path extrusionOk="0" fill="none" h="1733" w="1064">
                  <a:moveTo>
                    <a:pt x="1064" y="0"/>
                  </a:moveTo>
                  <a:cubicBezTo>
                    <a:pt x="821" y="365"/>
                    <a:pt x="517" y="760"/>
                    <a:pt x="334" y="1155"/>
                  </a:cubicBezTo>
                  <a:cubicBezTo>
                    <a:pt x="274" y="1338"/>
                    <a:pt x="182" y="1702"/>
                    <a:pt x="0" y="1733"/>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9"/>
            <p:cNvSpPr/>
            <p:nvPr/>
          </p:nvSpPr>
          <p:spPr>
            <a:xfrm>
              <a:off x="583125" y="4278350"/>
              <a:ext cx="26625" cy="41075"/>
            </a:xfrm>
            <a:custGeom>
              <a:rect b="b" l="l" r="r" t="t"/>
              <a:pathLst>
                <a:path extrusionOk="0" fill="none" h="1643" w="1065">
                  <a:moveTo>
                    <a:pt x="1064" y="1"/>
                  </a:moveTo>
                  <a:cubicBezTo>
                    <a:pt x="730" y="335"/>
                    <a:pt x="487" y="700"/>
                    <a:pt x="304" y="1126"/>
                  </a:cubicBezTo>
                  <a:cubicBezTo>
                    <a:pt x="213" y="1278"/>
                    <a:pt x="152" y="1582"/>
                    <a:pt x="0" y="1642"/>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9"/>
            <p:cNvSpPr/>
            <p:nvPr/>
          </p:nvSpPr>
          <p:spPr>
            <a:xfrm>
              <a:off x="621125" y="4322425"/>
              <a:ext cx="58525" cy="85150"/>
            </a:xfrm>
            <a:custGeom>
              <a:rect b="b" l="l" r="r" t="t"/>
              <a:pathLst>
                <a:path extrusionOk="0" fill="none" h="3406" w="2341">
                  <a:moveTo>
                    <a:pt x="2341" y="1"/>
                  </a:moveTo>
                  <a:cubicBezTo>
                    <a:pt x="1824" y="578"/>
                    <a:pt x="1368" y="1247"/>
                    <a:pt x="973" y="1946"/>
                  </a:cubicBezTo>
                  <a:cubicBezTo>
                    <a:pt x="821" y="2220"/>
                    <a:pt x="669" y="2433"/>
                    <a:pt x="517" y="2706"/>
                  </a:cubicBezTo>
                  <a:cubicBezTo>
                    <a:pt x="334" y="2919"/>
                    <a:pt x="243" y="3223"/>
                    <a:pt x="0" y="3405"/>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9"/>
            <p:cNvSpPr/>
            <p:nvPr/>
          </p:nvSpPr>
          <p:spPr>
            <a:xfrm>
              <a:off x="618075" y="4459975"/>
              <a:ext cx="26625" cy="44100"/>
            </a:xfrm>
            <a:custGeom>
              <a:rect b="b" l="l" r="r" t="t"/>
              <a:pathLst>
                <a:path extrusionOk="0" fill="none" h="1764" w="1065">
                  <a:moveTo>
                    <a:pt x="1064" y="1"/>
                  </a:moveTo>
                  <a:cubicBezTo>
                    <a:pt x="760" y="426"/>
                    <a:pt x="578" y="760"/>
                    <a:pt x="365" y="1216"/>
                  </a:cubicBezTo>
                  <a:cubicBezTo>
                    <a:pt x="304" y="1368"/>
                    <a:pt x="152" y="1642"/>
                    <a:pt x="0" y="1763"/>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9"/>
            <p:cNvSpPr/>
            <p:nvPr/>
          </p:nvSpPr>
          <p:spPr>
            <a:xfrm>
              <a:off x="741925" y="4275325"/>
              <a:ext cx="41075" cy="55500"/>
            </a:xfrm>
            <a:custGeom>
              <a:rect b="b" l="l" r="r" t="t"/>
              <a:pathLst>
                <a:path extrusionOk="0" fill="none" h="2220" w="1643">
                  <a:moveTo>
                    <a:pt x="1642" y="0"/>
                  </a:moveTo>
                  <a:cubicBezTo>
                    <a:pt x="1095" y="335"/>
                    <a:pt x="882" y="851"/>
                    <a:pt x="578" y="1368"/>
                  </a:cubicBezTo>
                  <a:cubicBezTo>
                    <a:pt x="426" y="1672"/>
                    <a:pt x="244" y="2037"/>
                    <a:pt x="1" y="2219"/>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9"/>
            <p:cNvSpPr/>
            <p:nvPr/>
          </p:nvSpPr>
          <p:spPr>
            <a:xfrm>
              <a:off x="849850" y="4178825"/>
              <a:ext cx="26600" cy="41050"/>
            </a:xfrm>
            <a:custGeom>
              <a:rect b="b" l="l" r="r" t="t"/>
              <a:pathLst>
                <a:path extrusionOk="0" fill="none" h="1642" w="1064">
                  <a:moveTo>
                    <a:pt x="1064" y="0"/>
                  </a:moveTo>
                  <a:cubicBezTo>
                    <a:pt x="790" y="335"/>
                    <a:pt x="517" y="638"/>
                    <a:pt x="304" y="1034"/>
                  </a:cubicBezTo>
                  <a:cubicBezTo>
                    <a:pt x="183" y="1216"/>
                    <a:pt x="152" y="1459"/>
                    <a:pt x="0" y="1642"/>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9"/>
            <p:cNvSpPr/>
            <p:nvPr/>
          </p:nvSpPr>
          <p:spPr>
            <a:xfrm>
              <a:off x="944075" y="4102075"/>
              <a:ext cx="49400" cy="70675"/>
            </a:xfrm>
            <a:custGeom>
              <a:rect b="b" l="l" r="r" t="t"/>
              <a:pathLst>
                <a:path extrusionOk="0" fill="none" h="2827" w="1976">
                  <a:moveTo>
                    <a:pt x="1976" y="0"/>
                  </a:moveTo>
                  <a:cubicBezTo>
                    <a:pt x="1429" y="547"/>
                    <a:pt x="1003" y="1094"/>
                    <a:pt x="639" y="1794"/>
                  </a:cubicBezTo>
                  <a:cubicBezTo>
                    <a:pt x="456" y="2098"/>
                    <a:pt x="243" y="2553"/>
                    <a:pt x="0" y="2827"/>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9"/>
            <p:cNvSpPr/>
            <p:nvPr/>
          </p:nvSpPr>
          <p:spPr>
            <a:xfrm>
              <a:off x="1052725" y="4013925"/>
              <a:ext cx="34975" cy="50175"/>
            </a:xfrm>
            <a:custGeom>
              <a:rect b="b" l="l" r="r" t="t"/>
              <a:pathLst>
                <a:path extrusionOk="0" fill="none" h="2007" w="1399">
                  <a:moveTo>
                    <a:pt x="1399" y="0"/>
                  </a:moveTo>
                  <a:cubicBezTo>
                    <a:pt x="943" y="456"/>
                    <a:pt x="609" y="851"/>
                    <a:pt x="335" y="1399"/>
                  </a:cubicBezTo>
                  <a:cubicBezTo>
                    <a:pt x="274" y="1490"/>
                    <a:pt x="274" y="1672"/>
                    <a:pt x="183" y="1763"/>
                  </a:cubicBezTo>
                  <a:cubicBezTo>
                    <a:pt x="122" y="1885"/>
                    <a:pt x="62" y="1885"/>
                    <a:pt x="1" y="2006"/>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9"/>
            <p:cNvSpPr/>
            <p:nvPr/>
          </p:nvSpPr>
          <p:spPr>
            <a:xfrm>
              <a:off x="1149250" y="3899950"/>
              <a:ext cx="34975" cy="50175"/>
            </a:xfrm>
            <a:custGeom>
              <a:rect b="b" l="l" r="r" t="t"/>
              <a:pathLst>
                <a:path extrusionOk="0" fill="none" h="2007" w="1399">
                  <a:moveTo>
                    <a:pt x="1398" y="0"/>
                  </a:moveTo>
                  <a:cubicBezTo>
                    <a:pt x="1003" y="426"/>
                    <a:pt x="730" y="821"/>
                    <a:pt x="395" y="1307"/>
                  </a:cubicBezTo>
                  <a:cubicBezTo>
                    <a:pt x="243" y="1489"/>
                    <a:pt x="0" y="1733"/>
                    <a:pt x="0" y="2006"/>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9"/>
            <p:cNvSpPr/>
            <p:nvPr/>
          </p:nvSpPr>
          <p:spPr>
            <a:xfrm>
              <a:off x="1102125" y="3879425"/>
              <a:ext cx="26625" cy="41050"/>
            </a:xfrm>
            <a:custGeom>
              <a:rect b="b" l="l" r="r" t="t"/>
              <a:pathLst>
                <a:path extrusionOk="0" fill="none" h="1642" w="1065">
                  <a:moveTo>
                    <a:pt x="1064" y="0"/>
                  </a:moveTo>
                  <a:cubicBezTo>
                    <a:pt x="730" y="183"/>
                    <a:pt x="517" y="699"/>
                    <a:pt x="304" y="1003"/>
                  </a:cubicBezTo>
                  <a:cubicBezTo>
                    <a:pt x="183" y="1186"/>
                    <a:pt x="31" y="1429"/>
                    <a:pt x="1" y="1642"/>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9"/>
            <p:cNvSpPr/>
            <p:nvPr/>
          </p:nvSpPr>
          <p:spPr>
            <a:xfrm>
              <a:off x="972950" y="3697800"/>
              <a:ext cx="38775" cy="44100"/>
            </a:xfrm>
            <a:custGeom>
              <a:rect b="b" l="l" r="r" t="t"/>
              <a:pathLst>
                <a:path extrusionOk="0" fill="none" h="1764" w="1551">
                  <a:moveTo>
                    <a:pt x="1550" y="1"/>
                  </a:moveTo>
                  <a:cubicBezTo>
                    <a:pt x="1186" y="426"/>
                    <a:pt x="851" y="791"/>
                    <a:pt x="487" y="1186"/>
                  </a:cubicBezTo>
                  <a:cubicBezTo>
                    <a:pt x="365" y="1308"/>
                    <a:pt x="61" y="1612"/>
                    <a:pt x="0" y="1764"/>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9"/>
            <p:cNvSpPr/>
            <p:nvPr/>
          </p:nvSpPr>
          <p:spPr>
            <a:xfrm>
              <a:off x="908350" y="3691725"/>
              <a:ext cx="20550" cy="23575"/>
            </a:xfrm>
            <a:custGeom>
              <a:rect b="b" l="l" r="r" t="t"/>
              <a:pathLst>
                <a:path extrusionOk="0" fill="none" h="943" w="822">
                  <a:moveTo>
                    <a:pt x="821" y="1"/>
                  </a:moveTo>
                  <a:cubicBezTo>
                    <a:pt x="457" y="213"/>
                    <a:pt x="122" y="517"/>
                    <a:pt x="1" y="943"/>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9"/>
            <p:cNvSpPr/>
            <p:nvPr/>
          </p:nvSpPr>
          <p:spPr>
            <a:xfrm>
              <a:off x="1207000" y="3779875"/>
              <a:ext cx="38775" cy="49425"/>
            </a:xfrm>
            <a:custGeom>
              <a:rect b="b" l="l" r="r" t="t"/>
              <a:pathLst>
                <a:path extrusionOk="0" fill="none" h="1977" w="1551">
                  <a:moveTo>
                    <a:pt x="1550" y="1"/>
                  </a:moveTo>
                  <a:cubicBezTo>
                    <a:pt x="1094" y="396"/>
                    <a:pt x="730" y="821"/>
                    <a:pt x="334" y="1277"/>
                  </a:cubicBezTo>
                  <a:cubicBezTo>
                    <a:pt x="182" y="1490"/>
                    <a:pt x="0" y="1703"/>
                    <a:pt x="31" y="1976"/>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9"/>
            <p:cNvSpPr/>
            <p:nvPr/>
          </p:nvSpPr>
          <p:spPr>
            <a:xfrm>
              <a:off x="1275375" y="3814825"/>
              <a:ext cx="38025" cy="38025"/>
            </a:xfrm>
            <a:custGeom>
              <a:rect b="b" l="l" r="r" t="t"/>
              <a:pathLst>
                <a:path extrusionOk="0" fill="none" h="1521" w="1521">
                  <a:moveTo>
                    <a:pt x="1521" y="1"/>
                  </a:moveTo>
                  <a:cubicBezTo>
                    <a:pt x="1125" y="61"/>
                    <a:pt x="852" y="609"/>
                    <a:pt x="639" y="882"/>
                  </a:cubicBezTo>
                  <a:cubicBezTo>
                    <a:pt x="457" y="1065"/>
                    <a:pt x="214" y="1368"/>
                    <a:pt x="1" y="1520"/>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9"/>
            <p:cNvSpPr/>
            <p:nvPr/>
          </p:nvSpPr>
          <p:spPr>
            <a:xfrm>
              <a:off x="1322500" y="3858900"/>
              <a:ext cx="58525" cy="61575"/>
            </a:xfrm>
            <a:custGeom>
              <a:rect b="b" l="l" r="r" t="t"/>
              <a:pathLst>
                <a:path extrusionOk="0" fill="none" h="2463" w="2341">
                  <a:moveTo>
                    <a:pt x="2341" y="1"/>
                  </a:moveTo>
                  <a:cubicBezTo>
                    <a:pt x="1976" y="274"/>
                    <a:pt x="1520" y="578"/>
                    <a:pt x="1246" y="943"/>
                  </a:cubicBezTo>
                  <a:cubicBezTo>
                    <a:pt x="1095" y="1125"/>
                    <a:pt x="973" y="1338"/>
                    <a:pt x="791" y="1520"/>
                  </a:cubicBezTo>
                  <a:cubicBezTo>
                    <a:pt x="547" y="1824"/>
                    <a:pt x="243" y="2128"/>
                    <a:pt x="0" y="2463"/>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9"/>
            <p:cNvSpPr/>
            <p:nvPr/>
          </p:nvSpPr>
          <p:spPr>
            <a:xfrm>
              <a:off x="1325525" y="3944000"/>
              <a:ext cx="66900" cy="72975"/>
            </a:xfrm>
            <a:custGeom>
              <a:rect b="b" l="l" r="r" t="t"/>
              <a:pathLst>
                <a:path extrusionOk="0" fill="none" h="2919" w="2676">
                  <a:moveTo>
                    <a:pt x="2676" y="1"/>
                  </a:moveTo>
                  <a:cubicBezTo>
                    <a:pt x="2159" y="609"/>
                    <a:pt x="1673" y="1308"/>
                    <a:pt x="1034" y="1855"/>
                  </a:cubicBezTo>
                  <a:cubicBezTo>
                    <a:pt x="670" y="2159"/>
                    <a:pt x="335" y="2585"/>
                    <a:pt x="1" y="2919"/>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9"/>
            <p:cNvSpPr/>
            <p:nvPr/>
          </p:nvSpPr>
          <p:spPr>
            <a:xfrm>
              <a:off x="1407600" y="3958450"/>
              <a:ext cx="38025" cy="44100"/>
            </a:xfrm>
            <a:custGeom>
              <a:rect b="b" l="l" r="r" t="t"/>
              <a:pathLst>
                <a:path extrusionOk="0" fill="none" h="1764" w="1521">
                  <a:moveTo>
                    <a:pt x="1520" y="0"/>
                  </a:moveTo>
                  <a:cubicBezTo>
                    <a:pt x="1004" y="578"/>
                    <a:pt x="609" y="1307"/>
                    <a:pt x="1" y="1763"/>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9"/>
            <p:cNvSpPr/>
            <p:nvPr/>
          </p:nvSpPr>
          <p:spPr>
            <a:xfrm>
              <a:off x="1242700" y="3970600"/>
              <a:ext cx="44100" cy="55500"/>
            </a:xfrm>
            <a:custGeom>
              <a:rect b="b" l="l" r="r" t="t"/>
              <a:pathLst>
                <a:path extrusionOk="0" fill="none" h="2220" w="1764">
                  <a:moveTo>
                    <a:pt x="1764" y="1"/>
                  </a:moveTo>
                  <a:cubicBezTo>
                    <a:pt x="1308" y="274"/>
                    <a:pt x="1034" y="791"/>
                    <a:pt x="791" y="1277"/>
                  </a:cubicBezTo>
                  <a:cubicBezTo>
                    <a:pt x="578" y="1612"/>
                    <a:pt x="274" y="1885"/>
                    <a:pt x="1" y="2220"/>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9"/>
            <p:cNvSpPr/>
            <p:nvPr/>
          </p:nvSpPr>
          <p:spPr>
            <a:xfrm>
              <a:off x="1178875" y="3944000"/>
              <a:ext cx="49425" cy="58550"/>
            </a:xfrm>
            <a:custGeom>
              <a:rect b="b" l="l" r="r" t="t"/>
              <a:pathLst>
                <a:path extrusionOk="0" fill="none" h="2342" w="1977">
                  <a:moveTo>
                    <a:pt x="1976" y="1"/>
                  </a:moveTo>
                  <a:cubicBezTo>
                    <a:pt x="1520" y="487"/>
                    <a:pt x="1034" y="974"/>
                    <a:pt x="639" y="1521"/>
                  </a:cubicBezTo>
                  <a:cubicBezTo>
                    <a:pt x="456" y="1764"/>
                    <a:pt x="92" y="2068"/>
                    <a:pt x="0" y="2341"/>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9"/>
            <p:cNvSpPr/>
            <p:nvPr/>
          </p:nvSpPr>
          <p:spPr>
            <a:xfrm>
              <a:off x="1117325" y="4076225"/>
              <a:ext cx="41050" cy="49425"/>
            </a:xfrm>
            <a:custGeom>
              <a:rect b="b" l="l" r="r" t="t"/>
              <a:pathLst>
                <a:path extrusionOk="0" fill="none" h="1977" w="1642">
                  <a:moveTo>
                    <a:pt x="1642" y="1"/>
                  </a:moveTo>
                  <a:cubicBezTo>
                    <a:pt x="1186" y="396"/>
                    <a:pt x="943" y="882"/>
                    <a:pt x="548" y="1308"/>
                  </a:cubicBezTo>
                  <a:cubicBezTo>
                    <a:pt x="365" y="1521"/>
                    <a:pt x="183" y="1764"/>
                    <a:pt x="0" y="1976"/>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9"/>
            <p:cNvSpPr/>
            <p:nvPr/>
          </p:nvSpPr>
          <p:spPr>
            <a:xfrm>
              <a:off x="1198625" y="4084600"/>
              <a:ext cx="41825" cy="50175"/>
            </a:xfrm>
            <a:custGeom>
              <a:rect b="b" l="l" r="r" t="t"/>
              <a:pathLst>
                <a:path extrusionOk="0" fill="none" h="2007" w="1673">
                  <a:moveTo>
                    <a:pt x="1673" y="0"/>
                  </a:moveTo>
                  <a:cubicBezTo>
                    <a:pt x="1308" y="456"/>
                    <a:pt x="1004" y="912"/>
                    <a:pt x="639" y="1338"/>
                  </a:cubicBezTo>
                  <a:cubicBezTo>
                    <a:pt x="457" y="1520"/>
                    <a:pt x="274" y="1915"/>
                    <a:pt x="1" y="2006"/>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9"/>
            <p:cNvSpPr/>
            <p:nvPr/>
          </p:nvSpPr>
          <p:spPr>
            <a:xfrm>
              <a:off x="1295900" y="4064075"/>
              <a:ext cx="41050" cy="50175"/>
            </a:xfrm>
            <a:custGeom>
              <a:rect b="b" l="l" r="r" t="t"/>
              <a:pathLst>
                <a:path extrusionOk="0" fill="none" h="2007" w="1642">
                  <a:moveTo>
                    <a:pt x="1642" y="0"/>
                  </a:moveTo>
                  <a:cubicBezTo>
                    <a:pt x="1247" y="487"/>
                    <a:pt x="821" y="912"/>
                    <a:pt x="456" y="1429"/>
                  </a:cubicBezTo>
                  <a:cubicBezTo>
                    <a:pt x="335" y="1611"/>
                    <a:pt x="183" y="1946"/>
                    <a:pt x="0" y="2007"/>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9"/>
            <p:cNvSpPr/>
            <p:nvPr/>
          </p:nvSpPr>
          <p:spPr>
            <a:xfrm>
              <a:off x="1360500" y="4061025"/>
              <a:ext cx="58525" cy="61575"/>
            </a:xfrm>
            <a:custGeom>
              <a:rect b="b" l="l" r="r" t="t"/>
              <a:pathLst>
                <a:path extrusionOk="0" fill="none" h="2463" w="2341">
                  <a:moveTo>
                    <a:pt x="2341" y="1"/>
                  </a:moveTo>
                  <a:cubicBezTo>
                    <a:pt x="2006" y="214"/>
                    <a:pt x="1733" y="396"/>
                    <a:pt x="1489" y="730"/>
                  </a:cubicBezTo>
                  <a:cubicBezTo>
                    <a:pt x="1337" y="913"/>
                    <a:pt x="1216" y="1125"/>
                    <a:pt x="1064" y="1308"/>
                  </a:cubicBezTo>
                  <a:cubicBezTo>
                    <a:pt x="669" y="1703"/>
                    <a:pt x="304" y="2037"/>
                    <a:pt x="0" y="2463"/>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9"/>
            <p:cNvSpPr/>
            <p:nvPr/>
          </p:nvSpPr>
          <p:spPr>
            <a:xfrm>
              <a:off x="1442550" y="4055725"/>
              <a:ext cx="52475" cy="58525"/>
            </a:xfrm>
            <a:custGeom>
              <a:rect b="b" l="l" r="r" t="t"/>
              <a:pathLst>
                <a:path extrusionOk="0" fill="none" h="2341" w="2099">
                  <a:moveTo>
                    <a:pt x="2098" y="0"/>
                  </a:moveTo>
                  <a:cubicBezTo>
                    <a:pt x="1825" y="456"/>
                    <a:pt x="1399" y="851"/>
                    <a:pt x="1065" y="1277"/>
                  </a:cubicBezTo>
                  <a:cubicBezTo>
                    <a:pt x="761" y="1672"/>
                    <a:pt x="396" y="2037"/>
                    <a:pt x="1" y="2341"/>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9"/>
            <p:cNvSpPr/>
            <p:nvPr/>
          </p:nvSpPr>
          <p:spPr>
            <a:xfrm>
              <a:off x="1448625" y="4149175"/>
              <a:ext cx="41075" cy="58550"/>
            </a:xfrm>
            <a:custGeom>
              <a:rect b="b" l="l" r="r" t="t"/>
              <a:pathLst>
                <a:path extrusionOk="0" fill="none" h="2342" w="1643">
                  <a:moveTo>
                    <a:pt x="1642" y="1"/>
                  </a:moveTo>
                  <a:cubicBezTo>
                    <a:pt x="1186" y="852"/>
                    <a:pt x="396" y="1490"/>
                    <a:pt x="1" y="2341"/>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9"/>
            <p:cNvSpPr/>
            <p:nvPr/>
          </p:nvSpPr>
          <p:spPr>
            <a:xfrm>
              <a:off x="1480550" y="4193250"/>
              <a:ext cx="58550" cy="67650"/>
            </a:xfrm>
            <a:custGeom>
              <a:rect b="b" l="l" r="r" t="t"/>
              <a:pathLst>
                <a:path extrusionOk="0" fill="none" h="2706" w="2342">
                  <a:moveTo>
                    <a:pt x="2341" y="1"/>
                  </a:moveTo>
                  <a:cubicBezTo>
                    <a:pt x="1885" y="517"/>
                    <a:pt x="1490" y="1065"/>
                    <a:pt x="1064" y="1612"/>
                  </a:cubicBezTo>
                  <a:cubicBezTo>
                    <a:pt x="760" y="2007"/>
                    <a:pt x="365" y="2341"/>
                    <a:pt x="1" y="2706"/>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9"/>
            <p:cNvSpPr/>
            <p:nvPr/>
          </p:nvSpPr>
          <p:spPr>
            <a:xfrm>
              <a:off x="1442550" y="4389300"/>
              <a:ext cx="41075" cy="44100"/>
            </a:xfrm>
            <a:custGeom>
              <a:rect b="b" l="l" r="r" t="t"/>
              <a:pathLst>
                <a:path extrusionOk="0" fill="none" h="1764" w="1643">
                  <a:moveTo>
                    <a:pt x="1642" y="1"/>
                  </a:moveTo>
                  <a:cubicBezTo>
                    <a:pt x="1369" y="335"/>
                    <a:pt x="973" y="517"/>
                    <a:pt x="700" y="852"/>
                  </a:cubicBezTo>
                  <a:cubicBezTo>
                    <a:pt x="457" y="1156"/>
                    <a:pt x="244" y="1490"/>
                    <a:pt x="1" y="1764"/>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9"/>
            <p:cNvSpPr/>
            <p:nvPr/>
          </p:nvSpPr>
          <p:spPr>
            <a:xfrm>
              <a:off x="1392400" y="4501000"/>
              <a:ext cx="50175" cy="50175"/>
            </a:xfrm>
            <a:custGeom>
              <a:rect b="b" l="l" r="r" t="t"/>
              <a:pathLst>
                <a:path extrusionOk="0" fill="none" h="2007" w="2007">
                  <a:moveTo>
                    <a:pt x="2007" y="1"/>
                  </a:moveTo>
                  <a:cubicBezTo>
                    <a:pt x="1581" y="426"/>
                    <a:pt x="1217" y="882"/>
                    <a:pt x="821" y="1308"/>
                  </a:cubicBezTo>
                  <a:cubicBezTo>
                    <a:pt x="578" y="1551"/>
                    <a:pt x="244" y="1733"/>
                    <a:pt x="1" y="2007"/>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9"/>
            <p:cNvSpPr/>
            <p:nvPr/>
          </p:nvSpPr>
          <p:spPr>
            <a:xfrm>
              <a:off x="1474475" y="4295850"/>
              <a:ext cx="38025" cy="47125"/>
            </a:xfrm>
            <a:custGeom>
              <a:rect b="b" l="l" r="r" t="t"/>
              <a:pathLst>
                <a:path extrusionOk="0" fill="none" h="1885" w="1521">
                  <a:moveTo>
                    <a:pt x="1520" y="0"/>
                  </a:moveTo>
                  <a:cubicBezTo>
                    <a:pt x="1216" y="365"/>
                    <a:pt x="912" y="699"/>
                    <a:pt x="639" y="1094"/>
                  </a:cubicBezTo>
                  <a:cubicBezTo>
                    <a:pt x="426" y="1368"/>
                    <a:pt x="274" y="1641"/>
                    <a:pt x="0" y="1885"/>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9"/>
            <p:cNvSpPr/>
            <p:nvPr/>
          </p:nvSpPr>
          <p:spPr>
            <a:xfrm>
              <a:off x="1515500" y="4105100"/>
              <a:ext cx="23600" cy="29675"/>
            </a:xfrm>
            <a:custGeom>
              <a:rect b="b" l="l" r="r" t="t"/>
              <a:pathLst>
                <a:path extrusionOk="0" fill="none" h="1187" w="944">
                  <a:moveTo>
                    <a:pt x="943" y="1"/>
                  </a:moveTo>
                  <a:cubicBezTo>
                    <a:pt x="457" y="274"/>
                    <a:pt x="122" y="639"/>
                    <a:pt x="1" y="1186"/>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9"/>
            <p:cNvSpPr/>
            <p:nvPr/>
          </p:nvSpPr>
          <p:spPr>
            <a:xfrm>
              <a:off x="1351375" y="4281400"/>
              <a:ext cx="61575" cy="72975"/>
            </a:xfrm>
            <a:custGeom>
              <a:rect b="b" l="l" r="r" t="t"/>
              <a:pathLst>
                <a:path extrusionOk="0" fill="none" h="2919" w="2463">
                  <a:moveTo>
                    <a:pt x="2462" y="1"/>
                  </a:moveTo>
                  <a:cubicBezTo>
                    <a:pt x="2128" y="274"/>
                    <a:pt x="1702" y="548"/>
                    <a:pt x="1429" y="943"/>
                  </a:cubicBezTo>
                  <a:cubicBezTo>
                    <a:pt x="1247" y="1216"/>
                    <a:pt x="1064" y="1490"/>
                    <a:pt x="851" y="1764"/>
                  </a:cubicBezTo>
                  <a:cubicBezTo>
                    <a:pt x="578" y="2128"/>
                    <a:pt x="365" y="2645"/>
                    <a:pt x="0" y="2919"/>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9"/>
            <p:cNvSpPr/>
            <p:nvPr/>
          </p:nvSpPr>
          <p:spPr>
            <a:xfrm>
              <a:off x="1333900" y="4199325"/>
              <a:ext cx="44100" cy="46375"/>
            </a:xfrm>
            <a:custGeom>
              <a:rect b="b" l="l" r="r" t="t"/>
              <a:pathLst>
                <a:path extrusionOk="0" fill="none" h="1855" w="1764">
                  <a:moveTo>
                    <a:pt x="1763" y="1"/>
                  </a:moveTo>
                  <a:cubicBezTo>
                    <a:pt x="1368" y="122"/>
                    <a:pt x="1094" y="700"/>
                    <a:pt x="821" y="1004"/>
                  </a:cubicBezTo>
                  <a:cubicBezTo>
                    <a:pt x="547" y="1277"/>
                    <a:pt x="304" y="1581"/>
                    <a:pt x="0" y="1855"/>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9"/>
            <p:cNvSpPr/>
            <p:nvPr/>
          </p:nvSpPr>
          <p:spPr>
            <a:xfrm>
              <a:off x="1008650" y="4172750"/>
              <a:ext cx="46375" cy="58525"/>
            </a:xfrm>
            <a:custGeom>
              <a:rect b="b" l="l" r="r" t="t"/>
              <a:pathLst>
                <a:path extrusionOk="0" fill="none" h="2341" w="1855">
                  <a:moveTo>
                    <a:pt x="1855" y="0"/>
                  </a:moveTo>
                  <a:cubicBezTo>
                    <a:pt x="1277" y="790"/>
                    <a:pt x="670" y="1611"/>
                    <a:pt x="1" y="2340"/>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9"/>
            <p:cNvSpPr/>
            <p:nvPr/>
          </p:nvSpPr>
          <p:spPr>
            <a:xfrm>
              <a:off x="1114275" y="4193250"/>
              <a:ext cx="38025" cy="41075"/>
            </a:xfrm>
            <a:custGeom>
              <a:rect b="b" l="l" r="r" t="t"/>
              <a:pathLst>
                <a:path extrusionOk="0" fill="none" h="1643" w="1521">
                  <a:moveTo>
                    <a:pt x="1521" y="1"/>
                  </a:moveTo>
                  <a:cubicBezTo>
                    <a:pt x="1095" y="213"/>
                    <a:pt x="670" y="548"/>
                    <a:pt x="396" y="973"/>
                  </a:cubicBezTo>
                  <a:cubicBezTo>
                    <a:pt x="244" y="1186"/>
                    <a:pt x="183" y="1460"/>
                    <a:pt x="1" y="1642"/>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9"/>
            <p:cNvSpPr/>
            <p:nvPr/>
          </p:nvSpPr>
          <p:spPr>
            <a:xfrm>
              <a:off x="1216875" y="4187175"/>
              <a:ext cx="31925" cy="35750"/>
            </a:xfrm>
            <a:custGeom>
              <a:rect b="b" l="l" r="r" t="t"/>
              <a:pathLst>
                <a:path extrusionOk="0" fill="none" h="1430" w="1277">
                  <a:moveTo>
                    <a:pt x="1277" y="1"/>
                  </a:moveTo>
                  <a:cubicBezTo>
                    <a:pt x="912" y="335"/>
                    <a:pt x="547" y="517"/>
                    <a:pt x="335" y="943"/>
                  </a:cubicBezTo>
                  <a:cubicBezTo>
                    <a:pt x="243" y="1156"/>
                    <a:pt x="152" y="1247"/>
                    <a:pt x="0" y="1429"/>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9"/>
            <p:cNvSpPr/>
            <p:nvPr/>
          </p:nvSpPr>
          <p:spPr>
            <a:xfrm>
              <a:off x="1286775" y="4178825"/>
              <a:ext cx="44100" cy="43325"/>
            </a:xfrm>
            <a:custGeom>
              <a:rect b="b" l="l" r="r" t="t"/>
              <a:pathLst>
                <a:path extrusionOk="0" fill="none" h="1733" w="1764">
                  <a:moveTo>
                    <a:pt x="1764" y="0"/>
                  </a:moveTo>
                  <a:cubicBezTo>
                    <a:pt x="1186" y="487"/>
                    <a:pt x="457" y="1094"/>
                    <a:pt x="1" y="1733"/>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9"/>
            <p:cNvSpPr/>
            <p:nvPr/>
          </p:nvSpPr>
          <p:spPr>
            <a:xfrm>
              <a:off x="1146200" y="4310275"/>
              <a:ext cx="58525" cy="64625"/>
            </a:xfrm>
            <a:custGeom>
              <a:rect b="b" l="l" r="r" t="t"/>
              <a:pathLst>
                <a:path extrusionOk="0" fill="none" h="2585" w="2341">
                  <a:moveTo>
                    <a:pt x="2341" y="1"/>
                  </a:moveTo>
                  <a:cubicBezTo>
                    <a:pt x="2037" y="92"/>
                    <a:pt x="1763" y="639"/>
                    <a:pt x="1611" y="852"/>
                  </a:cubicBezTo>
                  <a:cubicBezTo>
                    <a:pt x="1429" y="1064"/>
                    <a:pt x="1247" y="1247"/>
                    <a:pt x="1064" y="1429"/>
                  </a:cubicBezTo>
                  <a:cubicBezTo>
                    <a:pt x="669" y="1794"/>
                    <a:pt x="335" y="2189"/>
                    <a:pt x="0" y="2584"/>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9"/>
            <p:cNvSpPr/>
            <p:nvPr/>
          </p:nvSpPr>
          <p:spPr>
            <a:xfrm>
              <a:off x="1102125" y="4286725"/>
              <a:ext cx="50175" cy="56250"/>
            </a:xfrm>
            <a:custGeom>
              <a:rect b="b" l="l" r="r" t="t"/>
              <a:pathLst>
                <a:path extrusionOk="0" fill="none" h="2250" w="2007">
                  <a:moveTo>
                    <a:pt x="2007" y="0"/>
                  </a:moveTo>
                  <a:cubicBezTo>
                    <a:pt x="1277" y="730"/>
                    <a:pt x="639" y="1490"/>
                    <a:pt x="1" y="2250"/>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9"/>
            <p:cNvSpPr/>
            <p:nvPr/>
          </p:nvSpPr>
          <p:spPr>
            <a:xfrm>
              <a:off x="994225" y="4310275"/>
              <a:ext cx="49425" cy="50175"/>
            </a:xfrm>
            <a:custGeom>
              <a:rect b="b" l="l" r="r" t="t"/>
              <a:pathLst>
                <a:path extrusionOk="0" fill="none" h="2007" w="1977">
                  <a:moveTo>
                    <a:pt x="1976" y="1"/>
                  </a:moveTo>
                  <a:cubicBezTo>
                    <a:pt x="1551" y="426"/>
                    <a:pt x="1155" y="852"/>
                    <a:pt x="730" y="1247"/>
                  </a:cubicBezTo>
                  <a:cubicBezTo>
                    <a:pt x="487" y="1520"/>
                    <a:pt x="183" y="1703"/>
                    <a:pt x="0" y="2007"/>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9"/>
            <p:cNvSpPr/>
            <p:nvPr/>
          </p:nvSpPr>
          <p:spPr>
            <a:xfrm>
              <a:off x="887825" y="4313325"/>
              <a:ext cx="41075" cy="38000"/>
            </a:xfrm>
            <a:custGeom>
              <a:rect b="b" l="l" r="r" t="t"/>
              <a:pathLst>
                <a:path extrusionOk="0" fill="none" h="1520" w="1643">
                  <a:moveTo>
                    <a:pt x="1642" y="0"/>
                  </a:moveTo>
                  <a:cubicBezTo>
                    <a:pt x="1308" y="335"/>
                    <a:pt x="974" y="699"/>
                    <a:pt x="639" y="1034"/>
                  </a:cubicBezTo>
                  <a:cubicBezTo>
                    <a:pt x="426" y="1216"/>
                    <a:pt x="214" y="1338"/>
                    <a:pt x="1" y="1520"/>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9"/>
            <p:cNvSpPr/>
            <p:nvPr/>
          </p:nvSpPr>
          <p:spPr>
            <a:xfrm>
              <a:off x="882525" y="4234300"/>
              <a:ext cx="41050" cy="47125"/>
            </a:xfrm>
            <a:custGeom>
              <a:rect b="b" l="l" r="r" t="t"/>
              <a:pathLst>
                <a:path extrusionOk="0" fill="none" h="1885" w="1642">
                  <a:moveTo>
                    <a:pt x="1642" y="0"/>
                  </a:moveTo>
                  <a:cubicBezTo>
                    <a:pt x="1003" y="517"/>
                    <a:pt x="578" y="1307"/>
                    <a:pt x="0" y="1885"/>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9"/>
            <p:cNvSpPr/>
            <p:nvPr/>
          </p:nvSpPr>
          <p:spPr>
            <a:xfrm>
              <a:off x="770800" y="4368800"/>
              <a:ext cx="47150" cy="53200"/>
            </a:xfrm>
            <a:custGeom>
              <a:rect b="b" l="l" r="r" t="t"/>
              <a:pathLst>
                <a:path extrusionOk="0" fill="none" h="2128" w="1886">
                  <a:moveTo>
                    <a:pt x="1886" y="0"/>
                  </a:moveTo>
                  <a:cubicBezTo>
                    <a:pt x="1399" y="426"/>
                    <a:pt x="974" y="882"/>
                    <a:pt x="579" y="1398"/>
                  </a:cubicBezTo>
                  <a:cubicBezTo>
                    <a:pt x="396" y="1641"/>
                    <a:pt x="244" y="1885"/>
                    <a:pt x="1" y="2128"/>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9"/>
            <p:cNvSpPr/>
            <p:nvPr/>
          </p:nvSpPr>
          <p:spPr>
            <a:xfrm>
              <a:off x="723700" y="4483525"/>
              <a:ext cx="41050" cy="50175"/>
            </a:xfrm>
            <a:custGeom>
              <a:rect b="b" l="l" r="r" t="t"/>
              <a:pathLst>
                <a:path extrusionOk="0" fill="none" h="2007" w="1642">
                  <a:moveTo>
                    <a:pt x="1642" y="1"/>
                  </a:moveTo>
                  <a:cubicBezTo>
                    <a:pt x="1277" y="426"/>
                    <a:pt x="943" y="791"/>
                    <a:pt x="700" y="1247"/>
                  </a:cubicBezTo>
                  <a:cubicBezTo>
                    <a:pt x="548" y="1551"/>
                    <a:pt x="274" y="1825"/>
                    <a:pt x="0" y="2007"/>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9"/>
            <p:cNvSpPr/>
            <p:nvPr/>
          </p:nvSpPr>
          <p:spPr>
            <a:xfrm>
              <a:off x="709250" y="4583075"/>
              <a:ext cx="31950" cy="38025"/>
            </a:xfrm>
            <a:custGeom>
              <a:rect b="b" l="l" r="r" t="t"/>
              <a:pathLst>
                <a:path extrusionOk="0" fill="none" h="1521" w="1278">
                  <a:moveTo>
                    <a:pt x="1278" y="1"/>
                  </a:moveTo>
                  <a:cubicBezTo>
                    <a:pt x="974" y="457"/>
                    <a:pt x="578" y="1338"/>
                    <a:pt x="1" y="1520"/>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9"/>
            <p:cNvSpPr/>
            <p:nvPr/>
          </p:nvSpPr>
          <p:spPr>
            <a:xfrm>
              <a:off x="694825" y="4404500"/>
              <a:ext cx="20550" cy="28900"/>
            </a:xfrm>
            <a:custGeom>
              <a:rect b="b" l="l" r="r" t="t"/>
              <a:pathLst>
                <a:path extrusionOk="0" fill="none" h="1156" w="822">
                  <a:moveTo>
                    <a:pt x="821" y="1"/>
                  </a:moveTo>
                  <a:cubicBezTo>
                    <a:pt x="456" y="335"/>
                    <a:pt x="335" y="821"/>
                    <a:pt x="0" y="1156"/>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9"/>
            <p:cNvSpPr/>
            <p:nvPr/>
          </p:nvSpPr>
          <p:spPr>
            <a:xfrm>
              <a:off x="577050" y="4404500"/>
              <a:ext cx="20525" cy="26625"/>
            </a:xfrm>
            <a:custGeom>
              <a:rect b="b" l="l" r="r" t="t"/>
              <a:pathLst>
                <a:path extrusionOk="0" fill="none" h="1065" w="821">
                  <a:moveTo>
                    <a:pt x="821" y="1"/>
                  </a:moveTo>
                  <a:cubicBezTo>
                    <a:pt x="517" y="335"/>
                    <a:pt x="304" y="730"/>
                    <a:pt x="0" y="1065"/>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9"/>
            <p:cNvSpPr/>
            <p:nvPr/>
          </p:nvSpPr>
          <p:spPr>
            <a:xfrm>
              <a:off x="873400" y="4407550"/>
              <a:ext cx="38025" cy="58525"/>
            </a:xfrm>
            <a:custGeom>
              <a:rect b="b" l="l" r="r" t="t"/>
              <a:pathLst>
                <a:path extrusionOk="0" fill="none" h="2341" w="1521">
                  <a:moveTo>
                    <a:pt x="1520" y="0"/>
                  </a:moveTo>
                  <a:cubicBezTo>
                    <a:pt x="1490" y="304"/>
                    <a:pt x="1095" y="699"/>
                    <a:pt x="943" y="943"/>
                  </a:cubicBezTo>
                  <a:cubicBezTo>
                    <a:pt x="821" y="1155"/>
                    <a:pt x="669" y="1338"/>
                    <a:pt x="548" y="1520"/>
                  </a:cubicBezTo>
                  <a:cubicBezTo>
                    <a:pt x="365" y="1733"/>
                    <a:pt x="31" y="2037"/>
                    <a:pt x="0" y="2341"/>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9"/>
            <p:cNvSpPr/>
            <p:nvPr/>
          </p:nvSpPr>
          <p:spPr>
            <a:xfrm>
              <a:off x="955475" y="4421975"/>
              <a:ext cx="50175" cy="55500"/>
            </a:xfrm>
            <a:custGeom>
              <a:rect b="b" l="l" r="r" t="t"/>
              <a:pathLst>
                <a:path extrusionOk="0" fill="none" h="2220" w="2007">
                  <a:moveTo>
                    <a:pt x="2006" y="1"/>
                  </a:moveTo>
                  <a:cubicBezTo>
                    <a:pt x="1611" y="244"/>
                    <a:pt x="1398" y="335"/>
                    <a:pt x="1155" y="669"/>
                  </a:cubicBezTo>
                  <a:cubicBezTo>
                    <a:pt x="1034" y="882"/>
                    <a:pt x="912" y="1095"/>
                    <a:pt x="760" y="1277"/>
                  </a:cubicBezTo>
                  <a:cubicBezTo>
                    <a:pt x="517" y="1612"/>
                    <a:pt x="304" y="1946"/>
                    <a:pt x="0" y="2220"/>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9"/>
            <p:cNvSpPr/>
            <p:nvPr/>
          </p:nvSpPr>
          <p:spPr>
            <a:xfrm>
              <a:off x="1084650" y="4415900"/>
              <a:ext cx="26625" cy="32700"/>
            </a:xfrm>
            <a:custGeom>
              <a:rect b="b" l="l" r="r" t="t"/>
              <a:pathLst>
                <a:path extrusionOk="0" fill="none" h="1308" w="1065">
                  <a:moveTo>
                    <a:pt x="1064" y="1"/>
                  </a:moveTo>
                  <a:cubicBezTo>
                    <a:pt x="730" y="365"/>
                    <a:pt x="152" y="821"/>
                    <a:pt x="0" y="1308"/>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9"/>
            <p:cNvSpPr/>
            <p:nvPr/>
          </p:nvSpPr>
          <p:spPr>
            <a:xfrm>
              <a:off x="1122650" y="4451625"/>
              <a:ext cx="44100" cy="58525"/>
            </a:xfrm>
            <a:custGeom>
              <a:rect b="b" l="l" r="r" t="t"/>
              <a:pathLst>
                <a:path extrusionOk="0" fill="none" h="2341" w="1764">
                  <a:moveTo>
                    <a:pt x="1763" y="0"/>
                  </a:moveTo>
                  <a:cubicBezTo>
                    <a:pt x="1368" y="517"/>
                    <a:pt x="1003" y="1094"/>
                    <a:pt x="578" y="1611"/>
                  </a:cubicBezTo>
                  <a:cubicBezTo>
                    <a:pt x="395" y="1854"/>
                    <a:pt x="243" y="2158"/>
                    <a:pt x="0" y="2341"/>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9"/>
            <p:cNvSpPr/>
            <p:nvPr/>
          </p:nvSpPr>
          <p:spPr>
            <a:xfrm>
              <a:off x="1245750" y="4327750"/>
              <a:ext cx="29650" cy="32700"/>
            </a:xfrm>
            <a:custGeom>
              <a:rect b="b" l="l" r="r" t="t"/>
              <a:pathLst>
                <a:path extrusionOk="0" fill="none" h="1308" w="1186">
                  <a:moveTo>
                    <a:pt x="1186" y="1"/>
                  </a:moveTo>
                  <a:cubicBezTo>
                    <a:pt x="851" y="213"/>
                    <a:pt x="456" y="487"/>
                    <a:pt x="304" y="852"/>
                  </a:cubicBezTo>
                  <a:cubicBezTo>
                    <a:pt x="213" y="1034"/>
                    <a:pt x="183" y="1156"/>
                    <a:pt x="0" y="1308"/>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9"/>
            <p:cNvSpPr/>
            <p:nvPr/>
          </p:nvSpPr>
          <p:spPr>
            <a:xfrm>
              <a:off x="1284500" y="4418950"/>
              <a:ext cx="31950" cy="44100"/>
            </a:xfrm>
            <a:custGeom>
              <a:rect b="b" l="l" r="r" t="t"/>
              <a:pathLst>
                <a:path extrusionOk="0" fill="none" h="1764" w="1278">
                  <a:moveTo>
                    <a:pt x="1277" y="0"/>
                  </a:moveTo>
                  <a:cubicBezTo>
                    <a:pt x="943" y="395"/>
                    <a:pt x="578" y="821"/>
                    <a:pt x="304" y="1246"/>
                  </a:cubicBezTo>
                  <a:cubicBezTo>
                    <a:pt x="183" y="1398"/>
                    <a:pt x="122" y="1611"/>
                    <a:pt x="0" y="1763"/>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9"/>
            <p:cNvSpPr/>
            <p:nvPr/>
          </p:nvSpPr>
          <p:spPr>
            <a:xfrm>
              <a:off x="1292850" y="4507100"/>
              <a:ext cx="35000" cy="49400"/>
            </a:xfrm>
            <a:custGeom>
              <a:rect b="b" l="l" r="r" t="t"/>
              <a:pathLst>
                <a:path extrusionOk="0" fill="none" h="1976" w="1400">
                  <a:moveTo>
                    <a:pt x="1399" y="0"/>
                  </a:moveTo>
                  <a:cubicBezTo>
                    <a:pt x="822" y="517"/>
                    <a:pt x="548" y="1398"/>
                    <a:pt x="1" y="1976"/>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9"/>
            <p:cNvSpPr/>
            <p:nvPr/>
          </p:nvSpPr>
          <p:spPr>
            <a:xfrm>
              <a:off x="1257900" y="4627150"/>
              <a:ext cx="44100" cy="52450"/>
            </a:xfrm>
            <a:custGeom>
              <a:rect b="b" l="l" r="r" t="t"/>
              <a:pathLst>
                <a:path extrusionOk="0" fill="none" h="2098" w="1764">
                  <a:moveTo>
                    <a:pt x="1764" y="1"/>
                  </a:moveTo>
                  <a:cubicBezTo>
                    <a:pt x="1308" y="517"/>
                    <a:pt x="882" y="1034"/>
                    <a:pt x="457" y="1520"/>
                  </a:cubicBezTo>
                  <a:cubicBezTo>
                    <a:pt x="335" y="1672"/>
                    <a:pt x="31" y="1946"/>
                    <a:pt x="1" y="2098"/>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9"/>
            <p:cNvSpPr/>
            <p:nvPr/>
          </p:nvSpPr>
          <p:spPr>
            <a:xfrm>
              <a:off x="1175825" y="4636275"/>
              <a:ext cx="41075" cy="49425"/>
            </a:xfrm>
            <a:custGeom>
              <a:rect b="b" l="l" r="r" t="t"/>
              <a:pathLst>
                <a:path extrusionOk="0" fill="none" h="1977" w="1643">
                  <a:moveTo>
                    <a:pt x="1642" y="0"/>
                  </a:moveTo>
                  <a:cubicBezTo>
                    <a:pt x="1156" y="304"/>
                    <a:pt x="852" y="791"/>
                    <a:pt x="578" y="1277"/>
                  </a:cubicBezTo>
                  <a:cubicBezTo>
                    <a:pt x="426" y="1550"/>
                    <a:pt x="214" y="1763"/>
                    <a:pt x="1" y="1976"/>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9"/>
            <p:cNvSpPr/>
            <p:nvPr/>
          </p:nvSpPr>
          <p:spPr>
            <a:xfrm>
              <a:off x="1175825" y="4530650"/>
              <a:ext cx="49425" cy="64600"/>
            </a:xfrm>
            <a:custGeom>
              <a:rect b="b" l="l" r="r" t="t"/>
              <a:pathLst>
                <a:path extrusionOk="0" fill="none" h="2584" w="1977">
                  <a:moveTo>
                    <a:pt x="1977" y="0"/>
                  </a:moveTo>
                  <a:cubicBezTo>
                    <a:pt x="1581" y="426"/>
                    <a:pt x="1156" y="943"/>
                    <a:pt x="822" y="1429"/>
                  </a:cubicBezTo>
                  <a:cubicBezTo>
                    <a:pt x="548" y="1824"/>
                    <a:pt x="305" y="2219"/>
                    <a:pt x="1" y="2584"/>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9"/>
            <p:cNvSpPr/>
            <p:nvPr/>
          </p:nvSpPr>
          <p:spPr>
            <a:xfrm>
              <a:off x="1067175" y="4662100"/>
              <a:ext cx="38025" cy="47150"/>
            </a:xfrm>
            <a:custGeom>
              <a:rect b="b" l="l" r="r" t="t"/>
              <a:pathLst>
                <a:path extrusionOk="0" fill="none" h="1886" w="1521">
                  <a:moveTo>
                    <a:pt x="1520" y="1"/>
                  </a:moveTo>
                  <a:cubicBezTo>
                    <a:pt x="1186" y="426"/>
                    <a:pt x="943" y="943"/>
                    <a:pt x="578" y="1308"/>
                  </a:cubicBezTo>
                  <a:cubicBezTo>
                    <a:pt x="395" y="1521"/>
                    <a:pt x="183" y="1703"/>
                    <a:pt x="0" y="1885"/>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9"/>
            <p:cNvSpPr/>
            <p:nvPr/>
          </p:nvSpPr>
          <p:spPr>
            <a:xfrm>
              <a:off x="1105175" y="4697825"/>
              <a:ext cx="32700" cy="38025"/>
            </a:xfrm>
            <a:custGeom>
              <a:rect b="b" l="l" r="r" t="t"/>
              <a:pathLst>
                <a:path extrusionOk="0" fill="none" h="1521" w="1308">
                  <a:moveTo>
                    <a:pt x="1307" y="0"/>
                  </a:moveTo>
                  <a:cubicBezTo>
                    <a:pt x="942" y="335"/>
                    <a:pt x="578" y="699"/>
                    <a:pt x="304" y="1125"/>
                  </a:cubicBezTo>
                  <a:cubicBezTo>
                    <a:pt x="243" y="1247"/>
                    <a:pt x="182" y="1490"/>
                    <a:pt x="0" y="1520"/>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9"/>
            <p:cNvSpPr/>
            <p:nvPr/>
          </p:nvSpPr>
          <p:spPr>
            <a:xfrm>
              <a:off x="1061100" y="4556475"/>
              <a:ext cx="34975" cy="44100"/>
            </a:xfrm>
            <a:custGeom>
              <a:rect b="b" l="l" r="r" t="t"/>
              <a:pathLst>
                <a:path extrusionOk="0" fill="none" h="1764" w="1399">
                  <a:moveTo>
                    <a:pt x="1398" y="1"/>
                  </a:moveTo>
                  <a:cubicBezTo>
                    <a:pt x="942" y="274"/>
                    <a:pt x="578" y="730"/>
                    <a:pt x="365" y="1247"/>
                  </a:cubicBezTo>
                  <a:cubicBezTo>
                    <a:pt x="304" y="1338"/>
                    <a:pt x="274" y="1460"/>
                    <a:pt x="213" y="1551"/>
                  </a:cubicBezTo>
                  <a:cubicBezTo>
                    <a:pt x="152" y="1642"/>
                    <a:pt x="31" y="1642"/>
                    <a:pt x="0" y="1764"/>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9"/>
            <p:cNvSpPr/>
            <p:nvPr/>
          </p:nvSpPr>
          <p:spPr>
            <a:xfrm>
              <a:off x="923550" y="4653750"/>
              <a:ext cx="41050" cy="55500"/>
            </a:xfrm>
            <a:custGeom>
              <a:rect b="b" l="l" r="r" t="t"/>
              <a:pathLst>
                <a:path extrusionOk="0" fill="none" h="2220" w="1642">
                  <a:moveTo>
                    <a:pt x="1642" y="0"/>
                  </a:moveTo>
                  <a:cubicBezTo>
                    <a:pt x="1277" y="487"/>
                    <a:pt x="912" y="1003"/>
                    <a:pt x="517" y="1520"/>
                  </a:cubicBezTo>
                  <a:cubicBezTo>
                    <a:pt x="365" y="1733"/>
                    <a:pt x="183" y="2007"/>
                    <a:pt x="1" y="2219"/>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9"/>
            <p:cNvSpPr/>
            <p:nvPr/>
          </p:nvSpPr>
          <p:spPr>
            <a:xfrm>
              <a:off x="947100" y="4527600"/>
              <a:ext cx="44100" cy="55500"/>
            </a:xfrm>
            <a:custGeom>
              <a:rect b="b" l="l" r="r" t="t"/>
              <a:pathLst>
                <a:path extrusionOk="0" fill="none" h="2220" w="1764">
                  <a:moveTo>
                    <a:pt x="1764" y="1"/>
                  </a:moveTo>
                  <a:cubicBezTo>
                    <a:pt x="821" y="517"/>
                    <a:pt x="639" y="1490"/>
                    <a:pt x="1" y="2220"/>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9"/>
            <p:cNvSpPr/>
            <p:nvPr/>
          </p:nvSpPr>
          <p:spPr>
            <a:xfrm>
              <a:off x="820975" y="4527600"/>
              <a:ext cx="49400" cy="64625"/>
            </a:xfrm>
            <a:custGeom>
              <a:rect b="b" l="l" r="r" t="t"/>
              <a:pathLst>
                <a:path extrusionOk="0" fill="none" h="2585" w="1976">
                  <a:moveTo>
                    <a:pt x="1976" y="1"/>
                  </a:moveTo>
                  <a:cubicBezTo>
                    <a:pt x="1398" y="487"/>
                    <a:pt x="973" y="913"/>
                    <a:pt x="517" y="1521"/>
                  </a:cubicBezTo>
                  <a:cubicBezTo>
                    <a:pt x="274" y="1855"/>
                    <a:pt x="182" y="2220"/>
                    <a:pt x="0" y="2584"/>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9"/>
            <p:cNvSpPr/>
            <p:nvPr/>
          </p:nvSpPr>
          <p:spPr>
            <a:xfrm>
              <a:off x="827050" y="4659825"/>
              <a:ext cx="38025" cy="46375"/>
            </a:xfrm>
            <a:custGeom>
              <a:rect b="b" l="l" r="r" t="t"/>
              <a:pathLst>
                <a:path extrusionOk="0" fill="none" h="1855" w="1521">
                  <a:moveTo>
                    <a:pt x="1520" y="1"/>
                  </a:moveTo>
                  <a:cubicBezTo>
                    <a:pt x="1125" y="365"/>
                    <a:pt x="608" y="730"/>
                    <a:pt x="335" y="1186"/>
                  </a:cubicBezTo>
                  <a:cubicBezTo>
                    <a:pt x="274" y="1308"/>
                    <a:pt x="243" y="1429"/>
                    <a:pt x="183" y="1520"/>
                  </a:cubicBezTo>
                  <a:cubicBezTo>
                    <a:pt x="122" y="1642"/>
                    <a:pt x="0" y="1703"/>
                    <a:pt x="0" y="1855"/>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9"/>
            <p:cNvSpPr/>
            <p:nvPr/>
          </p:nvSpPr>
          <p:spPr>
            <a:xfrm>
              <a:off x="772325" y="4647675"/>
              <a:ext cx="22075" cy="23575"/>
            </a:xfrm>
            <a:custGeom>
              <a:rect b="b" l="l" r="r" t="t"/>
              <a:pathLst>
                <a:path extrusionOk="0" fill="none" h="943" w="883">
                  <a:moveTo>
                    <a:pt x="882" y="0"/>
                  </a:moveTo>
                  <a:cubicBezTo>
                    <a:pt x="609" y="152"/>
                    <a:pt x="1" y="578"/>
                    <a:pt x="62" y="943"/>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9"/>
            <p:cNvSpPr/>
            <p:nvPr/>
          </p:nvSpPr>
          <p:spPr>
            <a:xfrm>
              <a:off x="988150" y="4682625"/>
              <a:ext cx="28900" cy="38775"/>
            </a:xfrm>
            <a:custGeom>
              <a:rect b="b" l="l" r="r" t="t"/>
              <a:pathLst>
                <a:path extrusionOk="0" fill="none" h="1551" w="1156">
                  <a:moveTo>
                    <a:pt x="1155" y="0"/>
                  </a:moveTo>
                  <a:cubicBezTo>
                    <a:pt x="760" y="396"/>
                    <a:pt x="547" y="578"/>
                    <a:pt x="335" y="1034"/>
                  </a:cubicBezTo>
                  <a:cubicBezTo>
                    <a:pt x="274" y="1216"/>
                    <a:pt x="152" y="1429"/>
                    <a:pt x="0" y="1551"/>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9"/>
            <p:cNvSpPr/>
            <p:nvPr/>
          </p:nvSpPr>
          <p:spPr>
            <a:xfrm>
              <a:off x="1357450" y="4407550"/>
              <a:ext cx="23575" cy="34975"/>
            </a:xfrm>
            <a:custGeom>
              <a:rect b="b" l="l" r="r" t="t"/>
              <a:pathLst>
                <a:path extrusionOk="0" fill="none" h="1399" w="943">
                  <a:moveTo>
                    <a:pt x="943" y="0"/>
                  </a:moveTo>
                  <a:cubicBezTo>
                    <a:pt x="669" y="304"/>
                    <a:pt x="426" y="639"/>
                    <a:pt x="213" y="973"/>
                  </a:cubicBezTo>
                  <a:cubicBezTo>
                    <a:pt x="122" y="1125"/>
                    <a:pt x="0" y="1246"/>
                    <a:pt x="0" y="1398"/>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9"/>
            <p:cNvSpPr/>
            <p:nvPr/>
          </p:nvSpPr>
          <p:spPr>
            <a:xfrm>
              <a:off x="1349100" y="4603600"/>
              <a:ext cx="19775" cy="17500"/>
            </a:xfrm>
            <a:custGeom>
              <a:rect b="b" l="l" r="r" t="t"/>
              <a:pathLst>
                <a:path extrusionOk="0" fill="none" h="700" w="791">
                  <a:moveTo>
                    <a:pt x="790" y="0"/>
                  </a:moveTo>
                  <a:cubicBezTo>
                    <a:pt x="578" y="213"/>
                    <a:pt x="213" y="456"/>
                    <a:pt x="0" y="699"/>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9"/>
            <p:cNvSpPr/>
            <p:nvPr/>
          </p:nvSpPr>
          <p:spPr>
            <a:xfrm>
              <a:off x="1005238" y="38760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 name="Google Shape;1115;p9"/>
          <p:cNvSpPr/>
          <p:nvPr/>
        </p:nvSpPr>
        <p:spPr>
          <a:xfrm flipH="1" rot="10800000">
            <a:off x="382116" y="4520191"/>
            <a:ext cx="55144" cy="58239"/>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9"/>
          <p:cNvSpPr/>
          <p:nvPr/>
        </p:nvSpPr>
        <p:spPr>
          <a:xfrm rot="-10019618">
            <a:off x="2315063" y="4379640"/>
            <a:ext cx="522142" cy="177466"/>
          </a:xfrm>
          <a:custGeom>
            <a:rect b="b" l="l" r="r" t="t"/>
            <a:pathLst>
              <a:path extrusionOk="0" h="9405" w="13944">
                <a:moveTo>
                  <a:pt x="0" y="1"/>
                </a:moveTo>
                <a:lnTo>
                  <a:pt x="0" y="1"/>
                </a:lnTo>
                <a:cubicBezTo>
                  <a:pt x="2936" y="1802"/>
                  <a:pt x="5504" y="4170"/>
                  <a:pt x="7539" y="6972"/>
                </a:cubicBezTo>
                <a:cubicBezTo>
                  <a:pt x="8006" y="7573"/>
                  <a:pt x="8473" y="8273"/>
                  <a:pt x="9240" y="8507"/>
                </a:cubicBezTo>
                <a:cubicBezTo>
                  <a:pt x="9040" y="7640"/>
                  <a:pt x="8640" y="6839"/>
                  <a:pt x="8040" y="6172"/>
                </a:cubicBezTo>
                <a:lnTo>
                  <a:pt x="8040" y="6172"/>
                </a:lnTo>
                <a:cubicBezTo>
                  <a:pt x="9941" y="6672"/>
                  <a:pt x="11475" y="8040"/>
                  <a:pt x="13076" y="9141"/>
                </a:cubicBezTo>
                <a:cubicBezTo>
                  <a:pt x="13287" y="9272"/>
                  <a:pt x="13519" y="9404"/>
                  <a:pt x="13755" y="9404"/>
                </a:cubicBezTo>
                <a:cubicBezTo>
                  <a:pt x="13818" y="9404"/>
                  <a:pt x="13881" y="9395"/>
                  <a:pt x="13944" y="9374"/>
                </a:cubicBezTo>
                <a:cubicBezTo>
                  <a:pt x="13944" y="8907"/>
                  <a:pt x="13610" y="8540"/>
                  <a:pt x="13310" y="8207"/>
                </a:cubicBezTo>
                <a:cubicBezTo>
                  <a:pt x="11509" y="6239"/>
                  <a:pt x="9674" y="4270"/>
                  <a:pt x="7506" y="2703"/>
                </a:cubicBezTo>
                <a:cubicBezTo>
                  <a:pt x="5371" y="1168"/>
                  <a:pt x="2669" y="13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 name="Google Shape;1117;p9"/>
          <p:cNvGrpSpPr/>
          <p:nvPr/>
        </p:nvGrpSpPr>
        <p:grpSpPr>
          <a:xfrm>
            <a:off x="7921343" y="1311380"/>
            <a:ext cx="408955" cy="376720"/>
            <a:chOff x="548175" y="3691725"/>
            <a:chExt cx="990925" cy="1044125"/>
          </a:xfrm>
        </p:grpSpPr>
        <p:sp>
          <p:nvSpPr>
            <p:cNvPr id="1118" name="Google Shape;1118;p9"/>
            <p:cNvSpPr/>
            <p:nvPr/>
          </p:nvSpPr>
          <p:spPr>
            <a:xfrm>
              <a:off x="803500" y="3747200"/>
              <a:ext cx="52450" cy="99575"/>
            </a:xfrm>
            <a:custGeom>
              <a:rect b="b" l="l" r="r" t="t"/>
              <a:pathLst>
                <a:path extrusionOk="0" fill="none" h="3983" w="2098">
                  <a:moveTo>
                    <a:pt x="2097" y="0"/>
                  </a:moveTo>
                  <a:cubicBezTo>
                    <a:pt x="1733" y="760"/>
                    <a:pt x="1307" y="1490"/>
                    <a:pt x="881" y="2250"/>
                  </a:cubicBezTo>
                  <a:cubicBezTo>
                    <a:pt x="578" y="2827"/>
                    <a:pt x="213" y="3374"/>
                    <a:pt x="0" y="3982"/>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9"/>
            <p:cNvSpPr/>
            <p:nvPr/>
          </p:nvSpPr>
          <p:spPr>
            <a:xfrm>
              <a:off x="773850" y="3864975"/>
              <a:ext cx="58550" cy="99575"/>
            </a:xfrm>
            <a:custGeom>
              <a:rect b="b" l="l" r="r" t="t"/>
              <a:pathLst>
                <a:path extrusionOk="0" fill="none" h="3983" w="2342">
                  <a:moveTo>
                    <a:pt x="2341" y="1"/>
                  </a:moveTo>
                  <a:cubicBezTo>
                    <a:pt x="2067" y="700"/>
                    <a:pt x="1490" y="1308"/>
                    <a:pt x="1186" y="2007"/>
                  </a:cubicBezTo>
                  <a:cubicBezTo>
                    <a:pt x="852" y="2706"/>
                    <a:pt x="517" y="3436"/>
                    <a:pt x="1" y="398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9"/>
            <p:cNvSpPr/>
            <p:nvPr/>
          </p:nvSpPr>
          <p:spPr>
            <a:xfrm>
              <a:off x="712300" y="3923500"/>
              <a:ext cx="38025" cy="64600"/>
            </a:xfrm>
            <a:custGeom>
              <a:rect b="b" l="l" r="r" t="t"/>
              <a:pathLst>
                <a:path extrusionOk="0" fill="none" h="2584" w="1521">
                  <a:moveTo>
                    <a:pt x="1520" y="0"/>
                  </a:moveTo>
                  <a:cubicBezTo>
                    <a:pt x="1216" y="487"/>
                    <a:pt x="1034" y="1034"/>
                    <a:pt x="700" y="1520"/>
                  </a:cubicBezTo>
                  <a:cubicBezTo>
                    <a:pt x="456" y="1885"/>
                    <a:pt x="244" y="2219"/>
                    <a:pt x="1" y="258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9"/>
            <p:cNvSpPr/>
            <p:nvPr/>
          </p:nvSpPr>
          <p:spPr>
            <a:xfrm>
              <a:off x="718375" y="3829275"/>
              <a:ext cx="41075" cy="64600"/>
            </a:xfrm>
            <a:custGeom>
              <a:rect b="b" l="l" r="r" t="t"/>
              <a:pathLst>
                <a:path extrusionOk="0" fill="none" h="2584" w="1643">
                  <a:moveTo>
                    <a:pt x="1642" y="0"/>
                  </a:moveTo>
                  <a:cubicBezTo>
                    <a:pt x="1034" y="851"/>
                    <a:pt x="487" y="1702"/>
                    <a:pt x="1" y="258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9"/>
            <p:cNvSpPr/>
            <p:nvPr/>
          </p:nvSpPr>
          <p:spPr>
            <a:xfrm>
              <a:off x="621125" y="3993400"/>
              <a:ext cx="26600" cy="53225"/>
            </a:xfrm>
            <a:custGeom>
              <a:rect b="b" l="l" r="r" t="t"/>
              <a:pathLst>
                <a:path extrusionOk="0" fill="none" h="2129" w="1064">
                  <a:moveTo>
                    <a:pt x="1064" y="1"/>
                  </a:moveTo>
                  <a:cubicBezTo>
                    <a:pt x="1003" y="335"/>
                    <a:pt x="699" y="761"/>
                    <a:pt x="517" y="1065"/>
                  </a:cubicBezTo>
                  <a:cubicBezTo>
                    <a:pt x="365" y="1429"/>
                    <a:pt x="182" y="1764"/>
                    <a:pt x="0" y="2128"/>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9"/>
            <p:cNvSpPr/>
            <p:nvPr/>
          </p:nvSpPr>
          <p:spPr>
            <a:xfrm>
              <a:off x="662150" y="4043550"/>
              <a:ext cx="32700" cy="58550"/>
            </a:xfrm>
            <a:custGeom>
              <a:rect b="b" l="l" r="r" t="t"/>
              <a:pathLst>
                <a:path extrusionOk="0" fill="none" h="2342" w="1308">
                  <a:moveTo>
                    <a:pt x="1307" y="1"/>
                  </a:moveTo>
                  <a:cubicBezTo>
                    <a:pt x="1034" y="487"/>
                    <a:pt x="578" y="882"/>
                    <a:pt x="396" y="1399"/>
                  </a:cubicBezTo>
                  <a:cubicBezTo>
                    <a:pt x="274" y="1703"/>
                    <a:pt x="244" y="2098"/>
                    <a:pt x="0" y="2341"/>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9"/>
            <p:cNvSpPr/>
            <p:nvPr/>
          </p:nvSpPr>
          <p:spPr>
            <a:xfrm>
              <a:off x="726750" y="4043550"/>
              <a:ext cx="44075" cy="67650"/>
            </a:xfrm>
            <a:custGeom>
              <a:rect b="b" l="l" r="r" t="t"/>
              <a:pathLst>
                <a:path extrusionOk="0" fill="none" h="2706" w="1763">
                  <a:moveTo>
                    <a:pt x="1763" y="1"/>
                  </a:moveTo>
                  <a:cubicBezTo>
                    <a:pt x="973" y="761"/>
                    <a:pt x="426" y="1703"/>
                    <a:pt x="0" y="270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9"/>
            <p:cNvSpPr/>
            <p:nvPr/>
          </p:nvSpPr>
          <p:spPr>
            <a:xfrm>
              <a:off x="827050" y="3955400"/>
              <a:ext cx="43325" cy="67675"/>
            </a:xfrm>
            <a:custGeom>
              <a:rect b="b" l="l" r="r" t="t"/>
              <a:pathLst>
                <a:path extrusionOk="0" fill="none" h="2707" w="1733">
                  <a:moveTo>
                    <a:pt x="1733" y="1"/>
                  </a:moveTo>
                  <a:cubicBezTo>
                    <a:pt x="1307" y="487"/>
                    <a:pt x="851" y="1065"/>
                    <a:pt x="578" y="1673"/>
                  </a:cubicBezTo>
                  <a:cubicBezTo>
                    <a:pt x="487" y="1855"/>
                    <a:pt x="426" y="2068"/>
                    <a:pt x="304" y="2250"/>
                  </a:cubicBezTo>
                  <a:cubicBezTo>
                    <a:pt x="213" y="2402"/>
                    <a:pt x="0" y="2524"/>
                    <a:pt x="0" y="270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9"/>
            <p:cNvSpPr/>
            <p:nvPr/>
          </p:nvSpPr>
          <p:spPr>
            <a:xfrm>
              <a:off x="908350" y="3835350"/>
              <a:ext cx="44100" cy="76000"/>
            </a:xfrm>
            <a:custGeom>
              <a:rect b="b" l="l" r="r" t="t"/>
              <a:pathLst>
                <a:path extrusionOk="0" fill="none" h="3040" w="1764">
                  <a:moveTo>
                    <a:pt x="1764" y="0"/>
                  </a:moveTo>
                  <a:cubicBezTo>
                    <a:pt x="1399" y="699"/>
                    <a:pt x="1034" y="1429"/>
                    <a:pt x="700" y="2158"/>
                  </a:cubicBezTo>
                  <a:cubicBezTo>
                    <a:pt x="578" y="2462"/>
                    <a:pt x="457" y="3040"/>
                    <a:pt x="1" y="2949"/>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9"/>
            <p:cNvSpPr/>
            <p:nvPr/>
          </p:nvSpPr>
          <p:spPr>
            <a:xfrm>
              <a:off x="901525" y="3764675"/>
              <a:ext cx="50925" cy="76775"/>
            </a:xfrm>
            <a:custGeom>
              <a:rect b="b" l="l" r="r" t="t"/>
              <a:pathLst>
                <a:path extrusionOk="0" fill="none" h="3071" w="2037">
                  <a:moveTo>
                    <a:pt x="2037" y="1"/>
                  </a:moveTo>
                  <a:cubicBezTo>
                    <a:pt x="1489" y="457"/>
                    <a:pt x="1155" y="1095"/>
                    <a:pt x="821" y="1703"/>
                  </a:cubicBezTo>
                  <a:cubicBezTo>
                    <a:pt x="608" y="2067"/>
                    <a:pt x="0" y="2645"/>
                    <a:pt x="61" y="3071"/>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9"/>
            <p:cNvSpPr/>
            <p:nvPr/>
          </p:nvSpPr>
          <p:spPr>
            <a:xfrm>
              <a:off x="1008650" y="3762400"/>
              <a:ext cx="28900" cy="52450"/>
            </a:xfrm>
            <a:custGeom>
              <a:rect b="b" l="l" r="r" t="t"/>
              <a:pathLst>
                <a:path extrusionOk="0" fill="none" h="2098" w="1156">
                  <a:moveTo>
                    <a:pt x="1156" y="0"/>
                  </a:moveTo>
                  <a:cubicBezTo>
                    <a:pt x="882" y="456"/>
                    <a:pt x="487" y="882"/>
                    <a:pt x="305" y="1399"/>
                  </a:cubicBezTo>
                  <a:cubicBezTo>
                    <a:pt x="214" y="1611"/>
                    <a:pt x="183" y="1915"/>
                    <a:pt x="1" y="2098"/>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9"/>
            <p:cNvSpPr/>
            <p:nvPr/>
          </p:nvSpPr>
          <p:spPr>
            <a:xfrm>
              <a:off x="1084650" y="3732750"/>
              <a:ext cx="44100" cy="61600"/>
            </a:xfrm>
            <a:custGeom>
              <a:rect b="b" l="l" r="r" t="t"/>
              <a:pathLst>
                <a:path extrusionOk="0" fill="none" h="2464" w="1764">
                  <a:moveTo>
                    <a:pt x="1763" y="1"/>
                  </a:moveTo>
                  <a:cubicBezTo>
                    <a:pt x="1551" y="487"/>
                    <a:pt x="1277" y="913"/>
                    <a:pt x="943" y="1308"/>
                  </a:cubicBezTo>
                  <a:cubicBezTo>
                    <a:pt x="608" y="1703"/>
                    <a:pt x="396" y="2098"/>
                    <a:pt x="0" y="246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9"/>
            <p:cNvSpPr/>
            <p:nvPr/>
          </p:nvSpPr>
          <p:spPr>
            <a:xfrm>
              <a:off x="1155325" y="3762400"/>
              <a:ext cx="38000" cy="49425"/>
            </a:xfrm>
            <a:custGeom>
              <a:rect b="b" l="l" r="r" t="t"/>
              <a:pathLst>
                <a:path extrusionOk="0" fill="none" h="1977" w="1520">
                  <a:moveTo>
                    <a:pt x="1520" y="0"/>
                  </a:moveTo>
                  <a:cubicBezTo>
                    <a:pt x="1216" y="365"/>
                    <a:pt x="942" y="791"/>
                    <a:pt x="639" y="1155"/>
                  </a:cubicBezTo>
                  <a:cubicBezTo>
                    <a:pt x="426" y="1429"/>
                    <a:pt x="183" y="1672"/>
                    <a:pt x="0" y="197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9"/>
            <p:cNvSpPr/>
            <p:nvPr/>
          </p:nvSpPr>
          <p:spPr>
            <a:xfrm>
              <a:off x="969900" y="39934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9"/>
            <p:cNvSpPr/>
            <p:nvPr/>
          </p:nvSpPr>
          <p:spPr>
            <a:xfrm>
              <a:off x="929625" y="3917425"/>
              <a:ext cx="43350" cy="64600"/>
            </a:xfrm>
            <a:custGeom>
              <a:rect b="b" l="l" r="r" t="t"/>
              <a:pathLst>
                <a:path extrusionOk="0" fill="none" h="2584" w="1734">
                  <a:moveTo>
                    <a:pt x="1733" y="0"/>
                  </a:moveTo>
                  <a:cubicBezTo>
                    <a:pt x="1217" y="882"/>
                    <a:pt x="730" y="1854"/>
                    <a:pt x="1" y="258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9"/>
            <p:cNvSpPr/>
            <p:nvPr/>
          </p:nvSpPr>
          <p:spPr>
            <a:xfrm>
              <a:off x="847550" y="4061025"/>
              <a:ext cx="40300" cy="56275"/>
            </a:xfrm>
            <a:custGeom>
              <a:rect b="b" l="l" r="r" t="t"/>
              <a:pathLst>
                <a:path extrusionOk="0" fill="none" h="2251" w="1612">
                  <a:moveTo>
                    <a:pt x="1612" y="1"/>
                  </a:moveTo>
                  <a:cubicBezTo>
                    <a:pt x="974" y="700"/>
                    <a:pt x="487" y="1429"/>
                    <a:pt x="1" y="225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9"/>
            <p:cNvSpPr/>
            <p:nvPr/>
          </p:nvSpPr>
          <p:spPr>
            <a:xfrm>
              <a:off x="750300" y="4169700"/>
              <a:ext cx="50175" cy="64625"/>
            </a:xfrm>
            <a:custGeom>
              <a:rect b="b" l="l" r="r" t="t"/>
              <a:pathLst>
                <a:path extrusionOk="0" fill="none" h="2585" w="2007">
                  <a:moveTo>
                    <a:pt x="2006" y="0"/>
                  </a:moveTo>
                  <a:cubicBezTo>
                    <a:pt x="1307" y="852"/>
                    <a:pt x="791" y="1824"/>
                    <a:pt x="0" y="258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9"/>
            <p:cNvSpPr/>
            <p:nvPr/>
          </p:nvSpPr>
          <p:spPr>
            <a:xfrm>
              <a:off x="747250" y="4114225"/>
              <a:ext cx="32700" cy="46375"/>
            </a:xfrm>
            <a:custGeom>
              <a:rect b="b" l="l" r="r" t="t"/>
              <a:pathLst>
                <a:path extrusionOk="0" fill="none" h="1855" w="1308">
                  <a:moveTo>
                    <a:pt x="1308" y="1"/>
                  </a:moveTo>
                  <a:cubicBezTo>
                    <a:pt x="913" y="639"/>
                    <a:pt x="517" y="1308"/>
                    <a:pt x="1" y="185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9"/>
            <p:cNvSpPr/>
            <p:nvPr/>
          </p:nvSpPr>
          <p:spPr>
            <a:xfrm>
              <a:off x="641625" y="4222900"/>
              <a:ext cx="35750" cy="52450"/>
            </a:xfrm>
            <a:custGeom>
              <a:rect b="b" l="l" r="r" t="t"/>
              <a:pathLst>
                <a:path extrusionOk="0" fill="none" h="2098" w="1430">
                  <a:moveTo>
                    <a:pt x="1429" y="0"/>
                  </a:moveTo>
                  <a:cubicBezTo>
                    <a:pt x="1399" y="182"/>
                    <a:pt x="1004" y="699"/>
                    <a:pt x="913" y="821"/>
                  </a:cubicBezTo>
                  <a:cubicBezTo>
                    <a:pt x="791" y="973"/>
                    <a:pt x="639" y="1125"/>
                    <a:pt x="517" y="1277"/>
                  </a:cubicBezTo>
                  <a:cubicBezTo>
                    <a:pt x="335" y="1520"/>
                    <a:pt x="62" y="1763"/>
                    <a:pt x="1" y="2097"/>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9"/>
            <p:cNvSpPr/>
            <p:nvPr/>
          </p:nvSpPr>
          <p:spPr>
            <a:xfrm>
              <a:off x="615800" y="4169700"/>
              <a:ext cx="46375" cy="55500"/>
            </a:xfrm>
            <a:custGeom>
              <a:rect b="b" l="l" r="r" t="t"/>
              <a:pathLst>
                <a:path extrusionOk="0" fill="none" h="2220" w="1855">
                  <a:moveTo>
                    <a:pt x="1854" y="0"/>
                  </a:moveTo>
                  <a:cubicBezTo>
                    <a:pt x="973" y="517"/>
                    <a:pt x="699" y="1551"/>
                    <a:pt x="0" y="2219"/>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9"/>
            <p:cNvSpPr/>
            <p:nvPr/>
          </p:nvSpPr>
          <p:spPr>
            <a:xfrm>
              <a:off x="589200" y="4114225"/>
              <a:ext cx="31950" cy="46375"/>
            </a:xfrm>
            <a:custGeom>
              <a:rect b="b" l="l" r="r" t="t"/>
              <a:pathLst>
                <a:path extrusionOk="0" fill="none" h="1855" w="1278">
                  <a:moveTo>
                    <a:pt x="1277" y="1"/>
                  </a:moveTo>
                  <a:cubicBezTo>
                    <a:pt x="973" y="456"/>
                    <a:pt x="669" y="943"/>
                    <a:pt x="335" y="1399"/>
                  </a:cubicBezTo>
                  <a:cubicBezTo>
                    <a:pt x="244" y="1551"/>
                    <a:pt x="122" y="1733"/>
                    <a:pt x="0" y="185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9"/>
            <p:cNvSpPr/>
            <p:nvPr/>
          </p:nvSpPr>
          <p:spPr>
            <a:xfrm>
              <a:off x="630225" y="3855875"/>
              <a:ext cx="31950" cy="50175"/>
            </a:xfrm>
            <a:custGeom>
              <a:rect b="b" l="l" r="r" t="t"/>
              <a:pathLst>
                <a:path extrusionOk="0" fill="none" h="2007" w="1278">
                  <a:moveTo>
                    <a:pt x="1277" y="0"/>
                  </a:moveTo>
                  <a:cubicBezTo>
                    <a:pt x="913" y="365"/>
                    <a:pt x="487" y="760"/>
                    <a:pt x="305" y="1246"/>
                  </a:cubicBezTo>
                  <a:cubicBezTo>
                    <a:pt x="214" y="1459"/>
                    <a:pt x="31" y="1763"/>
                    <a:pt x="1" y="200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9"/>
            <p:cNvSpPr/>
            <p:nvPr/>
          </p:nvSpPr>
          <p:spPr>
            <a:xfrm>
              <a:off x="756375" y="3756325"/>
              <a:ext cx="28900" cy="28900"/>
            </a:xfrm>
            <a:custGeom>
              <a:rect b="b" l="l" r="r" t="t"/>
              <a:pathLst>
                <a:path extrusionOk="0" fill="none" h="1156" w="1156">
                  <a:moveTo>
                    <a:pt x="1156" y="0"/>
                  </a:moveTo>
                  <a:cubicBezTo>
                    <a:pt x="608" y="243"/>
                    <a:pt x="244" y="639"/>
                    <a:pt x="0" y="115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9"/>
            <p:cNvSpPr/>
            <p:nvPr/>
          </p:nvSpPr>
          <p:spPr>
            <a:xfrm>
              <a:off x="565650" y="3982000"/>
              <a:ext cx="26600" cy="41075"/>
            </a:xfrm>
            <a:custGeom>
              <a:rect b="b" l="l" r="r" t="t"/>
              <a:pathLst>
                <a:path extrusionOk="0" fill="none" h="1643" w="1064">
                  <a:moveTo>
                    <a:pt x="1064" y="1"/>
                  </a:moveTo>
                  <a:cubicBezTo>
                    <a:pt x="760" y="305"/>
                    <a:pt x="426" y="669"/>
                    <a:pt x="243" y="1065"/>
                  </a:cubicBezTo>
                  <a:cubicBezTo>
                    <a:pt x="152" y="1247"/>
                    <a:pt x="91" y="1460"/>
                    <a:pt x="0" y="1642"/>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9"/>
            <p:cNvSpPr/>
            <p:nvPr/>
          </p:nvSpPr>
          <p:spPr>
            <a:xfrm>
              <a:off x="548175" y="4222900"/>
              <a:ext cx="26600" cy="43325"/>
            </a:xfrm>
            <a:custGeom>
              <a:rect b="b" l="l" r="r" t="t"/>
              <a:pathLst>
                <a:path extrusionOk="0" fill="none" h="1733" w="1064">
                  <a:moveTo>
                    <a:pt x="1064" y="0"/>
                  </a:moveTo>
                  <a:cubicBezTo>
                    <a:pt x="821" y="365"/>
                    <a:pt x="517" y="760"/>
                    <a:pt x="334" y="1155"/>
                  </a:cubicBezTo>
                  <a:cubicBezTo>
                    <a:pt x="274" y="1338"/>
                    <a:pt x="182" y="1702"/>
                    <a:pt x="0" y="173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9"/>
            <p:cNvSpPr/>
            <p:nvPr/>
          </p:nvSpPr>
          <p:spPr>
            <a:xfrm>
              <a:off x="583125" y="4278350"/>
              <a:ext cx="26625" cy="41075"/>
            </a:xfrm>
            <a:custGeom>
              <a:rect b="b" l="l" r="r" t="t"/>
              <a:pathLst>
                <a:path extrusionOk="0" fill="none" h="1643" w="1065">
                  <a:moveTo>
                    <a:pt x="1064" y="1"/>
                  </a:moveTo>
                  <a:cubicBezTo>
                    <a:pt x="730" y="335"/>
                    <a:pt x="487" y="700"/>
                    <a:pt x="304" y="1126"/>
                  </a:cubicBezTo>
                  <a:cubicBezTo>
                    <a:pt x="213" y="1278"/>
                    <a:pt x="152" y="1582"/>
                    <a:pt x="0" y="1642"/>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9"/>
            <p:cNvSpPr/>
            <p:nvPr/>
          </p:nvSpPr>
          <p:spPr>
            <a:xfrm>
              <a:off x="621125" y="4322425"/>
              <a:ext cx="58525" cy="85150"/>
            </a:xfrm>
            <a:custGeom>
              <a:rect b="b" l="l" r="r" t="t"/>
              <a:pathLst>
                <a:path extrusionOk="0" fill="none" h="3406" w="2341">
                  <a:moveTo>
                    <a:pt x="2341" y="1"/>
                  </a:moveTo>
                  <a:cubicBezTo>
                    <a:pt x="1824" y="578"/>
                    <a:pt x="1368" y="1247"/>
                    <a:pt x="973" y="1946"/>
                  </a:cubicBezTo>
                  <a:cubicBezTo>
                    <a:pt x="821" y="2220"/>
                    <a:pt x="669" y="2433"/>
                    <a:pt x="517" y="2706"/>
                  </a:cubicBezTo>
                  <a:cubicBezTo>
                    <a:pt x="334" y="2919"/>
                    <a:pt x="243" y="3223"/>
                    <a:pt x="0" y="340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9"/>
            <p:cNvSpPr/>
            <p:nvPr/>
          </p:nvSpPr>
          <p:spPr>
            <a:xfrm>
              <a:off x="618075" y="4459975"/>
              <a:ext cx="26625" cy="44100"/>
            </a:xfrm>
            <a:custGeom>
              <a:rect b="b" l="l" r="r" t="t"/>
              <a:pathLst>
                <a:path extrusionOk="0" fill="none" h="1764" w="1065">
                  <a:moveTo>
                    <a:pt x="1064" y="1"/>
                  </a:moveTo>
                  <a:cubicBezTo>
                    <a:pt x="760" y="426"/>
                    <a:pt x="578" y="760"/>
                    <a:pt x="365" y="1216"/>
                  </a:cubicBezTo>
                  <a:cubicBezTo>
                    <a:pt x="304" y="1368"/>
                    <a:pt x="152" y="1642"/>
                    <a:pt x="0" y="176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9"/>
            <p:cNvSpPr/>
            <p:nvPr/>
          </p:nvSpPr>
          <p:spPr>
            <a:xfrm>
              <a:off x="741925" y="4275325"/>
              <a:ext cx="41075" cy="55500"/>
            </a:xfrm>
            <a:custGeom>
              <a:rect b="b" l="l" r="r" t="t"/>
              <a:pathLst>
                <a:path extrusionOk="0" fill="none" h="2220" w="1643">
                  <a:moveTo>
                    <a:pt x="1642" y="0"/>
                  </a:moveTo>
                  <a:cubicBezTo>
                    <a:pt x="1095" y="335"/>
                    <a:pt x="882" y="851"/>
                    <a:pt x="578" y="1368"/>
                  </a:cubicBezTo>
                  <a:cubicBezTo>
                    <a:pt x="426" y="1672"/>
                    <a:pt x="244" y="2037"/>
                    <a:pt x="1" y="2219"/>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9"/>
            <p:cNvSpPr/>
            <p:nvPr/>
          </p:nvSpPr>
          <p:spPr>
            <a:xfrm>
              <a:off x="849850" y="4178825"/>
              <a:ext cx="26600" cy="41050"/>
            </a:xfrm>
            <a:custGeom>
              <a:rect b="b" l="l" r="r" t="t"/>
              <a:pathLst>
                <a:path extrusionOk="0" fill="none" h="1642" w="1064">
                  <a:moveTo>
                    <a:pt x="1064" y="0"/>
                  </a:moveTo>
                  <a:cubicBezTo>
                    <a:pt x="790" y="335"/>
                    <a:pt x="517" y="638"/>
                    <a:pt x="304" y="1034"/>
                  </a:cubicBezTo>
                  <a:cubicBezTo>
                    <a:pt x="183" y="1216"/>
                    <a:pt x="152" y="1459"/>
                    <a:pt x="0" y="1642"/>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9"/>
            <p:cNvSpPr/>
            <p:nvPr/>
          </p:nvSpPr>
          <p:spPr>
            <a:xfrm>
              <a:off x="944075" y="4102075"/>
              <a:ext cx="49400" cy="70675"/>
            </a:xfrm>
            <a:custGeom>
              <a:rect b="b" l="l" r="r" t="t"/>
              <a:pathLst>
                <a:path extrusionOk="0" fill="none" h="2827" w="1976">
                  <a:moveTo>
                    <a:pt x="1976" y="0"/>
                  </a:moveTo>
                  <a:cubicBezTo>
                    <a:pt x="1429" y="547"/>
                    <a:pt x="1003" y="1094"/>
                    <a:pt x="639" y="1794"/>
                  </a:cubicBezTo>
                  <a:cubicBezTo>
                    <a:pt x="456" y="2098"/>
                    <a:pt x="243" y="2553"/>
                    <a:pt x="0" y="2827"/>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9"/>
            <p:cNvSpPr/>
            <p:nvPr/>
          </p:nvSpPr>
          <p:spPr>
            <a:xfrm>
              <a:off x="1052725" y="4013925"/>
              <a:ext cx="34975" cy="50175"/>
            </a:xfrm>
            <a:custGeom>
              <a:rect b="b" l="l" r="r" t="t"/>
              <a:pathLst>
                <a:path extrusionOk="0" fill="none" h="2007" w="1399">
                  <a:moveTo>
                    <a:pt x="1399" y="0"/>
                  </a:moveTo>
                  <a:cubicBezTo>
                    <a:pt x="943" y="456"/>
                    <a:pt x="609" y="851"/>
                    <a:pt x="335" y="1399"/>
                  </a:cubicBezTo>
                  <a:cubicBezTo>
                    <a:pt x="274" y="1490"/>
                    <a:pt x="274" y="1672"/>
                    <a:pt x="183" y="1763"/>
                  </a:cubicBezTo>
                  <a:cubicBezTo>
                    <a:pt x="122" y="1885"/>
                    <a:pt x="62" y="1885"/>
                    <a:pt x="1" y="200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9"/>
            <p:cNvSpPr/>
            <p:nvPr/>
          </p:nvSpPr>
          <p:spPr>
            <a:xfrm>
              <a:off x="1149250" y="3899950"/>
              <a:ext cx="34975" cy="50175"/>
            </a:xfrm>
            <a:custGeom>
              <a:rect b="b" l="l" r="r" t="t"/>
              <a:pathLst>
                <a:path extrusionOk="0" fill="none" h="2007" w="1399">
                  <a:moveTo>
                    <a:pt x="1398" y="0"/>
                  </a:moveTo>
                  <a:cubicBezTo>
                    <a:pt x="1003" y="426"/>
                    <a:pt x="730" y="821"/>
                    <a:pt x="395" y="1307"/>
                  </a:cubicBezTo>
                  <a:cubicBezTo>
                    <a:pt x="243" y="1489"/>
                    <a:pt x="0" y="1733"/>
                    <a:pt x="0" y="200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9"/>
            <p:cNvSpPr/>
            <p:nvPr/>
          </p:nvSpPr>
          <p:spPr>
            <a:xfrm>
              <a:off x="1102125" y="3879425"/>
              <a:ext cx="26625" cy="41050"/>
            </a:xfrm>
            <a:custGeom>
              <a:rect b="b" l="l" r="r" t="t"/>
              <a:pathLst>
                <a:path extrusionOk="0" fill="none" h="1642" w="1065">
                  <a:moveTo>
                    <a:pt x="1064" y="0"/>
                  </a:moveTo>
                  <a:cubicBezTo>
                    <a:pt x="730" y="183"/>
                    <a:pt x="517" y="699"/>
                    <a:pt x="304" y="1003"/>
                  </a:cubicBezTo>
                  <a:cubicBezTo>
                    <a:pt x="183" y="1186"/>
                    <a:pt x="31" y="1429"/>
                    <a:pt x="1" y="1642"/>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9"/>
            <p:cNvSpPr/>
            <p:nvPr/>
          </p:nvSpPr>
          <p:spPr>
            <a:xfrm>
              <a:off x="972950" y="3697800"/>
              <a:ext cx="38775" cy="44100"/>
            </a:xfrm>
            <a:custGeom>
              <a:rect b="b" l="l" r="r" t="t"/>
              <a:pathLst>
                <a:path extrusionOk="0" fill="none" h="1764" w="1551">
                  <a:moveTo>
                    <a:pt x="1550" y="1"/>
                  </a:moveTo>
                  <a:cubicBezTo>
                    <a:pt x="1186" y="426"/>
                    <a:pt x="851" y="791"/>
                    <a:pt x="487" y="1186"/>
                  </a:cubicBezTo>
                  <a:cubicBezTo>
                    <a:pt x="365" y="1308"/>
                    <a:pt x="61" y="1612"/>
                    <a:pt x="0" y="176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9"/>
            <p:cNvSpPr/>
            <p:nvPr/>
          </p:nvSpPr>
          <p:spPr>
            <a:xfrm>
              <a:off x="908350" y="3691725"/>
              <a:ext cx="20550" cy="23575"/>
            </a:xfrm>
            <a:custGeom>
              <a:rect b="b" l="l" r="r" t="t"/>
              <a:pathLst>
                <a:path extrusionOk="0" fill="none" h="943" w="822">
                  <a:moveTo>
                    <a:pt x="821" y="1"/>
                  </a:moveTo>
                  <a:cubicBezTo>
                    <a:pt x="457" y="213"/>
                    <a:pt x="122" y="517"/>
                    <a:pt x="1" y="94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9"/>
            <p:cNvSpPr/>
            <p:nvPr/>
          </p:nvSpPr>
          <p:spPr>
            <a:xfrm>
              <a:off x="1207000" y="3779875"/>
              <a:ext cx="38775" cy="49425"/>
            </a:xfrm>
            <a:custGeom>
              <a:rect b="b" l="l" r="r" t="t"/>
              <a:pathLst>
                <a:path extrusionOk="0" fill="none" h="1977" w="1551">
                  <a:moveTo>
                    <a:pt x="1550" y="1"/>
                  </a:moveTo>
                  <a:cubicBezTo>
                    <a:pt x="1094" y="396"/>
                    <a:pt x="730" y="821"/>
                    <a:pt x="334" y="1277"/>
                  </a:cubicBezTo>
                  <a:cubicBezTo>
                    <a:pt x="182" y="1490"/>
                    <a:pt x="0" y="1703"/>
                    <a:pt x="31" y="197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9"/>
            <p:cNvSpPr/>
            <p:nvPr/>
          </p:nvSpPr>
          <p:spPr>
            <a:xfrm>
              <a:off x="1275375" y="3814825"/>
              <a:ext cx="38025" cy="38025"/>
            </a:xfrm>
            <a:custGeom>
              <a:rect b="b" l="l" r="r" t="t"/>
              <a:pathLst>
                <a:path extrusionOk="0" fill="none" h="1521" w="1521">
                  <a:moveTo>
                    <a:pt x="1521" y="1"/>
                  </a:moveTo>
                  <a:cubicBezTo>
                    <a:pt x="1125" y="61"/>
                    <a:pt x="852" y="609"/>
                    <a:pt x="639" y="882"/>
                  </a:cubicBezTo>
                  <a:cubicBezTo>
                    <a:pt x="457" y="1065"/>
                    <a:pt x="214" y="1368"/>
                    <a:pt x="1" y="152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9"/>
            <p:cNvSpPr/>
            <p:nvPr/>
          </p:nvSpPr>
          <p:spPr>
            <a:xfrm>
              <a:off x="1322500" y="3858900"/>
              <a:ext cx="58525" cy="61575"/>
            </a:xfrm>
            <a:custGeom>
              <a:rect b="b" l="l" r="r" t="t"/>
              <a:pathLst>
                <a:path extrusionOk="0" fill="none" h="2463" w="2341">
                  <a:moveTo>
                    <a:pt x="2341" y="1"/>
                  </a:moveTo>
                  <a:cubicBezTo>
                    <a:pt x="1976" y="274"/>
                    <a:pt x="1520" y="578"/>
                    <a:pt x="1246" y="943"/>
                  </a:cubicBezTo>
                  <a:cubicBezTo>
                    <a:pt x="1095" y="1125"/>
                    <a:pt x="973" y="1338"/>
                    <a:pt x="791" y="1520"/>
                  </a:cubicBezTo>
                  <a:cubicBezTo>
                    <a:pt x="547" y="1824"/>
                    <a:pt x="243" y="2128"/>
                    <a:pt x="0" y="246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9"/>
            <p:cNvSpPr/>
            <p:nvPr/>
          </p:nvSpPr>
          <p:spPr>
            <a:xfrm>
              <a:off x="1325525" y="3944000"/>
              <a:ext cx="66900" cy="72975"/>
            </a:xfrm>
            <a:custGeom>
              <a:rect b="b" l="l" r="r" t="t"/>
              <a:pathLst>
                <a:path extrusionOk="0" fill="none" h="2919" w="2676">
                  <a:moveTo>
                    <a:pt x="2676" y="1"/>
                  </a:moveTo>
                  <a:cubicBezTo>
                    <a:pt x="2159" y="609"/>
                    <a:pt x="1673" y="1308"/>
                    <a:pt x="1034" y="1855"/>
                  </a:cubicBezTo>
                  <a:cubicBezTo>
                    <a:pt x="670" y="2159"/>
                    <a:pt x="335" y="2585"/>
                    <a:pt x="1" y="2919"/>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9"/>
            <p:cNvSpPr/>
            <p:nvPr/>
          </p:nvSpPr>
          <p:spPr>
            <a:xfrm>
              <a:off x="1407600" y="3958450"/>
              <a:ext cx="38025" cy="44100"/>
            </a:xfrm>
            <a:custGeom>
              <a:rect b="b" l="l" r="r" t="t"/>
              <a:pathLst>
                <a:path extrusionOk="0" fill="none" h="1764" w="1521">
                  <a:moveTo>
                    <a:pt x="1520" y="0"/>
                  </a:moveTo>
                  <a:cubicBezTo>
                    <a:pt x="1004" y="578"/>
                    <a:pt x="609" y="1307"/>
                    <a:pt x="1" y="176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9"/>
            <p:cNvSpPr/>
            <p:nvPr/>
          </p:nvSpPr>
          <p:spPr>
            <a:xfrm>
              <a:off x="1242700" y="3970600"/>
              <a:ext cx="44100" cy="55500"/>
            </a:xfrm>
            <a:custGeom>
              <a:rect b="b" l="l" r="r" t="t"/>
              <a:pathLst>
                <a:path extrusionOk="0" fill="none" h="2220" w="1764">
                  <a:moveTo>
                    <a:pt x="1764" y="1"/>
                  </a:moveTo>
                  <a:cubicBezTo>
                    <a:pt x="1308" y="274"/>
                    <a:pt x="1034" y="791"/>
                    <a:pt x="791" y="1277"/>
                  </a:cubicBezTo>
                  <a:cubicBezTo>
                    <a:pt x="578" y="1612"/>
                    <a:pt x="274" y="1885"/>
                    <a:pt x="1" y="222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9"/>
            <p:cNvSpPr/>
            <p:nvPr/>
          </p:nvSpPr>
          <p:spPr>
            <a:xfrm>
              <a:off x="1178875" y="3944000"/>
              <a:ext cx="49425" cy="58550"/>
            </a:xfrm>
            <a:custGeom>
              <a:rect b="b" l="l" r="r" t="t"/>
              <a:pathLst>
                <a:path extrusionOk="0" fill="none" h="2342" w="1977">
                  <a:moveTo>
                    <a:pt x="1976" y="1"/>
                  </a:moveTo>
                  <a:cubicBezTo>
                    <a:pt x="1520" y="487"/>
                    <a:pt x="1034" y="974"/>
                    <a:pt x="639" y="1521"/>
                  </a:cubicBezTo>
                  <a:cubicBezTo>
                    <a:pt x="456" y="1764"/>
                    <a:pt x="92" y="2068"/>
                    <a:pt x="0" y="2341"/>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9"/>
            <p:cNvSpPr/>
            <p:nvPr/>
          </p:nvSpPr>
          <p:spPr>
            <a:xfrm>
              <a:off x="1117325" y="4076225"/>
              <a:ext cx="41050" cy="49425"/>
            </a:xfrm>
            <a:custGeom>
              <a:rect b="b" l="l" r="r" t="t"/>
              <a:pathLst>
                <a:path extrusionOk="0" fill="none" h="1977" w="1642">
                  <a:moveTo>
                    <a:pt x="1642" y="1"/>
                  </a:moveTo>
                  <a:cubicBezTo>
                    <a:pt x="1186" y="396"/>
                    <a:pt x="943" y="882"/>
                    <a:pt x="548" y="1308"/>
                  </a:cubicBezTo>
                  <a:cubicBezTo>
                    <a:pt x="365" y="1521"/>
                    <a:pt x="183" y="1764"/>
                    <a:pt x="0" y="197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9"/>
            <p:cNvSpPr/>
            <p:nvPr/>
          </p:nvSpPr>
          <p:spPr>
            <a:xfrm>
              <a:off x="1198625" y="4084600"/>
              <a:ext cx="41825" cy="50175"/>
            </a:xfrm>
            <a:custGeom>
              <a:rect b="b" l="l" r="r" t="t"/>
              <a:pathLst>
                <a:path extrusionOk="0" fill="none" h="2007" w="1673">
                  <a:moveTo>
                    <a:pt x="1673" y="0"/>
                  </a:moveTo>
                  <a:cubicBezTo>
                    <a:pt x="1308" y="456"/>
                    <a:pt x="1004" y="912"/>
                    <a:pt x="639" y="1338"/>
                  </a:cubicBezTo>
                  <a:cubicBezTo>
                    <a:pt x="457" y="1520"/>
                    <a:pt x="274" y="1915"/>
                    <a:pt x="1" y="200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9"/>
            <p:cNvSpPr/>
            <p:nvPr/>
          </p:nvSpPr>
          <p:spPr>
            <a:xfrm>
              <a:off x="1295900" y="4064075"/>
              <a:ext cx="41050" cy="50175"/>
            </a:xfrm>
            <a:custGeom>
              <a:rect b="b" l="l" r="r" t="t"/>
              <a:pathLst>
                <a:path extrusionOk="0" fill="none" h="2007" w="1642">
                  <a:moveTo>
                    <a:pt x="1642" y="0"/>
                  </a:moveTo>
                  <a:cubicBezTo>
                    <a:pt x="1247" y="487"/>
                    <a:pt x="821" y="912"/>
                    <a:pt x="456" y="1429"/>
                  </a:cubicBezTo>
                  <a:cubicBezTo>
                    <a:pt x="335" y="1611"/>
                    <a:pt x="183" y="1946"/>
                    <a:pt x="0" y="2007"/>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9"/>
            <p:cNvSpPr/>
            <p:nvPr/>
          </p:nvSpPr>
          <p:spPr>
            <a:xfrm>
              <a:off x="1360500" y="4061025"/>
              <a:ext cx="58525" cy="61575"/>
            </a:xfrm>
            <a:custGeom>
              <a:rect b="b" l="l" r="r" t="t"/>
              <a:pathLst>
                <a:path extrusionOk="0" fill="none" h="2463" w="2341">
                  <a:moveTo>
                    <a:pt x="2341" y="1"/>
                  </a:moveTo>
                  <a:cubicBezTo>
                    <a:pt x="2006" y="214"/>
                    <a:pt x="1733" y="396"/>
                    <a:pt x="1489" y="730"/>
                  </a:cubicBezTo>
                  <a:cubicBezTo>
                    <a:pt x="1337" y="913"/>
                    <a:pt x="1216" y="1125"/>
                    <a:pt x="1064" y="1308"/>
                  </a:cubicBezTo>
                  <a:cubicBezTo>
                    <a:pt x="669" y="1703"/>
                    <a:pt x="304" y="2037"/>
                    <a:pt x="0" y="246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9"/>
            <p:cNvSpPr/>
            <p:nvPr/>
          </p:nvSpPr>
          <p:spPr>
            <a:xfrm>
              <a:off x="1442550" y="4055725"/>
              <a:ext cx="52475" cy="58525"/>
            </a:xfrm>
            <a:custGeom>
              <a:rect b="b" l="l" r="r" t="t"/>
              <a:pathLst>
                <a:path extrusionOk="0" fill="none" h="2341" w="2099">
                  <a:moveTo>
                    <a:pt x="2098" y="0"/>
                  </a:moveTo>
                  <a:cubicBezTo>
                    <a:pt x="1825" y="456"/>
                    <a:pt x="1399" y="851"/>
                    <a:pt x="1065" y="1277"/>
                  </a:cubicBezTo>
                  <a:cubicBezTo>
                    <a:pt x="761" y="1672"/>
                    <a:pt x="396" y="2037"/>
                    <a:pt x="1" y="2341"/>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9"/>
            <p:cNvSpPr/>
            <p:nvPr/>
          </p:nvSpPr>
          <p:spPr>
            <a:xfrm>
              <a:off x="1448625" y="4149175"/>
              <a:ext cx="41075" cy="58550"/>
            </a:xfrm>
            <a:custGeom>
              <a:rect b="b" l="l" r="r" t="t"/>
              <a:pathLst>
                <a:path extrusionOk="0" fill="none" h="2342" w="1643">
                  <a:moveTo>
                    <a:pt x="1642" y="1"/>
                  </a:moveTo>
                  <a:cubicBezTo>
                    <a:pt x="1186" y="852"/>
                    <a:pt x="396" y="1490"/>
                    <a:pt x="1" y="2341"/>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9"/>
            <p:cNvSpPr/>
            <p:nvPr/>
          </p:nvSpPr>
          <p:spPr>
            <a:xfrm>
              <a:off x="1480550" y="4193250"/>
              <a:ext cx="58550" cy="67650"/>
            </a:xfrm>
            <a:custGeom>
              <a:rect b="b" l="l" r="r" t="t"/>
              <a:pathLst>
                <a:path extrusionOk="0" fill="none" h="2706" w="2342">
                  <a:moveTo>
                    <a:pt x="2341" y="1"/>
                  </a:moveTo>
                  <a:cubicBezTo>
                    <a:pt x="1885" y="517"/>
                    <a:pt x="1490" y="1065"/>
                    <a:pt x="1064" y="1612"/>
                  </a:cubicBezTo>
                  <a:cubicBezTo>
                    <a:pt x="760" y="2007"/>
                    <a:pt x="365" y="2341"/>
                    <a:pt x="1" y="270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9"/>
            <p:cNvSpPr/>
            <p:nvPr/>
          </p:nvSpPr>
          <p:spPr>
            <a:xfrm>
              <a:off x="1442550" y="4389300"/>
              <a:ext cx="41075" cy="44100"/>
            </a:xfrm>
            <a:custGeom>
              <a:rect b="b" l="l" r="r" t="t"/>
              <a:pathLst>
                <a:path extrusionOk="0" fill="none" h="1764" w="1643">
                  <a:moveTo>
                    <a:pt x="1642" y="1"/>
                  </a:moveTo>
                  <a:cubicBezTo>
                    <a:pt x="1369" y="335"/>
                    <a:pt x="973" y="517"/>
                    <a:pt x="700" y="852"/>
                  </a:cubicBezTo>
                  <a:cubicBezTo>
                    <a:pt x="457" y="1156"/>
                    <a:pt x="244" y="1490"/>
                    <a:pt x="1" y="176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9"/>
            <p:cNvSpPr/>
            <p:nvPr/>
          </p:nvSpPr>
          <p:spPr>
            <a:xfrm>
              <a:off x="1392400" y="4501000"/>
              <a:ext cx="50175" cy="50175"/>
            </a:xfrm>
            <a:custGeom>
              <a:rect b="b" l="l" r="r" t="t"/>
              <a:pathLst>
                <a:path extrusionOk="0" fill="none" h="2007" w="2007">
                  <a:moveTo>
                    <a:pt x="2007" y="1"/>
                  </a:moveTo>
                  <a:cubicBezTo>
                    <a:pt x="1581" y="426"/>
                    <a:pt x="1217" y="882"/>
                    <a:pt x="821" y="1308"/>
                  </a:cubicBezTo>
                  <a:cubicBezTo>
                    <a:pt x="578" y="1551"/>
                    <a:pt x="244" y="1733"/>
                    <a:pt x="1" y="2007"/>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9"/>
            <p:cNvSpPr/>
            <p:nvPr/>
          </p:nvSpPr>
          <p:spPr>
            <a:xfrm>
              <a:off x="1474475" y="4295850"/>
              <a:ext cx="38025" cy="47125"/>
            </a:xfrm>
            <a:custGeom>
              <a:rect b="b" l="l" r="r" t="t"/>
              <a:pathLst>
                <a:path extrusionOk="0" fill="none" h="1885" w="1521">
                  <a:moveTo>
                    <a:pt x="1520" y="0"/>
                  </a:moveTo>
                  <a:cubicBezTo>
                    <a:pt x="1216" y="365"/>
                    <a:pt x="912" y="699"/>
                    <a:pt x="639" y="1094"/>
                  </a:cubicBezTo>
                  <a:cubicBezTo>
                    <a:pt x="426" y="1368"/>
                    <a:pt x="274" y="1641"/>
                    <a:pt x="0" y="188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9"/>
            <p:cNvSpPr/>
            <p:nvPr/>
          </p:nvSpPr>
          <p:spPr>
            <a:xfrm>
              <a:off x="1515500" y="4105100"/>
              <a:ext cx="23600" cy="29675"/>
            </a:xfrm>
            <a:custGeom>
              <a:rect b="b" l="l" r="r" t="t"/>
              <a:pathLst>
                <a:path extrusionOk="0" fill="none" h="1187" w="944">
                  <a:moveTo>
                    <a:pt x="943" y="1"/>
                  </a:moveTo>
                  <a:cubicBezTo>
                    <a:pt x="457" y="274"/>
                    <a:pt x="122" y="639"/>
                    <a:pt x="1" y="118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9"/>
            <p:cNvSpPr/>
            <p:nvPr/>
          </p:nvSpPr>
          <p:spPr>
            <a:xfrm>
              <a:off x="1351375" y="4281400"/>
              <a:ext cx="61575" cy="72975"/>
            </a:xfrm>
            <a:custGeom>
              <a:rect b="b" l="l" r="r" t="t"/>
              <a:pathLst>
                <a:path extrusionOk="0" fill="none" h="2919" w="2463">
                  <a:moveTo>
                    <a:pt x="2462" y="1"/>
                  </a:moveTo>
                  <a:cubicBezTo>
                    <a:pt x="2128" y="274"/>
                    <a:pt x="1702" y="548"/>
                    <a:pt x="1429" y="943"/>
                  </a:cubicBezTo>
                  <a:cubicBezTo>
                    <a:pt x="1247" y="1216"/>
                    <a:pt x="1064" y="1490"/>
                    <a:pt x="851" y="1764"/>
                  </a:cubicBezTo>
                  <a:cubicBezTo>
                    <a:pt x="578" y="2128"/>
                    <a:pt x="365" y="2645"/>
                    <a:pt x="0" y="2919"/>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9"/>
            <p:cNvSpPr/>
            <p:nvPr/>
          </p:nvSpPr>
          <p:spPr>
            <a:xfrm>
              <a:off x="1333900" y="4199325"/>
              <a:ext cx="44100" cy="46375"/>
            </a:xfrm>
            <a:custGeom>
              <a:rect b="b" l="l" r="r" t="t"/>
              <a:pathLst>
                <a:path extrusionOk="0" fill="none" h="1855" w="1764">
                  <a:moveTo>
                    <a:pt x="1763" y="1"/>
                  </a:moveTo>
                  <a:cubicBezTo>
                    <a:pt x="1368" y="122"/>
                    <a:pt x="1094" y="700"/>
                    <a:pt x="821" y="1004"/>
                  </a:cubicBezTo>
                  <a:cubicBezTo>
                    <a:pt x="547" y="1277"/>
                    <a:pt x="304" y="1581"/>
                    <a:pt x="0" y="185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9"/>
            <p:cNvSpPr/>
            <p:nvPr/>
          </p:nvSpPr>
          <p:spPr>
            <a:xfrm>
              <a:off x="1008650" y="4172750"/>
              <a:ext cx="46375" cy="58525"/>
            </a:xfrm>
            <a:custGeom>
              <a:rect b="b" l="l" r="r" t="t"/>
              <a:pathLst>
                <a:path extrusionOk="0" fill="none" h="2341" w="1855">
                  <a:moveTo>
                    <a:pt x="1855" y="0"/>
                  </a:moveTo>
                  <a:cubicBezTo>
                    <a:pt x="1277" y="790"/>
                    <a:pt x="670" y="1611"/>
                    <a:pt x="1" y="234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9"/>
            <p:cNvSpPr/>
            <p:nvPr/>
          </p:nvSpPr>
          <p:spPr>
            <a:xfrm>
              <a:off x="1114275" y="4193250"/>
              <a:ext cx="38025" cy="41075"/>
            </a:xfrm>
            <a:custGeom>
              <a:rect b="b" l="l" r="r" t="t"/>
              <a:pathLst>
                <a:path extrusionOk="0" fill="none" h="1643" w="1521">
                  <a:moveTo>
                    <a:pt x="1521" y="1"/>
                  </a:moveTo>
                  <a:cubicBezTo>
                    <a:pt x="1095" y="213"/>
                    <a:pt x="670" y="548"/>
                    <a:pt x="396" y="973"/>
                  </a:cubicBezTo>
                  <a:cubicBezTo>
                    <a:pt x="244" y="1186"/>
                    <a:pt x="183" y="1460"/>
                    <a:pt x="1" y="1642"/>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9"/>
            <p:cNvSpPr/>
            <p:nvPr/>
          </p:nvSpPr>
          <p:spPr>
            <a:xfrm>
              <a:off x="1216875" y="4187175"/>
              <a:ext cx="31925" cy="35750"/>
            </a:xfrm>
            <a:custGeom>
              <a:rect b="b" l="l" r="r" t="t"/>
              <a:pathLst>
                <a:path extrusionOk="0" fill="none" h="1430" w="1277">
                  <a:moveTo>
                    <a:pt x="1277" y="1"/>
                  </a:moveTo>
                  <a:cubicBezTo>
                    <a:pt x="912" y="335"/>
                    <a:pt x="547" y="517"/>
                    <a:pt x="335" y="943"/>
                  </a:cubicBezTo>
                  <a:cubicBezTo>
                    <a:pt x="243" y="1156"/>
                    <a:pt x="152" y="1247"/>
                    <a:pt x="0" y="1429"/>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9"/>
            <p:cNvSpPr/>
            <p:nvPr/>
          </p:nvSpPr>
          <p:spPr>
            <a:xfrm>
              <a:off x="1286775" y="4178825"/>
              <a:ext cx="44100" cy="43325"/>
            </a:xfrm>
            <a:custGeom>
              <a:rect b="b" l="l" r="r" t="t"/>
              <a:pathLst>
                <a:path extrusionOk="0" fill="none" h="1733" w="1764">
                  <a:moveTo>
                    <a:pt x="1764" y="0"/>
                  </a:moveTo>
                  <a:cubicBezTo>
                    <a:pt x="1186" y="487"/>
                    <a:pt x="457" y="1094"/>
                    <a:pt x="1" y="173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9"/>
            <p:cNvSpPr/>
            <p:nvPr/>
          </p:nvSpPr>
          <p:spPr>
            <a:xfrm>
              <a:off x="1146200" y="4310275"/>
              <a:ext cx="58525" cy="64625"/>
            </a:xfrm>
            <a:custGeom>
              <a:rect b="b" l="l" r="r" t="t"/>
              <a:pathLst>
                <a:path extrusionOk="0" fill="none" h="2585" w="2341">
                  <a:moveTo>
                    <a:pt x="2341" y="1"/>
                  </a:moveTo>
                  <a:cubicBezTo>
                    <a:pt x="2037" y="92"/>
                    <a:pt x="1763" y="639"/>
                    <a:pt x="1611" y="852"/>
                  </a:cubicBezTo>
                  <a:cubicBezTo>
                    <a:pt x="1429" y="1064"/>
                    <a:pt x="1247" y="1247"/>
                    <a:pt x="1064" y="1429"/>
                  </a:cubicBezTo>
                  <a:cubicBezTo>
                    <a:pt x="669" y="1794"/>
                    <a:pt x="335" y="2189"/>
                    <a:pt x="0" y="258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9"/>
            <p:cNvSpPr/>
            <p:nvPr/>
          </p:nvSpPr>
          <p:spPr>
            <a:xfrm>
              <a:off x="1102125" y="4286725"/>
              <a:ext cx="50175" cy="56250"/>
            </a:xfrm>
            <a:custGeom>
              <a:rect b="b" l="l" r="r" t="t"/>
              <a:pathLst>
                <a:path extrusionOk="0" fill="none" h="2250" w="2007">
                  <a:moveTo>
                    <a:pt x="2007" y="0"/>
                  </a:moveTo>
                  <a:cubicBezTo>
                    <a:pt x="1277" y="730"/>
                    <a:pt x="639" y="1490"/>
                    <a:pt x="1" y="225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9"/>
            <p:cNvSpPr/>
            <p:nvPr/>
          </p:nvSpPr>
          <p:spPr>
            <a:xfrm>
              <a:off x="994225" y="4310275"/>
              <a:ext cx="49425" cy="50175"/>
            </a:xfrm>
            <a:custGeom>
              <a:rect b="b" l="l" r="r" t="t"/>
              <a:pathLst>
                <a:path extrusionOk="0" fill="none" h="2007" w="1977">
                  <a:moveTo>
                    <a:pt x="1976" y="1"/>
                  </a:moveTo>
                  <a:cubicBezTo>
                    <a:pt x="1551" y="426"/>
                    <a:pt x="1155" y="852"/>
                    <a:pt x="730" y="1247"/>
                  </a:cubicBezTo>
                  <a:cubicBezTo>
                    <a:pt x="487" y="1520"/>
                    <a:pt x="183" y="1703"/>
                    <a:pt x="0" y="2007"/>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9"/>
            <p:cNvSpPr/>
            <p:nvPr/>
          </p:nvSpPr>
          <p:spPr>
            <a:xfrm>
              <a:off x="887825" y="4313325"/>
              <a:ext cx="41075" cy="38000"/>
            </a:xfrm>
            <a:custGeom>
              <a:rect b="b" l="l" r="r" t="t"/>
              <a:pathLst>
                <a:path extrusionOk="0" fill="none" h="1520" w="1643">
                  <a:moveTo>
                    <a:pt x="1642" y="0"/>
                  </a:moveTo>
                  <a:cubicBezTo>
                    <a:pt x="1308" y="335"/>
                    <a:pt x="974" y="699"/>
                    <a:pt x="639" y="1034"/>
                  </a:cubicBezTo>
                  <a:cubicBezTo>
                    <a:pt x="426" y="1216"/>
                    <a:pt x="214" y="1338"/>
                    <a:pt x="1" y="152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9"/>
            <p:cNvSpPr/>
            <p:nvPr/>
          </p:nvSpPr>
          <p:spPr>
            <a:xfrm>
              <a:off x="882525" y="4234300"/>
              <a:ext cx="41050" cy="47125"/>
            </a:xfrm>
            <a:custGeom>
              <a:rect b="b" l="l" r="r" t="t"/>
              <a:pathLst>
                <a:path extrusionOk="0" fill="none" h="1885" w="1642">
                  <a:moveTo>
                    <a:pt x="1642" y="0"/>
                  </a:moveTo>
                  <a:cubicBezTo>
                    <a:pt x="1003" y="517"/>
                    <a:pt x="578" y="1307"/>
                    <a:pt x="0" y="188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9"/>
            <p:cNvSpPr/>
            <p:nvPr/>
          </p:nvSpPr>
          <p:spPr>
            <a:xfrm>
              <a:off x="770800" y="4368800"/>
              <a:ext cx="47150" cy="53200"/>
            </a:xfrm>
            <a:custGeom>
              <a:rect b="b" l="l" r="r" t="t"/>
              <a:pathLst>
                <a:path extrusionOk="0" fill="none" h="2128" w="1886">
                  <a:moveTo>
                    <a:pt x="1886" y="0"/>
                  </a:moveTo>
                  <a:cubicBezTo>
                    <a:pt x="1399" y="426"/>
                    <a:pt x="974" y="882"/>
                    <a:pt x="579" y="1398"/>
                  </a:cubicBezTo>
                  <a:cubicBezTo>
                    <a:pt x="396" y="1641"/>
                    <a:pt x="244" y="1885"/>
                    <a:pt x="1" y="2128"/>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9"/>
            <p:cNvSpPr/>
            <p:nvPr/>
          </p:nvSpPr>
          <p:spPr>
            <a:xfrm>
              <a:off x="723700" y="4483525"/>
              <a:ext cx="41050" cy="50175"/>
            </a:xfrm>
            <a:custGeom>
              <a:rect b="b" l="l" r="r" t="t"/>
              <a:pathLst>
                <a:path extrusionOk="0" fill="none" h="2007" w="1642">
                  <a:moveTo>
                    <a:pt x="1642" y="1"/>
                  </a:moveTo>
                  <a:cubicBezTo>
                    <a:pt x="1277" y="426"/>
                    <a:pt x="943" y="791"/>
                    <a:pt x="700" y="1247"/>
                  </a:cubicBezTo>
                  <a:cubicBezTo>
                    <a:pt x="548" y="1551"/>
                    <a:pt x="274" y="1825"/>
                    <a:pt x="0" y="2007"/>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9"/>
            <p:cNvSpPr/>
            <p:nvPr/>
          </p:nvSpPr>
          <p:spPr>
            <a:xfrm>
              <a:off x="709250" y="4583075"/>
              <a:ext cx="31950" cy="38025"/>
            </a:xfrm>
            <a:custGeom>
              <a:rect b="b" l="l" r="r" t="t"/>
              <a:pathLst>
                <a:path extrusionOk="0" fill="none" h="1521" w="1278">
                  <a:moveTo>
                    <a:pt x="1278" y="1"/>
                  </a:moveTo>
                  <a:cubicBezTo>
                    <a:pt x="974" y="457"/>
                    <a:pt x="578" y="1338"/>
                    <a:pt x="1" y="152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9"/>
            <p:cNvSpPr/>
            <p:nvPr/>
          </p:nvSpPr>
          <p:spPr>
            <a:xfrm>
              <a:off x="694825" y="4404500"/>
              <a:ext cx="20550" cy="28900"/>
            </a:xfrm>
            <a:custGeom>
              <a:rect b="b" l="l" r="r" t="t"/>
              <a:pathLst>
                <a:path extrusionOk="0" fill="none" h="1156" w="822">
                  <a:moveTo>
                    <a:pt x="821" y="1"/>
                  </a:moveTo>
                  <a:cubicBezTo>
                    <a:pt x="456" y="335"/>
                    <a:pt x="335" y="821"/>
                    <a:pt x="0" y="115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9"/>
            <p:cNvSpPr/>
            <p:nvPr/>
          </p:nvSpPr>
          <p:spPr>
            <a:xfrm>
              <a:off x="577050" y="4404500"/>
              <a:ext cx="20525" cy="26625"/>
            </a:xfrm>
            <a:custGeom>
              <a:rect b="b" l="l" r="r" t="t"/>
              <a:pathLst>
                <a:path extrusionOk="0" fill="none" h="1065" w="821">
                  <a:moveTo>
                    <a:pt x="821" y="1"/>
                  </a:moveTo>
                  <a:cubicBezTo>
                    <a:pt x="517" y="335"/>
                    <a:pt x="304" y="730"/>
                    <a:pt x="0" y="106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9"/>
            <p:cNvSpPr/>
            <p:nvPr/>
          </p:nvSpPr>
          <p:spPr>
            <a:xfrm>
              <a:off x="873400" y="4407550"/>
              <a:ext cx="38025" cy="58525"/>
            </a:xfrm>
            <a:custGeom>
              <a:rect b="b" l="l" r="r" t="t"/>
              <a:pathLst>
                <a:path extrusionOk="0" fill="none" h="2341" w="1521">
                  <a:moveTo>
                    <a:pt x="1520" y="0"/>
                  </a:moveTo>
                  <a:cubicBezTo>
                    <a:pt x="1490" y="304"/>
                    <a:pt x="1095" y="699"/>
                    <a:pt x="943" y="943"/>
                  </a:cubicBezTo>
                  <a:cubicBezTo>
                    <a:pt x="821" y="1155"/>
                    <a:pt x="669" y="1338"/>
                    <a:pt x="548" y="1520"/>
                  </a:cubicBezTo>
                  <a:cubicBezTo>
                    <a:pt x="365" y="1733"/>
                    <a:pt x="31" y="2037"/>
                    <a:pt x="0" y="2341"/>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9"/>
            <p:cNvSpPr/>
            <p:nvPr/>
          </p:nvSpPr>
          <p:spPr>
            <a:xfrm>
              <a:off x="955475" y="4421975"/>
              <a:ext cx="50175" cy="55500"/>
            </a:xfrm>
            <a:custGeom>
              <a:rect b="b" l="l" r="r" t="t"/>
              <a:pathLst>
                <a:path extrusionOk="0" fill="none" h="2220" w="2007">
                  <a:moveTo>
                    <a:pt x="2006" y="1"/>
                  </a:moveTo>
                  <a:cubicBezTo>
                    <a:pt x="1611" y="244"/>
                    <a:pt x="1398" y="335"/>
                    <a:pt x="1155" y="669"/>
                  </a:cubicBezTo>
                  <a:cubicBezTo>
                    <a:pt x="1034" y="882"/>
                    <a:pt x="912" y="1095"/>
                    <a:pt x="760" y="1277"/>
                  </a:cubicBezTo>
                  <a:cubicBezTo>
                    <a:pt x="517" y="1612"/>
                    <a:pt x="304" y="1946"/>
                    <a:pt x="0" y="222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9"/>
            <p:cNvSpPr/>
            <p:nvPr/>
          </p:nvSpPr>
          <p:spPr>
            <a:xfrm>
              <a:off x="1084650" y="4415900"/>
              <a:ext cx="26625" cy="32700"/>
            </a:xfrm>
            <a:custGeom>
              <a:rect b="b" l="l" r="r" t="t"/>
              <a:pathLst>
                <a:path extrusionOk="0" fill="none" h="1308" w="1065">
                  <a:moveTo>
                    <a:pt x="1064" y="1"/>
                  </a:moveTo>
                  <a:cubicBezTo>
                    <a:pt x="730" y="365"/>
                    <a:pt x="152" y="821"/>
                    <a:pt x="0" y="1308"/>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9"/>
            <p:cNvSpPr/>
            <p:nvPr/>
          </p:nvSpPr>
          <p:spPr>
            <a:xfrm>
              <a:off x="1122650" y="4451625"/>
              <a:ext cx="44100" cy="58525"/>
            </a:xfrm>
            <a:custGeom>
              <a:rect b="b" l="l" r="r" t="t"/>
              <a:pathLst>
                <a:path extrusionOk="0" fill="none" h="2341" w="1764">
                  <a:moveTo>
                    <a:pt x="1763" y="0"/>
                  </a:moveTo>
                  <a:cubicBezTo>
                    <a:pt x="1368" y="517"/>
                    <a:pt x="1003" y="1094"/>
                    <a:pt x="578" y="1611"/>
                  </a:cubicBezTo>
                  <a:cubicBezTo>
                    <a:pt x="395" y="1854"/>
                    <a:pt x="243" y="2158"/>
                    <a:pt x="0" y="2341"/>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9"/>
            <p:cNvSpPr/>
            <p:nvPr/>
          </p:nvSpPr>
          <p:spPr>
            <a:xfrm>
              <a:off x="1245750" y="4327750"/>
              <a:ext cx="29650" cy="32700"/>
            </a:xfrm>
            <a:custGeom>
              <a:rect b="b" l="l" r="r" t="t"/>
              <a:pathLst>
                <a:path extrusionOk="0" fill="none" h="1308" w="1186">
                  <a:moveTo>
                    <a:pt x="1186" y="1"/>
                  </a:moveTo>
                  <a:cubicBezTo>
                    <a:pt x="851" y="213"/>
                    <a:pt x="456" y="487"/>
                    <a:pt x="304" y="852"/>
                  </a:cubicBezTo>
                  <a:cubicBezTo>
                    <a:pt x="213" y="1034"/>
                    <a:pt x="183" y="1156"/>
                    <a:pt x="0" y="1308"/>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9"/>
            <p:cNvSpPr/>
            <p:nvPr/>
          </p:nvSpPr>
          <p:spPr>
            <a:xfrm>
              <a:off x="1284500" y="4418950"/>
              <a:ext cx="31950" cy="44100"/>
            </a:xfrm>
            <a:custGeom>
              <a:rect b="b" l="l" r="r" t="t"/>
              <a:pathLst>
                <a:path extrusionOk="0" fill="none" h="1764" w="1278">
                  <a:moveTo>
                    <a:pt x="1277" y="0"/>
                  </a:moveTo>
                  <a:cubicBezTo>
                    <a:pt x="943" y="395"/>
                    <a:pt x="578" y="821"/>
                    <a:pt x="304" y="1246"/>
                  </a:cubicBezTo>
                  <a:cubicBezTo>
                    <a:pt x="183" y="1398"/>
                    <a:pt x="122" y="1611"/>
                    <a:pt x="0" y="176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9"/>
            <p:cNvSpPr/>
            <p:nvPr/>
          </p:nvSpPr>
          <p:spPr>
            <a:xfrm>
              <a:off x="1292850" y="4507100"/>
              <a:ext cx="35000" cy="49400"/>
            </a:xfrm>
            <a:custGeom>
              <a:rect b="b" l="l" r="r" t="t"/>
              <a:pathLst>
                <a:path extrusionOk="0" fill="none" h="1976" w="1400">
                  <a:moveTo>
                    <a:pt x="1399" y="0"/>
                  </a:moveTo>
                  <a:cubicBezTo>
                    <a:pt x="822" y="517"/>
                    <a:pt x="548" y="1398"/>
                    <a:pt x="1" y="197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9"/>
            <p:cNvSpPr/>
            <p:nvPr/>
          </p:nvSpPr>
          <p:spPr>
            <a:xfrm>
              <a:off x="1257900" y="4627150"/>
              <a:ext cx="44100" cy="52450"/>
            </a:xfrm>
            <a:custGeom>
              <a:rect b="b" l="l" r="r" t="t"/>
              <a:pathLst>
                <a:path extrusionOk="0" fill="none" h="2098" w="1764">
                  <a:moveTo>
                    <a:pt x="1764" y="1"/>
                  </a:moveTo>
                  <a:cubicBezTo>
                    <a:pt x="1308" y="517"/>
                    <a:pt x="882" y="1034"/>
                    <a:pt x="457" y="1520"/>
                  </a:cubicBezTo>
                  <a:cubicBezTo>
                    <a:pt x="335" y="1672"/>
                    <a:pt x="31" y="1946"/>
                    <a:pt x="1" y="2098"/>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9"/>
            <p:cNvSpPr/>
            <p:nvPr/>
          </p:nvSpPr>
          <p:spPr>
            <a:xfrm>
              <a:off x="1175825" y="4636275"/>
              <a:ext cx="41075" cy="49425"/>
            </a:xfrm>
            <a:custGeom>
              <a:rect b="b" l="l" r="r" t="t"/>
              <a:pathLst>
                <a:path extrusionOk="0" fill="none" h="1977" w="1643">
                  <a:moveTo>
                    <a:pt x="1642" y="0"/>
                  </a:moveTo>
                  <a:cubicBezTo>
                    <a:pt x="1156" y="304"/>
                    <a:pt x="852" y="791"/>
                    <a:pt x="578" y="1277"/>
                  </a:cubicBezTo>
                  <a:cubicBezTo>
                    <a:pt x="426" y="1550"/>
                    <a:pt x="214" y="1763"/>
                    <a:pt x="1" y="197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9"/>
            <p:cNvSpPr/>
            <p:nvPr/>
          </p:nvSpPr>
          <p:spPr>
            <a:xfrm>
              <a:off x="1175825" y="4530650"/>
              <a:ext cx="49425" cy="64600"/>
            </a:xfrm>
            <a:custGeom>
              <a:rect b="b" l="l" r="r" t="t"/>
              <a:pathLst>
                <a:path extrusionOk="0" fill="none" h="2584" w="1977">
                  <a:moveTo>
                    <a:pt x="1977" y="0"/>
                  </a:moveTo>
                  <a:cubicBezTo>
                    <a:pt x="1581" y="426"/>
                    <a:pt x="1156" y="943"/>
                    <a:pt x="822" y="1429"/>
                  </a:cubicBezTo>
                  <a:cubicBezTo>
                    <a:pt x="548" y="1824"/>
                    <a:pt x="305" y="2219"/>
                    <a:pt x="1" y="258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9"/>
            <p:cNvSpPr/>
            <p:nvPr/>
          </p:nvSpPr>
          <p:spPr>
            <a:xfrm>
              <a:off x="1067175" y="4662100"/>
              <a:ext cx="38025" cy="47150"/>
            </a:xfrm>
            <a:custGeom>
              <a:rect b="b" l="l" r="r" t="t"/>
              <a:pathLst>
                <a:path extrusionOk="0" fill="none" h="1886" w="1521">
                  <a:moveTo>
                    <a:pt x="1520" y="1"/>
                  </a:moveTo>
                  <a:cubicBezTo>
                    <a:pt x="1186" y="426"/>
                    <a:pt x="943" y="943"/>
                    <a:pt x="578" y="1308"/>
                  </a:cubicBezTo>
                  <a:cubicBezTo>
                    <a:pt x="395" y="1521"/>
                    <a:pt x="183" y="1703"/>
                    <a:pt x="0" y="188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9"/>
            <p:cNvSpPr/>
            <p:nvPr/>
          </p:nvSpPr>
          <p:spPr>
            <a:xfrm>
              <a:off x="1105175" y="4697825"/>
              <a:ext cx="32700" cy="38025"/>
            </a:xfrm>
            <a:custGeom>
              <a:rect b="b" l="l" r="r" t="t"/>
              <a:pathLst>
                <a:path extrusionOk="0" fill="none" h="1521" w="1308">
                  <a:moveTo>
                    <a:pt x="1307" y="0"/>
                  </a:moveTo>
                  <a:cubicBezTo>
                    <a:pt x="942" y="335"/>
                    <a:pt x="578" y="699"/>
                    <a:pt x="304" y="1125"/>
                  </a:cubicBezTo>
                  <a:cubicBezTo>
                    <a:pt x="243" y="1247"/>
                    <a:pt x="182" y="1490"/>
                    <a:pt x="0" y="152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9"/>
            <p:cNvSpPr/>
            <p:nvPr/>
          </p:nvSpPr>
          <p:spPr>
            <a:xfrm>
              <a:off x="1061100" y="4556475"/>
              <a:ext cx="34975" cy="44100"/>
            </a:xfrm>
            <a:custGeom>
              <a:rect b="b" l="l" r="r" t="t"/>
              <a:pathLst>
                <a:path extrusionOk="0" fill="none" h="1764" w="1399">
                  <a:moveTo>
                    <a:pt x="1398" y="1"/>
                  </a:moveTo>
                  <a:cubicBezTo>
                    <a:pt x="942" y="274"/>
                    <a:pt x="578" y="730"/>
                    <a:pt x="365" y="1247"/>
                  </a:cubicBezTo>
                  <a:cubicBezTo>
                    <a:pt x="304" y="1338"/>
                    <a:pt x="274" y="1460"/>
                    <a:pt x="213" y="1551"/>
                  </a:cubicBezTo>
                  <a:cubicBezTo>
                    <a:pt x="152" y="1642"/>
                    <a:pt x="31" y="1642"/>
                    <a:pt x="0" y="176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9"/>
            <p:cNvSpPr/>
            <p:nvPr/>
          </p:nvSpPr>
          <p:spPr>
            <a:xfrm>
              <a:off x="923550" y="4653750"/>
              <a:ext cx="41050" cy="55500"/>
            </a:xfrm>
            <a:custGeom>
              <a:rect b="b" l="l" r="r" t="t"/>
              <a:pathLst>
                <a:path extrusionOk="0" fill="none" h="2220" w="1642">
                  <a:moveTo>
                    <a:pt x="1642" y="0"/>
                  </a:moveTo>
                  <a:cubicBezTo>
                    <a:pt x="1277" y="487"/>
                    <a:pt x="912" y="1003"/>
                    <a:pt x="517" y="1520"/>
                  </a:cubicBezTo>
                  <a:cubicBezTo>
                    <a:pt x="365" y="1733"/>
                    <a:pt x="183" y="2007"/>
                    <a:pt x="1" y="2219"/>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9"/>
            <p:cNvSpPr/>
            <p:nvPr/>
          </p:nvSpPr>
          <p:spPr>
            <a:xfrm>
              <a:off x="947100" y="4527600"/>
              <a:ext cx="44100" cy="55500"/>
            </a:xfrm>
            <a:custGeom>
              <a:rect b="b" l="l" r="r" t="t"/>
              <a:pathLst>
                <a:path extrusionOk="0" fill="none" h="2220" w="1764">
                  <a:moveTo>
                    <a:pt x="1764" y="1"/>
                  </a:moveTo>
                  <a:cubicBezTo>
                    <a:pt x="821" y="517"/>
                    <a:pt x="639" y="1490"/>
                    <a:pt x="1" y="222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9"/>
            <p:cNvSpPr/>
            <p:nvPr/>
          </p:nvSpPr>
          <p:spPr>
            <a:xfrm>
              <a:off x="820975" y="4527600"/>
              <a:ext cx="49400" cy="64625"/>
            </a:xfrm>
            <a:custGeom>
              <a:rect b="b" l="l" r="r" t="t"/>
              <a:pathLst>
                <a:path extrusionOk="0" fill="none" h="2585" w="1976">
                  <a:moveTo>
                    <a:pt x="1976" y="1"/>
                  </a:moveTo>
                  <a:cubicBezTo>
                    <a:pt x="1398" y="487"/>
                    <a:pt x="973" y="913"/>
                    <a:pt x="517" y="1521"/>
                  </a:cubicBezTo>
                  <a:cubicBezTo>
                    <a:pt x="274" y="1855"/>
                    <a:pt x="182" y="2220"/>
                    <a:pt x="0" y="258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9"/>
            <p:cNvSpPr/>
            <p:nvPr/>
          </p:nvSpPr>
          <p:spPr>
            <a:xfrm>
              <a:off x="827050" y="4659825"/>
              <a:ext cx="38025" cy="46375"/>
            </a:xfrm>
            <a:custGeom>
              <a:rect b="b" l="l" r="r" t="t"/>
              <a:pathLst>
                <a:path extrusionOk="0" fill="none" h="1855" w="1521">
                  <a:moveTo>
                    <a:pt x="1520" y="1"/>
                  </a:moveTo>
                  <a:cubicBezTo>
                    <a:pt x="1125" y="365"/>
                    <a:pt x="608" y="730"/>
                    <a:pt x="335" y="1186"/>
                  </a:cubicBezTo>
                  <a:cubicBezTo>
                    <a:pt x="274" y="1308"/>
                    <a:pt x="243" y="1429"/>
                    <a:pt x="183" y="1520"/>
                  </a:cubicBezTo>
                  <a:cubicBezTo>
                    <a:pt x="122" y="1642"/>
                    <a:pt x="0" y="1703"/>
                    <a:pt x="0" y="185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9"/>
            <p:cNvSpPr/>
            <p:nvPr/>
          </p:nvSpPr>
          <p:spPr>
            <a:xfrm>
              <a:off x="772325" y="4647675"/>
              <a:ext cx="22075" cy="23575"/>
            </a:xfrm>
            <a:custGeom>
              <a:rect b="b" l="l" r="r" t="t"/>
              <a:pathLst>
                <a:path extrusionOk="0" fill="none" h="943" w="883">
                  <a:moveTo>
                    <a:pt x="882" y="0"/>
                  </a:moveTo>
                  <a:cubicBezTo>
                    <a:pt x="609" y="152"/>
                    <a:pt x="1" y="578"/>
                    <a:pt x="62" y="94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9"/>
            <p:cNvSpPr/>
            <p:nvPr/>
          </p:nvSpPr>
          <p:spPr>
            <a:xfrm>
              <a:off x="988150" y="4682625"/>
              <a:ext cx="28900" cy="38775"/>
            </a:xfrm>
            <a:custGeom>
              <a:rect b="b" l="l" r="r" t="t"/>
              <a:pathLst>
                <a:path extrusionOk="0" fill="none" h="1551" w="1156">
                  <a:moveTo>
                    <a:pt x="1155" y="0"/>
                  </a:moveTo>
                  <a:cubicBezTo>
                    <a:pt x="760" y="396"/>
                    <a:pt x="547" y="578"/>
                    <a:pt x="335" y="1034"/>
                  </a:cubicBezTo>
                  <a:cubicBezTo>
                    <a:pt x="274" y="1216"/>
                    <a:pt x="152" y="1429"/>
                    <a:pt x="0" y="1551"/>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9"/>
            <p:cNvSpPr/>
            <p:nvPr/>
          </p:nvSpPr>
          <p:spPr>
            <a:xfrm>
              <a:off x="1357450" y="4407550"/>
              <a:ext cx="23575" cy="34975"/>
            </a:xfrm>
            <a:custGeom>
              <a:rect b="b" l="l" r="r" t="t"/>
              <a:pathLst>
                <a:path extrusionOk="0" fill="none" h="1399" w="943">
                  <a:moveTo>
                    <a:pt x="943" y="0"/>
                  </a:moveTo>
                  <a:cubicBezTo>
                    <a:pt x="669" y="304"/>
                    <a:pt x="426" y="639"/>
                    <a:pt x="213" y="973"/>
                  </a:cubicBezTo>
                  <a:cubicBezTo>
                    <a:pt x="122" y="1125"/>
                    <a:pt x="0" y="1246"/>
                    <a:pt x="0" y="1398"/>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9"/>
            <p:cNvSpPr/>
            <p:nvPr/>
          </p:nvSpPr>
          <p:spPr>
            <a:xfrm>
              <a:off x="1349100" y="4603600"/>
              <a:ext cx="19775" cy="17500"/>
            </a:xfrm>
            <a:custGeom>
              <a:rect b="b" l="l" r="r" t="t"/>
              <a:pathLst>
                <a:path extrusionOk="0" fill="none" h="700" w="791">
                  <a:moveTo>
                    <a:pt x="790" y="0"/>
                  </a:moveTo>
                  <a:cubicBezTo>
                    <a:pt x="578" y="213"/>
                    <a:pt x="213" y="456"/>
                    <a:pt x="0" y="699"/>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9"/>
            <p:cNvSpPr/>
            <p:nvPr/>
          </p:nvSpPr>
          <p:spPr>
            <a:xfrm>
              <a:off x="1005238" y="38760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 name="Google Shape;1210;p9"/>
          <p:cNvGrpSpPr/>
          <p:nvPr/>
        </p:nvGrpSpPr>
        <p:grpSpPr>
          <a:xfrm>
            <a:off x="26390" y="67520"/>
            <a:ext cx="9050795" cy="4921221"/>
            <a:chOff x="26390" y="67520"/>
            <a:chExt cx="9050795" cy="4921221"/>
          </a:xfrm>
        </p:grpSpPr>
        <p:grpSp>
          <p:nvGrpSpPr>
            <p:cNvPr id="1211" name="Google Shape;1211;p9"/>
            <p:cNvGrpSpPr/>
            <p:nvPr/>
          </p:nvGrpSpPr>
          <p:grpSpPr>
            <a:xfrm flipH="1">
              <a:off x="107029" y="385431"/>
              <a:ext cx="8449790" cy="4355304"/>
              <a:chOff x="166525" y="220125"/>
              <a:chExt cx="9078962" cy="4679600"/>
            </a:xfrm>
          </p:grpSpPr>
          <p:grpSp>
            <p:nvGrpSpPr>
              <p:cNvPr id="1212" name="Google Shape;1212;p9"/>
              <p:cNvGrpSpPr/>
              <p:nvPr/>
            </p:nvGrpSpPr>
            <p:grpSpPr>
              <a:xfrm flipH="1" rot="10800000">
                <a:off x="166525" y="220125"/>
                <a:ext cx="7882780" cy="4679600"/>
                <a:chOff x="90325" y="232950"/>
                <a:chExt cx="7882780" cy="4679600"/>
              </a:xfrm>
            </p:grpSpPr>
            <p:sp>
              <p:nvSpPr>
                <p:cNvPr id="1213" name="Google Shape;1213;p9"/>
                <p:cNvSpPr/>
                <p:nvPr/>
              </p:nvSpPr>
              <p:spPr>
                <a:xfrm>
                  <a:off x="1402525" y="3130750"/>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9"/>
                <p:cNvSpPr/>
                <p:nvPr/>
              </p:nvSpPr>
              <p:spPr>
                <a:xfrm flipH="1">
                  <a:off x="7913855" y="1471701"/>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9"/>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9"/>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9"/>
                <p:cNvSpPr/>
                <p:nvPr/>
              </p:nvSpPr>
              <p:spPr>
                <a:xfrm>
                  <a:off x="2907925" y="232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9"/>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9"/>
                <p:cNvSpPr/>
                <p:nvPr/>
              </p:nvSpPr>
              <p:spPr>
                <a:xfrm>
                  <a:off x="444550" y="3994675"/>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9"/>
                <p:cNvSpPr/>
                <p:nvPr/>
              </p:nvSpPr>
              <p:spPr>
                <a:xfrm>
                  <a:off x="4646898" y="630527"/>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9"/>
                <p:cNvSpPr/>
                <p:nvPr/>
              </p:nvSpPr>
              <p:spPr>
                <a:xfrm>
                  <a:off x="3502303" y="3937577"/>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 name="Google Shape;1222;p9"/>
              <p:cNvSpPr/>
              <p:nvPr/>
            </p:nvSpPr>
            <p:spPr>
              <a:xfrm flipH="1" rot="10800000">
                <a:off x="9193762" y="945198"/>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9"/>
              <p:cNvSpPr/>
              <p:nvPr/>
            </p:nvSpPr>
            <p:spPr>
              <a:xfrm flipH="1" rot="10800000">
                <a:off x="6007150" y="1198958"/>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 name="Google Shape;1224;p9"/>
            <p:cNvGrpSpPr/>
            <p:nvPr/>
          </p:nvGrpSpPr>
          <p:grpSpPr>
            <a:xfrm flipH="1">
              <a:off x="26390" y="67520"/>
              <a:ext cx="9050795" cy="4921221"/>
              <a:chOff x="90325" y="143925"/>
              <a:chExt cx="8770150" cy="4768625"/>
            </a:xfrm>
          </p:grpSpPr>
          <p:sp>
            <p:nvSpPr>
              <p:cNvPr id="1225" name="Google Shape;1225;p9"/>
              <p:cNvSpPr/>
              <p:nvPr/>
            </p:nvSpPr>
            <p:spPr>
              <a:xfrm flipH="1">
                <a:off x="8315187" y="1701249"/>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9"/>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9"/>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9"/>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9"/>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9"/>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9"/>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9"/>
              <p:cNvSpPr/>
              <p:nvPr/>
            </p:nvSpPr>
            <p:spPr>
              <a:xfrm>
                <a:off x="223038" y="4068512"/>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9"/>
              <p:cNvSpPr/>
              <p:nvPr/>
            </p:nvSpPr>
            <p:spPr>
              <a:xfrm>
                <a:off x="8008037" y="2794111"/>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9"/>
              <p:cNvSpPr/>
              <p:nvPr/>
            </p:nvSpPr>
            <p:spPr>
              <a:xfrm>
                <a:off x="4852336" y="27741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 name="Google Shape;1235;p9"/>
            <p:cNvGrpSpPr/>
            <p:nvPr/>
          </p:nvGrpSpPr>
          <p:grpSpPr>
            <a:xfrm rot="10800000">
              <a:off x="988091" y="764507"/>
              <a:ext cx="7385604" cy="3515620"/>
              <a:chOff x="166525" y="781450"/>
              <a:chExt cx="8838684" cy="4207300"/>
            </a:xfrm>
          </p:grpSpPr>
          <p:sp>
            <p:nvSpPr>
              <p:cNvPr id="1236" name="Google Shape;1236;p9"/>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9"/>
              <p:cNvSpPr/>
              <p:nvPr/>
            </p:nvSpPr>
            <p:spPr>
              <a:xfrm flipH="1" rot="10800000">
                <a:off x="6007150" y="1198958"/>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 name="Google Shape;1238;p9"/>
              <p:cNvGrpSpPr/>
              <p:nvPr/>
            </p:nvGrpSpPr>
            <p:grpSpPr>
              <a:xfrm flipH="1" rot="10800000">
                <a:off x="166525" y="1133348"/>
                <a:ext cx="8838684" cy="3855402"/>
                <a:chOff x="90325" y="143925"/>
                <a:chExt cx="8838684" cy="3855402"/>
              </a:xfrm>
            </p:grpSpPr>
            <p:sp>
              <p:nvSpPr>
                <p:cNvPr id="1239" name="Google Shape;1239;p9"/>
                <p:cNvSpPr/>
                <p:nvPr/>
              </p:nvSpPr>
              <p:spPr>
                <a:xfrm>
                  <a:off x="1402525" y="3130750"/>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9"/>
                <p:cNvSpPr/>
                <p:nvPr/>
              </p:nvSpPr>
              <p:spPr>
                <a:xfrm flipH="1">
                  <a:off x="8199759" y="1509629"/>
                  <a:ext cx="142378" cy="150430"/>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9"/>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9"/>
                <p:cNvSpPr/>
                <p:nvPr/>
              </p:nvSpPr>
              <p:spPr>
                <a:xfrm>
                  <a:off x="2907925" y="1509637"/>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9"/>
                <p:cNvSpPr/>
                <p:nvPr/>
              </p:nvSpPr>
              <p:spPr>
                <a:xfrm>
                  <a:off x="5095340" y="3538715"/>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9"/>
                <p:cNvSpPr/>
                <p:nvPr/>
              </p:nvSpPr>
              <p:spPr>
                <a:xfrm>
                  <a:off x="4939110" y="1067851"/>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9"/>
                <p:cNvSpPr/>
                <p:nvPr/>
              </p:nvSpPr>
              <p:spPr>
                <a:xfrm>
                  <a:off x="3502303" y="3937577"/>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9"/>
                <p:cNvSpPr/>
                <p:nvPr/>
              </p:nvSpPr>
              <p:spPr>
                <a:xfrm flipH="1">
                  <a:off x="8877284"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47" name="Google Shape;1247;p9"/>
          <p:cNvGrpSpPr/>
          <p:nvPr/>
        </p:nvGrpSpPr>
        <p:grpSpPr>
          <a:xfrm>
            <a:off x="707782" y="630007"/>
            <a:ext cx="1072715" cy="496734"/>
            <a:chOff x="2378750" y="627850"/>
            <a:chExt cx="1312350" cy="607700"/>
          </a:xfrm>
        </p:grpSpPr>
        <p:sp>
          <p:nvSpPr>
            <p:cNvPr id="1248" name="Google Shape;1248;p9"/>
            <p:cNvSpPr/>
            <p:nvPr/>
          </p:nvSpPr>
          <p:spPr>
            <a:xfrm>
              <a:off x="2703975" y="664325"/>
              <a:ext cx="129975" cy="152775"/>
            </a:xfrm>
            <a:custGeom>
              <a:rect b="b" l="l" r="r" t="t"/>
              <a:pathLst>
                <a:path extrusionOk="0" h="6111" w="5199">
                  <a:moveTo>
                    <a:pt x="2280" y="1"/>
                  </a:moveTo>
                  <a:lnTo>
                    <a:pt x="1" y="943"/>
                  </a:lnTo>
                  <a:lnTo>
                    <a:pt x="2706" y="6110"/>
                  </a:lnTo>
                  <a:lnTo>
                    <a:pt x="5198" y="5259"/>
                  </a:lnTo>
                  <a:lnTo>
                    <a:pt x="22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9"/>
            <p:cNvSpPr/>
            <p:nvPr/>
          </p:nvSpPr>
          <p:spPr>
            <a:xfrm>
              <a:off x="2579350" y="715250"/>
              <a:ext cx="150500" cy="147425"/>
            </a:xfrm>
            <a:custGeom>
              <a:rect b="b" l="l" r="r" t="t"/>
              <a:pathLst>
                <a:path extrusionOk="0" h="5897" w="6020">
                  <a:moveTo>
                    <a:pt x="2341" y="0"/>
                  </a:moveTo>
                  <a:lnTo>
                    <a:pt x="1" y="1611"/>
                  </a:lnTo>
                  <a:lnTo>
                    <a:pt x="3739" y="5897"/>
                  </a:lnTo>
                  <a:lnTo>
                    <a:pt x="6019" y="4620"/>
                  </a:lnTo>
                  <a:lnTo>
                    <a:pt x="23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9"/>
            <p:cNvSpPr/>
            <p:nvPr/>
          </p:nvSpPr>
          <p:spPr>
            <a:xfrm>
              <a:off x="2473725" y="795800"/>
              <a:ext cx="164175" cy="133750"/>
            </a:xfrm>
            <a:custGeom>
              <a:rect b="b" l="l" r="r" t="t"/>
              <a:pathLst>
                <a:path extrusionOk="0" h="5350" w="6567">
                  <a:moveTo>
                    <a:pt x="1976" y="0"/>
                  </a:moveTo>
                  <a:lnTo>
                    <a:pt x="1" y="1976"/>
                  </a:lnTo>
                  <a:lnTo>
                    <a:pt x="4378" y="5350"/>
                  </a:lnTo>
                  <a:lnTo>
                    <a:pt x="6566" y="3678"/>
                  </a:lnTo>
                  <a:lnTo>
                    <a:pt x="19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9"/>
            <p:cNvSpPr/>
            <p:nvPr/>
          </p:nvSpPr>
          <p:spPr>
            <a:xfrm>
              <a:off x="2378750" y="905225"/>
              <a:ext cx="159600" cy="117025"/>
            </a:xfrm>
            <a:custGeom>
              <a:rect b="b" l="l" r="r" t="t"/>
              <a:pathLst>
                <a:path extrusionOk="0" h="4681" w="6384">
                  <a:moveTo>
                    <a:pt x="973" y="0"/>
                  </a:moveTo>
                  <a:cubicBezTo>
                    <a:pt x="669" y="365"/>
                    <a:pt x="335" y="973"/>
                    <a:pt x="0" y="1368"/>
                  </a:cubicBezTo>
                  <a:cubicBezTo>
                    <a:pt x="1550" y="2432"/>
                    <a:pt x="3101" y="3830"/>
                    <a:pt x="4772" y="4681"/>
                  </a:cubicBezTo>
                  <a:cubicBezTo>
                    <a:pt x="5289" y="3982"/>
                    <a:pt x="6019" y="3344"/>
                    <a:pt x="6383" y="2584"/>
                  </a:cubicBezTo>
                  <a:cubicBezTo>
                    <a:pt x="5228" y="1611"/>
                    <a:pt x="2523" y="365"/>
                    <a:pt x="9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9"/>
            <p:cNvSpPr/>
            <p:nvPr/>
          </p:nvSpPr>
          <p:spPr>
            <a:xfrm>
              <a:off x="2857475" y="635450"/>
              <a:ext cx="93500" cy="153525"/>
            </a:xfrm>
            <a:custGeom>
              <a:rect b="b" l="l" r="r" t="t"/>
              <a:pathLst>
                <a:path extrusionOk="0" h="6141" w="3740">
                  <a:moveTo>
                    <a:pt x="2189" y="1"/>
                  </a:moveTo>
                  <a:lnTo>
                    <a:pt x="1" y="487"/>
                  </a:lnTo>
                  <a:lnTo>
                    <a:pt x="1460" y="6141"/>
                  </a:lnTo>
                  <a:lnTo>
                    <a:pt x="3739" y="5685"/>
                  </a:lnTo>
                  <a:lnTo>
                    <a:pt x="21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9"/>
            <p:cNvSpPr/>
            <p:nvPr/>
          </p:nvSpPr>
          <p:spPr>
            <a:xfrm>
              <a:off x="3128000" y="635450"/>
              <a:ext cx="104125" cy="153525"/>
            </a:xfrm>
            <a:custGeom>
              <a:rect b="b" l="l" r="r" t="t"/>
              <a:pathLst>
                <a:path extrusionOk="0" h="6141" w="4165">
                  <a:moveTo>
                    <a:pt x="1763" y="1"/>
                  </a:moveTo>
                  <a:lnTo>
                    <a:pt x="0" y="5624"/>
                  </a:lnTo>
                  <a:lnTo>
                    <a:pt x="2858" y="6141"/>
                  </a:lnTo>
                  <a:lnTo>
                    <a:pt x="4165" y="487"/>
                  </a:lnTo>
                  <a:lnTo>
                    <a:pt x="1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9"/>
            <p:cNvSpPr/>
            <p:nvPr/>
          </p:nvSpPr>
          <p:spPr>
            <a:xfrm>
              <a:off x="3010975" y="627850"/>
              <a:ext cx="54750" cy="148200"/>
            </a:xfrm>
            <a:custGeom>
              <a:rect b="b" l="l" r="r" t="t"/>
              <a:pathLst>
                <a:path extrusionOk="0" h="5928" w="2190">
                  <a:moveTo>
                    <a:pt x="1" y="1"/>
                  </a:moveTo>
                  <a:lnTo>
                    <a:pt x="1" y="5928"/>
                  </a:lnTo>
                  <a:lnTo>
                    <a:pt x="2189" y="5928"/>
                  </a:lnTo>
                  <a:lnTo>
                    <a:pt x="2189" y="30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9"/>
            <p:cNvSpPr/>
            <p:nvPr/>
          </p:nvSpPr>
          <p:spPr>
            <a:xfrm>
              <a:off x="3563425" y="929525"/>
              <a:ext cx="127675" cy="101850"/>
            </a:xfrm>
            <a:custGeom>
              <a:rect b="b" l="l" r="r" t="t"/>
              <a:pathLst>
                <a:path extrusionOk="0" h="4074" w="5107">
                  <a:moveTo>
                    <a:pt x="3708" y="1"/>
                  </a:moveTo>
                  <a:lnTo>
                    <a:pt x="0" y="2189"/>
                  </a:lnTo>
                  <a:lnTo>
                    <a:pt x="1246" y="4074"/>
                  </a:lnTo>
                  <a:lnTo>
                    <a:pt x="5107" y="1308"/>
                  </a:lnTo>
                  <a:lnTo>
                    <a:pt x="37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9"/>
            <p:cNvSpPr/>
            <p:nvPr/>
          </p:nvSpPr>
          <p:spPr>
            <a:xfrm>
              <a:off x="3477550" y="817075"/>
              <a:ext cx="123875" cy="132225"/>
            </a:xfrm>
            <a:custGeom>
              <a:rect b="b" l="l" r="r" t="t"/>
              <a:pathLst>
                <a:path extrusionOk="0" h="5289" w="4955">
                  <a:moveTo>
                    <a:pt x="3283" y="0"/>
                  </a:moveTo>
                  <a:lnTo>
                    <a:pt x="0" y="3921"/>
                  </a:lnTo>
                  <a:lnTo>
                    <a:pt x="1581" y="5289"/>
                  </a:lnTo>
                  <a:lnTo>
                    <a:pt x="4955" y="1216"/>
                  </a:lnTo>
                  <a:lnTo>
                    <a:pt x="32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9"/>
            <p:cNvSpPr/>
            <p:nvPr/>
          </p:nvSpPr>
          <p:spPr>
            <a:xfrm>
              <a:off x="3373450" y="730450"/>
              <a:ext cx="118550" cy="151225"/>
            </a:xfrm>
            <a:custGeom>
              <a:rect b="b" l="l" r="r" t="t"/>
              <a:pathLst>
                <a:path extrusionOk="0" h="6049" w="4742">
                  <a:moveTo>
                    <a:pt x="2827" y="0"/>
                  </a:moveTo>
                  <a:lnTo>
                    <a:pt x="0" y="4894"/>
                  </a:lnTo>
                  <a:lnTo>
                    <a:pt x="1946" y="6049"/>
                  </a:lnTo>
                  <a:lnTo>
                    <a:pt x="4742" y="1368"/>
                  </a:lnTo>
                  <a:lnTo>
                    <a:pt x="2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9"/>
            <p:cNvSpPr/>
            <p:nvPr/>
          </p:nvSpPr>
          <p:spPr>
            <a:xfrm>
              <a:off x="3261750" y="674975"/>
              <a:ext cx="120850" cy="152000"/>
            </a:xfrm>
            <a:custGeom>
              <a:rect b="b" l="l" r="r" t="t"/>
              <a:pathLst>
                <a:path extrusionOk="0" h="6080" w="4834">
                  <a:moveTo>
                    <a:pt x="2401" y="0"/>
                  </a:moveTo>
                  <a:lnTo>
                    <a:pt x="0" y="5137"/>
                  </a:lnTo>
                  <a:lnTo>
                    <a:pt x="2553" y="6079"/>
                  </a:lnTo>
                  <a:lnTo>
                    <a:pt x="4833" y="1064"/>
                  </a:lnTo>
                  <a:lnTo>
                    <a:pt x="24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9"/>
            <p:cNvSpPr/>
            <p:nvPr/>
          </p:nvSpPr>
          <p:spPr>
            <a:xfrm>
              <a:off x="2764775" y="792475"/>
              <a:ext cx="549425" cy="443075"/>
            </a:xfrm>
            <a:custGeom>
              <a:rect b="b" l="l" r="r" t="t"/>
              <a:pathLst>
                <a:path extrusionOk="0" h="17723" w="21977">
                  <a:moveTo>
                    <a:pt x="11877" y="0"/>
                  </a:moveTo>
                  <a:cubicBezTo>
                    <a:pt x="6662" y="0"/>
                    <a:pt x="2098" y="1258"/>
                    <a:pt x="2098" y="1258"/>
                  </a:cubicBezTo>
                  <a:cubicBezTo>
                    <a:pt x="0" y="4419"/>
                    <a:pt x="426" y="8613"/>
                    <a:pt x="1854" y="12079"/>
                  </a:cubicBezTo>
                  <a:cubicBezTo>
                    <a:pt x="2888" y="14662"/>
                    <a:pt x="5350" y="16455"/>
                    <a:pt x="8025" y="17215"/>
                  </a:cubicBezTo>
                  <a:cubicBezTo>
                    <a:pt x="9160" y="17532"/>
                    <a:pt x="10472" y="17723"/>
                    <a:pt x="11793" y="17723"/>
                  </a:cubicBezTo>
                  <a:cubicBezTo>
                    <a:pt x="13514" y="17723"/>
                    <a:pt x="15251" y="17399"/>
                    <a:pt x="16627" y="16607"/>
                  </a:cubicBezTo>
                  <a:cubicBezTo>
                    <a:pt x="19058" y="15179"/>
                    <a:pt x="20305" y="11896"/>
                    <a:pt x="20943" y="9252"/>
                  </a:cubicBezTo>
                  <a:cubicBezTo>
                    <a:pt x="21156" y="8431"/>
                    <a:pt x="21976" y="2382"/>
                    <a:pt x="21338" y="2018"/>
                  </a:cubicBezTo>
                  <a:cubicBezTo>
                    <a:pt x="18546" y="477"/>
                    <a:pt x="15088" y="0"/>
                    <a:pt x="118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9"/>
            <p:cNvSpPr/>
            <p:nvPr/>
          </p:nvSpPr>
          <p:spPr>
            <a:xfrm>
              <a:off x="2908400" y="837225"/>
              <a:ext cx="263700" cy="286250"/>
            </a:xfrm>
            <a:custGeom>
              <a:rect b="b" l="l" r="r" t="t"/>
              <a:pathLst>
                <a:path extrusionOk="0" h="11450" w="10548">
                  <a:moveTo>
                    <a:pt x="7074" y="1"/>
                  </a:moveTo>
                  <a:cubicBezTo>
                    <a:pt x="6525" y="1"/>
                    <a:pt x="5982" y="23"/>
                    <a:pt x="5471" y="45"/>
                  </a:cubicBezTo>
                  <a:cubicBezTo>
                    <a:pt x="4137" y="130"/>
                    <a:pt x="2697" y="507"/>
                    <a:pt x="1399" y="507"/>
                  </a:cubicBezTo>
                  <a:cubicBezTo>
                    <a:pt x="1307" y="507"/>
                    <a:pt x="1215" y="505"/>
                    <a:pt x="1125" y="501"/>
                  </a:cubicBezTo>
                  <a:lnTo>
                    <a:pt x="1125" y="501"/>
                  </a:lnTo>
                  <a:cubicBezTo>
                    <a:pt x="0" y="3510"/>
                    <a:pt x="1064" y="8495"/>
                    <a:pt x="3739" y="10501"/>
                  </a:cubicBezTo>
                  <a:cubicBezTo>
                    <a:pt x="4511" y="11091"/>
                    <a:pt x="5515" y="11449"/>
                    <a:pt x="6495" y="11449"/>
                  </a:cubicBezTo>
                  <a:cubicBezTo>
                    <a:pt x="6980" y="11449"/>
                    <a:pt x="7460" y="11361"/>
                    <a:pt x="7903" y="11170"/>
                  </a:cubicBezTo>
                  <a:cubicBezTo>
                    <a:pt x="9605" y="10471"/>
                    <a:pt x="10031" y="8769"/>
                    <a:pt x="10183" y="7067"/>
                  </a:cubicBezTo>
                  <a:cubicBezTo>
                    <a:pt x="10395" y="4817"/>
                    <a:pt x="10547" y="2416"/>
                    <a:pt x="9848" y="319"/>
                  </a:cubicBezTo>
                  <a:cubicBezTo>
                    <a:pt x="8999" y="68"/>
                    <a:pt x="8028" y="1"/>
                    <a:pt x="7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1" name="Google Shape;1261;p9"/>
          <p:cNvSpPr txBox="1"/>
          <p:nvPr>
            <p:ph type="title"/>
          </p:nvPr>
        </p:nvSpPr>
        <p:spPr>
          <a:xfrm>
            <a:off x="720000" y="1688088"/>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5800">
                <a:latin typeface="Lora SemiBold"/>
                <a:ea typeface="Lora SemiBold"/>
                <a:cs typeface="Lora SemiBold"/>
                <a:sym typeface="Lora SemiBold"/>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262" name="Shape 1262"/>
        <p:cNvGrpSpPr/>
        <p:nvPr/>
      </p:nvGrpSpPr>
      <p:grpSpPr>
        <a:xfrm>
          <a:off x="0" y="0"/>
          <a:ext cx="0" cy="0"/>
          <a:chOff x="0" y="0"/>
          <a:chExt cx="0" cy="0"/>
        </a:xfrm>
      </p:grpSpPr>
      <p:pic>
        <p:nvPicPr>
          <p:cNvPr id="1263" name="Google Shape;1263;p10"/>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264" name="Google Shape;1264;p10"/>
          <p:cNvGrpSpPr/>
          <p:nvPr/>
        </p:nvGrpSpPr>
        <p:grpSpPr>
          <a:xfrm>
            <a:off x="86597" y="67525"/>
            <a:ext cx="9057030" cy="4973861"/>
            <a:chOff x="86601" y="67520"/>
            <a:chExt cx="9502707" cy="4973861"/>
          </a:xfrm>
        </p:grpSpPr>
        <p:grpSp>
          <p:nvGrpSpPr>
            <p:cNvPr id="1265" name="Google Shape;1265;p10"/>
            <p:cNvGrpSpPr/>
            <p:nvPr/>
          </p:nvGrpSpPr>
          <p:grpSpPr>
            <a:xfrm>
              <a:off x="86601" y="67520"/>
              <a:ext cx="9304588" cy="4921221"/>
              <a:chOff x="-155599" y="143925"/>
              <a:chExt cx="9016074" cy="4768625"/>
            </a:xfrm>
          </p:grpSpPr>
          <p:sp>
            <p:nvSpPr>
              <p:cNvPr id="1266" name="Google Shape;1266;p10"/>
              <p:cNvSpPr/>
              <p:nvPr/>
            </p:nvSpPr>
            <p:spPr>
              <a:xfrm flipH="1">
                <a:off x="8019838" y="1701249"/>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10"/>
              <p:cNvSpPr/>
              <p:nvPr/>
            </p:nvSpPr>
            <p:spPr>
              <a:xfrm>
                <a:off x="7843232" y="643381"/>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10"/>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10"/>
              <p:cNvSpPr/>
              <p:nvPr/>
            </p:nvSpPr>
            <p:spPr>
              <a:xfrm>
                <a:off x="-155599" y="482387"/>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10"/>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10"/>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10"/>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10"/>
              <p:cNvSpPr/>
              <p:nvPr/>
            </p:nvSpPr>
            <p:spPr>
              <a:xfrm>
                <a:off x="223038" y="4068512"/>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10"/>
              <p:cNvSpPr/>
              <p:nvPr/>
            </p:nvSpPr>
            <p:spPr>
              <a:xfrm>
                <a:off x="7565013" y="294178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10"/>
              <p:cNvSpPr/>
              <p:nvPr/>
            </p:nvSpPr>
            <p:spPr>
              <a:xfrm>
                <a:off x="4852336" y="27741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 name="Google Shape;1276;p10"/>
            <p:cNvGrpSpPr/>
            <p:nvPr/>
          </p:nvGrpSpPr>
          <p:grpSpPr>
            <a:xfrm>
              <a:off x="201052" y="352899"/>
              <a:ext cx="9388256" cy="4688481"/>
              <a:chOff x="156087" y="376496"/>
              <a:chExt cx="8985697" cy="5003181"/>
            </a:xfrm>
          </p:grpSpPr>
          <p:grpSp>
            <p:nvGrpSpPr>
              <p:cNvPr id="1277" name="Google Shape;1277;p10"/>
              <p:cNvGrpSpPr/>
              <p:nvPr/>
            </p:nvGrpSpPr>
            <p:grpSpPr>
              <a:xfrm flipH="1" rot="10800000">
                <a:off x="156087" y="376496"/>
                <a:ext cx="8985697" cy="5003181"/>
                <a:chOff x="79887" y="-247002"/>
                <a:chExt cx="8985697" cy="5003181"/>
              </a:xfrm>
            </p:grpSpPr>
            <p:sp>
              <p:nvSpPr>
                <p:cNvPr id="1278" name="Google Shape;1278;p10"/>
                <p:cNvSpPr/>
                <p:nvPr/>
              </p:nvSpPr>
              <p:spPr>
                <a:xfrm>
                  <a:off x="6703453" y="4651929"/>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10"/>
                <p:cNvSpPr/>
                <p:nvPr/>
              </p:nvSpPr>
              <p:spPr>
                <a:xfrm flipH="1">
                  <a:off x="9006333" y="1553575"/>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10"/>
                <p:cNvSpPr/>
                <p:nvPr/>
              </p:nvSpPr>
              <p:spPr>
                <a:xfrm>
                  <a:off x="3809888" y="333984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10"/>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10"/>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10"/>
                <p:cNvSpPr/>
                <p:nvPr/>
              </p:nvSpPr>
              <p:spPr>
                <a:xfrm flipH="1">
                  <a:off x="8694900" y="905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10"/>
                <p:cNvSpPr/>
                <p:nvPr/>
              </p:nvSpPr>
              <p:spPr>
                <a:xfrm>
                  <a:off x="2313767" y="-247002"/>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10"/>
                <p:cNvSpPr/>
                <p:nvPr/>
              </p:nvSpPr>
              <p:spPr>
                <a:xfrm>
                  <a:off x="79887" y="3913360"/>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10"/>
                <p:cNvSpPr/>
                <p:nvPr/>
              </p:nvSpPr>
              <p:spPr>
                <a:xfrm>
                  <a:off x="7405525" y="24249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10"/>
                <p:cNvSpPr/>
                <p:nvPr/>
              </p:nvSpPr>
              <p:spPr>
                <a:xfrm>
                  <a:off x="6299170" y="148583"/>
                  <a:ext cx="103424" cy="103474"/>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10"/>
                <p:cNvSpPr/>
                <p:nvPr/>
              </p:nvSpPr>
              <p:spPr>
                <a:xfrm>
                  <a:off x="4483150" y="7942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10"/>
                <p:cNvSpPr/>
                <p:nvPr/>
              </p:nvSpPr>
              <p:spPr>
                <a:xfrm>
                  <a:off x="5123105" y="3954468"/>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0" name="Google Shape;1290;p10"/>
              <p:cNvSpPr/>
              <p:nvPr/>
            </p:nvSpPr>
            <p:spPr>
              <a:xfrm flipH="1" rot="10800000">
                <a:off x="4953420" y="3825561"/>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1" name="Google Shape;1291;p10"/>
            <p:cNvSpPr/>
            <p:nvPr/>
          </p:nvSpPr>
          <p:spPr>
            <a:xfrm>
              <a:off x="7515357" y="1607194"/>
              <a:ext cx="106735" cy="111043"/>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10"/>
            <p:cNvSpPr/>
            <p:nvPr/>
          </p:nvSpPr>
          <p:spPr>
            <a:xfrm flipH="1" rot="10800000">
              <a:off x="8608604" y="3980451"/>
              <a:ext cx="133223" cy="121799"/>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10"/>
            <p:cNvSpPr/>
            <p:nvPr/>
          </p:nvSpPr>
          <p:spPr>
            <a:xfrm flipH="1" rot="10800000">
              <a:off x="8413705" y="4728015"/>
              <a:ext cx="95536" cy="8569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10"/>
            <p:cNvSpPr/>
            <p:nvPr/>
          </p:nvSpPr>
          <p:spPr>
            <a:xfrm flipH="1" rot="10800000">
              <a:off x="6116410" y="4102348"/>
              <a:ext cx="108058" cy="100832"/>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10"/>
            <p:cNvSpPr/>
            <p:nvPr/>
          </p:nvSpPr>
          <p:spPr>
            <a:xfrm flipH="1" rot="10800000">
              <a:off x="6537007" y="1732116"/>
              <a:ext cx="61904" cy="57866"/>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10"/>
            <p:cNvSpPr/>
            <p:nvPr/>
          </p:nvSpPr>
          <p:spPr>
            <a:xfrm flipH="1" rot="10800000">
              <a:off x="4849252" y="1660071"/>
              <a:ext cx="102783" cy="92234"/>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7" name="Google Shape;1297;p10"/>
          <p:cNvSpPr txBox="1"/>
          <p:nvPr>
            <p:ph type="title"/>
          </p:nvPr>
        </p:nvSpPr>
        <p:spPr>
          <a:xfrm>
            <a:off x="4143336" y="2080350"/>
            <a:ext cx="4364700" cy="982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298" name="Shape 1298"/>
        <p:cNvGrpSpPr/>
        <p:nvPr/>
      </p:nvGrpSpPr>
      <p:grpSpPr>
        <a:xfrm>
          <a:off x="0" y="0"/>
          <a:ext cx="0" cy="0"/>
          <a:chOff x="0" y="0"/>
          <a:chExt cx="0" cy="0"/>
        </a:xfrm>
      </p:grpSpPr>
      <p:pic>
        <p:nvPicPr>
          <p:cNvPr id="1299" name="Google Shape;1299;p11"/>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300" name="Google Shape;1300;p11"/>
          <p:cNvGrpSpPr/>
          <p:nvPr/>
        </p:nvGrpSpPr>
        <p:grpSpPr>
          <a:xfrm>
            <a:off x="26390" y="67520"/>
            <a:ext cx="9050795" cy="4921221"/>
            <a:chOff x="26390" y="67520"/>
            <a:chExt cx="9050795" cy="4921221"/>
          </a:xfrm>
        </p:grpSpPr>
        <p:grpSp>
          <p:nvGrpSpPr>
            <p:cNvPr id="1301" name="Google Shape;1301;p11"/>
            <p:cNvGrpSpPr/>
            <p:nvPr/>
          </p:nvGrpSpPr>
          <p:grpSpPr>
            <a:xfrm>
              <a:off x="270698" y="381005"/>
              <a:ext cx="8456339" cy="4447220"/>
              <a:chOff x="166525" y="220125"/>
              <a:chExt cx="8656300" cy="4768625"/>
            </a:xfrm>
          </p:grpSpPr>
          <p:grpSp>
            <p:nvGrpSpPr>
              <p:cNvPr id="1302" name="Google Shape;1302;p11"/>
              <p:cNvGrpSpPr/>
              <p:nvPr/>
            </p:nvGrpSpPr>
            <p:grpSpPr>
              <a:xfrm flipH="1" rot="10800000">
                <a:off x="166525" y="220125"/>
                <a:ext cx="8656300" cy="4768625"/>
                <a:chOff x="90325" y="143925"/>
                <a:chExt cx="8656300" cy="4768625"/>
              </a:xfrm>
            </p:grpSpPr>
            <p:sp>
              <p:nvSpPr>
                <p:cNvPr id="1303" name="Google Shape;1303;p11"/>
                <p:cNvSpPr/>
                <p:nvPr/>
              </p:nvSpPr>
              <p:spPr>
                <a:xfrm>
                  <a:off x="1753253" y="4357523"/>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11"/>
                <p:cNvSpPr/>
                <p:nvPr/>
              </p:nvSpPr>
              <p:spPr>
                <a:xfrm flipH="1">
                  <a:off x="8241350" y="1553575"/>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11"/>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11"/>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11"/>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11"/>
                <p:cNvSpPr/>
                <p:nvPr/>
              </p:nvSpPr>
              <p:spPr>
                <a:xfrm>
                  <a:off x="2907925" y="232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11"/>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11"/>
                <p:cNvSpPr/>
                <p:nvPr/>
              </p:nvSpPr>
              <p:spPr>
                <a:xfrm>
                  <a:off x="444550" y="3994675"/>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11"/>
                <p:cNvSpPr/>
                <p:nvPr/>
              </p:nvSpPr>
              <p:spPr>
                <a:xfrm>
                  <a:off x="4639154" y="38574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11"/>
                <p:cNvSpPr/>
                <p:nvPr/>
              </p:nvSpPr>
              <p:spPr>
                <a:xfrm>
                  <a:off x="3502303" y="3937577"/>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3" name="Google Shape;1313;p11"/>
              <p:cNvSpPr/>
              <p:nvPr/>
            </p:nvSpPr>
            <p:spPr>
              <a:xfrm flipH="1" rot="10800000">
                <a:off x="7392538" y="1272693"/>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11"/>
              <p:cNvSpPr/>
              <p:nvPr/>
            </p:nvSpPr>
            <p:spPr>
              <a:xfrm flipH="1" rot="10800000">
                <a:off x="6007150" y="1198958"/>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 name="Google Shape;1315;p11"/>
            <p:cNvGrpSpPr/>
            <p:nvPr/>
          </p:nvGrpSpPr>
          <p:grpSpPr>
            <a:xfrm flipH="1" rot="10800000">
              <a:off x="26390" y="67520"/>
              <a:ext cx="9050795" cy="4921221"/>
              <a:chOff x="166525" y="220125"/>
              <a:chExt cx="8770150" cy="4768625"/>
            </a:xfrm>
          </p:grpSpPr>
          <p:grpSp>
            <p:nvGrpSpPr>
              <p:cNvPr id="1316" name="Google Shape;1316;p11"/>
              <p:cNvGrpSpPr/>
              <p:nvPr/>
            </p:nvGrpSpPr>
            <p:grpSpPr>
              <a:xfrm flipH="1" rot="10800000">
                <a:off x="166525" y="220125"/>
                <a:ext cx="8770150" cy="4768625"/>
                <a:chOff x="90325" y="143925"/>
                <a:chExt cx="8770150" cy="4768625"/>
              </a:xfrm>
            </p:grpSpPr>
            <p:sp>
              <p:nvSpPr>
                <p:cNvPr id="1317" name="Google Shape;1317;p11"/>
                <p:cNvSpPr/>
                <p:nvPr/>
              </p:nvSpPr>
              <p:spPr>
                <a:xfrm flipH="1">
                  <a:off x="8019838" y="1701249"/>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11"/>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11"/>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11"/>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11"/>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11"/>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11"/>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11"/>
                <p:cNvSpPr/>
                <p:nvPr/>
              </p:nvSpPr>
              <p:spPr>
                <a:xfrm>
                  <a:off x="223038" y="4068512"/>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11"/>
                <p:cNvSpPr/>
                <p:nvPr/>
              </p:nvSpPr>
              <p:spPr>
                <a:xfrm>
                  <a:off x="6678967" y="3089460"/>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11"/>
                <p:cNvSpPr/>
                <p:nvPr/>
              </p:nvSpPr>
              <p:spPr>
                <a:xfrm>
                  <a:off x="4852336" y="27741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7" name="Google Shape;1327;p11"/>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8" name="Google Shape;1328;p11"/>
          <p:cNvGrpSpPr/>
          <p:nvPr/>
        </p:nvGrpSpPr>
        <p:grpSpPr>
          <a:xfrm flipH="1">
            <a:off x="7748449" y="564631"/>
            <a:ext cx="1089907" cy="530503"/>
            <a:chOff x="2378750" y="627850"/>
            <a:chExt cx="1312350" cy="638775"/>
          </a:xfrm>
        </p:grpSpPr>
        <p:sp>
          <p:nvSpPr>
            <p:cNvPr id="1329" name="Google Shape;1329;p11"/>
            <p:cNvSpPr/>
            <p:nvPr/>
          </p:nvSpPr>
          <p:spPr>
            <a:xfrm>
              <a:off x="2514775" y="795425"/>
              <a:ext cx="1070400" cy="471200"/>
            </a:xfrm>
            <a:custGeom>
              <a:rect b="b" l="l" r="r" t="t"/>
              <a:pathLst>
                <a:path extrusionOk="0" h="18848" w="42816">
                  <a:moveTo>
                    <a:pt x="20996" y="1"/>
                  </a:moveTo>
                  <a:cubicBezTo>
                    <a:pt x="12718" y="1"/>
                    <a:pt x="4488" y="3311"/>
                    <a:pt x="0" y="10258"/>
                  </a:cubicBezTo>
                  <a:cubicBezTo>
                    <a:pt x="182" y="12508"/>
                    <a:pt x="5775" y="15030"/>
                    <a:pt x="7660" y="15851"/>
                  </a:cubicBezTo>
                  <a:cubicBezTo>
                    <a:pt x="11550" y="17553"/>
                    <a:pt x="15684" y="18587"/>
                    <a:pt x="19940" y="18769"/>
                  </a:cubicBezTo>
                  <a:cubicBezTo>
                    <a:pt x="20924" y="18819"/>
                    <a:pt x="21933" y="18848"/>
                    <a:pt x="22955" y="18848"/>
                  </a:cubicBezTo>
                  <a:cubicBezTo>
                    <a:pt x="28811" y="18848"/>
                    <a:pt x="35104" y="17899"/>
                    <a:pt x="39788" y="14483"/>
                  </a:cubicBezTo>
                  <a:cubicBezTo>
                    <a:pt x="40730" y="13784"/>
                    <a:pt x="41521" y="12994"/>
                    <a:pt x="42129" y="12021"/>
                  </a:cubicBezTo>
                  <a:cubicBezTo>
                    <a:pt x="42417" y="11473"/>
                    <a:pt x="42815" y="9665"/>
                    <a:pt x="42335" y="9665"/>
                  </a:cubicBezTo>
                  <a:cubicBezTo>
                    <a:pt x="42309" y="9665"/>
                    <a:pt x="42281" y="9670"/>
                    <a:pt x="42250" y="9681"/>
                  </a:cubicBezTo>
                  <a:cubicBezTo>
                    <a:pt x="40487" y="8070"/>
                    <a:pt x="39119" y="6064"/>
                    <a:pt x="37052" y="4666"/>
                  </a:cubicBezTo>
                  <a:cubicBezTo>
                    <a:pt x="32498" y="1592"/>
                    <a:pt x="26735" y="1"/>
                    <a:pt x="209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11"/>
            <p:cNvSpPr/>
            <p:nvPr/>
          </p:nvSpPr>
          <p:spPr>
            <a:xfrm>
              <a:off x="2764775" y="792475"/>
              <a:ext cx="549425" cy="443075"/>
            </a:xfrm>
            <a:custGeom>
              <a:rect b="b" l="l" r="r" t="t"/>
              <a:pathLst>
                <a:path extrusionOk="0" h="17723" w="21977">
                  <a:moveTo>
                    <a:pt x="11877" y="0"/>
                  </a:moveTo>
                  <a:cubicBezTo>
                    <a:pt x="6662" y="0"/>
                    <a:pt x="2098" y="1258"/>
                    <a:pt x="2098" y="1258"/>
                  </a:cubicBezTo>
                  <a:cubicBezTo>
                    <a:pt x="0" y="4419"/>
                    <a:pt x="426" y="8613"/>
                    <a:pt x="1854" y="12079"/>
                  </a:cubicBezTo>
                  <a:cubicBezTo>
                    <a:pt x="2888" y="14662"/>
                    <a:pt x="5350" y="16455"/>
                    <a:pt x="8025" y="17215"/>
                  </a:cubicBezTo>
                  <a:cubicBezTo>
                    <a:pt x="9160" y="17532"/>
                    <a:pt x="10472" y="17723"/>
                    <a:pt x="11793" y="17723"/>
                  </a:cubicBezTo>
                  <a:cubicBezTo>
                    <a:pt x="13514" y="17723"/>
                    <a:pt x="15251" y="17399"/>
                    <a:pt x="16627" y="16607"/>
                  </a:cubicBezTo>
                  <a:cubicBezTo>
                    <a:pt x="19058" y="15179"/>
                    <a:pt x="20305" y="11896"/>
                    <a:pt x="20943" y="9252"/>
                  </a:cubicBezTo>
                  <a:cubicBezTo>
                    <a:pt x="21156" y="8431"/>
                    <a:pt x="21976" y="2382"/>
                    <a:pt x="21338" y="2018"/>
                  </a:cubicBezTo>
                  <a:cubicBezTo>
                    <a:pt x="18546" y="477"/>
                    <a:pt x="15088" y="0"/>
                    <a:pt x="118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11"/>
            <p:cNvSpPr/>
            <p:nvPr/>
          </p:nvSpPr>
          <p:spPr>
            <a:xfrm>
              <a:off x="2378750" y="905225"/>
              <a:ext cx="159600" cy="117025"/>
            </a:xfrm>
            <a:custGeom>
              <a:rect b="b" l="l" r="r" t="t"/>
              <a:pathLst>
                <a:path extrusionOk="0" h="4681" w="6384">
                  <a:moveTo>
                    <a:pt x="973" y="0"/>
                  </a:moveTo>
                  <a:cubicBezTo>
                    <a:pt x="669" y="365"/>
                    <a:pt x="335" y="973"/>
                    <a:pt x="0" y="1368"/>
                  </a:cubicBezTo>
                  <a:cubicBezTo>
                    <a:pt x="1550" y="2432"/>
                    <a:pt x="3101" y="3830"/>
                    <a:pt x="4772" y="4681"/>
                  </a:cubicBezTo>
                  <a:cubicBezTo>
                    <a:pt x="5289" y="3982"/>
                    <a:pt x="6019" y="3344"/>
                    <a:pt x="6383" y="2584"/>
                  </a:cubicBezTo>
                  <a:cubicBezTo>
                    <a:pt x="5228" y="1611"/>
                    <a:pt x="2523" y="365"/>
                    <a:pt x="9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11"/>
            <p:cNvSpPr/>
            <p:nvPr/>
          </p:nvSpPr>
          <p:spPr>
            <a:xfrm>
              <a:off x="2473725" y="795800"/>
              <a:ext cx="164175" cy="133750"/>
            </a:xfrm>
            <a:custGeom>
              <a:rect b="b" l="l" r="r" t="t"/>
              <a:pathLst>
                <a:path extrusionOk="0" h="5350" w="6567">
                  <a:moveTo>
                    <a:pt x="1976" y="0"/>
                  </a:moveTo>
                  <a:lnTo>
                    <a:pt x="1" y="1976"/>
                  </a:lnTo>
                  <a:lnTo>
                    <a:pt x="4378" y="5350"/>
                  </a:lnTo>
                  <a:lnTo>
                    <a:pt x="6566" y="3678"/>
                  </a:lnTo>
                  <a:lnTo>
                    <a:pt x="19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11"/>
            <p:cNvSpPr/>
            <p:nvPr/>
          </p:nvSpPr>
          <p:spPr>
            <a:xfrm>
              <a:off x="2579350" y="715250"/>
              <a:ext cx="150500" cy="147425"/>
            </a:xfrm>
            <a:custGeom>
              <a:rect b="b" l="l" r="r" t="t"/>
              <a:pathLst>
                <a:path extrusionOk="0" h="5897" w="6020">
                  <a:moveTo>
                    <a:pt x="2341" y="0"/>
                  </a:moveTo>
                  <a:lnTo>
                    <a:pt x="1" y="1611"/>
                  </a:lnTo>
                  <a:lnTo>
                    <a:pt x="3739" y="5897"/>
                  </a:lnTo>
                  <a:lnTo>
                    <a:pt x="6019" y="4620"/>
                  </a:lnTo>
                  <a:lnTo>
                    <a:pt x="23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11"/>
            <p:cNvSpPr/>
            <p:nvPr/>
          </p:nvSpPr>
          <p:spPr>
            <a:xfrm>
              <a:off x="2703975" y="664325"/>
              <a:ext cx="129975" cy="152775"/>
            </a:xfrm>
            <a:custGeom>
              <a:rect b="b" l="l" r="r" t="t"/>
              <a:pathLst>
                <a:path extrusionOk="0" h="6111" w="5199">
                  <a:moveTo>
                    <a:pt x="2280" y="1"/>
                  </a:moveTo>
                  <a:lnTo>
                    <a:pt x="1" y="943"/>
                  </a:lnTo>
                  <a:lnTo>
                    <a:pt x="2706" y="6110"/>
                  </a:lnTo>
                  <a:lnTo>
                    <a:pt x="5198" y="5259"/>
                  </a:lnTo>
                  <a:lnTo>
                    <a:pt x="22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11"/>
            <p:cNvSpPr/>
            <p:nvPr/>
          </p:nvSpPr>
          <p:spPr>
            <a:xfrm>
              <a:off x="2857475" y="635450"/>
              <a:ext cx="93500" cy="153525"/>
            </a:xfrm>
            <a:custGeom>
              <a:rect b="b" l="l" r="r" t="t"/>
              <a:pathLst>
                <a:path extrusionOk="0" h="6141" w="3740">
                  <a:moveTo>
                    <a:pt x="2189" y="1"/>
                  </a:moveTo>
                  <a:lnTo>
                    <a:pt x="1" y="487"/>
                  </a:lnTo>
                  <a:lnTo>
                    <a:pt x="1460" y="6141"/>
                  </a:lnTo>
                  <a:lnTo>
                    <a:pt x="3739" y="5685"/>
                  </a:lnTo>
                  <a:lnTo>
                    <a:pt x="21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11"/>
            <p:cNvSpPr/>
            <p:nvPr/>
          </p:nvSpPr>
          <p:spPr>
            <a:xfrm>
              <a:off x="3010975" y="627850"/>
              <a:ext cx="54750" cy="148200"/>
            </a:xfrm>
            <a:custGeom>
              <a:rect b="b" l="l" r="r" t="t"/>
              <a:pathLst>
                <a:path extrusionOk="0" h="5928" w="2190">
                  <a:moveTo>
                    <a:pt x="1" y="1"/>
                  </a:moveTo>
                  <a:lnTo>
                    <a:pt x="1" y="5928"/>
                  </a:lnTo>
                  <a:lnTo>
                    <a:pt x="2189" y="5928"/>
                  </a:lnTo>
                  <a:lnTo>
                    <a:pt x="2189" y="30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11"/>
            <p:cNvSpPr/>
            <p:nvPr/>
          </p:nvSpPr>
          <p:spPr>
            <a:xfrm>
              <a:off x="3128000" y="635450"/>
              <a:ext cx="104125" cy="153525"/>
            </a:xfrm>
            <a:custGeom>
              <a:rect b="b" l="l" r="r" t="t"/>
              <a:pathLst>
                <a:path extrusionOk="0" h="6141" w="4165">
                  <a:moveTo>
                    <a:pt x="1763" y="1"/>
                  </a:moveTo>
                  <a:lnTo>
                    <a:pt x="0" y="5624"/>
                  </a:lnTo>
                  <a:lnTo>
                    <a:pt x="2858" y="6141"/>
                  </a:lnTo>
                  <a:lnTo>
                    <a:pt x="4165" y="487"/>
                  </a:lnTo>
                  <a:lnTo>
                    <a:pt x="1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11"/>
            <p:cNvSpPr/>
            <p:nvPr/>
          </p:nvSpPr>
          <p:spPr>
            <a:xfrm>
              <a:off x="3261750" y="674975"/>
              <a:ext cx="120850" cy="152000"/>
            </a:xfrm>
            <a:custGeom>
              <a:rect b="b" l="l" r="r" t="t"/>
              <a:pathLst>
                <a:path extrusionOk="0" h="6080" w="4834">
                  <a:moveTo>
                    <a:pt x="2401" y="0"/>
                  </a:moveTo>
                  <a:lnTo>
                    <a:pt x="0" y="5137"/>
                  </a:lnTo>
                  <a:lnTo>
                    <a:pt x="2553" y="6079"/>
                  </a:lnTo>
                  <a:lnTo>
                    <a:pt x="4833" y="1064"/>
                  </a:lnTo>
                  <a:lnTo>
                    <a:pt x="24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11"/>
            <p:cNvSpPr/>
            <p:nvPr/>
          </p:nvSpPr>
          <p:spPr>
            <a:xfrm>
              <a:off x="3373450" y="730450"/>
              <a:ext cx="118550" cy="151225"/>
            </a:xfrm>
            <a:custGeom>
              <a:rect b="b" l="l" r="r" t="t"/>
              <a:pathLst>
                <a:path extrusionOk="0" h="6049" w="4742">
                  <a:moveTo>
                    <a:pt x="2827" y="0"/>
                  </a:moveTo>
                  <a:lnTo>
                    <a:pt x="0" y="4894"/>
                  </a:lnTo>
                  <a:lnTo>
                    <a:pt x="1946" y="6049"/>
                  </a:lnTo>
                  <a:lnTo>
                    <a:pt x="4742" y="1368"/>
                  </a:lnTo>
                  <a:lnTo>
                    <a:pt x="2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11"/>
            <p:cNvSpPr/>
            <p:nvPr/>
          </p:nvSpPr>
          <p:spPr>
            <a:xfrm>
              <a:off x="3477550" y="817075"/>
              <a:ext cx="123875" cy="132225"/>
            </a:xfrm>
            <a:custGeom>
              <a:rect b="b" l="l" r="r" t="t"/>
              <a:pathLst>
                <a:path extrusionOk="0" h="5289" w="4955">
                  <a:moveTo>
                    <a:pt x="3283" y="0"/>
                  </a:moveTo>
                  <a:lnTo>
                    <a:pt x="0" y="3921"/>
                  </a:lnTo>
                  <a:lnTo>
                    <a:pt x="1581" y="5289"/>
                  </a:lnTo>
                  <a:lnTo>
                    <a:pt x="4955" y="1216"/>
                  </a:lnTo>
                  <a:lnTo>
                    <a:pt x="32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11"/>
            <p:cNvSpPr/>
            <p:nvPr/>
          </p:nvSpPr>
          <p:spPr>
            <a:xfrm>
              <a:off x="3563425" y="929525"/>
              <a:ext cx="127675" cy="101850"/>
            </a:xfrm>
            <a:custGeom>
              <a:rect b="b" l="l" r="r" t="t"/>
              <a:pathLst>
                <a:path extrusionOk="0" h="4074" w="5107">
                  <a:moveTo>
                    <a:pt x="3708" y="1"/>
                  </a:moveTo>
                  <a:lnTo>
                    <a:pt x="0" y="2189"/>
                  </a:lnTo>
                  <a:lnTo>
                    <a:pt x="1246" y="4074"/>
                  </a:lnTo>
                  <a:lnTo>
                    <a:pt x="5107" y="1308"/>
                  </a:lnTo>
                  <a:lnTo>
                    <a:pt x="37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11"/>
            <p:cNvSpPr/>
            <p:nvPr/>
          </p:nvSpPr>
          <p:spPr>
            <a:xfrm>
              <a:off x="2908400" y="837225"/>
              <a:ext cx="263700" cy="286250"/>
            </a:xfrm>
            <a:custGeom>
              <a:rect b="b" l="l" r="r" t="t"/>
              <a:pathLst>
                <a:path extrusionOk="0" h="11450" w="10548">
                  <a:moveTo>
                    <a:pt x="7074" y="1"/>
                  </a:moveTo>
                  <a:cubicBezTo>
                    <a:pt x="6525" y="1"/>
                    <a:pt x="5982" y="23"/>
                    <a:pt x="5471" y="45"/>
                  </a:cubicBezTo>
                  <a:cubicBezTo>
                    <a:pt x="4137" y="130"/>
                    <a:pt x="2697" y="507"/>
                    <a:pt x="1399" y="507"/>
                  </a:cubicBezTo>
                  <a:cubicBezTo>
                    <a:pt x="1307" y="507"/>
                    <a:pt x="1215" y="505"/>
                    <a:pt x="1125" y="501"/>
                  </a:cubicBezTo>
                  <a:lnTo>
                    <a:pt x="1125" y="501"/>
                  </a:lnTo>
                  <a:cubicBezTo>
                    <a:pt x="0" y="3510"/>
                    <a:pt x="1064" y="8495"/>
                    <a:pt x="3739" y="10501"/>
                  </a:cubicBezTo>
                  <a:cubicBezTo>
                    <a:pt x="4511" y="11091"/>
                    <a:pt x="5515" y="11449"/>
                    <a:pt x="6495" y="11449"/>
                  </a:cubicBezTo>
                  <a:cubicBezTo>
                    <a:pt x="6980" y="11449"/>
                    <a:pt x="7460" y="11361"/>
                    <a:pt x="7903" y="11170"/>
                  </a:cubicBezTo>
                  <a:cubicBezTo>
                    <a:pt x="9605" y="10471"/>
                    <a:pt x="10031" y="8769"/>
                    <a:pt x="10183" y="7067"/>
                  </a:cubicBezTo>
                  <a:cubicBezTo>
                    <a:pt x="10395" y="4817"/>
                    <a:pt x="10547" y="2416"/>
                    <a:pt x="9848" y="319"/>
                  </a:cubicBezTo>
                  <a:cubicBezTo>
                    <a:pt x="8999" y="68"/>
                    <a:pt x="8028" y="1"/>
                    <a:pt x="7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 name="Google Shape;1343;p11"/>
          <p:cNvGrpSpPr/>
          <p:nvPr/>
        </p:nvGrpSpPr>
        <p:grpSpPr>
          <a:xfrm flipH="1" rot="10800000">
            <a:off x="548235" y="183155"/>
            <a:ext cx="795316" cy="838015"/>
            <a:chOff x="548175" y="3691725"/>
            <a:chExt cx="990925" cy="1044125"/>
          </a:xfrm>
        </p:grpSpPr>
        <p:sp>
          <p:nvSpPr>
            <p:cNvPr id="1344" name="Google Shape;1344;p11"/>
            <p:cNvSpPr/>
            <p:nvPr/>
          </p:nvSpPr>
          <p:spPr>
            <a:xfrm>
              <a:off x="803500" y="3747200"/>
              <a:ext cx="52450" cy="99575"/>
            </a:xfrm>
            <a:custGeom>
              <a:rect b="b" l="l" r="r" t="t"/>
              <a:pathLst>
                <a:path extrusionOk="0" fill="none" h="3983" w="2098">
                  <a:moveTo>
                    <a:pt x="2097" y="0"/>
                  </a:moveTo>
                  <a:cubicBezTo>
                    <a:pt x="1733" y="760"/>
                    <a:pt x="1307" y="1490"/>
                    <a:pt x="881" y="2250"/>
                  </a:cubicBezTo>
                  <a:cubicBezTo>
                    <a:pt x="578" y="2827"/>
                    <a:pt x="213" y="3374"/>
                    <a:pt x="0" y="3982"/>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11"/>
            <p:cNvSpPr/>
            <p:nvPr/>
          </p:nvSpPr>
          <p:spPr>
            <a:xfrm>
              <a:off x="773850" y="3864975"/>
              <a:ext cx="58550" cy="99575"/>
            </a:xfrm>
            <a:custGeom>
              <a:rect b="b" l="l" r="r" t="t"/>
              <a:pathLst>
                <a:path extrusionOk="0" fill="none" h="3983" w="2342">
                  <a:moveTo>
                    <a:pt x="2341" y="1"/>
                  </a:moveTo>
                  <a:cubicBezTo>
                    <a:pt x="2067" y="700"/>
                    <a:pt x="1490" y="1308"/>
                    <a:pt x="1186" y="2007"/>
                  </a:cubicBezTo>
                  <a:cubicBezTo>
                    <a:pt x="852" y="2706"/>
                    <a:pt x="517" y="3436"/>
                    <a:pt x="1" y="398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11"/>
            <p:cNvSpPr/>
            <p:nvPr/>
          </p:nvSpPr>
          <p:spPr>
            <a:xfrm>
              <a:off x="712300" y="3923500"/>
              <a:ext cx="38025" cy="64600"/>
            </a:xfrm>
            <a:custGeom>
              <a:rect b="b" l="l" r="r" t="t"/>
              <a:pathLst>
                <a:path extrusionOk="0" fill="none" h="2584" w="1521">
                  <a:moveTo>
                    <a:pt x="1520" y="0"/>
                  </a:moveTo>
                  <a:cubicBezTo>
                    <a:pt x="1216" y="487"/>
                    <a:pt x="1034" y="1034"/>
                    <a:pt x="700" y="1520"/>
                  </a:cubicBezTo>
                  <a:cubicBezTo>
                    <a:pt x="456" y="1885"/>
                    <a:pt x="244" y="2219"/>
                    <a:pt x="1" y="258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11"/>
            <p:cNvSpPr/>
            <p:nvPr/>
          </p:nvSpPr>
          <p:spPr>
            <a:xfrm>
              <a:off x="718375" y="3829275"/>
              <a:ext cx="41075" cy="64600"/>
            </a:xfrm>
            <a:custGeom>
              <a:rect b="b" l="l" r="r" t="t"/>
              <a:pathLst>
                <a:path extrusionOk="0" fill="none" h="2584" w="1643">
                  <a:moveTo>
                    <a:pt x="1642" y="0"/>
                  </a:moveTo>
                  <a:cubicBezTo>
                    <a:pt x="1034" y="851"/>
                    <a:pt x="487" y="1702"/>
                    <a:pt x="1" y="258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11"/>
            <p:cNvSpPr/>
            <p:nvPr/>
          </p:nvSpPr>
          <p:spPr>
            <a:xfrm>
              <a:off x="621125" y="3993400"/>
              <a:ext cx="26600" cy="53225"/>
            </a:xfrm>
            <a:custGeom>
              <a:rect b="b" l="l" r="r" t="t"/>
              <a:pathLst>
                <a:path extrusionOk="0" fill="none" h="2129" w="1064">
                  <a:moveTo>
                    <a:pt x="1064" y="1"/>
                  </a:moveTo>
                  <a:cubicBezTo>
                    <a:pt x="1003" y="335"/>
                    <a:pt x="699" y="761"/>
                    <a:pt x="517" y="1065"/>
                  </a:cubicBezTo>
                  <a:cubicBezTo>
                    <a:pt x="365" y="1429"/>
                    <a:pt x="182" y="1764"/>
                    <a:pt x="0" y="2128"/>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11"/>
            <p:cNvSpPr/>
            <p:nvPr/>
          </p:nvSpPr>
          <p:spPr>
            <a:xfrm>
              <a:off x="662150" y="4043550"/>
              <a:ext cx="32700" cy="58550"/>
            </a:xfrm>
            <a:custGeom>
              <a:rect b="b" l="l" r="r" t="t"/>
              <a:pathLst>
                <a:path extrusionOk="0" fill="none" h="2342" w="1308">
                  <a:moveTo>
                    <a:pt x="1307" y="1"/>
                  </a:moveTo>
                  <a:cubicBezTo>
                    <a:pt x="1034" y="487"/>
                    <a:pt x="578" y="882"/>
                    <a:pt x="396" y="1399"/>
                  </a:cubicBezTo>
                  <a:cubicBezTo>
                    <a:pt x="274" y="1703"/>
                    <a:pt x="244" y="2098"/>
                    <a:pt x="0" y="2341"/>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11"/>
            <p:cNvSpPr/>
            <p:nvPr/>
          </p:nvSpPr>
          <p:spPr>
            <a:xfrm>
              <a:off x="726750" y="4043550"/>
              <a:ext cx="44075" cy="67650"/>
            </a:xfrm>
            <a:custGeom>
              <a:rect b="b" l="l" r="r" t="t"/>
              <a:pathLst>
                <a:path extrusionOk="0" fill="none" h="2706" w="1763">
                  <a:moveTo>
                    <a:pt x="1763" y="1"/>
                  </a:moveTo>
                  <a:cubicBezTo>
                    <a:pt x="973" y="761"/>
                    <a:pt x="426" y="1703"/>
                    <a:pt x="0" y="270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11"/>
            <p:cNvSpPr/>
            <p:nvPr/>
          </p:nvSpPr>
          <p:spPr>
            <a:xfrm>
              <a:off x="827050" y="3955400"/>
              <a:ext cx="43325" cy="67675"/>
            </a:xfrm>
            <a:custGeom>
              <a:rect b="b" l="l" r="r" t="t"/>
              <a:pathLst>
                <a:path extrusionOk="0" fill="none" h="2707" w="1733">
                  <a:moveTo>
                    <a:pt x="1733" y="1"/>
                  </a:moveTo>
                  <a:cubicBezTo>
                    <a:pt x="1307" y="487"/>
                    <a:pt x="851" y="1065"/>
                    <a:pt x="578" y="1673"/>
                  </a:cubicBezTo>
                  <a:cubicBezTo>
                    <a:pt x="487" y="1855"/>
                    <a:pt x="426" y="2068"/>
                    <a:pt x="304" y="2250"/>
                  </a:cubicBezTo>
                  <a:cubicBezTo>
                    <a:pt x="213" y="2402"/>
                    <a:pt x="0" y="2524"/>
                    <a:pt x="0" y="270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11"/>
            <p:cNvSpPr/>
            <p:nvPr/>
          </p:nvSpPr>
          <p:spPr>
            <a:xfrm>
              <a:off x="908350" y="3835350"/>
              <a:ext cx="44100" cy="76000"/>
            </a:xfrm>
            <a:custGeom>
              <a:rect b="b" l="l" r="r" t="t"/>
              <a:pathLst>
                <a:path extrusionOk="0" fill="none" h="3040" w="1764">
                  <a:moveTo>
                    <a:pt x="1764" y="0"/>
                  </a:moveTo>
                  <a:cubicBezTo>
                    <a:pt x="1399" y="699"/>
                    <a:pt x="1034" y="1429"/>
                    <a:pt x="700" y="2158"/>
                  </a:cubicBezTo>
                  <a:cubicBezTo>
                    <a:pt x="578" y="2462"/>
                    <a:pt x="457" y="3040"/>
                    <a:pt x="1" y="2949"/>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11"/>
            <p:cNvSpPr/>
            <p:nvPr/>
          </p:nvSpPr>
          <p:spPr>
            <a:xfrm>
              <a:off x="901525" y="3764675"/>
              <a:ext cx="50925" cy="76775"/>
            </a:xfrm>
            <a:custGeom>
              <a:rect b="b" l="l" r="r" t="t"/>
              <a:pathLst>
                <a:path extrusionOk="0" fill="none" h="3071" w="2037">
                  <a:moveTo>
                    <a:pt x="2037" y="1"/>
                  </a:moveTo>
                  <a:cubicBezTo>
                    <a:pt x="1489" y="457"/>
                    <a:pt x="1155" y="1095"/>
                    <a:pt x="821" y="1703"/>
                  </a:cubicBezTo>
                  <a:cubicBezTo>
                    <a:pt x="608" y="2067"/>
                    <a:pt x="0" y="2645"/>
                    <a:pt x="61" y="3071"/>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11"/>
            <p:cNvSpPr/>
            <p:nvPr/>
          </p:nvSpPr>
          <p:spPr>
            <a:xfrm>
              <a:off x="1008650" y="3762400"/>
              <a:ext cx="28900" cy="52450"/>
            </a:xfrm>
            <a:custGeom>
              <a:rect b="b" l="l" r="r" t="t"/>
              <a:pathLst>
                <a:path extrusionOk="0" fill="none" h="2098" w="1156">
                  <a:moveTo>
                    <a:pt x="1156" y="0"/>
                  </a:moveTo>
                  <a:cubicBezTo>
                    <a:pt x="882" y="456"/>
                    <a:pt x="487" y="882"/>
                    <a:pt x="305" y="1399"/>
                  </a:cubicBezTo>
                  <a:cubicBezTo>
                    <a:pt x="214" y="1611"/>
                    <a:pt x="183" y="1915"/>
                    <a:pt x="1" y="2098"/>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11"/>
            <p:cNvSpPr/>
            <p:nvPr/>
          </p:nvSpPr>
          <p:spPr>
            <a:xfrm>
              <a:off x="1084650" y="3732750"/>
              <a:ext cx="44100" cy="61600"/>
            </a:xfrm>
            <a:custGeom>
              <a:rect b="b" l="l" r="r" t="t"/>
              <a:pathLst>
                <a:path extrusionOk="0" fill="none" h="2464" w="1764">
                  <a:moveTo>
                    <a:pt x="1763" y="1"/>
                  </a:moveTo>
                  <a:cubicBezTo>
                    <a:pt x="1551" y="487"/>
                    <a:pt x="1277" y="913"/>
                    <a:pt x="943" y="1308"/>
                  </a:cubicBezTo>
                  <a:cubicBezTo>
                    <a:pt x="608" y="1703"/>
                    <a:pt x="396" y="2098"/>
                    <a:pt x="0" y="246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11"/>
            <p:cNvSpPr/>
            <p:nvPr/>
          </p:nvSpPr>
          <p:spPr>
            <a:xfrm>
              <a:off x="1155325" y="3762400"/>
              <a:ext cx="38000" cy="49425"/>
            </a:xfrm>
            <a:custGeom>
              <a:rect b="b" l="l" r="r" t="t"/>
              <a:pathLst>
                <a:path extrusionOk="0" fill="none" h="1977" w="1520">
                  <a:moveTo>
                    <a:pt x="1520" y="0"/>
                  </a:moveTo>
                  <a:cubicBezTo>
                    <a:pt x="1216" y="365"/>
                    <a:pt x="942" y="791"/>
                    <a:pt x="639" y="1155"/>
                  </a:cubicBezTo>
                  <a:cubicBezTo>
                    <a:pt x="426" y="1429"/>
                    <a:pt x="183" y="1672"/>
                    <a:pt x="0" y="197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11"/>
            <p:cNvSpPr/>
            <p:nvPr/>
          </p:nvSpPr>
          <p:spPr>
            <a:xfrm>
              <a:off x="969900" y="39934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11"/>
            <p:cNvSpPr/>
            <p:nvPr/>
          </p:nvSpPr>
          <p:spPr>
            <a:xfrm>
              <a:off x="929625" y="3917425"/>
              <a:ext cx="43350" cy="64600"/>
            </a:xfrm>
            <a:custGeom>
              <a:rect b="b" l="l" r="r" t="t"/>
              <a:pathLst>
                <a:path extrusionOk="0" fill="none" h="2584" w="1734">
                  <a:moveTo>
                    <a:pt x="1733" y="0"/>
                  </a:moveTo>
                  <a:cubicBezTo>
                    <a:pt x="1217" y="882"/>
                    <a:pt x="730" y="1854"/>
                    <a:pt x="1" y="258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11"/>
            <p:cNvSpPr/>
            <p:nvPr/>
          </p:nvSpPr>
          <p:spPr>
            <a:xfrm>
              <a:off x="847550" y="4061025"/>
              <a:ext cx="40300" cy="56275"/>
            </a:xfrm>
            <a:custGeom>
              <a:rect b="b" l="l" r="r" t="t"/>
              <a:pathLst>
                <a:path extrusionOk="0" fill="none" h="2251" w="1612">
                  <a:moveTo>
                    <a:pt x="1612" y="1"/>
                  </a:moveTo>
                  <a:cubicBezTo>
                    <a:pt x="974" y="700"/>
                    <a:pt x="487" y="1429"/>
                    <a:pt x="1" y="225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11"/>
            <p:cNvSpPr/>
            <p:nvPr/>
          </p:nvSpPr>
          <p:spPr>
            <a:xfrm>
              <a:off x="750300" y="4169700"/>
              <a:ext cx="50175" cy="64625"/>
            </a:xfrm>
            <a:custGeom>
              <a:rect b="b" l="l" r="r" t="t"/>
              <a:pathLst>
                <a:path extrusionOk="0" fill="none" h="2585" w="2007">
                  <a:moveTo>
                    <a:pt x="2006" y="0"/>
                  </a:moveTo>
                  <a:cubicBezTo>
                    <a:pt x="1307" y="852"/>
                    <a:pt x="791" y="1824"/>
                    <a:pt x="0" y="258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11"/>
            <p:cNvSpPr/>
            <p:nvPr/>
          </p:nvSpPr>
          <p:spPr>
            <a:xfrm>
              <a:off x="747250" y="4114225"/>
              <a:ext cx="32700" cy="46375"/>
            </a:xfrm>
            <a:custGeom>
              <a:rect b="b" l="l" r="r" t="t"/>
              <a:pathLst>
                <a:path extrusionOk="0" fill="none" h="1855" w="1308">
                  <a:moveTo>
                    <a:pt x="1308" y="1"/>
                  </a:moveTo>
                  <a:cubicBezTo>
                    <a:pt x="913" y="639"/>
                    <a:pt x="517" y="1308"/>
                    <a:pt x="1" y="185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11"/>
            <p:cNvSpPr/>
            <p:nvPr/>
          </p:nvSpPr>
          <p:spPr>
            <a:xfrm>
              <a:off x="641625" y="4222900"/>
              <a:ext cx="35750" cy="52450"/>
            </a:xfrm>
            <a:custGeom>
              <a:rect b="b" l="l" r="r" t="t"/>
              <a:pathLst>
                <a:path extrusionOk="0" fill="none" h="2098" w="1430">
                  <a:moveTo>
                    <a:pt x="1429" y="0"/>
                  </a:moveTo>
                  <a:cubicBezTo>
                    <a:pt x="1399" y="182"/>
                    <a:pt x="1004" y="699"/>
                    <a:pt x="913" y="821"/>
                  </a:cubicBezTo>
                  <a:cubicBezTo>
                    <a:pt x="791" y="973"/>
                    <a:pt x="639" y="1125"/>
                    <a:pt x="517" y="1277"/>
                  </a:cubicBezTo>
                  <a:cubicBezTo>
                    <a:pt x="335" y="1520"/>
                    <a:pt x="62" y="1763"/>
                    <a:pt x="1" y="2097"/>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11"/>
            <p:cNvSpPr/>
            <p:nvPr/>
          </p:nvSpPr>
          <p:spPr>
            <a:xfrm>
              <a:off x="615800" y="4169700"/>
              <a:ext cx="46375" cy="55500"/>
            </a:xfrm>
            <a:custGeom>
              <a:rect b="b" l="l" r="r" t="t"/>
              <a:pathLst>
                <a:path extrusionOk="0" fill="none" h="2220" w="1855">
                  <a:moveTo>
                    <a:pt x="1854" y="0"/>
                  </a:moveTo>
                  <a:cubicBezTo>
                    <a:pt x="973" y="517"/>
                    <a:pt x="699" y="1551"/>
                    <a:pt x="0" y="2219"/>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11"/>
            <p:cNvSpPr/>
            <p:nvPr/>
          </p:nvSpPr>
          <p:spPr>
            <a:xfrm>
              <a:off x="589200" y="4114225"/>
              <a:ext cx="31950" cy="46375"/>
            </a:xfrm>
            <a:custGeom>
              <a:rect b="b" l="l" r="r" t="t"/>
              <a:pathLst>
                <a:path extrusionOk="0" fill="none" h="1855" w="1278">
                  <a:moveTo>
                    <a:pt x="1277" y="1"/>
                  </a:moveTo>
                  <a:cubicBezTo>
                    <a:pt x="973" y="456"/>
                    <a:pt x="669" y="943"/>
                    <a:pt x="335" y="1399"/>
                  </a:cubicBezTo>
                  <a:cubicBezTo>
                    <a:pt x="244" y="1551"/>
                    <a:pt x="122" y="1733"/>
                    <a:pt x="0" y="185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11"/>
            <p:cNvSpPr/>
            <p:nvPr/>
          </p:nvSpPr>
          <p:spPr>
            <a:xfrm>
              <a:off x="630225" y="3855875"/>
              <a:ext cx="31950" cy="50175"/>
            </a:xfrm>
            <a:custGeom>
              <a:rect b="b" l="l" r="r" t="t"/>
              <a:pathLst>
                <a:path extrusionOk="0" fill="none" h="2007" w="1278">
                  <a:moveTo>
                    <a:pt x="1277" y="0"/>
                  </a:moveTo>
                  <a:cubicBezTo>
                    <a:pt x="913" y="365"/>
                    <a:pt x="487" y="760"/>
                    <a:pt x="305" y="1246"/>
                  </a:cubicBezTo>
                  <a:cubicBezTo>
                    <a:pt x="214" y="1459"/>
                    <a:pt x="31" y="1763"/>
                    <a:pt x="1" y="200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11"/>
            <p:cNvSpPr/>
            <p:nvPr/>
          </p:nvSpPr>
          <p:spPr>
            <a:xfrm>
              <a:off x="756375" y="3756325"/>
              <a:ext cx="28900" cy="28900"/>
            </a:xfrm>
            <a:custGeom>
              <a:rect b="b" l="l" r="r" t="t"/>
              <a:pathLst>
                <a:path extrusionOk="0" fill="none" h="1156" w="1156">
                  <a:moveTo>
                    <a:pt x="1156" y="0"/>
                  </a:moveTo>
                  <a:cubicBezTo>
                    <a:pt x="608" y="243"/>
                    <a:pt x="244" y="639"/>
                    <a:pt x="0" y="115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11"/>
            <p:cNvSpPr/>
            <p:nvPr/>
          </p:nvSpPr>
          <p:spPr>
            <a:xfrm>
              <a:off x="565650" y="3982000"/>
              <a:ext cx="26600" cy="41075"/>
            </a:xfrm>
            <a:custGeom>
              <a:rect b="b" l="l" r="r" t="t"/>
              <a:pathLst>
                <a:path extrusionOk="0" fill="none" h="1643" w="1064">
                  <a:moveTo>
                    <a:pt x="1064" y="1"/>
                  </a:moveTo>
                  <a:cubicBezTo>
                    <a:pt x="760" y="305"/>
                    <a:pt x="426" y="669"/>
                    <a:pt x="243" y="1065"/>
                  </a:cubicBezTo>
                  <a:cubicBezTo>
                    <a:pt x="152" y="1247"/>
                    <a:pt x="91" y="1460"/>
                    <a:pt x="0" y="1642"/>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11"/>
            <p:cNvSpPr/>
            <p:nvPr/>
          </p:nvSpPr>
          <p:spPr>
            <a:xfrm>
              <a:off x="548175" y="4222900"/>
              <a:ext cx="26600" cy="43325"/>
            </a:xfrm>
            <a:custGeom>
              <a:rect b="b" l="l" r="r" t="t"/>
              <a:pathLst>
                <a:path extrusionOk="0" fill="none" h="1733" w="1064">
                  <a:moveTo>
                    <a:pt x="1064" y="0"/>
                  </a:moveTo>
                  <a:cubicBezTo>
                    <a:pt x="821" y="365"/>
                    <a:pt x="517" y="760"/>
                    <a:pt x="334" y="1155"/>
                  </a:cubicBezTo>
                  <a:cubicBezTo>
                    <a:pt x="274" y="1338"/>
                    <a:pt x="182" y="1702"/>
                    <a:pt x="0" y="173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11"/>
            <p:cNvSpPr/>
            <p:nvPr/>
          </p:nvSpPr>
          <p:spPr>
            <a:xfrm>
              <a:off x="583125" y="4278350"/>
              <a:ext cx="26625" cy="41075"/>
            </a:xfrm>
            <a:custGeom>
              <a:rect b="b" l="l" r="r" t="t"/>
              <a:pathLst>
                <a:path extrusionOk="0" fill="none" h="1643" w="1065">
                  <a:moveTo>
                    <a:pt x="1064" y="1"/>
                  </a:moveTo>
                  <a:cubicBezTo>
                    <a:pt x="730" y="335"/>
                    <a:pt x="487" y="700"/>
                    <a:pt x="304" y="1126"/>
                  </a:cubicBezTo>
                  <a:cubicBezTo>
                    <a:pt x="213" y="1278"/>
                    <a:pt x="152" y="1582"/>
                    <a:pt x="0" y="1642"/>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11"/>
            <p:cNvSpPr/>
            <p:nvPr/>
          </p:nvSpPr>
          <p:spPr>
            <a:xfrm>
              <a:off x="621125" y="4322425"/>
              <a:ext cx="58525" cy="85150"/>
            </a:xfrm>
            <a:custGeom>
              <a:rect b="b" l="l" r="r" t="t"/>
              <a:pathLst>
                <a:path extrusionOk="0" fill="none" h="3406" w="2341">
                  <a:moveTo>
                    <a:pt x="2341" y="1"/>
                  </a:moveTo>
                  <a:cubicBezTo>
                    <a:pt x="1824" y="578"/>
                    <a:pt x="1368" y="1247"/>
                    <a:pt x="973" y="1946"/>
                  </a:cubicBezTo>
                  <a:cubicBezTo>
                    <a:pt x="821" y="2220"/>
                    <a:pt x="669" y="2433"/>
                    <a:pt x="517" y="2706"/>
                  </a:cubicBezTo>
                  <a:cubicBezTo>
                    <a:pt x="334" y="2919"/>
                    <a:pt x="243" y="3223"/>
                    <a:pt x="0" y="340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11"/>
            <p:cNvSpPr/>
            <p:nvPr/>
          </p:nvSpPr>
          <p:spPr>
            <a:xfrm>
              <a:off x="618075" y="4459975"/>
              <a:ext cx="26625" cy="44100"/>
            </a:xfrm>
            <a:custGeom>
              <a:rect b="b" l="l" r="r" t="t"/>
              <a:pathLst>
                <a:path extrusionOk="0" fill="none" h="1764" w="1065">
                  <a:moveTo>
                    <a:pt x="1064" y="1"/>
                  </a:moveTo>
                  <a:cubicBezTo>
                    <a:pt x="760" y="426"/>
                    <a:pt x="578" y="760"/>
                    <a:pt x="365" y="1216"/>
                  </a:cubicBezTo>
                  <a:cubicBezTo>
                    <a:pt x="304" y="1368"/>
                    <a:pt x="152" y="1642"/>
                    <a:pt x="0" y="176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11"/>
            <p:cNvSpPr/>
            <p:nvPr/>
          </p:nvSpPr>
          <p:spPr>
            <a:xfrm>
              <a:off x="741925" y="4275325"/>
              <a:ext cx="41075" cy="55500"/>
            </a:xfrm>
            <a:custGeom>
              <a:rect b="b" l="l" r="r" t="t"/>
              <a:pathLst>
                <a:path extrusionOk="0" fill="none" h="2220" w="1643">
                  <a:moveTo>
                    <a:pt x="1642" y="0"/>
                  </a:moveTo>
                  <a:cubicBezTo>
                    <a:pt x="1095" y="335"/>
                    <a:pt x="882" y="851"/>
                    <a:pt x="578" y="1368"/>
                  </a:cubicBezTo>
                  <a:cubicBezTo>
                    <a:pt x="426" y="1672"/>
                    <a:pt x="244" y="2037"/>
                    <a:pt x="1" y="2219"/>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11"/>
            <p:cNvSpPr/>
            <p:nvPr/>
          </p:nvSpPr>
          <p:spPr>
            <a:xfrm>
              <a:off x="849850" y="4178825"/>
              <a:ext cx="26600" cy="41050"/>
            </a:xfrm>
            <a:custGeom>
              <a:rect b="b" l="l" r="r" t="t"/>
              <a:pathLst>
                <a:path extrusionOk="0" fill="none" h="1642" w="1064">
                  <a:moveTo>
                    <a:pt x="1064" y="0"/>
                  </a:moveTo>
                  <a:cubicBezTo>
                    <a:pt x="790" y="335"/>
                    <a:pt x="517" y="638"/>
                    <a:pt x="304" y="1034"/>
                  </a:cubicBezTo>
                  <a:cubicBezTo>
                    <a:pt x="183" y="1216"/>
                    <a:pt x="152" y="1459"/>
                    <a:pt x="0" y="1642"/>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11"/>
            <p:cNvSpPr/>
            <p:nvPr/>
          </p:nvSpPr>
          <p:spPr>
            <a:xfrm>
              <a:off x="944075" y="4102075"/>
              <a:ext cx="49400" cy="70675"/>
            </a:xfrm>
            <a:custGeom>
              <a:rect b="b" l="l" r="r" t="t"/>
              <a:pathLst>
                <a:path extrusionOk="0" fill="none" h="2827" w="1976">
                  <a:moveTo>
                    <a:pt x="1976" y="0"/>
                  </a:moveTo>
                  <a:cubicBezTo>
                    <a:pt x="1429" y="547"/>
                    <a:pt x="1003" y="1094"/>
                    <a:pt x="639" y="1794"/>
                  </a:cubicBezTo>
                  <a:cubicBezTo>
                    <a:pt x="456" y="2098"/>
                    <a:pt x="243" y="2553"/>
                    <a:pt x="0" y="2827"/>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11"/>
            <p:cNvSpPr/>
            <p:nvPr/>
          </p:nvSpPr>
          <p:spPr>
            <a:xfrm>
              <a:off x="1052725" y="4013925"/>
              <a:ext cx="34975" cy="50175"/>
            </a:xfrm>
            <a:custGeom>
              <a:rect b="b" l="l" r="r" t="t"/>
              <a:pathLst>
                <a:path extrusionOk="0" fill="none" h="2007" w="1399">
                  <a:moveTo>
                    <a:pt x="1399" y="0"/>
                  </a:moveTo>
                  <a:cubicBezTo>
                    <a:pt x="943" y="456"/>
                    <a:pt x="609" y="851"/>
                    <a:pt x="335" y="1399"/>
                  </a:cubicBezTo>
                  <a:cubicBezTo>
                    <a:pt x="274" y="1490"/>
                    <a:pt x="274" y="1672"/>
                    <a:pt x="183" y="1763"/>
                  </a:cubicBezTo>
                  <a:cubicBezTo>
                    <a:pt x="122" y="1885"/>
                    <a:pt x="62" y="1885"/>
                    <a:pt x="1" y="200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11"/>
            <p:cNvSpPr/>
            <p:nvPr/>
          </p:nvSpPr>
          <p:spPr>
            <a:xfrm>
              <a:off x="1149250" y="3899950"/>
              <a:ext cx="34975" cy="50175"/>
            </a:xfrm>
            <a:custGeom>
              <a:rect b="b" l="l" r="r" t="t"/>
              <a:pathLst>
                <a:path extrusionOk="0" fill="none" h="2007" w="1399">
                  <a:moveTo>
                    <a:pt x="1398" y="0"/>
                  </a:moveTo>
                  <a:cubicBezTo>
                    <a:pt x="1003" y="426"/>
                    <a:pt x="730" y="821"/>
                    <a:pt x="395" y="1307"/>
                  </a:cubicBezTo>
                  <a:cubicBezTo>
                    <a:pt x="243" y="1489"/>
                    <a:pt x="0" y="1733"/>
                    <a:pt x="0" y="200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11"/>
            <p:cNvSpPr/>
            <p:nvPr/>
          </p:nvSpPr>
          <p:spPr>
            <a:xfrm>
              <a:off x="1102125" y="3879425"/>
              <a:ext cx="26625" cy="41050"/>
            </a:xfrm>
            <a:custGeom>
              <a:rect b="b" l="l" r="r" t="t"/>
              <a:pathLst>
                <a:path extrusionOk="0" fill="none" h="1642" w="1065">
                  <a:moveTo>
                    <a:pt x="1064" y="0"/>
                  </a:moveTo>
                  <a:cubicBezTo>
                    <a:pt x="730" y="183"/>
                    <a:pt x="517" y="699"/>
                    <a:pt x="304" y="1003"/>
                  </a:cubicBezTo>
                  <a:cubicBezTo>
                    <a:pt x="183" y="1186"/>
                    <a:pt x="31" y="1429"/>
                    <a:pt x="1" y="1642"/>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11"/>
            <p:cNvSpPr/>
            <p:nvPr/>
          </p:nvSpPr>
          <p:spPr>
            <a:xfrm>
              <a:off x="972950" y="3697800"/>
              <a:ext cx="38775" cy="44100"/>
            </a:xfrm>
            <a:custGeom>
              <a:rect b="b" l="l" r="r" t="t"/>
              <a:pathLst>
                <a:path extrusionOk="0" fill="none" h="1764" w="1551">
                  <a:moveTo>
                    <a:pt x="1550" y="1"/>
                  </a:moveTo>
                  <a:cubicBezTo>
                    <a:pt x="1186" y="426"/>
                    <a:pt x="851" y="791"/>
                    <a:pt x="487" y="1186"/>
                  </a:cubicBezTo>
                  <a:cubicBezTo>
                    <a:pt x="365" y="1308"/>
                    <a:pt x="61" y="1612"/>
                    <a:pt x="0" y="176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11"/>
            <p:cNvSpPr/>
            <p:nvPr/>
          </p:nvSpPr>
          <p:spPr>
            <a:xfrm>
              <a:off x="908350" y="3691725"/>
              <a:ext cx="20550" cy="23575"/>
            </a:xfrm>
            <a:custGeom>
              <a:rect b="b" l="l" r="r" t="t"/>
              <a:pathLst>
                <a:path extrusionOk="0" fill="none" h="943" w="822">
                  <a:moveTo>
                    <a:pt x="821" y="1"/>
                  </a:moveTo>
                  <a:cubicBezTo>
                    <a:pt x="457" y="213"/>
                    <a:pt x="122" y="517"/>
                    <a:pt x="1" y="94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11"/>
            <p:cNvSpPr/>
            <p:nvPr/>
          </p:nvSpPr>
          <p:spPr>
            <a:xfrm>
              <a:off x="1207000" y="3779875"/>
              <a:ext cx="38775" cy="49425"/>
            </a:xfrm>
            <a:custGeom>
              <a:rect b="b" l="l" r="r" t="t"/>
              <a:pathLst>
                <a:path extrusionOk="0" fill="none" h="1977" w="1551">
                  <a:moveTo>
                    <a:pt x="1550" y="1"/>
                  </a:moveTo>
                  <a:cubicBezTo>
                    <a:pt x="1094" y="396"/>
                    <a:pt x="730" y="821"/>
                    <a:pt x="334" y="1277"/>
                  </a:cubicBezTo>
                  <a:cubicBezTo>
                    <a:pt x="182" y="1490"/>
                    <a:pt x="0" y="1703"/>
                    <a:pt x="31" y="197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11"/>
            <p:cNvSpPr/>
            <p:nvPr/>
          </p:nvSpPr>
          <p:spPr>
            <a:xfrm>
              <a:off x="1275375" y="3814825"/>
              <a:ext cx="38025" cy="38025"/>
            </a:xfrm>
            <a:custGeom>
              <a:rect b="b" l="l" r="r" t="t"/>
              <a:pathLst>
                <a:path extrusionOk="0" fill="none" h="1521" w="1521">
                  <a:moveTo>
                    <a:pt x="1521" y="1"/>
                  </a:moveTo>
                  <a:cubicBezTo>
                    <a:pt x="1125" y="61"/>
                    <a:pt x="852" y="609"/>
                    <a:pt x="639" y="882"/>
                  </a:cubicBezTo>
                  <a:cubicBezTo>
                    <a:pt x="457" y="1065"/>
                    <a:pt x="214" y="1368"/>
                    <a:pt x="1" y="152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11"/>
            <p:cNvSpPr/>
            <p:nvPr/>
          </p:nvSpPr>
          <p:spPr>
            <a:xfrm>
              <a:off x="1322500" y="3858900"/>
              <a:ext cx="58525" cy="61575"/>
            </a:xfrm>
            <a:custGeom>
              <a:rect b="b" l="l" r="r" t="t"/>
              <a:pathLst>
                <a:path extrusionOk="0" fill="none" h="2463" w="2341">
                  <a:moveTo>
                    <a:pt x="2341" y="1"/>
                  </a:moveTo>
                  <a:cubicBezTo>
                    <a:pt x="1976" y="274"/>
                    <a:pt x="1520" y="578"/>
                    <a:pt x="1246" y="943"/>
                  </a:cubicBezTo>
                  <a:cubicBezTo>
                    <a:pt x="1095" y="1125"/>
                    <a:pt x="973" y="1338"/>
                    <a:pt x="791" y="1520"/>
                  </a:cubicBezTo>
                  <a:cubicBezTo>
                    <a:pt x="547" y="1824"/>
                    <a:pt x="243" y="2128"/>
                    <a:pt x="0" y="246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11"/>
            <p:cNvSpPr/>
            <p:nvPr/>
          </p:nvSpPr>
          <p:spPr>
            <a:xfrm>
              <a:off x="1325525" y="3944000"/>
              <a:ext cx="66900" cy="72975"/>
            </a:xfrm>
            <a:custGeom>
              <a:rect b="b" l="l" r="r" t="t"/>
              <a:pathLst>
                <a:path extrusionOk="0" fill="none" h="2919" w="2676">
                  <a:moveTo>
                    <a:pt x="2676" y="1"/>
                  </a:moveTo>
                  <a:cubicBezTo>
                    <a:pt x="2159" y="609"/>
                    <a:pt x="1673" y="1308"/>
                    <a:pt x="1034" y="1855"/>
                  </a:cubicBezTo>
                  <a:cubicBezTo>
                    <a:pt x="670" y="2159"/>
                    <a:pt x="335" y="2585"/>
                    <a:pt x="1" y="2919"/>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11"/>
            <p:cNvSpPr/>
            <p:nvPr/>
          </p:nvSpPr>
          <p:spPr>
            <a:xfrm>
              <a:off x="1407600" y="3958450"/>
              <a:ext cx="38025" cy="44100"/>
            </a:xfrm>
            <a:custGeom>
              <a:rect b="b" l="l" r="r" t="t"/>
              <a:pathLst>
                <a:path extrusionOk="0" fill="none" h="1764" w="1521">
                  <a:moveTo>
                    <a:pt x="1520" y="0"/>
                  </a:moveTo>
                  <a:cubicBezTo>
                    <a:pt x="1004" y="578"/>
                    <a:pt x="609" y="1307"/>
                    <a:pt x="1" y="176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11"/>
            <p:cNvSpPr/>
            <p:nvPr/>
          </p:nvSpPr>
          <p:spPr>
            <a:xfrm>
              <a:off x="1242700" y="3970600"/>
              <a:ext cx="44100" cy="55500"/>
            </a:xfrm>
            <a:custGeom>
              <a:rect b="b" l="l" r="r" t="t"/>
              <a:pathLst>
                <a:path extrusionOk="0" fill="none" h="2220" w="1764">
                  <a:moveTo>
                    <a:pt x="1764" y="1"/>
                  </a:moveTo>
                  <a:cubicBezTo>
                    <a:pt x="1308" y="274"/>
                    <a:pt x="1034" y="791"/>
                    <a:pt x="791" y="1277"/>
                  </a:cubicBezTo>
                  <a:cubicBezTo>
                    <a:pt x="578" y="1612"/>
                    <a:pt x="274" y="1885"/>
                    <a:pt x="1" y="222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11"/>
            <p:cNvSpPr/>
            <p:nvPr/>
          </p:nvSpPr>
          <p:spPr>
            <a:xfrm>
              <a:off x="1178875" y="3944000"/>
              <a:ext cx="49425" cy="58550"/>
            </a:xfrm>
            <a:custGeom>
              <a:rect b="b" l="l" r="r" t="t"/>
              <a:pathLst>
                <a:path extrusionOk="0" fill="none" h="2342" w="1977">
                  <a:moveTo>
                    <a:pt x="1976" y="1"/>
                  </a:moveTo>
                  <a:cubicBezTo>
                    <a:pt x="1520" y="487"/>
                    <a:pt x="1034" y="974"/>
                    <a:pt x="639" y="1521"/>
                  </a:cubicBezTo>
                  <a:cubicBezTo>
                    <a:pt x="456" y="1764"/>
                    <a:pt x="92" y="2068"/>
                    <a:pt x="0" y="2341"/>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11"/>
            <p:cNvSpPr/>
            <p:nvPr/>
          </p:nvSpPr>
          <p:spPr>
            <a:xfrm>
              <a:off x="1117325" y="4076225"/>
              <a:ext cx="41050" cy="49425"/>
            </a:xfrm>
            <a:custGeom>
              <a:rect b="b" l="l" r="r" t="t"/>
              <a:pathLst>
                <a:path extrusionOk="0" fill="none" h="1977" w="1642">
                  <a:moveTo>
                    <a:pt x="1642" y="1"/>
                  </a:moveTo>
                  <a:cubicBezTo>
                    <a:pt x="1186" y="396"/>
                    <a:pt x="943" y="882"/>
                    <a:pt x="548" y="1308"/>
                  </a:cubicBezTo>
                  <a:cubicBezTo>
                    <a:pt x="365" y="1521"/>
                    <a:pt x="183" y="1764"/>
                    <a:pt x="0" y="197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11"/>
            <p:cNvSpPr/>
            <p:nvPr/>
          </p:nvSpPr>
          <p:spPr>
            <a:xfrm>
              <a:off x="1198625" y="4084600"/>
              <a:ext cx="41825" cy="50175"/>
            </a:xfrm>
            <a:custGeom>
              <a:rect b="b" l="l" r="r" t="t"/>
              <a:pathLst>
                <a:path extrusionOk="0" fill="none" h="2007" w="1673">
                  <a:moveTo>
                    <a:pt x="1673" y="0"/>
                  </a:moveTo>
                  <a:cubicBezTo>
                    <a:pt x="1308" y="456"/>
                    <a:pt x="1004" y="912"/>
                    <a:pt x="639" y="1338"/>
                  </a:cubicBezTo>
                  <a:cubicBezTo>
                    <a:pt x="457" y="1520"/>
                    <a:pt x="274" y="1915"/>
                    <a:pt x="1" y="200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11"/>
            <p:cNvSpPr/>
            <p:nvPr/>
          </p:nvSpPr>
          <p:spPr>
            <a:xfrm>
              <a:off x="1295900" y="4064075"/>
              <a:ext cx="41050" cy="50175"/>
            </a:xfrm>
            <a:custGeom>
              <a:rect b="b" l="l" r="r" t="t"/>
              <a:pathLst>
                <a:path extrusionOk="0" fill="none" h="2007" w="1642">
                  <a:moveTo>
                    <a:pt x="1642" y="0"/>
                  </a:moveTo>
                  <a:cubicBezTo>
                    <a:pt x="1247" y="487"/>
                    <a:pt x="821" y="912"/>
                    <a:pt x="456" y="1429"/>
                  </a:cubicBezTo>
                  <a:cubicBezTo>
                    <a:pt x="335" y="1611"/>
                    <a:pt x="183" y="1946"/>
                    <a:pt x="0" y="2007"/>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11"/>
            <p:cNvSpPr/>
            <p:nvPr/>
          </p:nvSpPr>
          <p:spPr>
            <a:xfrm>
              <a:off x="1360500" y="4061025"/>
              <a:ext cx="58525" cy="61575"/>
            </a:xfrm>
            <a:custGeom>
              <a:rect b="b" l="l" r="r" t="t"/>
              <a:pathLst>
                <a:path extrusionOk="0" fill="none" h="2463" w="2341">
                  <a:moveTo>
                    <a:pt x="2341" y="1"/>
                  </a:moveTo>
                  <a:cubicBezTo>
                    <a:pt x="2006" y="214"/>
                    <a:pt x="1733" y="396"/>
                    <a:pt x="1489" y="730"/>
                  </a:cubicBezTo>
                  <a:cubicBezTo>
                    <a:pt x="1337" y="913"/>
                    <a:pt x="1216" y="1125"/>
                    <a:pt x="1064" y="1308"/>
                  </a:cubicBezTo>
                  <a:cubicBezTo>
                    <a:pt x="669" y="1703"/>
                    <a:pt x="304" y="2037"/>
                    <a:pt x="0" y="246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11"/>
            <p:cNvSpPr/>
            <p:nvPr/>
          </p:nvSpPr>
          <p:spPr>
            <a:xfrm>
              <a:off x="1442550" y="4055725"/>
              <a:ext cx="52475" cy="58525"/>
            </a:xfrm>
            <a:custGeom>
              <a:rect b="b" l="l" r="r" t="t"/>
              <a:pathLst>
                <a:path extrusionOk="0" fill="none" h="2341" w="2099">
                  <a:moveTo>
                    <a:pt x="2098" y="0"/>
                  </a:moveTo>
                  <a:cubicBezTo>
                    <a:pt x="1825" y="456"/>
                    <a:pt x="1399" y="851"/>
                    <a:pt x="1065" y="1277"/>
                  </a:cubicBezTo>
                  <a:cubicBezTo>
                    <a:pt x="761" y="1672"/>
                    <a:pt x="396" y="2037"/>
                    <a:pt x="1" y="2341"/>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11"/>
            <p:cNvSpPr/>
            <p:nvPr/>
          </p:nvSpPr>
          <p:spPr>
            <a:xfrm>
              <a:off x="1448625" y="4149175"/>
              <a:ext cx="41075" cy="58550"/>
            </a:xfrm>
            <a:custGeom>
              <a:rect b="b" l="l" r="r" t="t"/>
              <a:pathLst>
                <a:path extrusionOk="0" fill="none" h="2342" w="1643">
                  <a:moveTo>
                    <a:pt x="1642" y="1"/>
                  </a:moveTo>
                  <a:cubicBezTo>
                    <a:pt x="1186" y="852"/>
                    <a:pt x="396" y="1490"/>
                    <a:pt x="1" y="2341"/>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11"/>
            <p:cNvSpPr/>
            <p:nvPr/>
          </p:nvSpPr>
          <p:spPr>
            <a:xfrm>
              <a:off x="1480550" y="4193250"/>
              <a:ext cx="58550" cy="67650"/>
            </a:xfrm>
            <a:custGeom>
              <a:rect b="b" l="l" r="r" t="t"/>
              <a:pathLst>
                <a:path extrusionOk="0" fill="none" h="2706" w="2342">
                  <a:moveTo>
                    <a:pt x="2341" y="1"/>
                  </a:moveTo>
                  <a:cubicBezTo>
                    <a:pt x="1885" y="517"/>
                    <a:pt x="1490" y="1065"/>
                    <a:pt x="1064" y="1612"/>
                  </a:cubicBezTo>
                  <a:cubicBezTo>
                    <a:pt x="760" y="2007"/>
                    <a:pt x="365" y="2341"/>
                    <a:pt x="1" y="270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11"/>
            <p:cNvSpPr/>
            <p:nvPr/>
          </p:nvSpPr>
          <p:spPr>
            <a:xfrm>
              <a:off x="1442550" y="4389300"/>
              <a:ext cx="41075" cy="44100"/>
            </a:xfrm>
            <a:custGeom>
              <a:rect b="b" l="l" r="r" t="t"/>
              <a:pathLst>
                <a:path extrusionOk="0" fill="none" h="1764" w="1643">
                  <a:moveTo>
                    <a:pt x="1642" y="1"/>
                  </a:moveTo>
                  <a:cubicBezTo>
                    <a:pt x="1369" y="335"/>
                    <a:pt x="973" y="517"/>
                    <a:pt x="700" y="852"/>
                  </a:cubicBezTo>
                  <a:cubicBezTo>
                    <a:pt x="457" y="1156"/>
                    <a:pt x="244" y="1490"/>
                    <a:pt x="1" y="176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11"/>
            <p:cNvSpPr/>
            <p:nvPr/>
          </p:nvSpPr>
          <p:spPr>
            <a:xfrm>
              <a:off x="1392400" y="4501000"/>
              <a:ext cx="50175" cy="50175"/>
            </a:xfrm>
            <a:custGeom>
              <a:rect b="b" l="l" r="r" t="t"/>
              <a:pathLst>
                <a:path extrusionOk="0" fill="none" h="2007" w="2007">
                  <a:moveTo>
                    <a:pt x="2007" y="1"/>
                  </a:moveTo>
                  <a:cubicBezTo>
                    <a:pt x="1581" y="426"/>
                    <a:pt x="1217" y="882"/>
                    <a:pt x="821" y="1308"/>
                  </a:cubicBezTo>
                  <a:cubicBezTo>
                    <a:pt x="578" y="1551"/>
                    <a:pt x="244" y="1733"/>
                    <a:pt x="1" y="2007"/>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11"/>
            <p:cNvSpPr/>
            <p:nvPr/>
          </p:nvSpPr>
          <p:spPr>
            <a:xfrm>
              <a:off x="1474475" y="4295850"/>
              <a:ext cx="38025" cy="47125"/>
            </a:xfrm>
            <a:custGeom>
              <a:rect b="b" l="l" r="r" t="t"/>
              <a:pathLst>
                <a:path extrusionOk="0" fill="none" h="1885" w="1521">
                  <a:moveTo>
                    <a:pt x="1520" y="0"/>
                  </a:moveTo>
                  <a:cubicBezTo>
                    <a:pt x="1216" y="365"/>
                    <a:pt x="912" y="699"/>
                    <a:pt x="639" y="1094"/>
                  </a:cubicBezTo>
                  <a:cubicBezTo>
                    <a:pt x="426" y="1368"/>
                    <a:pt x="274" y="1641"/>
                    <a:pt x="0" y="188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11"/>
            <p:cNvSpPr/>
            <p:nvPr/>
          </p:nvSpPr>
          <p:spPr>
            <a:xfrm>
              <a:off x="1515500" y="4105100"/>
              <a:ext cx="23600" cy="29675"/>
            </a:xfrm>
            <a:custGeom>
              <a:rect b="b" l="l" r="r" t="t"/>
              <a:pathLst>
                <a:path extrusionOk="0" fill="none" h="1187" w="944">
                  <a:moveTo>
                    <a:pt x="943" y="1"/>
                  </a:moveTo>
                  <a:cubicBezTo>
                    <a:pt x="457" y="274"/>
                    <a:pt x="122" y="639"/>
                    <a:pt x="1" y="118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11"/>
            <p:cNvSpPr/>
            <p:nvPr/>
          </p:nvSpPr>
          <p:spPr>
            <a:xfrm>
              <a:off x="1351375" y="4281400"/>
              <a:ext cx="61575" cy="72975"/>
            </a:xfrm>
            <a:custGeom>
              <a:rect b="b" l="l" r="r" t="t"/>
              <a:pathLst>
                <a:path extrusionOk="0" fill="none" h="2919" w="2463">
                  <a:moveTo>
                    <a:pt x="2462" y="1"/>
                  </a:moveTo>
                  <a:cubicBezTo>
                    <a:pt x="2128" y="274"/>
                    <a:pt x="1702" y="548"/>
                    <a:pt x="1429" y="943"/>
                  </a:cubicBezTo>
                  <a:cubicBezTo>
                    <a:pt x="1247" y="1216"/>
                    <a:pt x="1064" y="1490"/>
                    <a:pt x="851" y="1764"/>
                  </a:cubicBezTo>
                  <a:cubicBezTo>
                    <a:pt x="578" y="2128"/>
                    <a:pt x="365" y="2645"/>
                    <a:pt x="0" y="2919"/>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11"/>
            <p:cNvSpPr/>
            <p:nvPr/>
          </p:nvSpPr>
          <p:spPr>
            <a:xfrm>
              <a:off x="1333900" y="4199325"/>
              <a:ext cx="44100" cy="46375"/>
            </a:xfrm>
            <a:custGeom>
              <a:rect b="b" l="l" r="r" t="t"/>
              <a:pathLst>
                <a:path extrusionOk="0" fill="none" h="1855" w="1764">
                  <a:moveTo>
                    <a:pt x="1763" y="1"/>
                  </a:moveTo>
                  <a:cubicBezTo>
                    <a:pt x="1368" y="122"/>
                    <a:pt x="1094" y="700"/>
                    <a:pt x="821" y="1004"/>
                  </a:cubicBezTo>
                  <a:cubicBezTo>
                    <a:pt x="547" y="1277"/>
                    <a:pt x="304" y="1581"/>
                    <a:pt x="0" y="185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11"/>
            <p:cNvSpPr/>
            <p:nvPr/>
          </p:nvSpPr>
          <p:spPr>
            <a:xfrm>
              <a:off x="1008650" y="4172750"/>
              <a:ext cx="46375" cy="58525"/>
            </a:xfrm>
            <a:custGeom>
              <a:rect b="b" l="l" r="r" t="t"/>
              <a:pathLst>
                <a:path extrusionOk="0" fill="none" h="2341" w="1855">
                  <a:moveTo>
                    <a:pt x="1855" y="0"/>
                  </a:moveTo>
                  <a:cubicBezTo>
                    <a:pt x="1277" y="790"/>
                    <a:pt x="670" y="1611"/>
                    <a:pt x="1" y="234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11"/>
            <p:cNvSpPr/>
            <p:nvPr/>
          </p:nvSpPr>
          <p:spPr>
            <a:xfrm>
              <a:off x="1114275" y="4193250"/>
              <a:ext cx="38025" cy="41075"/>
            </a:xfrm>
            <a:custGeom>
              <a:rect b="b" l="l" r="r" t="t"/>
              <a:pathLst>
                <a:path extrusionOk="0" fill="none" h="1643" w="1521">
                  <a:moveTo>
                    <a:pt x="1521" y="1"/>
                  </a:moveTo>
                  <a:cubicBezTo>
                    <a:pt x="1095" y="213"/>
                    <a:pt x="670" y="548"/>
                    <a:pt x="396" y="973"/>
                  </a:cubicBezTo>
                  <a:cubicBezTo>
                    <a:pt x="244" y="1186"/>
                    <a:pt x="183" y="1460"/>
                    <a:pt x="1" y="1642"/>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11"/>
            <p:cNvSpPr/>
            <p:nvPr/>
          </p:nvSpPr>
          <p:spPr>
            <a:xfrm>
              <a:off x="1216875" y="4187175"/>
              <a:ext cx="31925" cy="35750"/>
            </a:xfrm>
            <a:custGeom>
              <a:rect b="b" l="l" r="r" t="t"/>
              <a:pathLst>
                <a:path extrusionOk="0" fill="none" h="1430" w="1277">
                  <a:moveTo>
                    <a:pt x="1277" y="1"/>
                  </a:moveTo>
                  <a:cubicBezTo>
                    <a:pt x="912" y="335"/>
                    <a:pt x="547" y="517"/>
                    <a:pt x="335" y="943"/>
                  </a:cubicBezTo>
                  <a:cubicBezTo>
                    <a:pt x="243" y="1156"/>
                    <a:pt x="152" y="1247"/>
                    <a:pt x="0" y="1429"/>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11"/>
            <p:cNvSpPr/>
            <p:nvPr/>
          </p:nvSpPr>
          <p:spPr>
            <a:xfrm>
              <a:off x="1286775" y="4178825"/>
              <a:ext cx="44100" cy="43325"/>
            </a:xfrm>
            <a:custGeom>
              <a:rect b="b" l="l" r="r" t="t"/>
              <a:pathLst>
                <a:path extrusionOk="0" fill="none" h="1733" w="1764">
                  <a:moveTo>
                    <a:pt x="1764" y="0"/>
                  </a:moveTo>
                  <a:cubicBezTo>
                    <a:pt x="1186" y="487"/>
                    <a:pt x="457" y="1094"/>
                    <a:pt x="1" y="173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11"/>
            <p:cNvSpPr/>
            <p:nvPr/>
          </p:nvSpPr>
          <p:spPr>
            <a:xfrm>
              <a:off x="1146200" y="4310275"/>
              <a:ext cx="58525" cy="64625"/>
            </a:xfrm>
            <a:custGeom>
              <a:rect b="b" l="l" r="r" t="t"/>
              <a:pathLst>
                <a:path extrusionOk="0" fill="none" h="2585" w="2341">
                  <a:moveTo>
                    <a:pt x="2341" y="1"/>
                  </a:moveTo>
                  <a:cubicBezTo>
                    <a:pt x="2037" y="92"/>
                    <a:pt x="1763" y="639"/>
                    <a:pt x="1611" y="852"/>
                  </a:cubicBezTo>
                  <a:cubicBezTo>
                    <a:pt x="1429" y="1064"/>
                    <a:pt x="1247" y="1247"/>
                    <a:pt x="1064" y="1429"/>
                  </a:cubicBezTo>
                  <a:cubicBezTo>
                    <a:pt x="669" y="1794"/>
                    <a:pt x="335" y="2189"/>
                    <a:pt x="0" y="258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11"/>
            <p:cNvSpPr/>
            <p:nvPr/>
          </p:nvSpPr>
          <p:spPr>
            <a:xfrm>
              <a:off x="1102125" y="4286725"/>
              <a:ext cx="50175" cy="56250"/>
            </a:xfrm>
            <a:custGeom>
              <a:rect b="b" l="l" r="r" t="t"/>
              <a:pathLst>
                <a:path extrusionOk="0" fill="none" h="2250" w="2007">
                  <a:moveTo>
                    <a:pt x="2007" y="0"/>
                  </a:moveTo>
                  <a:cubicBezTo>
                    <a:pt x="1277" y="730"/>
                    <a:pt x="639" y="1490"/>
                    <a:pt x="1" y="225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11"/>
            <p:cNvSpPr/>
            <p:nvPr/>
          </p:nvSpPr>
          <p:spPr>
            <a:xfrm>
              <a:off x="994225" y="4310275"/>
              <a:ext cx="49425" cy="50175"/>
            </a:xfrm>
            <a:custGeom>
              <a:rect b="b" l="l" r="r" t="t"/>
              <a:pathLst>
                <a:path extrusionOk="0" fill="none" h="2007" w="1977">
                  <a:moveTo>
                    <a:pt x="1976" y="1"/>
                  </a:moveTo>
                  <a:cubicBezTo>
                    <a:pt x="1551" y="426"/>
                    <a:pt x="1155" y="852"/>
                    <a:pt x="730" y="1247"/>
                  </a:cubicBezTo>
                  <a:cubicBezTo>
                    <a:pt x="487" y="1520"/>
                    <a:pt x="183" y="1703"/>
                    <a:pt x="0" y="2007"/>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11"/>
            <p:cNvSpPr/>
            <p:nvPr/>
          </p:nvSpPr>
          <p:spPr>
            <a:xfrm>
              <a:off x="887825" y="4313325"/>
              <a:ext cx="41075" cy="38000"/>
            </a:xfrm>
            <a:custGeom>
              <a:rect b="b" l="l" r="r" t="t"/>
              <a:pathLst>
                <a:path extrusionOk="0" fill="none" h="1520" w="1643">
                  <a:moveTo>
                    <a:pt x="1642" y="0"/>
                  </a:moveTo>
                  <a:cubicBezTo>
                    <a:pt x="1308" y="335"/>
                    <a:pt x="974" y="699"/>
                    <a:pt x="639" y="1034"/>
                  </a:cubicBezTo>
                  <a:cubicBezTo>
                    <a:pt x="426" y="1216"/>
                    <a:pt x="214" y="1338"/>
                    <a:pt x="1" y="152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11"/>
            <p:cNvSpPr/>
            <p:nvPr/>
          </p:nvSpPr>
          <p:spPr>
            <a:xfrm>
              <a:off x="882525" y="4234300"/>
              <a:ext cx="41050" cy="47125"/>
            </a:xfrm>
            <a:custGeom>
              <a:rect b="b" l="l" r="r" t="t"/>
              <a:pathLst>
                <a:path extrusionOk="0" fill="none" h="1885" w="1642">
                  <a:moveTo>
                    <a:pt x="1642" y="0"/>
                  </a:moveTo>
                  <a:cubicBezTo>
                    <a:pt x="1003" y="517"/>
                    <a:pt x="578" y="1307"/>
                    <a:pt x="0" y="188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11"/>
            <p:cNvSpPr/>
            <p:nvPr/>
          </p:nvSpPr>
          <p:spPr>
            <a:xfrm>
              <a:off x="770800" y="4368800"/>
              <a:ext cx="47150" cy="53200"/>
            </a:xfrm>
            <a:custGeom>
              <a:rect b="b" l="l" r="r" t="t"/>
              <a:pathLst>
                <a:path extrusionOk="0" fill="none" h="2128" w="1886">
                  <a:moveTo>
                    <a:pt x="1886" y="0"/>
                  </a:moveTo>
                  <a:cubicBezTo>
                    <a:pt x="1399" y="426"/>
                    <a:pt x="974" y="882"/>
                    <a:pt x="579" y="1398"/>
                  </a:cubicBezTo>
                  <a:cubicBezTo>
                    <a:pt x="396" y="1641"/>
                    <a:pt x="244" y="1885"/>
                    <a:pt x="1" y="2128"/>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11"/>
            <p:cNvSpPr/>
            <p:nvPr/>
          </p:nvSpPr>
          <p:spPr>
            <a:xfrm>
              <a:off x="723700" y="4483525"/>
              <a:ext cx="41050" cy="50175"/>
            </a:xfrm>
            <a:custGeom>
              <a:rect b="b" l="l" r="r" t="t"/>
              <a:pathLst>
                <a:path extrusionOk="0" fill="none" h="2007" w="1642">
                  <a:moveTo>
                    <a:pt x="1642" y="1"/>
                  </a:moveTo>
                  <a:cubicBezTo>
                    <a:pt x="1277" y="426"/>
                    <a:pt x="943" y="791"/>
                    <a:pt x="700" y="1247"/>
                  </a:cubicBezTo>
                  <a:cubicBezTo>
                    <a:pt x="548" y="1551"/>
                    <a:pt x="274" y="1825"/>
                    <a:pt x="0" y="2007"/>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11"/>
            <p:cNvSpPr/>
            <p:nvPr/>
          </p:nvSpPr>
          <p:spPr>
            <a:xfrm>
              <a:off x="709250" y="4583075"/>
              <a:ext cx="31950" cy="38025"/>
            </a:xfrm>
            <a:custGeom>
              <a:rect b="b" l="l" r="r" t="t"/>
              <a:pathLst>
                <a:path extrusionOk="0" fill="none" h="1521" w="1278">
                  <a:moveTo>
                    <a:pt x="1278" y="1"/>
                  </a:moveTo>
                  <a:cubicBezTo>
                    <a:pt x="974" y="457"/>
                    <a:pt x="578" y="1338"/>
                    <a:pt x="1" y="152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11"/>
            <p:cNvSpPr/>
            <p:nvPr/>
          </p:nvSpPr>
          <p:spPr>
            <a:xfrm>
              <a:off x="694825" y="4404500"/>
              <a:ext cx="20550" cy="28900"/>
            </a:xfrm>
            <a:custGeom>
              <a:rect b="b" l="l" r="r" t="t"/>
              <a:pathLst>
                <a:path extrusionOk="0" fill="none" h="1156" w="822">
                  <a:moveTo>
                    <a:pt x="821" y="1"/>
                  </a:moveTo>
                  <a:cubicBezTo>
                    <a:pt x="456" y="335"/>
                    <a:pt x="335" y="821"/>
                    <a:pt x="0" y="115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11"/>
            <p:cNvSpPr/>
            <p:nvPr/>
          </p:nvSpPr>
          <p:spPr>
            <a:xfrm>
              <a:off x="577050" y="4404500"/>
              <a:ext cx="20525" cy="26625"/>
            </a:xfrm>
            <a:custGeom>
              <a:rect b="b" l="l" r="r" t="t"/>
              <a:pathLst>
                <a:path extrusionOk="0" fill="none" h="1065" w="821">
                  <a:moveTo>
                    <a:pt x="821" y="1"/>
                  </a:moveTo>
                  <a:cubicBezTo>
                    <a:pt x="517" y="335"/>
                    <a:pt x="304" y="730"/>
                    <a:pt x="0" y="106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11"/>
            <p:cNvSpPr/>
            <p:nvPr/>
          </p:nvSpPr>
          <p:spPr>
            <a:xfrm>
              <a:off x="873400" y="4407550"/>
              <a:ext cx="38025" cy="58525"/>
            </a:xfrm>
            <a:custGeom>
              <a:rect b="b" l="l" r="r" t="t"/>
              <a:pathLst>
                <a:path extrusionOk="0" fill="none" h="2341" w="1521">
                  <a:moveTo>
                    <a:pt x="1520" y="0"/>
                  </a:moveTo>
                  <a:cubicBezTo>
                    <a:pt x="1490" y="304"/>
                    <a:pt x="1095" y="699"/>
                    <a:pt x="943" y="943"/>
                  </a:cubicBezTo>
                  <a:cubicBezTo>
                    <a:pt x="821" y="1155"/>
                    <a:pt x="669" y="1338"/>
                    <a:pt x="548" y="1520"/>
                  </a:cubicBezTo>
                  <a:cubicBezTo>
                    <a:pt x="365" y="1733"/>
                    <a:pt x="31" y="2037"/>
                    <a:pt x="0" y="2341"/>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11"/>
            <p:cNvSpPr/>
            <p:nvPr/>
          </p:nvSpPr>
          <p:spPr>
            <a:xfrm>
              <a:off x="955475" y="4421975"/>
              <a:ext cx="50175" cy="55500"/>
            </a:xfrm>
            <a:custGeom>
              <a:rect b="b" l="l" r="r" t="t"/>
              <a:pathLst>
                <a:path extrusionOk="0" fill="none" h="2220" w="2007">
                  <a:moveTo>
                    <a:pt x="2006" y="1"/>
                  </a:moveTo>
                  <a:cubicBezTo>
                    <a:pt x="1611" y="244"/>
                    <a:pt x="1398" y="335"/>
                    <a:pt x="1155" y="669"/>
                  </a:cubicBezTo>
                  <a:cubicBezTo>
                    <a:pt x="1034" y="882"/>
                    <a:pt x="912" y="1095"/>
                    <a:pt x="760" y="1277"/>
                  </a:cubicBezTo>
                  <a:cubicBezTo>
                    <a:pt x="517" y="1612"/>
                    <a:pt x="304" y="1946"/>
                    <a:pt x="0" y="222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11"/>
            <p:cNvSpPr/>
            <p:nvPr/>
          </p:nvSpPr>
          <p:spPr>
            <a:xfrm>
              <a:off x="1084650" y="4415900"/>
              <a:ext cx="26625" cy="32700"/>
            </a:xfrm>
            <a:custGeom>
              <a:rect b="b" l="l" r="r" t="t"/>
              <a:pathLst>
                <a:path extrusionOk="0" fill="none" h="1308" w="1065">
                  <a:moveTo>
                    <a:pt x="1064" y="1"/>
                  </a:moveTo>
                  <a:cubicBezTo>
                    <a:pt x="730" y="365"/>
                    <a:pt x="152" y="821"/>
                    <a:pt x="0" y="1308"/>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11"/>
            <p:cNvSpPr/>
            <p:nvPr/>
          </p:nvSpPr>
          <p:spPr>
            <a:xfrm>
              <a:off x="1122650" y="4451625"/>
              <a:ext cx="44100" cy="58525"/>
            </a:xfrm>
            <a:custGeom>
              <a:rect b="b" l="l" r="r" t="t"/>
              <a:pathLst>
                <a:path extrusionOk="0" fill="none" h="2341" w="1764">
                  <a:moveTo>
                    <a:pt x="1763" y="0"/>
                  </a:moveTo>
                  <a:cubicBezTo>
                    <a:pt x="1368" y="517"/>
                    <a:pt x="1003" y="1094"/>
                    <a:pt x="578" y="1611"/>
                  </a:cubicBezTo>
                  <a:cubicBezTo>
                    <a:pt x="395" y="1854"/>
                    <a:pt x="243" y="2158"/>
                    <a:pt x="0" y="2341"/>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11"/>
            <p:cNvSpPr/>
            <p:nvPr/>
          </p:nvSpPr>
          <p:spPr>
            <a:xfrm>
              <a:off x="1245750" y="4327750"/>
              <a:ext cx="29650" cy="32700"/>
            </a:xfrm>
            <a:custGeom>
              <a:rect b="b" l="l" r="r" t="t"/>
              <a:pathLst>
                <a:path extrusionOk="0" fill="none" h="1308" w="1186">
                  <a:moveTo>
                    <a:pt x="1186" y="1"/>
                  </a:moveTo>
                  <a:cubicBezTo>
                    <a:pt x="851" y="213"/>
                    <a:pt x="456" y="487"/>
                    <a:pt x="304" y="852"/>
                  </a:cubicBezTo>
                  <a:cubicBezTo>
                    <a:pt x="213" y="1034"/>
                    <a:pt x="183" y="1156"/>
                    <a:pt x="0" y="1308"/>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11"/>
            <p:cNvSpPr/>
            <p:nvPr/>
          </p:nvSpPr>
          <p:spPr>
            <a:xfrm>
              <a:off x="1284500" y="4418950"/>
              <a:ext cx="31950" cy="44100"/>
            </a:xfrm>
            <a:custGeom>
              <a:rect b="b" l="l" r="r" t="t"/>
              <a:pathLst>
                <a:path extrusionOk="0" fill="none" h="1764" w="1278">
                  <a:moveTo>
                    <a:pt x="1277" y="0"/>
                  </a:moveTo>
                  <a:cubicBezTo>
                    <a:pt x="943" y="395"/>
                    <a:pt x="578" y="821"/>
                    <a:pt x="304" y="1246"/>
                  </a:cubicBezTo>
                  <a:cubicBezTo>
                    <a:pt x="183" y="1398"/>
                    <a:pt x="122" y="1611"/>
                    <a:pt x="0" y="176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11"/>
            <p:cNvSpPr/>
            <p:nvPr/>
          </p:nvSpPr>
          <p:spPr>
            <a:xfrm>
              <a:off x="1292850" y="4507100"/>
              <a:ext cx="35000" cy="49400"/>
            </a:xfrm>
            <a:custGeom>
              <a:rect b="b" l="l" r="r" t="t"/>
              <a:pathLst>
                <a:path extrusionOk="0" fill="none" h="1976" w="1400">
                  <a:moveTo>
                    <a:pt x="1399" y="0"/>
                  </a:moveTo>
                  <a:cubicBezTo>
                    <a:pt x="822" y="517"/>
                    <a:pt x="548" y="1398"/>
                    <a:pt x="1" y="197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11"/>
            <p:cNvSpPr/>
            <p:nvPr/>
          </p:nvSpPr>
          <p:spPr>
            <a:xfrm>
              <a:off x="1257900" y="4627150"/>
              <a:ext cx="44100" cy="52450"/>
            </a:xfrm>
            <a:custGeom>
              <a:rect b="b" l="l" r="r" t="t"/>
              <a:pathLst>
                <a:path extrusionOk="0" fill="none" h="2098" w="1764">
                  <a:moveTo>
                    <a:pt x="1764" y="1"/>
                  </a:moveTo>
                  <a:cubicBezTo>
                    <a:pt x="1308" y="517"/>
                    <a:pt x="882" y="1034"/>
                    <a:pt x="457" y="1520"/>
                  </a:cubicBezTo>
                  <a:cubicBezTo>
                    <a:pt x="335" y="1672"/>
                    <a:pt x="31" y="1946"/>
                    <a:pt x="1" y="2098"/>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11"/>
            <p:cNvSpPr/>
            <p:nvPr/>
          </p:nvSpPr>
          <p:spPr>
            <a:xfrm>
              <a:off x="1175825" y="4636275"/>
              <a:ext cx="41075" cy="49425"/>
            </a:xfrm>
            <a:custGeom>
              <a:rect b="b" l="l" r="r" t="t"/>
              <a:pathLst>
                <a:path extrusionOk="0" fill="none" h="1977" w="1643">
                  <a:moveTo>
                    <a:pt x="1642" y="0"/>
                  </a:moveTo>
                  <a:cubicBezTo>
                    <a:pt x="1156" y="304"/>
                    <a:pt x="852" y="791"/>
                    <a:pt x="578" y="1277"/>
                  </a:cubicBezTo>
                  <a:cubicBezTo>
                    <a:pt x="426" y="1550"/>
                    <a:pt x="214" y="1763"/>
                    <a:pt x="1" y="197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11"/>
            <p:cNvSpPr/>
            <p:nvPr/>
          </p:nvSpPr>
          <p:spPr>
            <a:xfrm>
              <a:off x="1175825" y="4530650"/>
              <a:ext cx="49425" cy="64600"/>
            </a:xfrm>
            <a:custGeom>
              <a:rect b="b" l="l" r="r" t="t"/>
              <a:pathLst>
                <a:path extrusionOk="0" fill="none" h="2584" w="1977">
                  <a:moveTo>
                    <a:pt x="1977" y="0"/>
                  </a:moveTo>
                  <a:cubicBezTo>
                    <a:pt x="1581" y="426"/>
                    <a:pt x="1156" y="943"/>
                    <a:pt x="822" y="1429"/>
                  </a:cubicBezTo>
                  <a:cubicBezTo>
                    <a:pt x="548" y="1824"/>
                    <a:pt x="305" y="2219"/>
                    <a:pt x="1" y="258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11"/>
            <p:cNvSpPr/>
            <p:nvPr/>
          </p:nvSpPr>
          <p:spPr>
            <a:xfrm>
              <a:off x="1067175" y="4662100"/>
              <a:ext cx="38025" cy="47150"/>
            </a:xfrm>
            <a:custGeom>
              <a:rect b="b" l="l" r="r" t="t"/>
              <a:pathLst>
                <a:path extrusionOk="0" fill="none" h="1886" w="1521">
                  <a:moveTo>
                    <a:pt x="1520" y="1"/>
                  </a:moveTo>
                  <a:cubicBezTo>
                    <a:pt x="1186" y="426"/>
                    <a:pt x="943" y="943"/>
                    <a:pt x="578" y="1308"/>
                  </a:cubicBezTo>
                  <a:cubicBezTo>
                    <a:pt x="395" y="1521"/>
                    <a:pt x="183" y="1703"/>
                    <a:pt x="0" y="188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11"/>
            <p:cNvSpPr/>
            <p:nvPr/>
          </p:nvSpPr>
          <p:spPr>
            <a:xfrm>
              <a:off x="1105175" y="4697825"/>
              <a:ext cx="32700" cy="38025"/>
            </a:xfrm>
            <a:custGeom>
              <a:rect b="b" l="l" r="r" t="t"/>
              <a:pathLst>
                <a:path extrusionOk="0" fill="none" h="1521" w="1308">
                  <a:moveTo>
                    <a:pt x="1307" y="0"/>
                  </a:moveTo>
                  <a:cubicBezTo>
                    <a:pt x="942" y="335"/>
                    <a:pt x="578" y="699"/>
                    <a:pt x="304" y="1125"/>
                  </a:cubicBezTo>
                  <a:cubicBezTo>
                    <a:pt x="243" y="1247"/>
                    <a:pt x="182" y="1490"/>
                    <a:pt x="0" y="152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11"/>
            <p:cNvSpPr/>
            <p:nvPr/>
          </p:nvSpPr>
          <p:spPr>
            <a:xfrm>
              <a:off x="1061100" y="4556475"/>
              <a:ext cx="34975" cy="44100"/>
            </a:xfrm>
            <a:custGeom>
              <a:rect b="b" l="l" r="r" t="t"/>
              <a:pathLst>
                <a:path extrusionOk="0" fill="none" h="1764" w="1399">
                  <a:moveTo>
                    <a:pt x="1398" y="1"/>
                  </a:moveTo>
                  <a:cubicBezTo>
                    <a:pt x="942" y="274"/>
                    <a:pt x="578" y="730"/>
                    <a:pt x="365" y="1247"/>
                  </a:cubicBezTo>
                  <a:cubicBezTo>
                    <a:pt x="304" y="1338"/>
                    <a:pt x="274" y="1460"/>
                    <a:pt x="213" y="1551"/>
                  </a:cubicBezTo>
                  <a:cubicBezTo>
                    <a:pt x="152" y="1642"/>
                    <a:pt x="31" y="1642"/>
                    <a:pt x="0" y="176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11"/>
            <p:cNvSpPr/>
            <p:nvPr/>
          </p:nvSpPr>
          <p:spPr>
            <a:xfrm>
              <a:off x="923550" y="4653750"/>
              <a:ext cx="41050" cy="55500"/>
            </a:xfrm>
            <a:custGeom>
              <a:rect b="b" l="l" r="r" t="t"/>
              <a:pathLst>
                <a:path extrusionOk="0" fill="none" h="2220" w="1642">
                  <a:moveTo>
                    <a:pt x="1642" y="0"/>
                  </a:moveTo>
                  <a:cubicBezTo>
                    <a:pt x="1277" y="487"/>
                    <a:pt x="912" y="1003"/>
                    <a:pt x="517" y="1520"/>
                  </a:cubicBezTo>
                  <a:cubicBezTo>
                    <a:pt x="365" y="1733"/>
                    <a:pt x="183" y="2007"/>
                    <a:pt x="1" y="2219"/>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11"/>
            <p:cNvSpPr/>
            <p:nvPr/>
          </p:nvSpPr>
          <p:spPr>
            <a:xfrm>
              <a:off x="947100" y="4527600"/>
              <a:ext cx="44100" cy="55500"/>
            </a:xfrm>
            <a:custGeom>
              <a:rect b="b" l="l" r="r" t="t"/>
              <a:pathLst>
                <a:path extrusionOk="0" fill="none" h="2220" w="1764">
                  <a:moveTo>
                    <a:pt x="1764" y="1"/>
                  </a:moveTo>
                  <a:cubicBezTo>
                    <a:pt x="821" y="517"/>
                    <a:pt x="639" y="1490"/>
                    <a:pt x="1" y="222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11"/>
            <p:cNvSpPr/>
            <p:nvPr/>
          </p:nvSpPr>
          <p:spPr>
            <a:xfrm>
              <a:off x="820975" y="4527600"/>
              <a:ext cx="49400" cy="64625"/>
            </a:xfrm>
            <a:custGeom>
              <a:rect b="b" l="l" r="r" t="t"/>
              <a:pathLst>
                <a:path extrusionOk="0" fill="none" h="2585" w="1976">
                  <a:moveTo>
                    <a:pt x="1976" y="1"/>
                  </a:moveTo>
                  <a:cubicBezTo>
                    <a:pt x="1398" y="487"/>
                    <a:pt x="973" y="913"/>
                    <a:pt x="517" y="1521"/>
                  </a:cubicBezTo>
                  <a:cubicBezTo>
                    <a:pt x="274" y="1855"/>
                    <a:pt x="182" y="2220"/>
                    <a:pt x="0" y="258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11"/>
            <p:cNvSpPr/>
            <p:nvPr/>
          </p:nvSpPr>
          <p:spPr>
            <a:xfrm>
              <a:off x="827050" y="4659825"/>
              <a:ext cx="38025" cy="46375"/>
            </a:xfrm>
            <a:custGeom>
              <a:rect b="b" l="l" r="r" t="t"/>
              <a:pathLst>
                <a:path extrusionOk="0" fill="none" h="1855" w="1521">
                  <a:moveTo>
                    <a:pt x="1520" y="1"/>
                  </a:moveTo>
                  <a:cubicBezTo>
                    <a:pt x="1125" y="365"/>
                    <a:pt x="608" y="730"/>
                    <a:pt x="335" y="1186"/>
                  </a:cubicBezTo>
                  <a:cubicBezTo>
                    <a:pt x="274" y="1308"/>
                    <a:pt x="243" y="1429"/>
                    <a:pt x="183" y="1520"/>
                  </a:cubicBezTo>
                  <a:cubicBezTo>
                    <a:pt x="122" y="1642"/>
                    <a:pt x="0" y="1703"/>
                    <a:pt x="0" y="185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11"/>
            <p:cNvSpPr/>
            <p:nvPr/>
          </p:nvSpPr>
          <p:spPr>
            <a:xfrm>
              <a:off x="772325" y="4647675"/>
              <a:ext cx="22075" cy="23575"/>
            </a:xfrm>
            <a:custGeom>
              <a:rect b="b" l="l" r="r" t="t"/>
              <a:pathLst>
                <a:path extrusionOk="0" fill="none" h="943" w="883">
                  <a:moveTo>
                    <a:pt x="882" y="0"/>
                  </a:moveTo>
                  <a:cubicBezTo>
                    <a:pt x="609" y="152"/>
                    <a:pt x="1" y="578"/>
                    <a:pt x="62" y="94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11"/>
            <p:cNvSpPr/>
            <p:nvPr/>
          </p:nvSpPr>
          <p:spPr>
            <a:xfrm>
              <a:off x="988150" y="4682625"/>
              <a:ext cx="28900" cy="38775"/>
            </a:xfrm>
            <a:custGeom>
              <a:rect b="b" l="l" r="r" t="t"/>
              <a:pathLst>
                <a:path extrusionOk="0" fill="none" h="1551" w="1156">
                  <a:moveTo>
                    <a:pt x="1155" y="0"/>
                  </a:moveTo>
                  <a:cubicBezTo>
                    <a:pt x="760" y="396"/>
                    <a:pt x="547" y="578"/>
                    <a:pt x="335" y="1034"/>
                  </a:cubicBezTo>
                  <a:cubicBezTo>
                    <a:pt x="274" y="1216"/>
                    <a:pt x="152" y="1429"/>
                    <a:pt x="0" y="1551"/>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11"/>
            <p:cNvSpPr/>
            <p:nvPr/>
          </p:nvSpPr>
          <p:spPr>
            <a:xfrm>
              <a:off x="1357450" y="4407550"/>
              <a:ext cx="23575" cy="34975"/>
            </a:xfrm>
            <a:custGeom>
              <a:rect b="b" l="l" r="r" t="t"/>
              <a:pathLst>
                <a:path extrusionOk="0" fill="none" h="1399" w="943">
                  <a:moveTo>
                    <a:pt x="943" y="0"/>
                  </a:moveTo>
                  <a:cubicBezTo>
                    <a:pt x="669" y="304"/>
                    <a:pt x="426" y="639"/>
                    <a:pt x="213" y="973"/>
                  </a:cubicBezTo>
                  <a:cubicBezTo>
                    <a:pt x="122" y="1125"/>
                    <a:pt x="0" y="1246"/>
                    <a:pt x="0" y="1398"/>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11"/>
            <p:cNvSpPr/>
            <p:nvPr/>
          </p:nvSpPr>
          <p:spPr>
            <a:xfrm>
              <a:off x="1349100" y="4603600"/>
              <a:ext cx="19775" cy="17500"/>
            </a:xfrm>
            <a:custGeom>
              <a:rect b="b" l="l" r="r" t="t"/>
              <a:pathLst>
                <a:path extrusionOk="0" fill="none" h="700" w="791">
                  <a:moveTo>
                    <a:pt x="790" y="0"/>
                  </a:moveTo>
                  <a:cubicBezTo>
                    <a:pt x="578" y="213"/>
                    <a:pt x="213" y="456"/>
                    <a:pt x="0" y="699"/>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11"/>
            <p:cNvSpPr/>
            <p:nvPr/>
          </p:nvSpPr>
          <p:spPr>
            <a:xfrm>
              <a:off x="1005238" y="38760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6" name="Google Shape;1436;p11"/>
          <p:cNvSpPr/>
          <p:nvPr/>
        </p:nvSpPr>
        <p:spPr>
          <a:xfrm rot="10642903">
            <a:off x="3727306" y="4537291"/>
            <a:ext cx="1113371" cy="265639"/>
          </a:xfrm>
          <a:custGeom>
            <a:rect b="b" l="l" r="r" t="t"/>
            <a:pathLst>
              <a:path extrusionOk="0" h="9405" w="13944">
                <a:moveTo>
                  <a:pt x="0" y="1"/>
                </a:moveTo>
                <a:lnTo>
                  <a:pt x="0" y="1"/>
                </a:lnTo>
                <a:cubicBezTo>
                  <a:pt x="2936" y="1802"/>
                  <a:pt x="5504" y="4170"/>
                  <a:pt x="7539" y="6972"/>
                </a:cubicBezTo>
                <a:cubicBezTo>
                  <a:pt x="8006" y="7573"/>
                  <a:pt x="8473" y="8273"/>
                  <a:pt x="9240" y="8507"/>
                </a:cubicBezTo>
                <a:cubicBezTo>
                  <a:pt x="9040" y="7640"/>
                  <a:pt x="8640" y="6839"/>
                  <a:pt x="8040" y="6172"/>
                </a:cubicBezTo>
                <a:lnTo>
                  <a:pt x="8040" y="6172"/>
                </a:lnTo>
                <a:cubicBezTo>
                  <a:pt x="9941" y="6672"/>
                  <a:pt x="11475" y="8040"/>
                  <a:pt x="13076" y="9141"/>
                </a:cubicBezTo>
                <a:cubicBezTo>
                  <a:pt x="13287" y="9272"/>
                  <a:pt x="13519" y="9404"/>
                  <a:pt x="13755" y="9404"/>
                </a:cubicBezTo>
                <a:cubicBezTo>
                  <a:pt x="13818" y="9404"/>
                  <a:pt x="13881" y="9395"/>
                  <a:pt x="13944" y="9374"/>
                </a:cubicBezTo>
                <a:cubicBezTo>
                  <a:pt x="13944" y="8907"/>
                  <a:pt x="13610" y="8540"/>
                  <a:pt x="13310" y="8207"/>
                </a:cubicBezTo>
                <a:cubicBezTo>
                  <a:pt x="11509" y="6239"/>
                  <a:pt x="9674" y="4270"/>
                  <a:pt x="7506" y="2703"/>
                </a:cubicBezTo>
                <a:cubicBezTo>
                  <a:pt x="5371" y="1168"/>
                  <a:pt x="2669" y="13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11"/>
          <p:cNvSpPr/>
          <p:nvPr/>
        </p:nvSpPr>
        <p:spPr>
          <a:xfrm flipH="1" rot="698747">
            <a:off x="539491" y="3003029"/>
            <a:ext cx="340959" cy="366632"/>
          </a:xfrm>
          <a:custGeom>
            <a:rect b="b" l="l" r="r" t="t"/>
            <a:pathLst>
              <a:path extrusionOk="0" h="11014" w="10242">
                <a:moveTo>
                  <a:pt x="4204" y="0"/>
                </a:moveTo>
                <a:lnTo>
                  <a:pt x="4204" y="0"/>
                </a:lnTo>
                <a:cubicBezTo>
                  <a:pt x="3804" y="133"/>
                  <a:pt x="3370" y="300"/>
                  <a:pt x="2970" y="567"/>
                </a:cubicBezTo>
                <a:cubicBezTo>
                  <a:pt x="568" y="2102"/>
                  <a:pt x="1" y="5537"/>
                  <a:pt x="1735" y="8206"/>
                </a:cubicBezTo>
                <a:cubicBezTo>
                  <a:pt x="2881" y="10003"/>
                  <a:pt x="4783" y="11013"/>
                  <a:pt x="6636" y="11013"/>
                </a:cubicBezTo>
                <a:cubicBezTo>
                  <a:pt x="7535" y="11013"/>
                  <a:pt x="8423" y="10775"/>
                  <a:pt x="9207" y="10274"/>
                </a:cubicBezTo>
                <a:cubicBezTo>
                  <a:pt x="9608" y="10007"/>
                  <a:pt x="9941" y="9707"/>
                  <a:pt x="10242" y="9373"/>
                </a:cubicBezTo>
                <a:lnTo>
                  <a:pt x="10242" y="9373"/>
                </a:lnTo>
                <a:cubicBezTo>
                  <a:pt x="9797" y="9499"/>
                  <a:pt x="9340" y="9561"/>
                  <a:pt x="8881" y="9561"/>
                </a:cubicBezTo>
                <a:cubicBezTo>
                  <a:pt x="7031" y="9561"/>
                  <a:pt x="5153" y="8562"/>
                  <a:pt x="4004" y="6772"/>
                </a:cubicBezTo>
                <a:cubicBezTo>
                  <a:pt x="2536" y="4503"/>
                  <a:pt x="2703" y="1735"/>
                  <a:pt x="42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11"/>
          <p:cNvSpPr txBox="1"/>
          <p:nvPr>
            <p:ph hasCustomPrompt="1" type="title"/>
          </p:nvPr>
        </p:nvSpPr>
        <p:spPr>
          <a:xfrm>
            <a:off x="709975" y="1387300"/>
            <a:ext cx="7724100" cy="21003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15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439" name="Google Shape;1439;p11"/>
          <p:cNvSpPr txBox="1"/>
          <p:nvPr>
            <p:ph idx="1" type="subTitle"/>
          </p:nvPr>
        </p:nvSpPr>
        <p:spPr>
          <a:xfrm>
            <a:off x="1284000" y="3259075"/>
            <a:ext cx="65760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900">
                <a:latin typeface="Inconsolata"/>
                <a:ea typeface="Inconsolata"/>
                <a:cs typeface="Inconsolata"/>
                <a:sym typeface="Inconsolata"/>
              </a:defRPr>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440" name="Shape 144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441" name="Shape 1441"/>
        <p:cNvGrpSpPr/>
        <p:nvPr/>
      </p:nvGrpSpPr>
      <p:grpSpPr>
        <a:xfrm>
          <a:off x="0" y="0"/>
          <a:ext cx="0" cy="0"/>
          <a:chOff x="0" y="0"/>
          <a:chExt cx="0" cy="0"/>
        </a:xfrm>
      </p:grpSpPr>
      <p:pic>
        <p:nvPicPr>
          <p:cNvPr id="1442" name="Google Shape;1442;p13"/>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443" name="Google Shape;1443;p13"/>
          <p:cNvGrpSpPr/>
          <p:nvPr/>
        </p:nvGrpSpPr>
        <p:grpSpPr>
          <a:xfrm>
            <a:off x="-325923" y="-260260"/>
            <a:ext cx="996078" cy="917368"/>
            <a:chOff x="548175" y="3691725"/>
            <a:chExt cx="990925" cy="1044125"/>
          </a:xfrm>
        </p:grpSpPr>
        <p:sp>
          <p:nvSpPr>
            <p:cNvPr id="1444" name="Google Shape;1444;p13"/>
            <p:cNvSpPr/>
            <p:nvPr/>
          </p:nvSpPr>
          <p:spPr>
            <a:xfrm>
              <a:off x="803500" y="3747200"/>
              <a:ext cx="52450" cy="99575"/>
            </a:xfrm>
            <a:custGeom>
              <a:rect b="b" l="l" r="r" t="t"/>
              <a:pathLst>
                <a:path extrusionOk="0" fill="none" h="3983" w="2098">
                  <a:moveTo>
                    <a:pt x="2097" y="0"/>
                  </a:moveTo>
                  <a:cubicBezTo>
                    <a:pt x="1733" y="760"/>
                    <a:pt x="1307" y="1490"/>
                    <a:pt x="881" y="2250"/>
                  </a:cubicBezTo>
                  <a:cubicBezTo>
                    <a:pt x="578" y="2827"/>
                    <a:pt x="213" y="3374"/>
                    <a:pt x="0" y="3982"/>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13"/>
            <p:cNvSpPr/>
            <p:nvPr/>
          </p:nvSpPr>
          <p:spPr>
            <a:xfrm>
              <a:off x="773850" y="3864975"/>
              <a:ext cx="58550" cy="99575"/>
            </a:xfrm>
            <a:custGeom>
              <a:rect b="b" l="l" r="r" t="t"/>
              <a:pathLst>
                <a:path extrusionOk="0" fill="none" h="3983" w="2342">
                  <a:moveTo>
                    <a:pt x="2341" y="1"/>
                  </a:moveTo>
                  <a:cubicBezTo>
                    <a:pt x="2067" y="700"/>
                    <a:pt x="1490" y="1308"/>
                    <a:pt x="1186" y="2007"/>
                  </a:cubicBezTo>
                  <a:cubicBezTo>
                    <a:pt x="852" y="2706"/>
                    <a:pt x="517" y="3436"/>
                    <a:pt x="1" y="398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13"/>
            <p:cNvSpPr/>
            <p:nvPr/>
          </p:nvSpPr>
          <p:spPr>
            <a:xfrm>
              <a:off x="712300" y="3923500"/>
              <a:ext cx="38025" cy="64600"/>
            </a:xfrm>
            <a:custGeom>
              <a:rect b="b" l="l" r="r" t="t"/>
              <a:pathLst>
                <a:path extrusionOk="0" fill="none" h="2584" w="1521">
                  <a:moveTo>
                    <a:pt x="1520" y="0"/>
                  </a:moveTo>
                  <a:cubicBezTo>
                    <a:pt x="1216" y="487"/>
                    <a:pt x="1034" y="1034"/>
                    <a:pt x="700" y="1520"/>
                  </a:cubicBezTo>
                  <a:cubicBezTo>
                    <a:pt x="456" y="1885"/>
                    <a:pt x="244" y="2219"/>
                    <a:pt x="1" y="258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13"/>
            <p:cNvSpPr/>
            <p:nvPr/>
          </p:nvSpPr>
          <p:spPr>
            <a:xfrm>
              <a:off x="718375" y="3829275"/>
              <a:ext cx="41075" cy="64600"/>
            </a:xfrm>
            <a:custGeom>
              <a:rect b="b" l="l" r="r" t="t"/>
              <a:pathLst>
                <a:path extrusionOk="0" fill="none" h="2584" w="1643">
                  <a:moveTo>
                    <a:pt x="1642" y="0"/>
                  </a:moveTo>
                  <a:cubicBezTo>
                    <a:pt x="1034" y="851"/>
                    <a:pt x="487" y="1702"/>
                    <a:pt x="1" y="258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13"/>
            <p:cNvSpPr/>
            <p:nvPr/>
          </p:nvSpPr>
          <p:spPr>
            <a:xfrm>
              <a:off x="621125" y="3993400"/>
              <a:ext cx="26600" cy="53225"/>
            </a:xfrm>
            <a:custGeom>
              <a:rect b="b" l="l" r="r" t="t"/>
              <a:pathLst>
                <a:path extrusionOk="0" fill="none" h="2129" w="1064">
                  <a:moveTo>
                    <a:pt x="1064" y="1"/>
                  </a:moveTo>
                  <a:cubicBezTo>
                    <a:pt x="1003" y="335"/>
                    <a:pt x="699" y="761"/>
                    <a:pt x="517" y="1065"/>
                  </a:cubicBezTo>
                  <a:cubicBezTo>
                    <a:pt x="365" y="1429"/>
                    <a:pt x="182" y="1764"/>
                    <a:pt x="0" y="2128"/>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13"/>
            <p:cNvSpPr/>
            <p:nvPr/>
          </p:nvSpPr>
          <p:spPr>
            <a:xfrm>
              <a:off x="662150" y="4043550"/>
              <a:ext cx="32700" cy="58550"/>
            </a:xfrm>
            <a:custGeom>
              <a:rect b="b" l="l" r="r" t="t"/>
              <a:pathLst>
                <a:path extrusionOk="0" fill="none" h="2342" w="1308">
                  <a:moveTo>
                    <a:pt x="1307" y="1"/>
                  </a:moveTo>
                  <a:cubicBezTo>
                    <a:pt x="1034" y="487"/>
                    <a:pt x="578" y="882"/>
                    <a:pt x="396" y="1399"/>
                  </a:cubicBezTo>
                  <a:cubicBezTo>
                    <a:pt x="274" y="1703"/>
                    <a:pt x="244" y="2098"/>
                    <a:pt x="0" y="2341"/>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13"/>
            <p:cNvSpPr/>
            <p:nvPr/>
          </p:nvSpPr>
          <p:spPr>
            <a:xfrm>
              <a:off x="726750" y="4043550"/>
              <a:ext cx="44075" cy="67650"/>
            </a:xfrm>
            <a:custGeom>
              <a:rect b="b" l="l" r="r" t="t"/>
              <a:pathLst>
                <a:path extrusionOk="0" fill="none" h="2706" w="1763">
                  <a:moveTo>
                    <a:pt x="1763" y="1"/>
                  </a:moveTo>
                  <a:cubicBezTo>
                    <a:pt x="973" y="761"/>
                    <a:pt x="426" y="1703"/>
                    <a:pt x="0" y="270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13"/>
            <p:cNvSpPr/>
            <p:nvPr/>
          </p:nvSpPr>
          <p:spPr>
            <a:xfrm>
              <a:off x="827050" y="3955400"/>
              <a:ext cx="43325" cy="67675"/>
            </a:xfrm>
            <a:custGeom>
              <a:rect b="b" l="l" r="r" t="t"/>
              <a:pathLst>
                <a:path extrusionOk="0" fill="none" h="2707" w="1733">
                  <a:moveTo>
                    <a:pt x="1733" y="1"/>
                  </a:moveTo>
                  <a:cubicBezTo>
                    <a:pt x="1307" y="487"/>
                    <a:pt x="851" y="1065"/>
                    <a:pt x="578" y="1673"/>
                  </a:cubicBezTo>
                  <a:cubicBezTo>
                    <a:pt x="487" y="1855"/>
                    <a:pt x="426" y="2068"/>
                    <a:pt x="304" y="2250"/>
                  </a:cubicBezTo>
                  <a:cubicBezTo>
                    <a:pt x="213" y="2402"/>
                    <a:pt x="0" y="2524"/>
                    <a:pt x="0" y="270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13"/>
            <p:cNvSpPr/>
            <p:nvPr/>
          </p:nvSpPr>
          <p:spPr>
            <a:xfrm>
              <a:off x="908350" y="3835350"/>
              <a:ext cx="44100" cy="76000"/>
            </a:xfrm>
            <a:custGeom>
              <a:rect b="b" l="l" r="r" t="t"/>
              <a:pathLst>
                <a:path extrusionOk="0" fill="none" h="3040" w="1764">
                  <a:moveTo>
                    <a:pt x="1764" y="0"/>
                  </a:moveTo>
                  <a:cubicBezTo>
                    <a:pt x="1399" y="699"/>
                    <a:pt x="1034" y="1429"/>
                    <a:pt x="700" y="2158"/>
                  </a:cubicBezTo>
                  <a:cubicBezTo>
                    <a:pt x="578" y="2462"/>
                    <a:pt x="457" y="3040"/>
                    <a:pt x="1" y="2949"/>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13"/>
            <p:cNvSpPr/>
            <p:nvPr/>
          </p:nvSpPr>
          <p:spPr>
            <a:xfrm>
              <a:off x="901525" y="3764675"/>
              <a:ext cx="50925" cy="76775"/>
            </a:xfrm>
            <a:custGeom>
              <a:rect b="b" l="l" r="r" t="t"/>
              <a:pathLst>
                <a:path extrusionOk="0" fill="none" h="3071" w="2037">
                  <a:moveTo>
                    <a:pt x="2037" y="1"/>
                  </a:moveTo>
                  <a:cubicBezTo>
                    <a:pt x="1489" y="457"/>
                    <a:pt x="1155" y="1095"/>
                    <a:pt x="821" y="1703"/>
                  </a:cubicBezTo>
                  <a:cubicBezTo>
                    <a:pt x="608" y="2067"/>
                    <a:pt x="0" y="2645"/>
                    <a:pt x="61" y="3071"/>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13"/>
            <p:cNvSpPr/>
            <p:nvPr/>
          </p:nvSpPr>
          <p:spPr>
            <a:xfrm>
              <a:off x="1008650" y="3762400"/>
              <a:ext cx="28900" cy="52450"/>
            </a:xfrm>
            <a:custGeom>
              <a:rect b="b" l="l" r="r" t="t"/>
              <a:pathLst>
                <a:path extrusionOk="0" fill="none" h="2098" w="1156">
                  <a:moveTo>
                    <a:pt x="1156" y="0"/>
                  </a:moveTo>
                  <a:cubicBezTo>
                    <a:pt x="882" y="456"/>
                    <a:pt x="487" y="882"/>
                    <a:pt x="305" y="1399"/>
                  </a:cubicBezTo>
                  <a:cubicBezTo>
                    <a:pt x="214" y="1611"/>
                    <a:pt x="183" y="1915"/>
                    <a:pt x="1" y="2098"/>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13"/>
            <p:cNvSpPr/>
            <p:nvPr/>
          </p:nvSpPr>
          <p:spPr>
            <a:xfrm>
              <a:off x="1084650" y="3732750"/>
              <a:ext cx="44100" cy="61600"/>
            </a:xfrm>
            <a:custGeom>
              <a:rect b="b" l="l" r="r" t="t"/>
              <a:pathLst>
                <a:path extrusionOk="0" fill="none" h="2464" w="1764">
                  <a:moveTo>
                    <a:pt x="1763" y="1"/>
                  </a:moveTo>
                  <a:cubicBezTo>
                    <a:pt x="1551" y="487"/>
                    <a:pt x="1277" y="913"/>
                    <a:pt x="943" y="1308"/>
                  </a:cubicBezTo>
                  <a:cubicBezTo>
                    <a:pt x="608" y="1703"/>
                    <a:pt x="396" y="2098"/>
                    <a:pt x="0" y="246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13"/>
            <p:cNvSpPr/>
            <p:nvPr/>
          </p:nvSpPr>
          <p:spPr>
            <a:xfrm>
              <a:off x="1155325" y="3762400"/>
              <a:ext cx="38000" cy="49425"/>
            </a:xfrm>
            <a:custGeom>
              <a:rect b="b" l="l" r="r" t="t"/>
              <a:pathLst>
                <a:path extrusionOk="0" fill="none" h="1977" w="1520">
                  <a:moveTo>
                    <a:pt x="1520" y="0"/>
                  </a:moveTo>
                  <a:cubicBezTo>
                    <a:pt x="1216" y="365"/>
                    <a:pt x="942" y="791"/>
                    <a:pt x="639" y="1155"/>
                  </a:cubicBezTo>
                  <a:cubicBezTo>
                    <a:pt x="426" y="1429"/>
                    <a:pt x="183" y="1672"/>
                    <a:pt x="0" y="197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13"/>
            <p:cNvSpPr/>
            <p:nvPr/>
          </p:nvSpPr>
          <p:spPr>
            <a:xfrm>
              <a:off x="969900" y="39934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13"/>
            <p:cNvSpPr/>
            <p:nvPr/>
          </p:nvSpPr>
          <p:spPr>
            <a:xfrm>
              <a:off x="929625" y="3917425"/>
              <a:ext cx="43350" cy="64600"/>
            </a:xfrm>
            <a:custGeom>
              <a:rect b="b" l="l" r="r" t="t"/>
              <a:pathLst>
                <a:path extrusionOk="0" fill="none" h="2584" w="1734">
                  <a:moveTo>
                    <a:pt x="1733" y="0"/>
                  </a:moveTo>
                  <a:cubicBezTo>
                    <a:pt x="1217" y="882"/>
                    <a:pt x="730" y="1854"/>
                    <a:pt x="1" y="258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13"/>
            <p:cNvSpPr/>
            <p:nvPr/>
          </p:nvSpPr>
          <p:spPr>
            <a:xfrm>
              <a:off x="847550" y="4061025"/>
              <a:ext cx="40300" cy="56275"/>
            </a:xfrm>
            <a:custGeom>
              <a:rect b="b" l="l" r="r" t="t"/>
              <a:pathLst>
                <a:path extrusionOk="0" fill="none" h="2251" w="1612">
                  <a:moveTo>
                    <a:pt x="1612" y="1"/>
                  </a:moveTo>
                  <a:cubicBezTo>
                    <a:pt x="974" y="700"/>
                    <a:pt x="487" y="1429"/>
                    <a:pt x="1" y="225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13"/>
            <p:cNvSpPr/>
            <p:nvPr/>
          </p:nvSpPr>
          <p:spPr>
            <a:xfrm>
              <a:off x="750300" y="4169700"/>
              <a:ext cx="50175" cy="64625"/>
            </a:xfrm>
            <a:custGeom>
              <a:rect b="b" l="l" r="r" t="t"/>
              <a:pathLst>
                <a:path extrusionOk="0" fill="none" h="2585" w="2007">
                  <a:moveTo>
                    <a:pt x="2006" y="0"/>
                  </a:moveTo>
                  <a:cubicBezTo>
                    <a:pt x="1307" y="852"/>
                    <a:pt x="791" y="1824"/>
                    <a:pt x="0" y="258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13"/>
            <p:cNvSpPr/>
            <p:nvPr/>
          </p:nvSpPr>
          <p:spPr>
            <a:xfrm>
              <a:off x="747250" y="4114225"/>
              <a:ext cx="32700" cy="46375"/>
            </a:xfrm>
            <a:custGeom>
              <a:rect b="b" l="l" r="r" t="t"/>
              <a:pathLst>
                <a:path extrusionOk="0" fill="none" h="1855" w="1308">
                  <a:moveTo>
                    <a:pt x="1308" y="1"/>
                  </a:moveTo>
                  <a:cubicBezTo>
                    <a:pt x="913" y="639"/>
                    <a:pt x="517" y="1308"/>
                    <a:pt x="1" y="185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13"/>
            <p:cNvSpPr/>
            <p:nvPr/>
          </p:nvSpPr>
          <p:spPr>
            <a:xfrm>
              <a:off x="641625" y="4222900"/>
              <a:ext cx="35750" cy="52450"/>
            </a:xfrm>
            <a:custGeom>
              <a:rect b="b" l="l" r="r" t="t"/>
              <a:pathLst>
                <a:path extrusionOk="0" fill="none" h="2098" w="1430">
                  <a:moveTo>
                    <a:pt x="1429" y="0"/>
                  </a:moveTo>
                  <a:cubicBezTo>
                    <a:pt x="1399" y="182"/>
                    <a:pt x="1004" y="699"/>
                    <a:pt x="913" y="821"/>
                  </a:cubicBezTo>
                  <a:cubicBezTo>
                    <a:pt x="791" y="973"/>
                    <a:pt x="639" y="1125"/>
                    <a:pt x="517" y="1277"/>
                  </a:cubicBezTo>
                  <a:cubicBezTo>
                    <a:pt x="335" y="1520"/>
                    <a:pt x="62" y="1763"/>
                    <a:pt x="1" y="2097"/>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13"/>
            <p:cNvSpPr/>
            <p:nvPr/>
          </p:nvSpPr>
          <p:spPr>
            <a:xfrm>
              <a:off x="615800" y="4169700"/>
              <a:ext cx="46375" cy="55500"/>
            </a:xfrm>
            <a:custGeom>
              <a:rect b="b" l="l" r="r" t="t"/>
              <a:pathLst>
                <a:path extrusionOk="0" fill="none" h="2220" w="1855">
                  <a:moveTo>
                    <a:pt x="1854" y="0"/>
                  </a:moveTo>
                  <a:cubicBezTo>
                    <a:pt x="973" y="517"/>
                    <a:pt x="699" y="1551"/>
                    <a:pt x="0" y="2219"/>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13"/>
            <p:cNvSpPr/>
            <p:nvPr/>
          </p:nvSpPr>
          <p:spPr>
            <a:xfrm>
              <a:off x="589200" y="4114225"/>
              <a:ext cx="31950" cy="46375"/>
            </a:xfrm>
            <a:custGeom>
              <a:rect b="b" l="l" r="r" t="t"/>
              <a:pathLst>
                <a:path extrusionOk="0" fill="none" h="1855" w="1278">
                  <a:moveTo>
                    <a:pt x="1277" y="1"/>
                  </a:moveTo>
                  <a:cubicBezTo>
                    <a:pt x="973" y="456"/>
                    <a:pt x="669" y="943"/>
                    <a:pt x="335" y="1399"/>
                  </a:cubicBezTo>
                  <a:cubicBezTo>
                    <a:pt x="244" y="1551"/>
                    <a:pt x="122" y="1733"/>
                    <a:pt x="0" y="185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13"/>
            <p:cNvSpPr/>
            <p:nvPr/>
          </p:nvSpPr>
          <p:spPr>
            <a:xfrm>
              <a:off x="630225" y="3855875"/>
              <a:ext cx="31950" cy="50175"/>
            </a:xfrm>
            <a:custGeom>
              <a:rect b="b" l="l" r="r" t="t"/>
              <a:pathLst>
                <a:path extrusionOk="0" fill="none" h="2007" w="1278">
                  <a:moveTo>
                    <a:pt x="1277" y="0"/>
                  </a:moveTo>
                  <a:cubicBezTo>
                    <a:pt x="913" y="365"/>
                    <a:pt x="487" y="760"/>
                    <a:pt x="305" y="1246"/>
                  </a:cubicBezTo>
                  <a:cubicBezTo>
                    <a:pt x="214" y="1459"/>
                    <a:pt x="31" y="1763"/>
                    <a:pt x="1" y="200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13"/>
            <p:cNvSpPr/>
            <p:nvPr/>
          </p:nvSpPr>
          <p:spPr>
            <a:xfrm>
              <a:off x="756375" y="3756325"/>
              <a:ext cx="28900" cy="28900"/>
            </a:xfrm>
            <a:custGeom>
              <a:rect b="b" l="l" r="r" t="t"/>
              <a:pathLst>
                <a:path extrusionOk="0" fill="none" h="1156" w="1156">
                  <a:moveTo>
                    <a:pt x="1156" y="0"/>
                  </a:moveTo>
                  <a:cubicBezTo>
                    <a:pt x="608" y="243"/>
                    <a:pt x="244" y="639"/>
                    <a:pt x="0" y="115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13"/>
            <p:cNvSpPr/>
            <p:nvPr/>
          </p:nvSpPr>
          <p:spPr>
            <a:xfrm>
              <a:off x="565650" y="3982000"/>
              <a:ext cx="26600" cy="41075"/>
            </a:xfrm>
            <a:custGeom>
              <a:rect b="b" l="l" r="r" t="t"/>
              <a:pathLst>
                <a:path extrusionOk="0" fill="none" h="1643" w="1064">
                  <a:moveTo>
                    <a:pt x="1064" y="1"/>
                  </a:moveTo>
                  <a:cubicBezTo>
                    <a:pt x="760" y="305"/>
                    <a:pt x="426" y="669"/>
                    <a:pt x="243" y="1065"/>
                  </a:cubicBezTo>
                  <a:cubicBezTo>
                    <a:pt x="152" y="1247"/>
                    <a:pt x="91" y="1460"/>
                    <a:pt x="0" y="1642"/>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13"/>
            <p:cNvSpPr/>
            <p:nvPr/>
          </p:nvSpPr>
          <p:spPr>
            <a:xfrm>
              <a:off x="548175" y="4222900"/>
              <a:ext cx="26600" cy="43325"/>
            </a:xfrm>
            <a:custGeom>
              <a:rect b="b" l="l" r="r" t="t"/>
              <a:pathLst>
                <a:path extrusionOk="0" fill="none" h="1733" w="1064">
                  <a:moveTo>
                    <a:pt x="1064" y="0"/>
                  </a:moveTo>
                  <a:cubicBezTo>
                    <a:pt x="821" y="365"/>
                    <a:pt x="517" y="760"/>
                    <a:pt x="334" y="1155"/>
                  </a:cubicBezTo>
                  <a:cubicBezTo>
                    <a:pt x="274" y="1338"/>
                    <a:pt x="182" y="1702"/>
                    <a:pt x="0" y="173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13"/>
            <p:cNvSpPr/>
            <p:nvPr/>
          </p:nvSpPr>
          <p:spPr>
            <a:xfrm>
              <a:off x="583125" y="4278350"/>
              <a:ext cx="26625" cy="41075"/>
            </a:xfrm>
            <a:custGeom>
              <a:rect b="b" l="l" r="r" t="t"/>
              <a:pathLst>
                <a:path extrusionOk="0" fill="none" h="1643" w="1065">
                  <a:moveTo>
                    <a:pt x="1064" y="1"/>
                  </a:moveTo>
                  <a:cubicBezTo>
                    <a:pt x="730" y="335"/>
                    <a:pt x="487" y="700"/>
                    <a:pt x="304" y="1126"/>
                  </a:cubicBezTo>
                  <a:cubicBezTo>
                    <a:pt x="213" y="1278"/>
                    <a:pt x="152" y="1582"/>
                    <a:pt x="0" y="1642"/>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13"/>
            <p:cNvSpPr/>
            <p:nvPr/>
          </p:nvSpPr>
          <p:spPr>
            <a:xfrm>
              <a:off x="621125" y="4322425"/>
              <a:ext cx="58525" cy="85150"/>
            </a:xfrm>
            <a:custGeom>
              <a:rect b="b" l="l" r="r" t="t"/>
              <a:pathLst>
                <a:path extrusionOk="0" fill="none" h="3406" w="2341">
                  <a:moveTo>
                    <a:pt x="2341" y="1"/>
                  </a:moveTo>
                  <a:cubicBezTo>
                    <a:pt x="1824" y="578"/>
                    <a:pt x="1368" y="1247"/>
                    <a:pt x="973" y="1946"/>
                  </a:cubicBezTo>
                  <a:cubicBezTo>
                    <a:pt x="821" y="2220"/>
                    <a:pt x="669" y="2433"/>
                    <a:pt x="517" y="2706"/>
                  </a:cubicBezTo>
                  <a:cubicBezTo>
                    <a:pt x="334" y="2919"/>
                    <a:pt x="243" y="3223"/>
                    <a:pt x="0" y="340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13"/>
            <p:cNvSpPr/>
            <p:nvPr/>
          </p:nvSpPr>
          <p:spPr>
            <a:xfrm>
              <a:off x="618075" y="4459975"/>
              <a:ext cx="26625" cy="44100"/>
            </a:xfrm>
            <a:custGeom>
              <a:rect b="b" l="l" r="r" t="t"/>
              <a:pathLst>
                <a:path extrusionOk="0" fill="none" h="1764" w="1065">
                  <a:moveTo>
                    <a:pt x="1064" y="1"/>
                  </a:moveTo>
                  <a:cubicBezTo>
                    <a:pt x="760" y="426"/>
                    <a:pt x="578" y="760"/>
                    <a:pt x="365" y="1216"/>
                  </a:cubicBezTo>
                  <a:cubicBezTo>
                    <a:pt x="304" y="1368"/>
                    <a:pt x="152" y="1642"/>
                    <a:pt x="0" y="176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13"/>
            <p:cNvSpPr/>
            <p:nvPr/>
          </p:nvSpPr>
          <p:spPr>
            <a:xfrm>
              <a:off x="741925" y="4275325"/>
              <a:ext cx="41075" cy="55500"/>
            </a:xfrm>
            <a:custGeom>
              <a:rect b="b" l="l" r="r" t="t"/>
              <a:pathLst>
                <a:path extrusionOk="0" fill="none" h="2220" w="1643">
                  <a:moveTo>
                    <a:pt x="1642" y="0"/>
                  </a:moveTo>
                  <a:cubicBezTo>
                    <a:pt x="1095" y="335"/>
                    <a:pt x="882" y="851"/>
                    <a:pt x="578" y="1368"/>
                  </a:cubicBezTo>
                  <a:cubicBezTo>
                    <a:pt x="426" y="1672"/>
                    <a:pt x="244" y="2037"/>
                    <a:pt x="1" y="2219"/>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13"/>
            <p:cNvSpPr/>
            <p:nvPr/>
          </p:nvSpPr>
          <p:spPr>
            <a:xfrm>
              <a:off x="849850" y="4178825"/>
              <a:ext cx="26600" cy="41050"/>
            </a:xfrm>
            <a:custGeom>
              <a:rect b="b" l="l" r="r" t="t"/>
              <a:pathLst>
                <a:path extrusionOk="0" fill="none" h="1642" w="1064">
                  <a:moveTo>
                    <a:pt x="1064" y="0"/>
                  </a:moveTo>
                  <a:cubicBezTo>
                    <a:pt x="790" y="335"/>
                    <a:pt x="517" y="638"/>
                    <a:pt x="304" y="1034"/>
                  </a:cubicBezTo>
                  <a:cubicBezTo>
                    <a:pt x="183" y="1216"/>
                    <a:pt x="152" y="1459"/>
                    <a:pt x="0" y="1642"/>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13"/>
            <p:cNvSpPr/>
            <p:nvPr/>
          </p:nvSpPr>
          <p:spPr>
            <a:xfrm>
              <a:off x="944075" y="4102075"/>
              <a:ext cx="49400" cy="70675"/>
            </a:xfrm>
            <a:custGeom>
              <a:rect b="b" l="l" r="r" t="t"/>
              <a:pathLst>
                <a:path extrusionOk="0" fill="none" h="2827" w="1976">
                  <a:moveTo>
                    <a:pt x="1976" y="0"/>
                  </a:moveTo>
                  <a:cubicBezTo>
                    <a:pt x="1429" y="547"/>
                    <a:pt x="1003" y="1094"/>
                    <a:pt x="639" y="1794"/>
                  </a:cubicBezTo>
                  <a:cubicBezTo>
                    <a:pt x="456" y="2098"/>
                    <a:pt x="243" y="2553"/>
                    <a:pt x="0" y="2827"/>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13"/>
            <p:cNvSpPr/>
            <p:nvPr/>
          </p:nvSpPr>
          <p:spPr>
            <a:xfrm>
              <a:off x="1052725" y="4013925"/>
              <a:ext cx="34975" cy="50175"/>
            </a:xfrm>
            <a:custGeom>
              <a:rect b="b" l="l" r="r" t="t"/>
              <a:pathLst>
                <a:path extrusionOk="0" fill="none" h="2007" w="1399">
                  <a:moveTo>
                    <a:pt x="1399" y="0"/>
                  </a:moveTo>
                  <a:cubicBezTo>
                    <a:pt x="943" y="456"/>
                    <a:pt x="609" y="851"/>
                    <a:pt x="335" y="1399"/>
                  </a:cubicBezTo>
                  <a:cubicBezTo>
                    <a:pt x="274" y="1490"/>
                    <a:pt x="274" y="1672"/>
                    <a:pt x="183" y="1763"/>
                  </a:cubicBezTo>
                  <a:cubicBezTo>
                    <a:pt x="122" y="1885"/>
                    <a:pt x="62" y="1885"/>
                    <a:pt x="1" y="200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13"/>
            <p:cNvSpPr/>
            <p:nvPr/>
          </p:nvSpPr>
          <p:spPr>
            <a:xfrm>
              <a:off x="1149250" y="3899950"/>
              <a:ext cx="34975" cy="50175"/>
            </a:xfrm>
            <a:custGeom>
              <a:rect b="b" l="l" r="r" t="t"/>
              <a:pathLst>
                <a:path extrusionOk="0" fill="none" h="2007" w="1399">
                  <a:moveTo>
                    <a:pt x="1398" y="0"/>
                  </a:moveTo>
                  <a:cubicBezTo>
                    <a:pt x="1003" y="426"/>
                    <a:pt x="730" y="821"/>
                    <a:pt x="395" y="1307"/>
                  </a:cubicBezTo>
                  <a:cubicBezTo>
                    <a:pt x="243" y="1489"/>
                    <a:pt x="0" y="1733"/>
                    <a:pt x="0" y="200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13"/>
            <p:cNvSpPr/>
            <p:nvPr/>
          </p:nvSpPr>
          <p:spPr>
            <a:xfrm>
              <a:off x="1102125" y="3879425"/>
              <a:ext cx="26625" cy="41050"/>
            </a:xfrm>
            <a:custGeom>
              <a:rect b="b" l="l" r="r" t="t"/>
              <a:pathLst>
                <a:path extrusionOk="0" fill="none" h="1642" w="1065">
                  <a:moveTo>
                    <a:pt x="1064" y="0"/>
                  </a:moveTo>
                  <a:cubicBezTo>
                    <a:pt x="730" y="183"/>
                    <a:pt x="517" y="699"/>
                    <a:pt x="304" y="1003"/>
                  </a:cubicBezTo>
                  <a:cubicBezTo>
                    <a:pt x="183" y="1186"/>
                    <a:pt x="31" y="1429"/>
                    <a:pt x="1" y="1642"/>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13"/>
            <p:cNvSpPr/>
            <p:nvPr/>
          </p:nvSpPr>
          <p:spPr>
            <a:xfrm>
              <a:off x="972950" y="3697800"/>
              <a:ext cx="38775" cy="44100"/>
            </a:xfrm>
            <a:custGeom>
              <a:rect b="b" l="l" r="r" t="t"/>
              <a:pathLst>
                <a:path extrusionOk="0" fill="none" h="1764" w="1551">
                  <a:moveTo>
                    <a:pt x="1550" y="1"/>
                  </a:moveTo>
                  <a:cubicBezTo>
                    <a:pt x="1186" y="426"/>
                    <a:pt x="851" y="791"/>
                    <a:pt x="487" y="1186"/>
                  </a:cubicBezTo>
                  <a:cubicBezTo>
                    <a:pt x="365" y="1308"/>
                    <a:pt x="61" y="1612"/>
                    <a:pt x="0" y="176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13"/>
            <p:cNvSpPr/>
            <p:nvPr/>
          </p:nvSpPr>
          <p:spPr>
            <a:xfrm>
              <a:off x="908350" y="3691725"/>
              <a:ext cx="20550" cy="23575"/>
            </a:xfrm>
            <a:custGeom>
              <a:rect b="b" l="l" r="r" t="t"/>
              <a:pathLst>
                <a:path extrusionOk="0" fill="none" h="943" w="822">
                  <a:moveTo>
                    <a:pt x="821" y="1"/>
                  </a:moveTo>
                  <a:cubicBezTo>
                    <a:pt x="457" y="213"/>
                    <a:pt x="122" y="517"/>
                    <a:pt x="1" y="94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13"/>
            <p:cNvSpPr/>
            <p:nvPr/>
          </p:nvSpPr>
          <p:spPr>
            <a:xfrm>
              <a:off x="1207000" y="3779875"/>
              <a:ext cx="38775" cy="49425"/>
            </a:xfrm>
            <a:custGeom>
              <a:rect b="b" l="l" r="r" t="t"/>
              <a:pathLst>
                <a:path extrusionOk="0" fill="none" h="1977" w="1551">
                  <a:moveTo>
                    <a:pt x="1550" y="1"/>
                  </a:moveTo>
                  <a:cubicBezTo>
                    <a:pt x="1094" y="396"/>
                    <a:pt x="730" y="821"/>
                    <a:pt x="334" y="1277"/>
                  </a:cubicBezTo>
                  <a:cubicBezTo>
                    <a:pt x="182" y="1490"/>
                    <a:pt x="0" y="1703"/>
                    <a:pt x="31" y="197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13"/>
            <p:cNvSpPr/>
            <p:nvPr/>
          </p:nvSpPr>
          <p:spPr>
            <a:xfrm>
              <a:off x="1275375" y="3814825"/>
              <a:ext cx="38025" cy="38025"/>
            </a:xfrm>
            <a:custGeom>
              <a:rect b="b" l="l" r="r" t="t"/>
              <a:pathLst>
                <a:path extrusionOk="0" fill="none" h="1521" w="1521">
                  <a:moveTo>
                    <a:pt x="1521" y="1"/>
                  </a:moveTo>
                  <a:cubicBezTo>
                    <a:pt x="1125" y="61"/>
                    <a:pt x="852" y="609"/>
                    <a:pt x="639" y="882"/>
                  </a:cubicBezTo>
                  <a:cubicBezTo>
                    <a:pt x="457" y="1065"/>
                    <a:pt x="214" y="1368"/>
                    <a:pt x="1" y="152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13"/>
            <p:cNvSpPr/>
            <p:nvPr/>
          </p:nvSpPr>
          <p:spPr>
            <a:xfrm>
              <a:off x="1322500" y="3858900"/>
              <a:ext cx="58525" cy="61575"/>
            </a:xfrm>
            <a:custGeom>
              <a:rect b="b" l="l" r="r" t="t"/>
              <a:pathLst>
                <a:path extrusionOk="0" fill="none" h="2463" w="2341">
                  <a:moveTo>
                    <a:pt x="2341" y="1"/>
                  </a:moveTo>
                  <a:cubicBezTo>
                    <a:pt x="1976" y="274"/>
                    <a:pt x="1520" y="578"/>
                    <a:pt x="1246" y="943"/>
                  </a:cubicBezTo>
                  <a:cubicBezTo>
                    <a:pt x="1095" y="1125"/>
                    <a:pt x="973" y="1338"/>
                    <a:pt x="791" y="1520"/>
                  </a:cubicBezTo>
                  <a:cubicBezTo>
                    <a:pt x="547" y="1824"/>
                    <a:pt x="243" y="2128"/>
                    <a:pt x="0" y="246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13"/>
            <p:cNvSpPr/>
            <p:nvPr/>
          </p:nvSpPr>
          <p:spPr>
            <a:xfrm>
              <a:off x="1325525" y="3944000"/>
              <a:ext cx="66900" cy="72975"/>
            </a:xfrm>
            <a:custGeom>
              <a:rect b="b" l="l" r="r" t="t"/>
              <a:pathLst>
                <a:path extrusionOk="0" fill="none" h="2919" w="2676">
                  <a:moveTo>
                    <a:pt x="2676" y="1"/>
                  </a:moveTo>
                  <a:cubicBezTo>
                    <a:pt x="2159" y="609"/>
                    <a:pt x="1673" y="1308"/>
                    <a:pt x="1034" y="1855"/>
                  </a:cubicBezTo>
                  <a:cubicBezTo>
                    <a:pt x="670" y="2159"/>
                    <a:pt x="335" y="2585"/>
                    <a:pt x="1" y="2919"/>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13"/>
            <p:cNvSpPr/>
            <p:nvPr/>
          </p:nvSpPr>
          <p:spPr>
            <a:xfrm>
              <a:off x="1407600" y="3958450"/>
              <a:ext cx="38025" cy="44100"/>
            </a:xfrm>
            <a:custGeom>
              <a:rect b="b" l="l" r="r" t="t"/>
              <a:pathLst>
                <a:path extrusionOk="0" fill="none" h="1764" w="1521">
                  <a:moveTo>
                    <a:pt x="1520" y="0"/>
                  </a:moveTo>
                  <a:cubicBezTo>
                    <a:pt x="1004" y="578"/>
                    <a:pt x="609" y="1307"/>
                    <a:pt x="1" y="176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13"/>
            <p:cNvSpPr/>
            <p:nvPr/>
          </p:nvSpPr>
          <p:spPr>
            <a:xfrm>
              <a:off x="1242700" y="3970600"/>
              <a:ext cx="44100" cy="55500"/>
            </a:xfrm>
            <a:custGeom>
              <a:rect b="b" l="l" r="r" t="t"/>
              <a:pathLst>
                <a:path extrusionOk="0" fill="none" h="2220" w="1764">
                  <a:moveTo>
                    <a:pt x="1764" y="1"/>
                  </a:moveTo>
                  <a:cubicBezTo>
                    <a:pt x="1308" y="274"/>
                    <a:pt x="1034" y="791"/>
                    <a:pt x="791" y="1277"/>
                  </a:cubicBezTo>
                  <a:cubicBezTo>
                    <a:pt x="578" y="1612"/>
                    <a:pt x="274" y="1885"/>
                    <a:pt x="1" y="222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13"/>
            <p:cNvSpPr/>
            <p:nvPr/>
          </p:nvSpPr>
          <p:spPr>
            <a:xfrm>
              <a:off x="1178875" y="3944000"/>
              <a:ext cx="49425" cy="58550"/>
            </a:xfrm>
            <a:custGeom>
              <a:rect b="b" l="l" r="r" t="t"/>
              <a:pathLst>
                <a:path extrusionOk="0" fill="none" h="2342" w="1977">
                  <a:moveTo>
                    <a:pt x="1976" y="1"/>
                  </a:moveTo>
                  <a:cubicBezTo>
                    <a:pt x="1520" y="487"/>
                    <a:pt x="1034" y="974"/>
                    <a:pt x="639" y="1521"/>
                  </a:cubicBezTo>
                  <a:cubicBezTo>
                    <a:pt x="456" y="1764"/>
                    <a:pt x="92" y="2068"/>
                    <a:pt x="0" y="2341"/>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13"/>
            <p:cNvSpPr/>
            <p:nvPr/>
          </p:nvSpPr>
          <p:spPr>
            <a:xfrm>
              <a:off x="1117325" y="4076225"/>
              <a:ext cx="41050" cy="49425"/>
            </a:xfrm>
            <a:custGeom>
              <a:rect b="b" l="l" r="r" t="t"/>
              <a:pathLst>
                <a:path extrusionOk="0" fill="none" h="1977" w="1642">
                  <a:moveTo>
                    <a:pt x="1642" y="1"/>
                  </a:moveTo>
                  <a:cubicBezTo>
                    <a:pt x="1186" y="396"/>
                    <a:pt x="943" y="882"/>
                    <a:pt x="548" y="1308"/>
                  </a:cubicBezTo>
                  <a:cubicBezTo>
                    <a:pt x="365" y="1521"/>
                    <a:pt x="183" y="1764"/>
                    <a:pt x="0" y="197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13"/>
            <p:cNvSpPr/>
            <p:nvPr/>
          </p:nvSpPr>
          <p:spPr>
            <a:xfrm>
              <a:off x="1198625" y="4084600"/>
              <a:ext cx="41825" cy="50175"/>
            </a:xfrm>
            <a:custGeom>
              <a:rect b="b" l="l" r="r" t="t"/>
              <a:pathLst>
                <a:path extrusionOk="0" fill="none" h="2007" w="1673">
                  <a:moveTo>
                    <a:pt x="1673" y="0"/>
                  </a:moveTo>
                  <a:cubicBezTo>
                    <a:pt x="1308" y="456"/>
                    <a:pt x="1004" y="912"/>
                    <a:pt x="639" y="1338"/>
                  </a:cubicBezTo>
                  <a:cubicBezTo>
                    <a:pt x="457" y="1520"/>
                    <a:pt x="274" y="1915"/>
                    <a:pt x="1" y="200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13"/>
            <p:cNvSpPr/>
            <p:nvPr/>
          </p:nvSpPr>
          <p:spPr>
            <a:xfrm>
              <a:off x="1295900" y="4064075"/>
              <a:ext cx="41050" cy="50175"/>
            </a:xfrm>
            <a:custGeom>
              <a:rect b="b" l="l" r="r" t="t"/>
              <a:pathLst>
                <a:path extrusionOk="0" fill="none" h="2007" w="1642">
                  <a:moveTo>
                    <a:pt x="1642" y="0"/>
                  </a:moveTo>
                  <a:cubicBezTo>
                    <a:pt x="1247" y="487"/>
                    <a:pt x="821" y="912"/>
                    <a:pt x="456" y="1429"/>
                  </a:cubicBezTo>
                  <a:cubicBezTo>
                    <a:pt x="335" y="1611"/>
                    <a:pt x="183" y="1946"/>
                    <a:pt x="0" y="2007"/>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13"/>
            <p:cNvSpPr/>
            <p:nvPr/>
          </p:nvSpPr>
          <p:spPr>
            <a:xfrm>
              <a:off x="1360500" y="4061025"/>
              <a:ext cx="58525" cy="61575"/>
            </a:xfrm>
            <a:custGeom>
              <a:rect b="b" l="l" r="r" t="t"/>
              <a:pathLst>
                <a:path extrusionOk="0" fill="none" h="2463" w="2341">
                  <a:moveTo>
                    <a:pt x="2341" y="1"/>
                  </a:moveTo>
                  <a:cubicBezTo>
                    <a:pt x="2006" y="214"/>
                    <a:pt x="1733" y="396"/>
                    <a:pt x="1489" y="730"/>
                  </a:cubicBezTo>
                  <a:cubicBezTo>
                    <a:pt x="1337" y="913"/>
                    <a:pt x="1216" y="1125"/>
                    <a:pt x="1064" y="1308"/>
                  </a:cubicBezTo>
                  <a:cubicBezTo>
                    <a:pt x="669" y="1703"/>
                    <a:pt x="304" y="2037"/>
                    <a:pt x="0" y="246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13"/>
            <p:cNvSpPr/>
            <p:nvPr/>
          </p:nvSpPr>
          <p:spPr>
            <a:xfrm>
              <a:off x="1442550" y="4055725"/>
              <a:ext cx="52475" cy="58525"/>
            </a:xfrm>
            <a:custGeom>
              <a:rect b="b" l="l" r="r" t="t"/>
              <a:pathLst>
                <a:path extrusionOk="0" fill="none" h="2341" w="2099">
                  <a:moveTo>
                    <a:pt x="2098" y="0"/>
                  </a:moveTo>
                  <a:cubicBezTo>
                    <a:pt x="1825" y="456"/>
                    <a:pt x="1399" y="851"/>
                    <a:pt x="1065" y="1277"/>
                  </a:cubicBezTo>
                  <a:cubicBezTo>
                    <a:pt x="761" y="1672"/>
                    <a:pt x="396" y="2037"/>
                    <a:pt x="1" y="2341"/>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13"/>
            <p:cNvSpPr/>
            <p:nvPr/>
          </p:nvSpPr>
          <p:spPr>
            <a:xfrm>
              <a:off x="1448625" y="4149175"/>
              <a:ext cx="41075" cy="58550"/>
            </a:xfrm>
            <a:custGeom>
              <a:rect b="b" l="l" r="r" t="t"/>
              <a:pathLst>
                <a:path extrusionOk="0" fill="none" h="2342" w="1643">
                  <a:moveTo>
                    <a:pt x="1642" y="1"/>
                  </a:moveTo>
                  <a:cubicBezTo>
                    <a:pt x="1186" y="852"/>
                    <a:pt x="396" y="1490"/>
                    <a:pt x="1" y="2341"/>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13"/>
            <p:cNvSpPr/>
            <p:nvPr/>
          </p:nvSpPr>
          <p:spPr>
            <a:xfrm>
              <a:off x="1480550" y="4193250"/>
              <a:ext cx="58550" cy="67650"/>
            </a:xfrm>
            <a:custGeom>
              <a:rect b="b" l="l" r="r" t="t"/>
              <a:pathLst>
                <a:path extrusionOk="0" fill="none" h="2706" w="2342">
                  <a:moveTo>
                    <a:pt x="2341" y="1"/>
                  </a:moveTo>
                  <a:cubicBezTo>
                    <a:pt x="1885" y="517"/>
                    <a:pt x="1490" y="1065"/>
                    <a:pt x="1064" y="1612"/>
                  </a:cubicBezTo>
                  <a:cubicBezTo>
                    <a:pt x="760" y="2007"/>
                    <a:pt x="365" y="2341"/>
                    <a:pt x="1" y="270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13"/>
            <p:cNvSpPr/>
            <p:nvPr/>
          </p:nvSpPr>
          <p:spPr>
            <a:xfrm>
              <a:off x="1442550" y="4389300"/>
              <a:ext cx="41075" cy="44100"/>
            </a:xfrm>
            <a:custGeom>
              <a:rect b="b" l="l" r="r" t="t"/>
              <a:pathLst>
                <a:path extrusionOk="0" fill="none" h="1764" w="1643">
                  <a:moveTo>
                    <a:pt x="1642" y="1"/>
                  </a:moveTo>
                  <a:cubicBezTo>
                    <a:pt x="1369" y="335"/>
                    <a:pt x="973" y="517"/>
                    <a:pt x="700" y="852"/>
                  </a:cubicBezTo>
                  <a:cubicBezTo>
                    <a:pt x="457" y="1156"/>
                    <a:pt x="244" y="1490"/>
                    <a:pt x="1" y="176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13"/>
            <p:cNvSpPr/>
            <p:nvPr/>
          </p:nvSpPr>
          <p:spPr>
            <a:xfrm>
              <a:off x="1392400" y="4501000"/>
              <a:ext cx="50175" cy="50175"/>
            </a:xfrm>
            <a:custGeom>
              <a:rect b="b" l="l" r="r" t="t"/>
              <a:pathLst>
                <a:path extrusionOk="0" fill="none" h="2007" w="2007">
                  <a:moveTo>
                    <a:pt x="2007" y="1"/>
                  </a:moveTo>
                  <a:cubicBezTo>
                    <a:pt x="1581" y="426"/>
                    <a:pt x="1217" y="882"/>
                    <a:pt x="821" y="1308"/>
                  </a:cubicBezTo>
                  <a:cubicBezTo>
                    <a:pt x="578" y="1551"/>
                    <a:pt x="244" y="1733"/>
                    <a:pt x="1" y="2007"/>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13"/>
            <p:cNvSpPr/>
            <p:nvPr/>
          </p:nvSpPr>
          <p:spPr>
            <a:xfrm>
              <a:off x="1474475" y="4295850"/>
              <a:ext cx="38025" cy="47125"/>
            </a:xfrm>
            <a:custGeom>
              <a:rect b="b" l="l" r="r" t="t"/>
              <a:pathLst>
                <a:path extrusionOk="0" fill="none" h="1885" w="1521">
                  <a:moveTo>
                    <a:pt x="1520" y="0"/>
                  </a:moveTo>
                  <a:cubicBezTo>
                    <a:pt x="1216" y="365"/>
                    <a:pt x="912" y="699"/>
                    <a:pt x="639" y="1094"/>
                  </a:cubicBezTo>
                  <a:cubicBezTo>
                    <a:pt x="426" y="1368"/>
                    <a:pt x="274" y="1641"/>
                    <a:pt x="0" y="188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13"/>
            <p:cNvSpPr/>
            <p:nvPr/>
          </p:nvSpPr>
          <p:spPr>
            <a:xfrm>
              <a:off x="1515500" y="4105100"/>
              <a:ext cx="23600" cy="29675"/>
            </a:xfrm>
            <a:custGeom>
              <a:rect b="b" l="l" r="r" t="t"/>
              <a:pathLst>
                <a:path extrusionOk="0" fill="none" h="1187" w="944">
                  <a:moveTo>
                    <a:pt x="943" y="1"/>
                  </a:moveTo>
                  <a:cubicBezTo>
                    <a:pt x="457" y="274"/>
                    <a:pt x="122" y="639"/>
                    <a:pt x="1" y="118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13"/>
            <p:cNvSpPr/>
            <p:nvPr/>
          </p:nvSpPr>
          <p:spPr>
            <a:xfrm>
              <a:off x="1351375" y="4281400"/>
              <a:ext cx="61575" cy="72975"/>
            </a:xfrm>
            <a:custGeom>
              <a:rect b="b" l="l" r="r" t="t"/>
              <a:pathLst>
                <a:path extrusionOk="0" fill="none" h="2919" w="2463">
                  <a:moveTo>
                    <a:pt x="2462" y="1"/>
                  </a:moveTo>
                  <a:cubicBezTo>
                    <a:pt x="2128" y="274"/>
                    <a:pt x="1702" y="548"/>
                    <a:pt x="1429" y="943"/>
                  </a:cubicBezTo>
                  <a:cubicBezTo>
                    <a:pt x="1247" y="1216"/>
                    <a:pt x="1064" y="1490"/>
                    <a:pt x="851" y="1764"/>
                  </a:cubicBezTo>
                  <a:cubicBezTo>
                    <a:pt x="578" y="2128"/>
                    <a:pt x="365" y="2645"/>
                    <a:pt x="0" y="2919"/>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13"/>
            <p:cNvSpPr/>
            <p:nvPr/>
          </p:nvSpPr>
          <p:spPr>
            <a:xfrm>
              <a:off x="1333900" y="4199325"/>
              <a:ext cx="44100" cy="46375"/>
            </a:xfrm>
            <a:custGeom>
              <a:rect b="b" l="l" r="r" t="t"/>
              <a:pathLst>
                <a:path extrusionOk="0" fill="none" h="1855" w="1764">
                  <a:moveTo>
                    <a:pt x="1763" y="1"/>
                  </a:moveTo>
                  <a:cubicBezTo>
                    <a:pt x="1368" y="122"/>
                    <a:pt x="1094" y="700"/>
                    <a:pt x="821" y="1004"/>
                  </a:cubicBezTo>
                  <a:cubicBezTo>
                    <a:pt x="547" y="1277"/>
                    <a:pt x="304" y="1581"/>
                    <a:pt x="0" y="185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13"/>
            <p:cNvSpPr/>
            <p:nvPr/>
          </p:nvSpPr>
          <p:spPr>
            <a:xfrm>
              <a:off x="1008650" y="4172750"/>
              <a:ext cx="46375" cy="58525"/>
            </a:xfrm>
            <a:custGeom>
              <a:rect b="b" l="l" r="r" t="t"/>
              <a:pathLst>
                <a:path extrusionOk="0" fill="none" h="2341" w="1855">
                  <a:moveTo>
                    <a:pt x="1855" y="0"/>
                  </a:moveTo>
                  <a:cubicBezTo>
                    <a:pt x="1277" y="790"/>
                    <a:pt x="670" y="1611"/>
                    <a:pt x="1" y="234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13"/>
            <p:cNvSpPr/>
            <p:nvPr/>
          </p:nvSpPr>
          <p:spPr>
            <a:xfrm>
              <a:off x="1114275" y="4193250"/>
              <a:ext cx="38025" cy="41075"/>
            </a:xfrm>
            <a:custGeom>
              <a:rect b="b" l="l" r="r" t="t"/>
              <a:pathLst>
                <a:path extrusionOk="0" fill="none" h="1643" w="1521">
                  <a:moveTo>
                    <a:pt x="1521" y="1"/>
                  </a:moveTo>
                  <a:cubicBezTo>
                    <a:pt x="1095" y="213"/>
                    <a:pt x="670" y="548"/>
                    <a:pt x="396" y="973"/>
                  </a:cubicBezTo>
                  <a:cubicBezTo>
                    <a:pt x="244" y="1186"/>
                    <a:pt x="183" y="1460"/>
                    <a:pt x="1" y="1642"/>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13"/>
            <p:cNvSpPr/>
            <p:nvPr/>
          </p:nvSpPr>
          <p:spPr>
            <a:xfrm>
              <a:off x="1216875" y="4187175"/>
              <a:ext cx="31925" cy="35750"/>
            </a:xfrm>
            <a:custGeom>
              <a:rect b="b" l="l" r="r" t="t"/>
              <a:pathLst>
                <a:path extrusionOk="0" fill="none" h="1430" w="1277">
                  <a:moveTo>
                    <a:pt x="1277" y="1"/>
                  </a:moveTo>
                  <a:cubicBezTo>
                    <a:pt x="912" y="335"/>
                    <a:pt x="547" y="517"/>
                    <a:pt x="335" y="943"/>
                  </a:cubicBezTo>
                  <a:cubicBezTo>
                    <a:pt x="243" y="1156"/>
                    <a:pt x="152" y="1247"/>
                    <a:pt x="0" y="1429"/>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13"/>
            <p:cNvSpPr/>
            <p:nvPr/>
          </p:nvSpPr>
          <p:spPr>
            <a:xfrm>
              <a:off x="1286775" y="4178825"/>
              <a:ext cx="44100" cy="43325"/>
            </a:xfrm>
            <a:custGeom>
              <a:rect b="b" l="l" r="r" t="t"/>
              <a:pathLst>
                <a:path extrusionOk="0" fill="none" h="1733" w="1764">
                  <a:moveTo>
                    <a:pt x="1764" y="0"/>
                  </a:moveTo>
                  <a:cubicBezTo>
                    <a:pt x="1186" y="487"/>
                    <a:pt x="457" y="1094"/>
                    <a:pt x="1" y="173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13"/>
            <p:cNvSpPr/>
            <p:nvPr/>
          </p:nvSpPr>
          <p:spPr>
            <a:xfrm>
              <a:off x="1146200" y="4310275"/>
              <a:ext cx="58525" cy="64625"/>
            </a:xfrm>
            <a:custGeom>
              <a:rect b="b" l="l" r="r" t="t"/>
              <a:pathLst>
                <a:path extrusionOk="0" fill="none" h="2585" w="2341">
                  <a:moveTo>
                    <a:pt x="2341" y="1"/>
                  </a:moveTo>
                  <a:cubicBezTo>
                    <a:pt x="2037" y="92"/>
                    <a:pt x="1763" y="639"/>
                    <a:pt x="1611" y="852"/>
                  </a:cubicBezTo>
                  <a:cubicBezTo>
                    <a:pt x="1429" y="1064"/>
                    <a:pt x="1247" y="1247"/>
                    <a:pt x="1064" y="1429"/>
                  </a:cubicBezTo>
                  <a:cubicBezTo>
                    <a:pt x="669" y="1794"/>
                    <a:pt x="335" y="2189"/>
                    <a:pt x="0" y="258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13"/>
            <p:cNvSpPr/>
            <p:nvPr/>
          </p:nvSpPr>
          <p:spPr>
            <a:xfrm>
              <a:off x="1102125" y="4286725"/>
              <a:ext cx="50175" cy="56250"/>
            </a:xfrm>
            <a:custGeom>
              <a:rect b="b" l="l" r="r" t="t"/>
              <a:pathLst>
                <a:path extrusionOk="0" fill="none" h="2250" w="2007">
                  <a:moveTo>
                    <a:pt x="2007" y="0"/>
                  </a:moveTo>
                  <a:cubicBezTo>
                    <a:pt x="1277" y="730"/>
                    <a:pt x="639" y="1490"/>
                    <a:pt x="1" y="225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13"/>
            <p:cNvSpPr/>
            <p:nvPr/>
          </p:nvSpPr>
          <p:spPr>
            <a:xfrm>
              <a:off x="994225" y="4310275"/>
              <a:ext cx="49425" cy="50175"/>
            </a:xfrm>
            <a:custGeom>
              <a:rect b="b" l="l" r="r" t="t"/>
              <a:pathLst>
                <a:path extrusionOk="0" fill="none" h="2007" w="1977">
                  <a:moveTo>
                    <a:pt x="1976" y="1"/>
                  </a:moveTo>
                  <a:cubicBezTo>
                    <a:pt x="1551" y="426"/>
                    <a:pt x="1155" y="852"/>
                    <a:pt x="730" y="1247"/>
                  </a:cubicBezTo>
                  <a:cubicBezTo>
                    <a:pt x="487" y="1520"/>
                    <a:pt x="183" y="1703"/>
                    <a:pt x="0" y="2007"/>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13"/>
            <p:cNvSpPr/>
            <p:nvPr/>
          </p:nvSpPr>
          <p:spPr>
            <a:xfrm>
              <a:off x="887825" y="4313325"/>
              <a:ext cx="41075" cy="38000"/>
            </a:xfrm>
            <a:custGeom>
              <a:rect b="b" l="l" r="r" t="t"/>
              <a:pathLst>
                <a:path extrusionOk="0" fill="none" h="1520" w="1643">
                  <a:moveTo>
                    <a:pt x="1642" y="0"/>
                  </a:moveTo>
                  <a:cubicBezTo>
                    <a:pt x="1308" y="335"/>
                    <a:pt x="974" y="699"/>
                    <a:pt x="639" y="1034"/>
                  </a:cubicBezTo>
                  <a:cubicBezTo>
                    <a:pt x="426" y="1216"/>
                    <a:pt x="214" y="1338"/>
                    <a:pt x="1" y="152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13"/>
            <p:cNvSpPr/>
            <p:nvPr/>
          </p:nvSpPr>
          <p:spPr>
            <a:xfrm>
              <a:off x="882525" y="4234300"/>
              <a:ext cx="41050" cy="47125"/>
            </a:xfrm>
            <a:custGeom>
              <a:rect b="b" l="l" r="r" t="t"/>
              <a:pathLst>
                <a:path extrusionOk="0" fill="none" h="1885" w="1642">
                  <a:moveTo>
                    <a:pt x="1642" y="0"/>
                  </a:moveTo>
                  <a:cubicBezTo>
                    <a:pt x="1003" y="517"/>
                    <a:pt x="578" y="1307"/>
                    <a:pt x="0" y="188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13"/>
            <p:cNvSpPr/>
            <p:nvPr/>
          </p:nvSpPr>
          <p:spPr>
            <a:xfrm>
              <a:off x="770800" y="4368800"/>
              <a:ext cx="47150" cy="53200"/>
            </a:xfrm>
            <a:custGeom>
              <a:rect b="b" l="l" r="r" t="t"/>
              <a:pathLst>
                <a:path extrusionOk="0" fill="none" h="2128" w="1886">
                  <a:moveTo>
                    <a:pt x="1886" y="0"/>
                  </a:moveTo>
                  <a:cubicBezTo>
                    <a:pt x="1399" y="426"/>
                    <a:pt x="974" y="882"/>
                    <a:pt x="579" y="1398"/>
                  </a:cubicBezTo>
                  <a:cubicBezTo>
                    <a:pt x="396" y="1641"/>
                    <a:pt x="244" y="1885"/>
                    <a:pt x="1" y="2128"/>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13"/>
            <p:cNvSpPr/>
            <p:nvPr/>
          </p:nvSpPr>
          <p:spPr>
            <a:xfrm>
              <a:off x="723700" y="4483525"/>
              <a:ext cx="41050" cy="50175"/>
            </a:xfrm>
            <a:custGeom>
              <a:rect b="b" l="l" r="r" t="t"/>
              <a:pathLst>
                <a:path extrusionOk="0" fill="none" h="2007" w="1642">
                  <a:moveTo>
                    <a:pt x="1642" y="1"/>
                  </a:moveTo>
                  <a:cubicBezTo>
                    <a:pt x="1277" y="426"/>
                    <a:pt x="943" y="791"/>
                    <a:pt x="700" y="1247"/>
                  </a:cubicBezTo>
                  <a:cubicBezTo>
                    <a:pt x="548" y="1551"/>
                    <a:pt x="274" y="1825"/>
                    <a:pt x="0" y="2007"/>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13"/>
            <p:cNvSpPr/>
            <p:nvPr/>
          </p:nvSpPr>
          <p:spPr>
            <a:xfrm>
              <a:off x="709250" y="4583075"/>
              <a:ext cx="31950" cy="38025"/>
            </a:xfrm>
            <a:custGeom>
              <a:rect b="b" l="l" r="r" t="t"/>
              <a:pathLst>
                <a:path extrusionOk="0" fill="none" h="1521" w="1278">
                  <a:moveTo>
                    <a:pt x="1278" y="1"/>
                  </a:moveTo>
                  <a:cubicBezTo>
                    <a:pt x="974" y="457"/>
                    <a:pt x="578" y="1338"/>
                    <a:pt x="1" y="152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13"/>
            <p:cNvSpPr/>
            <p:nvPr/>
          </p:nvSpPr>
          <p:spPr>
            <a:xfrm>
              <a:off x="694825" y="4404500"/>
              <a:ext cx="20550" cy="28900"/>
            </a:xfrm>
            <a:custGeom>
              <a:rect b="b" l="l" r="r" t="t"/>
              <a:pathLst>
                <a:path extrusionOk="0" fill="none" h="1156" w="822">
                  <a:moveTo>
                    <a:pt x="821" y="1"/>
                  </a:moveTo>
                  <a:cubicBezTo>
                    <a:pt x="456" y="335"/>
                    <a:pt x="335" y="821"/>
                    <a:pt x="0" y="115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13"/>
            <p:cNvSpPr/>
            <p:nvPr/>
          </p:nvSpPr>
          <p:spPr>
            <a:xfrm>
              <a:off x="577050" y="4404500"/>
              <a:ext cx="20525" cy="26625"/>
            </a:xfrm>
            <a:custGeom>
              <a:rect b="b" l="l" r="r" t="t"/>
              <a:pathLst>
                <a:path extrusionOk="0" fill="none" h="1065" w="821">
                  <a:moveTo>
                    <a:pt x="821" y="1"/>
                  </a:moveTo>
                  <a:cubicBezTo>
                    <a:pt x="517" y="335"/>
                    <a:pt x="304" y="730"/>
                    <a:pt x="0" y="106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13"/>
            <p:cNvSpPr/>
            <p:nvPr/>
          </p:nvSpPr>
          <p:spPr>
            <a:xfrm>
              <a:off x="873400" y="4407550"/>
              <a:ext cx="38025" cy="58525"/>
            </a:xfrm>
            <a:custGeom>
              <a:rect b="b" l="l" r="r" t="t"/>
              <a:pathLst>
                <a:path extrusionOk="0" fill="none" h="2341" w="1521">
                  <a:moveTo>
                    <a:pt x="1520" y="0"/>
                  </a:moveTo>
                  <a:cubicBezTo>
                    <a:pt x="1490" y="304"/>
                    <a:pt x="1095" y="699"/>
                    <a:pt x="943" y="943"/>
                  </a:cubicBezTo>
                  <a:cubicBezTo>
                    <a:pt x="821" y="1155"/>
                    <a:pt x="669" y="1338"/>
                    <a:pt x="548" y="1520"/>
                  </a:cubicBezTo>
                  <a:cubicBezTo>
                    <a:pt x="365" y="1733"/>
                    <a:pt x="31" y="2037"/>
                    <a:pt x="0" y="2341"/>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13"/>
            <p:cNvSpPr/>
            <p:nvPr/>
          </p:nvSpPr>
          <p:spPr>
            <a:xfrm>
              <a:off x="955475" y="4421975"/>
              <a:ext cx="50175" cy="55500"/>
            </a:xfrm>
            <a:custGeom>
              <a:rect b="b" l="l" r="r" t="t"/>
              <a:pathLst>
                <a:path extrusionOk="0" fill="none" h="2220" w="2007">
                  <a:moveTo>
                    <a:pt x="2006" y="1"/>
                  </a:moveTo>
                  <a:cubicBezTo>
                    <a:pt x="1611" y="244"/>
                    <a:pt x="1398" y="335"/>
                    <a:pt x="1155" y="669"/>
                  </a:cubicBezTo>
                  <a:cubicBezTo>
                    <a:pt x="1034" y="882"/>
                    <a:pt x="912" y="1095"/>
                    <a:pt x="760" y="1277"/>
                  </a:cubicBezTo>
                  <a:cubicBezTo>
                    <a:pt x="517" y="1612"/>
                    <a:pt x="304" y="1946"/>
                    <a:pt x="0" y="222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13"/>
            <p:cNvSpPr/>
            <p:nvPr/>
          </p:nvSpPr>
          <p:spPr>
            <a:xfrm>
              <a:off x="1084650" y="4415900"/>
              <a:ext cx="26625" cy="32700"/>
            </a:xfrm>
            <a:custGeom>
              <a:rect b="b" l="l" r="r" t="t"/>
              <a:pathLst>
                <a:path extrusionOk="0" fill="none" h="1308" w="1065">
                  <a:moveTo>
                    <a:pt x="1064" y="1"/>
                  </a:moveTo>
                  <a:cubicBezTo>
                    <a:pt x="730" y="365"/>
                    <a:pt x="152" y="821"/>
                    <a:pt x="0" y="1308"/>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13"/>
            <p:cNvSpPr/>
            <p:nvPr/>
          </p:nvSpPr>
          <p:spPr>
            <a:xfrm>
              <a:off x="1122650" y="4451625"/>
              <a:ext cx="44100" cy="58525"/>
            </a:xfrm>
            <a:custGeom>
              <a:rect b="b" l="l" r="r" t="t"/>
              <a:pathLst>
                <a:path extrusionOk="0" fill="none" h="2341" w="1764">
                  <a:moveTo>
                    <a:pt x="1763" y="0"/>
                  </a:moveTo>
                  <a:cubicBezTo>
                    <a:pt x="1368" y="517"/>
                    <a:pt x="1003" y="1094"/>
                    <a:pt x="578" y="1611"/>
                  </a:cubicBezTo>
                  <a:cubicBezTo>
                    <a:pt x="395" y="1854"/>
                    <a:pt x="243" y="2158"/>
                    <a:pt x="0" y="2341"/>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13"/>
            <p:cNvSpPr/>
            <p:nvPr/>
          </p:nvSpPr>
          <p:spPr>
            <a:xfrm>
              <a:off x="1245750" y="4327750"/>
              <a:ext cx="29650" cy="32700"/>
            </a:xfrm>
            <a:custGeom>
              <a:rect b="b" l="l" r="r" t="t"/>
              <a:pathLst>
                <a:path extrusionOk="0" fill="none" h="1308" w="1186">
                  <a:moveTo>
                    <a:pt x="1186" y="1"/>
                  </a:moveTo>
                  <a:cubicBezTo>
                    <a:pt x="851" y="213"/>
                    <a:pt x="456" y="487"/>
                    <a:pt x="304" y="852"/>
                  </a:cubicBezTo>
                  <a:cubicBezTo>
                    <a:pt x="213" y="1034"/>
                    <a:pt x="183" y="1156"/>
                    <a:pt x="0" y="1308"/>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13"/>
            <p:cNvSpPr/>
            <p:nvPr/>
          </p:nvSpPr>
          <p:spPr>
            <a:xfrm>
              <a:off x="1284500" y="4418950"/>
              <a:ext cx="31950" cy="44100"/>
            </a:xfrm>
            <a:custGeom>
              <a:rect b="b" l="l" r="r" t="t"/>
              <a:pathLst>
                <a:path extrusionOk="0" fill="none" h="1764" w="1278">
                  <a:moveTo>
                    <a:pt x="1277" y="0"/>
                  </a:moveTo>
                  <a:cubicBezTo>
                    <a:pt x="943" y="395"/>
                    <a:pt x="578" y="821"/>
                    <a:pt x="304" y="1246"/>
                  </a:cubicBezTo>
                  <a:cubicBezTo>
                    <a:pt x="183" y="1398"/>
                    <a:pt x="122" y="1611"/>
                    <a:pt x="0" y="176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13"/>
            <p:cNvSpPr/>
            <p:nvPr/>
          </p:nvSpPr>
          <p:spPr>
            <a:xfrm>
              <a:off x="1292850" y="4507100"/>
              <a:ext cx="35000" cy="49400"/>
            </a:xfrm>
            <a:custGeom>
              <a:rect b="b" l="l" r="r" t="t"/>
              <a:pathLst>
                <a:path extrusionOk="0" fill="none" h="1976" w="1400">
                  <a:moveTo>
                    <a:pt x="1399" y="0"/>
                  </a:moveTo>
                  <a:cubicBezTo>
                    <a:pt x="822" y="517"/>
                    <a:pt x="548" y="1398"/>
                    <a:pt x="1" y="197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13"/>
            <p:cNvSpPr/>
            <p:nvPr/>
          </p:nvSpPr>
          <p:spPr>
            <a:xfrm>
              <a:off x="1257900" y="4627150"/>
              <a:ext cx="44100" cy="52450"/>
            </a:xfrm>
            <a:custGeom>
              <a:rect b="b" l="l" r="r" t="t"/>
              <a:pathLst>
                <a:path extrusionOk="0" fill="none" h="2098" w="1764">
                  <a:moveTo>
                    <a:pt x="1764" y="1"/>
                  </a:moveTo>
                  <a:cubicBezTo>
                    <a:pt x="1308" y="517"/>
                    <a:pt x="882" y="1034"/>
                    <a:pt x="457" y="1520"/>
                  </a:cubicBezTo>
                  <a:cubicBezTo>
                    <a:pt x="335" y="1672"/>
                    <a:pt x="31" y="1946"/>
                    <a:pt x="1" y="2098"/>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13"/>
            <p:cNvSpPr/>
            <p:nvPr/>
          </p:nvSpPr>
          <p:spPr>
            <a:xfrm>
              <a:off x="1175825" y="4636275"/>
              <a:ext cx="41075" cy="49425"/>
            </a:xfrm>
            <a:custGeom>
              <a:rect b="b" l="l" r="r" t="t"/>
              <a:pathLst>
                <a:path extrusionOk="0" fill="none" h="1977" w="1643">
                  <a:moveTo>
                    <a:pt x="1642" y="0"/>
                  </a:moveTo>
                  <a:cubicBezTo>
                    <a:pt x="1156" y="304"/>
                    <a:pt x="852" y="791"/>
                    <a:pt x="578" y="1277"/>
                  </a:cubicBezTo>
                  <a:cubicBezTo>
                    <a:pt x="426" y="1550"/>
                    <a:pt x="214" y="1763"/>
                    <a:pt x="1" y="197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13"/>
            <p:cNvSpPr/>
            <p:nvPr/>
          </p:nvSpPr>
          <p:spPr>
            <a:xfrm>
              <a:off x="1175825" y="4530650"/>
              <a:ext cx="49425" cy="64600"/>
            </a:xfrm>
            <a:custGeom>
              <a:rect b="b" l="l" r="r" t="t"/>
              <a:pathLst>
                <a:path extrusionOk="0" fill="none" h="2584" w="1977">
                  <a:moveTo>
                    <a:pt x="1977" y="0"/>
                  </a:moveTo>
                  <a:cubicBezTo>
                    <a:pt x="1581" y="426"/>
                    <a:pt x="1156" y="943"/>
                    <a:pt x="822" y="1429"/>
                  </a:cubicBezTo>
                  <a:cubicBezTo>
                    <a:pt x="548" y="1824"/>
                    <a:pt x="305" y="2219"/>
                    <a:pt x="1" y="258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13"/>
            <p:cNvSpPr/>
            <p:nvPr/>
          </p:nvSpPr>
          <p:spPr>
            <a:xfrm>
              <a:off x="1067175" y="4662100"/>
              <a:ext cx="38025" cy="47150"/>
            </a:xfrm>
            <a:custGeom>
              <a:rect b="b" l="l" r="r" t="t"/>
              <a:pathLst>
                <a:path extrusionOk="0" fill="none" h="1886" w="1521">
                  <a:moveTo>
                    <a:pt x="1520" y="1"/>
                  </a:moveTo>
                  <a:cubicBezTo>
                    <a:pt x="1186" y="426"/>
                    <a:pt x="943" y="943"/>
                    <a:pt x="578" y="1308"/>
                  </a:cubicBezTo>
                  <a:cubicBezTo>
                    <a:pt x="395" y="1521"/>
                    <a:pt x="183" y="1703"/>
                    <a:pt x="0" y="188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13"/>
            <p:cNvSpPr/>
            <p:nvPr/>
          </p:nvSpPr>
          <p:spPr>
            <a:xfrm>
              <a:off x="1105175" y="4697825"/>
              <a:ext cx="32700" cy="38025"/>
            </a:xfrm>
            <a:custGeom>
              <a:rect b="b" l="l" r="r" t="t"/>
              <a:pathLst>
                <a:path extrusionOk="0" fill="none" h="1521" w="1308">
                  <a:moveTo>
                    <a:pt x="1307" y="0"/>
                  </a:moveTo>
                  <a:cubicBezTo>
                    <a:pt x="942" y="335"/>
                    <a:pt x="578" y="699"/>
                    <a:pt x="304" y="1125"/>
                  </a:cubicBezTo>
                  <a:cubicBezTo>
                    <a:pt x="243" y="1247"/>
                    <a:pt x="182" y="1490"/>
                    <a:pt x="0" y="152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13"/>
            <p:cNvSpPr/>
            <p:nvPr/>
          </p:nvSpPr>
          <p:spPr>
            <a:xfrm>
              <a:off x="1061100" y="4556475"/>
              <a:ext cx="34975" cy="44100"/>
            </a:xfrm>
            <a:custGeom>
              <a:rect b="b" l="l" r="r" t="t"/>
              <a:pathLst>
                <a:path extrusionOk="0" fill="none" h="1764" w="1399">
                  <a:moveTo>
                    <a:pt x="1398" y="1"/>
                  </a:moveTo>
                  <a:cubicBezTo>
                    <a:pt x="942" y="274"/>
                    <a:pt x="578" y="730"/>
                    <a:pt x="365" y="1247"/>
                  </a:cubicBezTo>
                  <a:cubicBezTo>
                    <a:pt x="304" y="1338"/>
                    <a:pt x="274" y="1460"/>
                    <a:pt x="213" y="1551"/>
                  </a:cubicBezTo>
                  <a:cubicBezTo>
                    <a:pt x="152" y="1642"/>
                    <a:pt x="31" y="1642"/>
                    <a:pt x="0" y="176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13"/>
            <p:cNvSpPr/>
            <p:nvPr/>
          </p:nvSpPr>
          <p:spPr>
            <a:xfrm>
              <a:off x="923550" y="4653750"/>
              <a:ext cx="41050" cy="55500"/>
            </a:xfrm>
            <a:custGeom>
              <a:rect b="b" l="l" r="r" t="t"/>
              <a:pathLst>
                <a:path extrusionOk="0" fill="none" h="2220" w="1642">
                  <a:moveTo>
                    <a:pt x="1642" y="0"/>
                  </a:moveTo>
                  <a:cubicBezTo>
                    <a:pt x="1277" y="487"/>
                    <a:pt x="912" y="1003"/>
                    <a:pt x="517" y="1520"/>
                  </a:cubicBezTo>
                  <a:cubicBezTo>
                    <a:pt x="365" y="1733"/>
                    <a:pt x="183" y="2007"/>
                    <a:pt x="1" y="2219"/>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13"/>
            <p:cNvSpPr/>
            <p:nvPr/>
          </p:nvSpPr>
          <p:spPr>
            <a:xfrm>
              <a:off x="947100" y="4527600"/>
              <a:ext cx="44100" cy="55500"/>
            </a:xfrm>
            <a:custGeom>
              <a:rect b="b" l="l" r="r" t="t"/>
              <a:pathLst>
                <a:path extrusionOk="0" fill="none" h="2220" w="1764">
                  <a:moveTo>
                    <a:pt x="1764" y="1"/>
                  </a:moveTo>
                  <a:cubicBezTo>
                    <a:pt x="821" y="517"/>
                    <a:pt x="639" y="1490"/>
                    <a:pt x="1" y="222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13"/>
            <p:cNvSpPr/>
            <p:nvPr/>
          </p:nvSpPr>
          <p:spPr>
            <a:xfrm>
              <a:off x="820975" y="4527600"/>
              <a:ext cx="49400" cy="64625"/>
            </a:xfrm>
            <a:custGeom>
              <a:rect b="b" l="l" r="r" t="t"/>
              <a:pathLst>
                <a:path extrusionOk="0" fill="none" h="2585" w="1976">
                  <a:moveTo>
                    <a:pt x="1976" y="1"/>
                  </a:moveTo>
                  <a:cubicBezTo>
                    <a:pt x="1398" y="487"/>
                    <a:pt x="973" y="913"/>
                    <a:pt x="517" y="1521"/>
                  </a:cubicBezTo>
                  <a:cubicBezTo>
                    <a:pt x="274" y="1855"/>
                    <a:pt x="182" y="2220"/>
                    <a:pt x="0" y="258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13"/>
            <p:cNvSpPr/>
            <p:nvPr/>
          </p:nvSpPr>
          <p:spPr>
            <a:xfrm>
              <a:off x="827050" y="4659825"/>
              <a:ext cx="38025" cy="46375"/>
            </a:xfrm>
            <a:custGeom>
              <a:rect b="b" l="l" r="r" t="t"/>
              <a:pathLst>
                <a:path extrusionOk="0" fill="none" h="1855" w="1521">
                  <a:moveTo>
                    <a:pt x="1520" y="1"/>
                  </a:moveTo>
                  <a:cubicBezTo>
                    <a:pt x="1125" y="365"/>
                    <a:pt x="608" y="730"/>
                    <a:pt x="335" y="1186"/>
                  </a:cubicBezTo>
                  <a:cubicBezTo>
                    <a:pt x="274" y="1308"/>
                    <a:pt x="243" y="1429"/>
                    <a:pt x="183" y="1520"/>
                  </a:cubicBezTo>
                  <a:cubicBezTo>
                    <a:pt x="122" y="1642"/>
                    <a:pt x="0" y="1703"/>
                    <a:pt x="0" y="185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13"/>
            <p:cNvSpPr/>
            <p:nvPr/>
          </p:nvSpPr>
          <p:spPr>
            <a:xfrm>
              <a:off x="772325" y="4647675"/>
              <a:ext cx="22075" cy="23575"/>
            </a:xfrm>
            <a:custGeom>
              <a:rect b="b" l="l" r="r" t="t"/>
              <a:pathLst>
                <a:path extrusionOk="0" fill="none" h="943" w="883">
                  <a:moveTo>
                    <a:pt x="882" y="0"/>
                  </a:moveTo>
                  <a:cubicBezTo>
                    <a:pt x="609" y="152"/>
                    <a:pt x="1" y="578"/>
                    <a:pt x="62" y="94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13"/>
            <p:cNvSpPr/>
            <p:nvPr/>
          </p:nvSpPr>
          <p:spPr>
            <a:xfrm>
              <a:off x="988150" y="4682625"/>
              <a:ext cx="28900" cy="38775"/>
            </a:xfrm>
            <a:custGeom>
              <a:rect b="b" l="l" r="r" t="t"/>
              <a:pathLst>
                <a:path extrusionOk="0" fill="none" h="1551" w="1156">
                  <a:moveTo>
                    <a:pt x="1155" y="0"/>
                  </a:moveTo>
                  <a:cubicBezTo>
                    <a:pt x="760" y="396"/>
                    <a:pt x="547" y="578"/>
                    <a:pt x="335" y="1034"/>
                  </a:cubicBezTo>
                  <a:cubicBezTo>
                    <a:pt x="274" y="1216"/>
                    <a:pt x="152" y="1429"/>
                    <a:pt x="0" y="1551"/>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13"/>
            <p:cNvSpPr/>
            <p:nvPr/>
          </p:nvSpPr>
          <p:spPr>
            <a:xfrm>
              <a:off x="1357450" y="4407550"/>
              <a:ext cx="23575" cy="34975"/>
            </a:xfrm>
            <a:custGeom>
              <a:rect b="b" l="l" r="r" t="t"/>
              <a:pathLst>
                <a:path extrusionOk="0" fill="none" h="1399" w="943">
                  <a:moveTo>
                    <a:pt x="943" y="0"/>
                  </a:moveTo>
                  <a:cubicBezTo>
                    <a:pt x="669" y="304"/>
                    <a:pt x="426" y="639"/>
                    <a:pt x="213" y="973"/>
                  </a:cubicBezTo>
                  <a:cubicBezTo>
                    <a:pt x="122" y="1125"/>
                    <a:pt x="0" y="1246"/>
                    <a:pt x="0" y="1398"/>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13"/>
            <p:cNvSpPr/>
            <p:nvPr/>
          </p:nvSpPr>
          <p:spPr>
            <a:xfrm>
              <a:off x="1349100" y="4603600"/>
              <a:ext cx="19775" cy="17500"/>
            </a:xfrm>
            <a:custGeom>
              <a:rect b="b" l="l" r="r" t="t"/>
              <a:pathLst>
                <a:path extrusionOk="0" fill="none" h="700" w="791">
                  <a:moveTo>
                    <a:pt x="790" y="0"/>
                  </a:moveTo>
                  <a:cubicBezTo>
                    <a:pt x="578" y="213"/>
                    <a:pt x="213" y="456"/>
                    <a:pt x="0" y="699"/>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13"/>
            <p:cNvSpPr/>
            <p:nvPr/>
          </p:nvSpPr>
          <p:spPr>
            <a:xfrm>
              <a:off x="1005238" y="38760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 name="Google Shape;1536;p13"/>
          <p:cNvGrpSpPr/>
          <p:nvPr/>
        </p:nvGrpSpPr>
        <p:grpSpPr>
          <a:xfrm flipH="1">
            <a:off x="109565" y="114304"/>
            <a:ext cx="8884162" cy="4980352"/>
            <a:chOff x="166525" y="220125"/>
            <a:chExt cx="8770150" cy="4768625"/>
          </a:xfrm>
        </p:grpSpPr>
        <p:grpSp>
          <p:nvGrpSpPr>
            <p:cNvPr id="1537" name="Google Shape;1537;p13"/>
            <p:cNvGrpSpPr/>
            <p:nvPr/>
          </p:nvGrpSpPr>
          <p:grpSpPr>
            <a:xfrm flipH="1" rot="10800000">
              <a:off x="166525" y="220125"/>
              <a:ext cx="8770150" cy="4768625"/>
              <a:chOff x="90325" y="143925"/>
              <a:chExt cx="8770150" cy="4768625"/>
            </a:xfrm>
          </p:grpSpPr>
          <p:sp>
            <p:nvSpPr>
              <p:cNvPr id="1538" name="Google Shape;1538;p13"/>
              <p:cNvSpPr/>
              <p:nvPr/>
            </p:nvSpPr>
            <p:spPr>
              <a:xfrm>
                <a:off x="1935925" y="4578550"/>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13"/>
              <p:cNvSpPr/>
              <p:nvPr/>
            </p:nvSpPr>
            <p:spPr>
              <a:xfrm flipH="1">
                <a:off x="8241350" y="1553575"/>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13"/>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13"/>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13"/>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13"/>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13"/>
              <p:cNvSpPr/>
              <p:nvPr/>
            </p:nvSpPr>
            <p:spPr>
              <a:xfrm>
                <a:off x="2907925" y="232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13"/>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13"/>
              <p:cNvSpPr/>
              <p:nvPr/>
            </p:nvSpPr>
            <p:spPr>
              <a:xfrm>
                <a:off x="444550" y="3994675"/>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13"/>
              <p:cNvSpPr/>
              <p:nvPr/>
            </p:nvSpPr>
            <p:spPr>
              <a:xfrm>
                <a:off x="7786525" y="24249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13"/>
              <p:cNvSpPr/>
              <p:nvPr/>
            </p:nvSpPr>
            <p:spPr>
              <a:xfrm>
                <a:off x="6997750" y="5656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13"/>
              <p:cNvSpPr/>
              <p:nvPr/>
            </p:nvSpPr>
            <p:spPr>
              <a:xfrm>
                <a:off x="4483150" y="7942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13"/>
              <p:cNvSpPr/>
              <p:nvPr/>
            </p:nvSpPr>
            <p:spPr>
              <a:xfrm>
                <a:off x="3747925" y="41013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1" name="Google Shape;1551;p13"/>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13"/>
            <p:cNvSpPr/>
            <p:nvPr/>
          </p:nvSpPr>
          <p:spPr>
            <a:xfrm flipH="1" rot="10800000">
              <a:off x="6007150" y="1198958"/>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 name="Google Shape;1553;p13"/>
          <p:cNvGrpSpPr/>
          <p:nvPr/>
        </p:nvGrpSpPr>
        <p:grpSpPr>
          <a:xfrm>
            <a:off x="7580332" y="67717"/>
            <a:ext cx="996074" cy="484830"/>
            <a:chOff x="2378750" y="627850"/>
            <a:chExt cx="1312350" cy="638775"/>
          </a:xfrm>
        </p:grpSpPr>
        <p:sp>
          <p:nvSpPr>
            <p:cNvPr id="1554" name="Google Shape;1554;p13"/>
            <p:cNvSpPr/>
            <p:nvPr/>
          </p:nvSpPr>
          <p:spPr>
            <a:xfrm>
              <a:off x="2514775" y="795425"/>
              <a:ext cx="1070400" cy="471200"/>
            </a:xfrm>
            <a:custGeom>
              <a:rect b="b" l="l" r="r" t="t"/>
              <a:pathLst>
                <a:path extrusionOk="0" h="18848" w="42816">
                  <a:moveTo>
                    <a:pt x="20996" y="1"/>
                  </a:moveTo>
                  <a:cubicBezTo>
                    <a:pt x="12718" y="1"/>
                    <a:pt x="4488" y="3311"/>
                    <a:pt x="0" y="10258"/>
                  </a:cubicBezTo>
                  <a:cubicBezTo>
                    <a:pt x="182" y="12508"/>
                    <a:pt x="5775" y="15030"/>
                    <a:pt x="7660" y="15851"/>
                  </a:cubicBezTo>
                  <a:cubicBezTo>
                    <a:pt x="11550" y="17553"/>
                    <a:pt x="15684" y="18587"/>
                    <a:pt x="19940" y="18769"/>
                  </a:cubicBezTo>
                  <a:cubicBezTo>
                    <a:pt x="20924" y="18819"/>
                    <a:pt x="21933" y="18848"/>
                    <a:pt x="22955" y="18848"/>
                  </a:cubicBezTo>
                  <a:cubicBezTo>
                    <a:pt x="28811" y="18848"/>
                    <a:pt x="35104" y="17899"/>
                    <a:pt x="39788" y="14483"/>
                  </a:cubicBezTo>
                  <a:cubicBezTo>
                    <a:pt x="40730" y="13784"/>
                    <a:pt x="41521" y="12994"/>
                    <a:pt x="42129" y="12021"/>
                  </a:cubicBezTo>
                  <a:cubicBezTo>
                    <a:pt x="42417" y="11473"/>
                    <a:pt x="42815" y="9665"/>
                    <a:pt x="42335" y="9665"/>
                  </a:cubicBezTo>
                  <a:cubicBezTo>
                    <a:pt x="42309" y="9665"/>
                    <a:pt x="42281" y="9670"/>
                    <a:pt x="42250" y="9681"/>
                  </a:cubicBezTo>
                  <a:cubicBezTo>
                    <a:pt x="40487" y="8070"/>
                    <a:pt x="39119" y="6064"/>
                    <a:pt x="37052" y="4666"/>
                  </a:cubicBezTo>
                  <a:cubicBezTo>
                    <a:pt x="32498" y="1592"/>
                    <a:pt x="26735" y="1"/>
                    <a:pt x="209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13"/>
            <p:cNvSpPr/>
            <p:nvPr/>
          </p:nvSpPr>
          <p:spPr>
            <a:xfrm>
              <a:off x="2764775" y="792475"/>
              <a:ext cx="549425" cy="443075"/>
            </a:xfrm>
            <a:custGeom>
              <a:rect b="b" l="l" r="r" t="t"/>
              <a:pathLst>
                <a:path extrusionOk="0" h="17723" w="21977">
                  <a:moveTo>
                    <a:pt x="11877" y="0"/>
                  </a:moveTo>
                  <a:cubicBezTo>
                    <a:pt x="6662" y="0"/>
                    <a:pt x="2098" y="1258"/>
                    <a:pt x="2098" y="1258"/>
                  </a:cubicBezTo>
                  <a:cubicBezTo>
                    <a:pt x="0" y="4419"/>
                    <a:pt x="426" y="8613"/>
                    <a:pt x="1854" y="12079"/>
                  </a:cubicBezTo>
                  <a:cubicBezTo>
                    <a:pt x="2888" y="14662"/>
                    <a:pt x="5350" y="16455"/>
                    <a:pt x="8025" y="17215"/>
                  </a:cubicBezTo>
                  <a:cubicBezTo>
                    <a:pt x="9160" y="17532"/>
                    <a:pt x="10472" y="17723"/>
                    <a:pt x="11793" y="17723"/>
                  </a:cubicBezTo>
                  <a:cubicBezTo>
                    <a:pt x="13514" y="17723"/>
                    <a:pt x="15251" y="17399"/>
                    <a:pt x="16627" y="16607"/>
                  </a:cubicBezTo>
                  <a:cubicBezTo>
                    <a:pt x="19058" y="15179"/>
                    <a:pt x="20305" y="11896"/>
                    <a:pt x="20943" y="9252"/>
                  </a:cubicBezTo>
                  <a:cubicBezTo>
                    <a:pt x="21156" y="8431"/>
                    <a:pt x="21976" y="2382"/>
                    <a:pt x="21338" y="2018"/>
                  </a:cubicBezTo>
                  <a:cubicBezTo>
                    <a:pt x="18546" y="477"/>
                    <a:pt x="15088" y="0"/>
                    <a:pt x="118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13"/>
            <p:cNvSpPr/>
            <p:nvPr/>
          </p:nvSpPr>
          <p:spPr>
            <a:xfrm>
              <a:off x="2378750" y="905225"/>
              <a:ext cx="159600" cy="117025"/>
            </a:xfrm>
            <a:custGeom>
              <a:rect b="b" l="l" r="r" t="t"/>
              <a:pathLst>
                <a:path extrusionOk="0" h="4681" w="6384">
                  <a:moveTo>
                    <a:pt x="973" y="0"/>
                  </a:moveTo>
                  <a:cubicBezTo>
                    <a:pt x="669" y="365"/>
                    <a:pt x="335" y="973"/>
                    <a:pt x="0" y="1368"/>
                  </a:cubicBezTo>
                  <a:cubicBezTo>
                    <a:pt x="1550" y="2432"/>
                    <a:pt x="3101" y="3830"/>
                    <a:pt x="4772" y="4681"/>
                  </a:cubicBezTo>
                  <a:cubicBezTo>
                    <a:pt x="5289" y="3982"/>
                    <a:pt x="6019" y="3344"/>
                    <a:pt x="6383" y="2584"/>
                  </a:cubicBezTo>
                  <a:cubicBezTo>
                    <a:pt x="5228" y="1611"/>
                    <a:pt x="2523" y="365"/>
                    <a:pt x="9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13"/>
            <p:cNvSpPr/>
            <p:nvPr/>
          </p:nvSpPr>
          <p:spPr>
            <a:xfrm>
              <a:off x="2473725" y="795800"/>
              <a:ext cx="164175" cy="133750"/>
            </a:xfrm>
            <a:custGeom>
              <a:rect b="b" l="l" r="r" t="t"/>
              <a:pathLst>
                <a:path extrusionOk="0" h="5350" w="6567">
                  <a:moveTo>
                    <a:pt x="1976" y="0"/>
                  </a:moveTo>
                  <a:lnTo>
                    <a:pt x="1" y="1976"/>
                  </a:lnTo>
                  <a:lnTo>
                    <a:pt x="4378" y="5350"/>
                  </a:lnTo>
                  <a:lnTo>
                    <a:pt x="6566" y="3678"/>
                  </a:lnTo>
                  <a:lnTo>
                    <a:pt x="19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13"/>
            <p:cNvSpPr/>
            <p:nvPr/>
          </p:nvSpPr>
          <p:spPr>
            <a:xfrm>
              <a:off x="2579350" y="715250"/>
              <a:ext cx="150500" cy="147425"/>
            </a:xfrm>
            <a:custGeom>
              <a:rect b="b" l="l" r="r" t="t"/>
              <a:pathLst>
                <a:path extrusionOk="0" h="5897" w="6020">
                  <a:moveTo>
                    <a:pt x="2341" y="0"/>
                  </a:moveTo>
                  <a:lnTo>
                    <a:pt x="1" y="1611"/>
                  </a:lnTo>
                  <a:lnTo>
                    <a:pt x="3739" y="5897"/>
                  </a:lnTo>
                  <a:lnTo>
                    <a:pt x="6019" y="4620"/>
                  </a:lnTo>
                  <a:lnTo>
                    <a:pt x="23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13"/>
            <p:cNvSpPr/>
            <p:nvPr/>
          </p:nvSpPr>
          <p:spPr>
            <a:xfrm>
              <a:off x="2703975" y="664325"/>
              <a:ext cx="129975" cy="152775"/>
            </a:xfrm>
            <a:custGeom>
              <a:rect b="b" l="l" r="r" t="t"/>
              <a:pathLst>
                <a:path extrusionOk="0" h="6111" w="5199">
                  <a:moveTo>
                    <a:pt x="2280" y="1"/>
                  </a:moveTo>
                  <a:lnTo>
                    <a:pt x="1" y="943"/>
                  </a:lnTo>
                  <a:lnTo>
                    <a:pt x="2706" y="6110"/>
                  </a:lnTo>
                  <a:lnTo>
                    <a:pt x="5198" y="5259"/>
                  </a:lnTo>
                  <a:lnTo>
                    <a:pt x="22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13"/>
            <p:cNvSpPr/>
            <p:nvPr/>
          </p:nvSpPr>
          <p:spPr>
            <a:xfrm>
              <a:off x="2857475" y="635450"/>
              <a:ext cx="93500" cy="153525"/>
            </a:xfrm>
            <a:custGeom>
              <a:rect b="b" l="l" r="r" t="t"/>
              <a:pathLst>
                <a:path extrusionOk="0" h="6141" w="3740">
                  <a:moveTo>
                    <a:pt x="2189" y="1"/>
                  </a:moveTo>
                  <a:lnTo>
                    <a:pt x="1" y="487"/>
                  </a:lnTo>
                  <a:lnTo>
                    <a:pt x="1460" y="6141"/>
                  </a:lnTo>
                  <a:lnTo>
                    <a:pt x="3739" y="5685"/>
                  </a:lnTo>
                  <a:lnTo>
                    <a:pt x="21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13"/>
            <p:cNvSpPr/>
            <p:nvPr/>
          </p:nvSpPr>
          <p:spPr>
            <a:xfrm>
              <a:off x="3010975" y="627850"/>
              <a:ext cx="54750" cy="148200"/>
            </a:xfrm>
            <a:custGeom>
              <a:rect b="b" l="l" r="r" t="t"/>
              <a:pathLst>
                <a:path extrusionOk="0" h="5928" w="2190">
                  <a:moveTo>
                    <a:pt x="1" y="1"/>
                  </a:moveTo>
                  <a:lnTo>
                    <a:pt x="1" y="5928"/>
                  </a:lnTo>
                  <a:lnTo>
                    <a:pt x="2189" y="5928"/>
                  </a:lnTo>
                  <a:lnTo>
                    <a:pt x="2189" y="30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13"/>
            <p:cNvSpPr/>
            <p:nvPr/>
          </p:nvSpPr>
          <p:spPr>
            <a:xfrm>
              <a:off x="3128000" y="635450"/>
              <a:ext cx="104125" cy="153525"/>
            </a:xfrm>
            <a:custGeom>
              <a:rect b="b" l="l" r="r" t="t"/>
              <a:pathLst>
                <a:path extrusionOk="0" h="6141" w="4165">
                  <a:moveTo>
                    <a:pt x="1763" y="1"/>
                  </a:moveTo>
                  <a:lnTo>
                    <a:pt x="0" y="5624"/>
                  </a:lnTo>
                  <a:lnTo>
                    <a:pt x="2858" y="6141"/>
                  </a:lnTo>
                  <a:lnTo>
                    <a:pt x="4165" y="487"/>
                  </a:lnTo>
                  <a:lnTo>
                    <a:pt x="1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13"/>
            <p:cNvSpPr/>
            <p:nvPr/>
          </p:nvSpPr>
          <p:spPr>
            <a:xfrm>
              <a:off x="3261750" y="674975"/>
              <a:ext cx="120850" cy="152000"/>
            </a:xfrm>
            <a:custGeom>
              <a:rect b="b" l="l" r="r" t="t"/>
              <a:pathLst>
                <a:path extrusionOk="0" h="6080" w="4834">
                  <a:moveTo>
                    <a:pt x="2401" y="0"/>
                  </a:moveTo>
                  <a:lnTo>
                    <a:pt x="0" y="5137"/>
                  </a:lnTo>
                  <a:lnTo>
                    <a:pt x="2553" y="6079"/>
                  </a:lnTo>
                  <a:lnTo>
                    <a:pt x="4833" y="1064"/>
                  </a:lnTo>
                  <a:lnTo>
                    <a:pt x="24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13"/>
            <p:cNvSpPr/>
            <p:nvPr/>
          </p:nvSpPr>
          <p:spPr>
            <a:xfrm>
              <a:off x="3373450" y="730450"/>
              <a:ext cx="118550" cy="151225"/>
            </a:xfrm>
            <a:custGeom>
              <a:rect b="b" l="l" r="r" t="t"/>
              <a:pathLst>
                <a:path extrusionOk="0" h="6049" w="4742">
                  <a:moveTo>
                    <a:pt x="2827" y="0"/>
                  </a:moveTo>
                  <a:lnTo>
                    <a:pt x="0" y="4894"/>
                  </a:lnTo>
                  <a:lnTo>
                    <a:pt x="1946" y="6049"/>
                  </a:lnTo>
                  <a:lnTo>
                    <a:pt x="4742" y="1368"/>
                  </a:lnTo>
                  <a:lnTo>
                    <a:pt x="2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13"/>
            <p:cNvSpPr/>
            <p:nvPr/>
          </p:nvSpPr>
          <p:spPr>
            <a:xfrm>
              <a:off x="3477550" y="817075"/>
              <a:ext cx="123875" cy="132225"/>
            </a:xfrm>
            <a:custGeom>
              <a:rect b="b" l="l" r="r" t="t"/>
              <a:pathLst>
                <a:path extrusionOk="0" h="5289" w="4955">
                  <a:moveTo>
                    <a:pt x="3283" y="0"/>
                  </a:moveTo>
                  <a:lnTo>
                    <a:pt x="0" y="3921"/>
                  </a:lnTo>
                  <a:lnTo>
                    <a:pt x="1581" y="5289"/>
                  </a:lnTo>
                  <a:lnTo>
                    <a:pt x="4955" y="1216"/>
                  </a:lnTo>
                  <a:lnTo>
                    <a:pt x="32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13"/>
            <p:cNvSpPr/>
            <p:nvPr/>
          </p:nvSpPr>
          <p:spPr>
            <a:xfrm>
              <a:off x="3563425" y="929525"/>
              <a:ext cx="127675" cy="101850"/>
            </a:xfrm>
            <a:custGeom>
              <a:rect b="b" l="l" r="r" t="t"/>
              <a:pathLst>
                <a:path extrusionOk="0" h="4074" w="5107">
                  <a:moveTo>
                    <a:pt x="3708" y="1"/>
                  </a:moveTo>
                  <a:lnTo>
                    <a:pt x="0" y="2189"/>
                  </a:lnTo>
                  <a:lnTo>
                    <a:pt x="1246" y="4074"/>
                  </a:lnTo>
                  <a:lnTo>
                    <a:pt x="5107" y="1308"/>
                  </a:lnTo>
                  <a:lnTo>
                    <a:pt x="37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13"/>
            <p:cNvSpPr/>
            <p:nvPr/>
          </p:nvSpPr>
          <p:spPr>
            <a:xfrm>
              <a:off x="2908400" y="837225"/>
              <a:ext cx="263700" cy="286250"/>
            </a:xfrm>
            <a:custGeom>
              <a:rect b="b" l="l" r="r" t="t"/>
              <a:pathLst>
                <a:path extrusionOk="0" h="11450" w="10548">
                  <a:moveTo>
                    <a:pt x="7074" y="1"/>
                  </a:moveTo>
                  <a:cubicBezTo>
                    <a:pt x="6525" y="1"/>
                    <a:pt x="5982" y="23"/>
                    <a:pt x="5471" y="45"/>
                  </a:cubicBezTo>
                  <a:cubicBezTo>
                    <a:pt x="4137" y="130"/>
                    <a:pt x="2697" y="507"/>
                    <a:pt x="1399" y="507"/>
                  </a:cubicBezTo>
                  <a:cubicBezTo>
                    <a:pt x="1307" y="507"/>
                    <a:pt x="1215" y="505"/>
                    <a:pt x="1125" y="501"/>
                  </a:cubicBezTo>
                  <a:lnTo>
                    <a:pt x="1125" y="501"/>
                  </a:lnTo>
                  <a:cubicBezTo>
                    <a:pt x="0" y="3510"/>
                    <a:pt x="1064" y="8495"/>
                    <a:pt x="3739" y="10501"/>
                  </a:cubicBezTo>
                  <a:cubicBezTo>
                    <a:pt x="4511" y="11091"/>
                    <a:pt x="5515" y="11449"/>
                    <a:pt x="6495" y="11449"/>
                  </a:cubicBezTo>
                  <a:cubicBezTo>
                    <a:pt x="6980" y="11449"/>
                    <a:pt x="7460" y="11361"/>
                    <a:pt x="7903" y="11170"/>
                  </a:cubicBezTo>
                  <a:cubicBezTo>
                    <a:pt x="9605" y="10471"/>
                    <a:pt x="10031" y="8769"/>
                    <a:pt x="10183" y="7067"/>
                  </a:cubicBezTo>
                  <a:cubicBezTo>
                    <a:pt x="10395" y="4817"/>
                    <a:pt x="10547" y="2416"/>
                    <a:pt x="9848" y="319"/>
                  </a:cubicBezTo>
                  <a:cubicBezTo>
                    <a:pt x="8999" y="68"/>
                    <a:pt x="8028" y="1"/>
                    <a:pt x="7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8" name="Google Shape;1568;p13"/>
          <p:cNvSpPr/>
          <p:nvPr/>
        </p:nvSpPr>
        <p:spPr>
          <a:xfrm>
            <a:off x="7874338" y="4470700"/>
            <a:ext cx="1119378"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6"/>
                  <a:pt x="4134" y="1217"/>
                  <a:pt x="4621" y="1217"/>
                </a:cubicBezTo>
                <a:cubicBezTo>
                  <a:pt x="5198" y="1217"/>
                  <a:pt x="5715" y="1156"/>
                  <a:pt x="6262" y="1399"/>
                </a:cubicBezTo>
                <a:cubicBezTo>
                  <a:pt x="6870" y="1673"/>
                  <a:pt x="7478" y="2007"/>
                  <a:pt x="8055" y="2372"/>
                </a:cubicBezTo>
                <a:cubicBezTo>
                  <a:pt x="8572" y="2706"/>
                  <a:pt x="8937" y="3162"/>
                  <a:pt x="9545" y="3345"/>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4"/>
                </a:cubicBezTo>
                <a:cubicBezTo>
                  <a:pt x="16110" y="579"/>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8"/>
                  <a:pt x="24378" y="4287"/>
                  <a:pt x="25138" y="4287"/>
                </a:cubicBezTo>
                <a:cubicBezTo>
                  <a:pt x="25502" y="4287"/>
                  <a:pt x="26050" y="4378"/>
                  <a:pt x="26414" y="4256"/>
                </a:cubicBezTo>
                <a:cubicBezTo>
                  <a:pt x="26870" y="4135"/>
                  <a:pt x="27296" y="3740"/>
                  <a:pt x="27721" y="3527"/>
                </a:cubicBezTo>
                <a:cubicBezTo>
                  <a:pt x="28451" y="3162"/>
                  <a:pt x="29150" y="2372"/>
                  <a:pt x="29636" y="1734"/>
                </a:cubicBezTo>
                <a:cubicBezTo>
                  <a:pt x="29910" y="1430"/>
                  <a:pt x="30123" y="1065"/>
                  <a:pt x="30335" y="730"/>
                </a:cubicBezTo>
                <a:cubicBezTo>
                  <a:pt x="30427" y="548"/>
                  <a:pt x="30548" y="305"/>
                  <a:pt x="30761" y="275"/>
                </a:cubicBezTo>
                <a:cubicBezTo>
                  <a:pt x="30822" y="457"/>
                  <a:pt x="30822" y="609"/>
                  <a:pt x="30822" y="822"/>
                </a:cubicBezTo>
              </a:path>
            </a:pathLst>
          </a:custGeom>
          <a:noFill/>
          <a:ln cap="flat" cmpd="sng" w="66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13"/>
          <p:cNvSpPr/>
          <p:nvPr/>
        </p:nvSpPr>
        <p:spPr>
          <a:xfrm>
            <a:off x="7874338" y="4647000"/>
            <a:ext cx="1119378"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5"/>
                  <a:pt x="4134" y="1217"/>
                  <a:pt x="4621" y="1217"/>
                </a:cubicBezTo>
                <a:cubicBezTo>
                  <a:pt x="5198" y="1217"/>
                  <a:pt x="5715" y="1156"/>
                  <a:pt x="6262" y="1399"/>
                </a:cubicBezTo>
                <a:cubicBezTo>
                  <a:pt x="6870" y="1673"/>
                  <a:pt x="7478" y="2007"/>
                  <a:pt x="8055" y="2372"/>
                </a:cubicBezTo>
                <a:cubicBezTo>
                  <a:pt x="8572" y="2706"/>
                  <a:pt x="8937" y="3162"/>
                  <a:pt x="9545" y="3344"/>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3"/>
                </a:cubicBezTo>
                <a:cubicBezTo>
                  <a:pt x="16110" y="578"/>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7"/>
                  <a:pt x="24378" y="4287"/>
                  <a:pt x="25138" y="4287"/>
                </a:cubicBezTo>
                <a:cubicBezTo>
                  <a:pt x="25502" y="4287"/>
                  <a:pt x="26050" y="4378"/>
                  <a:pt x="26414" y="4256"/>
                </a:cubicBezTo>
                <a:cubicBezTo>
                  <a:pt x="26870" y="4135"/>
                  <a:pt x="27296" y="3739"/>
                  <a:pt x="27721" y="3527"/>
                </a:cubicBezTo>
                <a:cubicBezTo>
                  <a:pt x="28451" y="3162"/>
                  <a:pt x="29150" y="2372"/>
                  <a:pt x="29636" y="1733"/>
                </a:cubicBezTo>
                <a:cubicBezTo>
                  <a:pt x="29910" y="1399"/>
                  <a:pt x="30123" y="1065"/>
                  <a:pt x="30335" y="730"/>
                </a:cubicBezTo>
                <a:cubicBezTo>
                  <a:pt x="30427" y="548"/>
                  <a:pt x="30548" y="305"/>
                  <a:pt x="30761" y="274"/>
                </a:cubicBezTo>
                <a:cubicBezTo>
                  <a:pt x="30822" y="457"/>
                  <a:pt x="30822" y="609"/>
                  <a:pt x="30822" y="821"/>
                </a:cubicBezTo>
              </a:path>
            </a:pathLst>
          </a:custGeom>
          <a:noFill/>
          <a:ln cap="flat" cmpd="sng" w="76000">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13"/>
          <p:cNvSpPr/>
          <p:nvPr/>
        </p:nvSpPr>
        <p:spPr>
          <a:xfrm rot="-1961691">
            <a:off x="389005" y="4407853"/>
            <a:ext cx="549975" cy="235138"/>
          </a:xfrm>
          <a:custGeom>
            <a:rect b="b" l="l" r="r" t="t"/>
            <a:pathLst>
              <a:path extrusionOk="0" h="9405" w="13944">
                <a:moveTo>
                  <a:pt x="0" y="1"/>
                </a:moveTo>
                <a:lnTo>
                  <a:pt x="0" y="1"/>
                </a:lnTo>
                <a:cubicBezTo>
                  <a:pt x="2936" y="1802"/>
                  <a:pt x="5504" y="4170"/>
                  <a:pt x="7539" y="6972"/>
                </a:cubicBezTo>
                <a:cubicBezTo>
                  <a:pt x="8006" y="7573"/>
                  <a:pt x="8473" y="8273"/>
                  <a:pt x="9240" y="8507"/>
                </a:cubicBezTo>
                <a:cubicBezTo>
                  <a:pt x="9040" y="7640"/>
                  <a:pt x="8640" y="6839"/>
                  <a:pt x="8040" y="6172"/>
                </a:cubicBezTo>
                <a:lnTo>
                  <a:pt x="8040" y="6172"/>
                </a:lnTo>
                <a:cubicBezTo>
                  <a:pt x="9941" y="6672"/>
                  <a:pt x="11475" y="8040"/>
                  <a:pt x="13076" y="9141"/>
                </a:cubicBezTo>
                <a:cubicBezTo>
                  <a:pt x="13287" y="9272"/>
                  <a:pt x="13519" y="9404"/>
                  <a:pt x="13755" y="9404"/>
                </a:cubicBezTo>
                <a:cubicBezTo>
                  <a:pt x="13818" y="9404"/>
                  <a:pt x="13881" y="9395"/>
                  <a:pt x="13944" y="9374"/>
                </a:cubicBezTo>
                <a:cubicBezTo>
                  <a:pt x="13944" y="8907"/>
                  <a:pt x="13610" y="8540"/>
                  <a:pt x="13310" y="8207"/>
                </a:cubicBezTo>
                <a:cubicBezTo>
                  <a:pt x="11509" y="6239"/>
                  <a:pt x="9674" y="4270"/>
                  <a:pt x="7506" y="2703"/>
                </a:cubicBezTo>
                <a:cubicBezTo>
                  <a:pt x="5371" y="1168"/>
                  <a:pt x="2669" y="134"/>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13"/>
          <p:cNvSpPr txBox="1"/>
          <p:nvPr>
            <p:ph type="title"/>
          </p:nvPr>
        </p:nvSpPr>
        <p:spPr>
          <a:xfrm>
            <a:off x="1448775" y="1682850"/>
            <a:ext cx="29265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572" name="Google Shape;1572;p13"/>
          <p:cNvSpPr txBox="1"/>
          <p:nvPr>
            <p:ph idx="1" type="subTitle"/>
          </p:nvPr>
        </p:nvSpPr>
        <p:spPr>
          <a:xfrm>
            <a:off x="1448775" y="2190575"/>
            <a:ext cx="29265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Inconsolata"/>
                <a:ea typeface="Inconsolata"/>
                <a:cs typeface="Inconsolata"/>
                <a:sym typeface="Inconsolata"/>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573" name="Google Shape;1573;p13"/>
          <p:cNvSpPr txBox="1"/>
          <p:nvPr>
            <p:ph idx="2" type="title"/>
          </p:nvPr>
        </p:nvSpPr>
        <p:spPr>
          <a:xfrm>
            <a:off x="5497799" y="1682850"/>
            <a:ext cx="29262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574" name="Google Shape;1574;p13"/>
          <p:cNvSpPr txBox="1"/>
          <p:nvPr>
            <p:ph idx="3" type="subTitle"/>
          </p:nvPr>
        </p:nvSpPr>
        <p:spPr>
          <a:xfrm>
            <a:off x="5497799" y="2190575"/>
            <a:ext cx="29262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Inconsolata"/>
                <a:ea typeface="Inconsolata"/>
                <a:cs typeface="Inconsolata"/>
                <a:sym typeface="Inconsolata"/>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575" name="Google Shape;1575;p13"/>
          <p:cNvSpPr txBox="1"/>
          <p:nvPr>
            <p:ph idx="4" type="title"/>
          </p:nvPr>
        </p:nvSpPr>
        <p:spPr>
          <a:xfrm>
            <a:off x="1448775" y="3116250"/>
            <a:ext cx="29265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576" name="Google Shape;1576;p13"/>
          <p:cNvSpPr txBox="1"/>
          <p:nvPr>
            <p:ph idx="5" type="subTitle"/>
          </p:nvPr>
        </p:nvSpPr>
        <p:spPr>
          <a:xfrm>
            <a:off x="1448775" y="3623975"/>
            <a:ext cx="29265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Inconsolata"/>
                <a:ea typeface="Inconsolata"/>
                <a:cs typeface="Inconsolata"/>
                <a:sym typeface="Inconsolata"/>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577" name="Google Shape;1577;p13"/>
          <p:cNvSpPr txBox="1"/>
          <p:nvPr>
            <p:ph idx="6" type="title"/>
          </p:nvPr>
        </p:nvSpPr>
        <p:spPr>
          <a:xfrm>
            <a:off x="5497799" y="3116250"/>
            <a:ext cx="29262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578" name="Google Shape;1578;p13"/>
          <p:cNvSpPr txBox="1"/>
          <p:nvPr>
            <p:ph idx="7" type="subTitle"/>
          </p:nvPr>
        </p:nvSpPr>
        <p:spPr>
          <a:xfrm>
            <a:off x="5497799" y="3623975"/>
            <a:ext cx="29262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Inconsolata"/>
                <a:ea typeface="Inconsolata"/>
                <a:cs typeface="Inconsolata"/>
                <a:sym typeface="Inconsolata"/>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579" name="Google Shape;1579;p13"/>
          <p:cNvSpPr txBox="1"/>
          <p:nvPr>
            <p:ph hasCustomPrompt="1" idx="8" type="title"/>
          </p:nvPr>
        </p:nvSpPr>
        <p:spPr>
          <a:xfrm>
            <a:off x="710000" y="1856825"/>
            <a:ext cx="728700" cy="3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2"/>
              </a:buClr>
              <a:buSzPts val="1600"/>
              <a:buNone/>
              <a:defRPr sz="3600">
                <a:solidFill>
                  <a:schemeClr val="lt2"/>
                </a:solidFill>
              </a:defRPr>
            </a:lvl1pPr>
            <a:lvl2pPr lvl="1"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2pPr>
            <a:lvl3pPr lvl="2"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3pPr>
            <a:lvl4pPr lvl="3"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4pPr>
            <a:lvl5pPr lvl="4"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5pPr>
            <a:lvl6pPr lvl="5"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6pPr>
            <a:lvl7pPr lvl="6"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7pPr>
            <a:lvl8pPr lvl="7"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8pPr>
            <a:lvl9pPr lvl="8"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9pPr>
          </a:lstStyle>
          <a:p>
            <a:r>
              <a:t>xx%</a:t>
            </a:r>
          </a:p>
        </p:txBody>
      </p:sp>
      <p:sp>
        <p:nvSpPr>
          <p:cNvPr id="1580" name="Google Shape;1580;p13"/>
          <p:cNvSpPr txBox="1"/>
          <p:nvPr>
            <p:ph hasCustomPrompt="1" idx="9" type="title"/>
          </p:nvPr>
        </p:nvSpPr>
        <p:spPr>
          <a:xfrm>
            <a:off x="710000" y="3290225"/>
            <a:ext cx="728700" cy="3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2"/>
              </a:buClr>
              <a:buSzPts val="1600"/>
              <a:buNone/>
              <a:defRPr sz="3600">
                <a:solidFill>
                  <a:schemeClr val="lt2"/>
                </a:solidFill>
              </a:defRPr>
            </a:lvl1pPr>
            <a:lvl2pPr lvl="1"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2pPr>
            <a:lvl3pPr lvl="2"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3pPr>
            <a:lvl4pPr lvl="3"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4pPr>
            <a:lvl5pPr lvl="4"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5pPr>
            <a:lvl6pPr lvl="5"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6pPr>
            <a:lvl7pPr lvl="6"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7pPr>
            <a:lvl8pPr lvl="7"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8pPr>
            <a:lvl9pPr lvl="8"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9pPr>
          </a:lstStyle>
          <a:p>
            <a:r>
              <a:t>xx%</a:t>
            </a:r>
          </a:p>
        </p:txBody>
      </p:sp>
      <p:sp>
        <p:nvSpPr>
          <p:cNvPr id="1581" name="Google Shape;1581;p13"/>
          <p:cNvSpPr txBox="1"/>
          <p:nvPr>
            <p:ph hasCustomPrompt="1" idx="13" type="title"/>
          </p:nvPr>
        </p:nvSpPr>
        <p:spPr>
          <a:xfrm>
            <a:off x="4724550" y="1856825"/>
            <a:ext cx="728700" cy="3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2"/>
              </a:buClr>
              <a:buSzPts val="1600"/>
              <a:buNone/>
              <a:defRPr sz="3600">
                <a:solidFill>
                  <a:schemeClr val="lt2"/>
                </a:solidFill>
              </a:defRPr>
            </a:lvl1pPr>
            <a:lvl2pPr lvl="1"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2pPr>
            <a:lvl3pPr lvl="2"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3pPr>
            <a:lvl4pPr lvl="3"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4pPr>
            <a:lvl5pPr lvl="4"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5pPr>
            <a:lvl6pPr lvl="5"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6pPr>
            <a:lvl7pPr lvl="6"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7pPr>
            <a:lvl8pPr lvl="7"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8pPr>
            <a:lvl9pPr lvl="8"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9pPr>
          </a:lstStyle>
          <a:p>
            <a:r>
              <a:t>xx%</a:t>
            </a:r>
          </a:p>
        </p:txBody>
      </p:sp>
      <p:sp>
        <p:nvSpPr>
          <p:cNvPr id="1582" name="Google Shape;1582;p13"/>
          <p:cNvSpPr txBox="1"/>
          <p:nvPr>
            <p:ph hasCustomPrompt="1" idx="14" type="title"/>
          </p:nvPr>
        </p:nvSpPr>
        <p:spPr>
          <a:xfrm>
            <a:off x="4724550" y="3290225"/>
            <a:ext cx="728700" cy="3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2"/>
              </a:buClr>
              <a:buSzPts val="1600"/>
              <a:buNone/>
              <a:defRPr sz="3600">
                <a:solidFill>
                  <a:schemeClr val="lt2"/>
                </a:solidFill>
              </a:defRPr>
            </a:lvl1pPr>
            <a:lvl2pPr lvl="1"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2pPr>
            <a:lvl3pPr lvl="2"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3pPr>
            <a:lvl4pPr lvl="3"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4pPr>
            <a:lvl5pPr lvl="4"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5pPr>
            <a:lvl6pPr lvl="5"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6pPr>
            <a:lvl7pPr lvl="6"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7pPr>
            <a:lvl8pPr lvl="7"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8pPr>
            <a:lvl9pPr lvl="8" rtl="0" algn="ctr">
              <a:spcBef>
                <a:spcPts val="0"/>
              </a:spcBef>
              <a:spcAft>
                <a:spcPts val="0"/>
              </a:spcAft>
              <a:buClr>
                <a:schemeClr val="lt2"/>
              </a:buClr>
              <a:buSzPts val="1600"/>
              <a:buFont typeface="Lora SemiBold"/>
              <a:buNone/>
              <a:defRPr sz="1600">
                <a:solidFill>
                  <a:schemeClr val="lt2"/>
                </a:solidFill>
                <a:latin typeface="Lora SemiBold"/>
                <a:ea typeface="Lora SemiBold"/>
                <a:cs typeface="Lora SemiBold"/>
                <a:sym typeface="Lora SemiBold"/>
              </a:defRPr>
            </a:lvl9pPr>
          </a:lstStyle>
          <a:p>
            <a:r>
              <a:t>xx%</a:t>
            </a:r>
          </a:p>
        </p:txBody>
      </p:sp>
      <p:sp>
        <p:nvSpPr>
          <p:cNvPr id="1583" name="Google Shape;1583;p13"/>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584" name="Shape 1584"/>
        <p:cNvGrpSpPr/>
        <p:nvPr/>
      </p:nvGrpSpPr>
      <p:grpSpPr>
        <a:xfrm>
          <a:off x="0" y="0"/>
          <a:ext cx="0" cy="0"/>
          <a:chOff x="0" y="0"/>
          <a:chExt cx="0" cy="0"/>
        </a:xfrm>
      </p:grpSpPr>
      <p:pic>
        <p:nvPicPr>
          <p:cNvPr id="1585" name="Google Shape;1585;p14"/>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586" name="Google Shape;1586;p14"/>
          <p:cNvGrpSpPr/>
          <p:nvPr/>
        </p:nvGrpSpPr>
        <p:grpSpPr>
          <a:xfrm>
            <a:off x="8248183" y="3639489"/>
            <a:ext cx="371807" cy="1349162"/>
            <a:chOff x="3702475" y="1864200"/>
            <a:chExt cx="416450" cy="1194900"/>
          </a:xfrm>
        </p:grpSpPr>
        <p:sp>
          <p:nvSpPr>
            <p:cNvPr id="1587" name="Google Shape;1587;p14"/>
            <p:cNvSpPr/>
            <p:nvPr/>
          </p:nvSpPr>
          <p:spPr>
            <a:xfrm>
              <a:off x="3882575" y="1864200"/>
              <a:ext cx="177075" cy="500650"/>
            </a:xfrm>
            <a:custGeom>
              <a:rect b="b" l="l" r="r" t="t"/>
              <a:pathLst>
                <a:path extrusionOk="0" h="20026" w="7083">
                  <a:moveTo>
                    <a:pt x="2158" y="0"/>
                  </a:moveTo>
                  <a:cubicBezTo>
                    <a:pt x="517" y="4408"/>
                    <a:pt x="0" y="9970"/>
                    <a:pt x="0" y="14681"/>
                  </a:cubicBezTo>
                  <a:cubicBezTo>
                    <a:pt x="0" y="16247"/>
                    <a:pt x="0" y="20026"/>
                    <a:pt x="2089" y="20026"/>
                  </a:cubicBezTo>
                  <a:cubicBezTo>
                    <a:pt x="2473" y="20026"/>
                    <a:pt x="2927" y="19898"/>
                    <a:pt x="3466" y="19605"/>
                  </a:cubicBezTo>
                  <a:cubicBezTo>
                    <a:pt x="7083" y="17599"/>
                    <a:pt x="3921" y="9241"/>
                    <a:pt x="3496" y="6262"/>
                  </a:cubicBezTo>
                  <a:cubicBezTo>
                    <a:pt x="3162" y="4012"/>
                    <a:pt x="2736" y="1854"/>
                    <a:pt x="21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14"/>
            <p:cNvSpPr/>
            <p:nvPr/>
          </p:nvSpPr>
          <p:spPr>
            <a:xfrm>
              <a:off x="3702475" y="2394600"/>
              <a:ext cx="126175" cy="522000"/>
            </a:xfrm>
            <a:custGeom>
              <a:rect b="b" l="l" r="r" t="t"/>
              <a:pathLst>
                <a:path extrusionOk="0" h="20880" w="5047">
                  <a:moveTo>
                    <a:pt x="2858" y="0"/>
                  </a:moveTo>
                  <a:lnTo>
                    <a:pt x="2858" y="0"/>
                  </a:lnTo>
                  <a:cubicBezTo>
                    <a:pt x="1095" y="1247"/>
                    <a:pt x="730" y="5988"/>
                    <a:pt x="396" y="7934"/>
                  </a:cubicBezTo>
                  <a:cubicBezTo>
                    <a:pt x="1" y="10244"/>
                    <a:pt x="92" y="12554"/>
                    <a:pt x="122" y="14894"/>
                  </a:cubicBezTo>
                  <a:cubicBezTo>
                    <a:pt x="122" y="16511"/>
                    <a:pt x="301" y="20879"/>
                    <a:pt x="2233" y="20879"/>
                  </a:cubicBezTo>
                  <a:cubicBezTo>
                    <a:pt x="2553" y="20879"/>
                    <a:pt x="2921" y="20759"/>
                    <a:pt x="3344" y="20487"/>
                  </a:cubicBezTo>
                  <a:cubicBezTo>
                    <a:pt x="5046" y="19393"/>
                    <a:pt x="4651" y="15988"/>
                    <a:pt x="4621" y="14104"/>
                  </a:cubicBezTo>
                  <a:cubicBezTo>
                    <a:pt x="4590" y="11429"/>
                    <a:pt x="4195" y="8693"/>
                    <a:pt x="3800" y="6079"/>
                  </a:cubicBezTo>
                  <a:cubicBezTo>
                    <a:pt x="3496" y="4165"/>
                    <a:pt x="2402" y="1946"/>
                    <a:pt x="28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14"/>
            <p:cNvSpPr/>
            <p:nvPr/>
          </p:nvSpPr>
          <p:spPr>
            <a:xfrm>
              <a:off x="3954750" y="2569375"/>
              <a:ext cx="164175" cy="489725"/>
            </a:xfrm>
            <a:custGeom>
              <a:rect b="b" l="l" r="r" t="t"/>
              <a:pathLst>
                <a:path extrusionOk="0" h="19589" w="6567">
                  <a:moveTo>
                    <a:pt x="3041" y="0"/>
                  </a:moveTo>
                  <a:cubicBezTo>
                    <a:pt x="1369" y="1976"/>
                    <a:pt x="1095" y="6657"/>
                    <a:pt x="852" y="9149"/>
                  </a:cubicBezTo>
                  <a:cubicBezTo>
                    <a:pt x="609" y="11520"/>
                    <a:pt x="1" y="14317"/>
                    <a:pt x="396" y="16688"/>
                  </a:cubicBezTo>
                  <a:cubicBezTo>
                    <a:pt x="635" y="18203"/>
                    <a:pt x="1974" y="19589"/>
                    <a:pt x="3219" y="19589"/>
                  </a:cubicBezTo>
                  <a:cubicBezTo>
                    <a:pt x="3871" y="19589"/>
                    <a:pt x="4497" y="19208"/>
                    <a:pt x="4925" y="18268"/>
                  </a:cubicBezTo>
                  <a:cubicBezTo>
                    <a:pt x="6566" y="14681"/>
                    <a:pt x="3892" y="9636"/>
                    <a:pt x="3496" y="6140"/>
                  </a:cubicBezTo>
                  <a:cubicBezTo>
                    <a:pt x="3284" y="4408"/>
                    <a:pt x="3314" y="1551"/>
                    <a:pt x="30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 name="Google Shape;1590;p14"/>
          <p:cNvGrpSpPr/>
          <p:nvPr/>
        </p:nvGrpSpPr>
        <p:grpSpPr>
          <a:xfrm>
            <a:off x="51694" y="67520"/>
            <a:ext cx="9187095" cy="4921221"/>
            <a:chOff x="51694" y="67520"/>
            <a:chExt cx="9187095" cy="4921221"/>
          </a:xfrm>
        </p:grpSpPr>
        <p:grpSp>
          <p:nvGrpSpPr>
            <p:cNvPr id="1591" name="Google Shape;1591;p14"/>
            <p:cNvGrpSpPr/>
            <p:nvPr/>
          </p:nvGrpSpPr>
          <p:grpSpPr>
            <a:xfrm rot="10800000">
              <a:off x="1966327" y="385431"/>
              <a:ext cx="6803103" cy="4355304"/>
              <a:chOff x="8451" y="232950"/>
              <a:chExt cx="7309663" cy="4679600"/>
            </a:xfrm>
          </p:grpSpPr>
          <p:sp>
            <p:nvSpPr>
              <p:cNvPr id="1592" name="Google Shape;1592;p14"/>
              <p:cNvSpPr/>
              <p:nvPr/>
            </p:nvSpPr>
            <p:spPr>
              <a:xfrm>
                <a:off x="1156903" y="2639507"/>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14"/>
              <p:cNvSpPr/>
              <p:nvPr/>
            </p:nvSpPr>
            <p:spPr>
              <a:xfrm flipH="1">
                <a:off x="7258864" y="1226080"/>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14"/>
              <p:cNvSpPr/>
              <p:nvPr/>
            </p:nvSpPr>
            <p:spPr>
              <a:xfrm>
                <a:off x="8451" y="2038251"/>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14"/>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14"/>
              <p:cNvSpPr/>
              <p:nvPr/>
            </p:nvSpPr>
            <p:spPr>
              <a:xfrm>
                <a:off x="2907925" y="232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14"/>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14"/>
              <p:cNvSpPr/>
              <p:nvPr/>
            </p:nvSpPr>
            <p:spPr>
              <a:xfrm>
                <a:off x="444550" y="3994675"/>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14"/>
              <p:cNvSpPr/>
              <p:nvPr/>
            </p:nvSpPr>
            <p:spPr>
              <a:xfrm>
                <a:off x="4646898" y="630527"/>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14"/>
              <p:cNvSpPr/>
              <p:nvPr/>
            </p:nvSpPr>
            <p:spPr>
              <a:xfrm>
                <a:off x="1373583" y="4592568"/>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 name="Google Shape;1601;p14"/>
            <p:cNvGrpSpPr/>
            <p:nvPr/>
          </p:nvGrpSpPr>
          <p:grpSpPr>
            <a:xfrm flipH="1">
              <a:off x="51694" y="67520"/>
              <a:ext cx="9187095" cy="4921221"/>
              <a:chOff x="-155599" y="143925"/>
              <a:chExt cx="8902224" cy="4768625"/>
            </a:xfrm>
          </p:grpSpPr>
          <p:sp>
            <p:nvSpPr>
              <p:cNvPr id="1602" name="Google Shape;1602;p14"/>
              <p:cNvSpPr/>
              <p:nvPr/>
            </p:nvSpPr>
            <p:spPr>
              <a:xfrm flipH="1">
                <a:off x="8019838" y="1701249"/>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14"/>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14"/>
              <p:cNvSpPr/>
              <p:nvPr/>
            </p:nvSpPr>
            <p:spPr>
              <a:xfrm flipH="1">
                <a:off x="8586388"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14"/>
              <p:cNvSpPr/>
              <p:nvPr/>
            </p:nvSpPr>
            <p:spPr>
              <a:xfrm>
                <a:off x="-155599" y="482387"/>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14"/>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14"/>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14"/>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14"/>
              <p:cNvSpPr/>
              <p:nvPr/>
            </p:nvSpPr>
            <p:spPr>
              <a:xfrm>
                <a:off x="223038" y="4068512"/>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14"/>
              <p:cNvSpPr/>
              <p:nvPr/>
            </p:nvSpPr>
            <p:spPr>
              <a:xfrm>
                <a:off x="7565013" y="294178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14"/>
              <p:cNvSpPr/>
              <p:nvPr/>
            </p:nvSpPr>
            <p:spPr>
              <a:xfrm>
                <a:off x="4852336" y="27741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 name="Google Shape;1612;p14"/>
            <p:cNvGrpSpPr/>
            <p:nvPr/>
          </p:nvGrpSpPr>
          <p:grpSpPr>
            <a:xfrm flipH="1">
              <a:off x="125485" y="674294"/>
              <a:ext cx="8940255" cy="3798590"/>
              <a:chOff x="166525" y="620440"/>
              <a:chExt cx="8975258" cy="4251360"/>
            </a:xfrm>
          </p:grpSpPr>
          <p:grpSp>
            <p:nvGrpSpPr>
              <p:cNvPr id="1613" name="Google Shape;1613;p14"/>
              <p:cNvGrpSpPr/>
              <p:nvPr/>
            </p:nvGrpSpPr>
            <p:grpSpPr>
              <a:xfrm flipH="1" rot="10800000">
                <a:off x="166525" y="620440"/>
                <a:ext cx="8975258" cy="4251360"/>
                <a:chOff x="90325" y="260875"/>
                <a:chExt cx="8975258" cy="4251360"/>
              </a:xfrm>
            </p:grpSpPr>
            <p:sp>
              <p:nvSpPr>
                <p:cNvPr id="1614" name="Google Shape;1614;p14"/>
                <p:cNvSpPr/>
                <p:nvPr/>
              </p:nvSpPr>
              <p:spPr>
                <a:xfrm>
                  <a:off x="4077879" y="4407985"/>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14"/>
                <p:cNvSpPr/>
                <p:nvPr/>
              </p:nvSpPr>
              <p:spPr>
                <a:xfrm flipH="1">
                  <a:off x="9006333" y="1553575"/>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14"/>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14"/>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14"/>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14"/>
                <p:cNvSpPr/>
                <p:nvPr/>
              </p:nvSpPr>
              <p:spPr>
                <a:xfrm flipH="1">
                  <a:off x="8694900" y="905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14"/>
                <p:cNvSpPr/>
                <p:nvPr/>
              </p:nvSpPr>
              <p:spPr>
                <a:xfrm>
                  <a:off x="2678430" y="403515"/>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14"/>
                <p:cNvSpPr/>
                <p:nvPr/>
              </p:nvSpPr>
              <p:spPr>
                <a:xfrm>
                  <a:off x="444550" y="3994675"/>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14"/>
                <p:cNvSpPr/>
                <p:nvPr/>
              </p:nvSpPr>
              <p:spPr>
                <a:xfrm>
                  <a:off x="7405525" y="24249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14"/>
                <p:cNvSpPr/>
                <p:nvPr/>
              </p:nvSpPr>
              <p:spPr>
                <a:xfrm>
                  <a:off x="6590900" y="311213"/>
                  <a:ext cx="103424" cy="103474"/>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14"/>
                <p:cNvSpPr/>
                <p:nvPr/>
              </p:nvSpPr>
              <p:spPr>
                <a:xfrm>
                  <a:off x="4483150" y="7942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14"/>
                <p:cNvSpPr/>
                <p:nvPr/>
              </p:nvSpPr>
              <p:spPr>
                <a:xfrm>
                  <a:off x="5123105" y="3954468"/>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6" name="Google Shape;1626;p14"/>
              <p:cNvSpPr/>
              <p:nvPr/>
            </p:nvSpPr>
            <p:spPr>
              <a:xfrm flipH="1" rot="10800000">
                <a:off x="5245150" y="3256358"/>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627" name="Google Shape;1627;p14"/>
          <p:cNvSpPr/>
          <p:nvPr/>
        </p:nvSpPr>
        <p:spPr>
          <a:xfrm flipH="1" rot="698787">
            <a:off x="397469" y="468657"/>
            <a:ext cx="418945" cy="450524"/>
          </a:xfrm>
          <a:custGeom>
            <a:rect b="b" l="l" r="r" t="t"/>
            <a:pathLst>
              <a:path extrusionOk="0" h="11014" w="10242">
                <a:moveTo>
                  <a:pt x="4204" y="0"/>
                </a:moveTo>
                <a:lnTo>
                  <a:pt x="4204" y="0"/>
                </a:lnTo>
                <a:cubicBezTo>
                  <a:pt x="3804" y="133"/>
                  <a:pt x="3370" y="300"/>
                  <a:pt x="2970" y="567"/>
                </a:cubicBezTo>
                <a:cubicBezTo>
                  <a:pt x="568" y="2102"/>
                  <a:pt x="1" y="5537"/>
                  <a:pt x="1735" y="8206"/>
                </a:cubicBezTo>
                <a:cubicBezTo>
                  <a:pt x="2881" y="10003"/>
                  <a:pt x="4783" y="11013"/>
                  <a:pt x="6636" y="11013"/>
                </a:cubicBezTo>
                <a:cubicBezTo>
                  <a:pt x="7535" y="11013"/>
                  <a:pt x="8423" y="10775"/>
                  <a:pt x="9207" y="10274"/>
                </a:cubicBezTo>
                <a:cubicBezTo>
                  <a:pt x="9608" y="10007"/>
                  <a:pt x="9941" y="9707"/>
                  <a:pt x="10242" y="9373"/>
                </a:cubicBezTo>
                <a:lnTo>
                  <a:pt x="10242" y="9373"/>
                </a:lnTo>
                <a:cubicBezTo>
                  <a:pt x="9797" y="9499"/>
                  <a:pt x="9340" y="9561"/>
                  <a:pt x="8881" y="9561"/>
                </a:cubicBezTo>
                <a:cubicBezTo>
                  <a:pt x="7031" y="9561"/>
                  <a:pt x="5153" y="8562"/>
                  <a:pt x="4004" y="6772"/>
                </a:cubicBezTo>
                <a:cubicBezTo>
                  <a:pt x="2536" y="4503"/>
                  <a:pt x="2703" y="1735"/>
                  <a:pt x="42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8" name="Google Shape;1628;p14"/>
          <p:cNvGrpSpPr/>
          <p:nvPr/>
        </p:nvGrpSpPr>
        <p:grpSpPr>
          <a:xfrm rot="3600019">
            <a:off x="-202445" y="4353193"/>
            <a:ext cx="1017095" cy="936739"/>
            <a:chOff x="548175" y="3691725"/>
            <a:chExt cx="990925" cy="1044125"/>
          </a:xfrm>
        </p:grpSpPr>
        <p:sp>
          <p:nvSpPr>
            <p:cNvPr id="1629" name="Google Shape;1629;p14"/>
            <p:cNvSpPr/>
            <p:nvPr/>
          </p:nvSpPr>
          <p:spPr>
            <a:xfrm>
              <a:off x="803500" y="3747200"/>
              <a:ext cx="52450" cy="99575"/>
            </a:xfrm>
            <a:custGeom>
              <a:rect b="b" l="l" r="r" t="t"/>
              <a:pathLst>
                <a:path extrusionOk="0" fill="none" h="3983" w="2098">
                  <a:moveTo>
                    <a:pt x="2097" y="0"/>
                  </a:moveTo>
                  <a:cubicBezTo>
                    <a:pt x="1733" y="760"/>
                    <a:pt x="1307" y="1490"/>
                    <a:pt x="881" y="2250"/>
                  </a:cubicBezTo>
                  <a:cubicBezTo>
                    <a:pt x="578" y="2827"/>
                    <a:pt x="213" y="3374"/>
                    <a:pt x="0" y="398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14"/>
            <p:cNvSpPr/>
            <p:nvPr/>
          </p:nvSpPr>
          <p:spPr>
            <a:xfrm>
              <a:off x="773850" y="3864975"/>
              <a:ext cx="58550" cy="99575"/>
            </a:xfrm>
            <a:custGeom>
              <a:rect b="b" l="l" r="r" t="t"/>
              <a:pathLst>
                <a:path extrusionOk="0" fill="none" h="3983" w="2342">
                  <a:moveTo>
                    <a:pt x="2341" y="1"/>
                  </a:moveTo>
                  <a:cubicBezTo>
                    <a:pt x="2067" y="700"/>
                    <a:pt x="1490" y="1308"/>
                    <a:pt x="1186" y="2007"/>
                  </a:cubicBezTo>
                  <a:cubicBezTo>
                    <a:pt x="852" y="2706"/>
                    <a:pt x="517" y="3436"/>
                    <a:pt x="1" y="398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14"/>
            <p:cNvSpPr/>
            <p:nvPr/>
          </p:nvSpPr>
          <p:spPr>
            <a:xfrm>
              <a:off x="712300" y="3923500"/>
              <a:ext cx="38025" cy="64600"/>
            </a:xfrm>
            <a:custGeom>
              <a:rect b="b" l="l" r="r" t="t"/>
              <a:pathLst>
                <a:path extrusionOk="0" fill="none" h="2584" w="1521">
                  <a:moveTo>
                    <a:pt x="1520" y="0"/>
                  </a:moveTo>
                  <a:cubicBezTo>
                    <a:pt x="1216" y="487"/>
                    <a:pt x="1034" y="1034"/>
                    <a:pt x="700" y="1520"/>
                  </a:cubicBezTo>
                  <a:cubicBezTo>
                    <a:pt x="456" y="1885"/>
                    <a:pt x="244" y="2219"/>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14"/>
            <p:cNvSpPr/>
            <p:nvPr/>
          </p:nvSpPr>
          <p:spPr>
            <a:xfrm>
              <a:off x="718375" y="3829275"/>
              <a:ext cx="41075" cy="64600"/>
            </a:xfrm>
            <a:custGeom>
              <a:rect b="b" l="l" r="r" t="t"/>
              <a:pathLst>
                <a:path extrusionOk="0" fill="none" h="2584" w="1643">
                  <a:moveTo>
                    <a:pt x="1642" y="0"/>
                  </a:moveTo>
                  <a:cubicBezTo>
                    <a:pt x="1034" y="851"/>
                    <a:pt x="487" y="1702"/>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14"/>
            <p:cNvSpPr/>
            <p:nvPr/>
          </p:nvSpPr>
          <p:spPr>
            <a:xfrm>
              <a:off x="621125" y="3993400"/>
              <a:ext cx="26600" cy="53225"/>
            </a:xfrm>
            <a:custGeom>
              <a:rect b="b" l="l" r="r" t="t"/>
              <a:pathLst>
                <a:path extrusionOk="0" fill="none" h="2129" w="1064">
                  <a:moveTo>
                    <a:pt x="1064" y="1"/>
                  </a:moveTo>
                  <a:cubicBezTo>
                    <a:pt x="1003" y="335"/>
                    <a:pt x="699" y="761"/>
                    <a:pt x="517" y="1065"/>
                  </a:cubicBezTo>
                  <a:cubicBezTo>
                    <a:pt x="365" y="1429"/>
                    <a:pt x="182" y="1764"/>
                    <a:pt x="0" y="212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14"/>
            <p:cNvSpPr/>
            <p:nvPr/>
          </p:nvSpPr>
          <p:spPr>
            <a:xfrm>
              <a:off x="662150" y="4043550"/>
              <a:ext cx="32700" cy="58550"/>
            </a:xfrm>
            <a:custGeom>
              <a:rect b="b" l="l" r="r" t="t"/>
              <a:pathLst>
                <a:path extrusionOk="0" fill="none" h="2342" w="1308">
                  <a:moveTo>
                    <a:pt x="1307" y="1"/>
                  </a:moveTo>
                  <a:cubicBezTo>
                    <a:pt x="1034" y="487"/>
                    <a:pt x="578" y="882"/>
                    <a:pt x="396" y="1399"/>
                  </a:cubicBezTo>
                  <a:cubicBezTo>
                    <a:pt x="274" y="1703"/>
                    <a:pt x="244" y="209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14"/>
            <p:cNvSpPr/>
            <p:nvPr/>
          </p:nvSpPr>
          <p:spPr>
            <a:xfrm>
              <a:off x="726750" y="4043550"/>
              <a:ext cx="44075" cy="67650"/>
            </a:xfrm>
            <a:custGeom>
              <a:rect b="b" l="l" r="r" t="t"/>
              <a:pathLst>
                <a:path extrusionOk="0" fill="none" h="2706" w="1763">
                  <a:moveTo>
                    <a:pt x="1763" y="1"/>
                  </a:moveTo>
                  <a:cubicBezTo>
                    <a:pt x="973" y="761"/>
                    <a:pt x="426" y="1703"/>
                    <a:pt x="0"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14"/>
            <p:cNvSpPr/>
            <p:nvPr/>
          </p:nvSpPr>
          <p:spPr>
            <a:xfrm>
              <a:off x="827050" y="3955400"/>
              <a:ext cx="43325" cy="67675"/>
            </a:xfrm>
            <a:custGeom>
              <a:rect b="b" l="l" r="r" t="t"/>
              <a:pathLst>
                <a:path extrusionOk="0" fill="none" h="2707" w="1733">
                  <a:moveTo>
                    <a:pt x="1733" y="1"/>
                  </a:moveTo>
                  <a:cubicBezTo>
                    <a:pt x="1307" y="487"/>
                    <a:pt x="851" y="1065"/>
                    <a:pt x="578" y="1673"/>
                  </a:cubicBezTo>
                  <a:cubicBezTo>
                    <a:pt x="487" y="1855"/>
                    <a:pt x="426" y="2068"/>
                    <a:pt x="304" y="2250"/>
                  </a:cubicBezTo>
                  <a:cubicBezTo>
                    <a:pt x="213" y="2402"/>
                    <a:pt x="0" y="2524"/>
                    <a:pt x="0"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14"/>
            <p:cNvSpPr/>
            <p:nvPr/>
          </p:nvSpPr>
          <p:spPr>
            <a:xfrm>
              <a:off x="908350" y="3835350"/>
              <a:ext cx="44100" cy="76000"/>
            </a:xfrm>
            <a:custGeom>
              <a:rect b="b" l="l" r="r" t="t"/>
              <a:pathLst>
                <a:path extrusionOk="0" fill="none" h="3040" w="1764">
                  <a:moveTo>
                    <a:pt x="1764" y="0"/>
                  </a:moveTo>
                  <a:cubicBezTo>
                    <a:pt x="1399" y="699"/>
                    <a:pt x="1034" y="1429"/>
                    <a:pt x="700" y="2158"/>
                  </a:cubicBezTo>
                  <a:cubicBezTo>
                    <a:pt x="578" y="2462"/>
                    <a:pt x="457" y="3040"/>
                    <a:pt x="1" y="294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14"/>
            <p:cNvSpPr/>
            <p:nvPr/>
          </p:nvSpPr>
          <p:spPr>
            <a:xfrm>
              <a:off x="901525" y="3764675"/>
              <a:ext cx="50925" cy="76775"/>
            </a:xfrm>
            <a:custGeom>
              <a:rect b="b" l="l" r="r" t="t"/>
              <a:pathLst>
                <a:path extrusionOk="0" fill="none" h="3071" w="2037">
                  <a:moveTo>
                    <a:pt x="2037" y="1"/>
                  </a:moveTo>
                  <a:cubicBezTo>
                    <a:pt x="1489" y="457"/>
                    <a:pt x="1155" y="1095"/>
                    <a:pt x="821" y="1703"/>
                  </a:cubicBezTo>
                  <a:cubicBezTo>
                    <a:pt x="608" y="2067"/>
                    <a:pt x="0" y="2645"/>
                    <a:pt x="61" y="307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14"/>
            <p:cNvSpPr/>
            <p:nvPr/>
          </p:nvSpPr>
          <p:spPr>
            <a:xfrm>
              <a:off x="1008650" y="3762400"/>
              <a:ext cx="28900" cy="52450"/>
            </a:xfrm>
            <a:custGeom>
              <a:rect b="b" l="l" r="r" t="t"/>
              <a:pathLst>
                <a:path extrusionOk="0" fill="none" h="2098" w="1156">
                  <a:moveTo>
                    <a:pt x="1156" y="0"/>
                  </a:moveTo>
                  <a:cubicBezTo>
                    <a:pt x="882" y="456"/>
                    <a:pt x="487" y="882"/>
                    <a:pt x="305" y="1399"/>
                  </a:cubicBezTo>
                  <a:cubicBezTo>
                    <a:pt x="214" y="1611"/>
                    <a:pt x="183" y="1915"/>
                    <a:pt x="1" y="20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14"/>
            <p:cNvSpPr/>
            <p:nvPr/>
          </p:nvSpPr>
          <p:spPr>
            <a:xfrm>
              <a:off x="1084650" y="3732750"/>
              <a:ext cx="44100" cy="61600"/>
            </a:xfrm>
            <a:custGeom>
              <a:rect b="b" l="l" r="r" t="t"/>
              <a:pathLst>
                <a:path extrusionOk="0" fill="none" h="2464" w="1764">
                  <a:moveTo>
                    <a:pt x="1763" y="1"/>
                  </a:moveTo>
                  <a:cubicBezTo>
                    <a:pt x="1551" y="487"/>
                    <a:pt x="1277" y="913"/>
                    <a:pt x="943" y="1308"/>
                  </a:cubicBezTo>
                  <a:cubicBezTo>
                    <a:pt x="608" y="1703"/>
                    <a:pt x="396" y="2098"/>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14"/>
            <p:cNvSpPr/>
            <p:nvPr/>
          </p:nvSpPr>
          <p:spPr>
            <a:xfrm>
              <a:off x="1155325" y="3762400"/>
              <a:ext cx="38000" cy="49425"/>
            </a:xfrm>
            <a:custGeom>
              <a:rect b="b" l="l" r="r" t="t"/>
              <a:pathLst>
                <a:path extrusionOk="0" fill="none" h="1977" w="1520">
                  <a:moveTo>
                    <a:pt x="1520" y="0"/>
                  </a:moveTo>
                  <a:cubicBezTo>
                    <a:pt x="1216" y="365"/>
                    <a:pt x="942" y="791"/>
                    <a:pt x="639" y="1155"/>
                  </a:cubicBezTo>
                  <a:cubicBezTo>
                    <a:pt x="426" y="1429"/>
                    <a:pt x="183" y="1672"/>
                    <a:pt x="0"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14"/>
            <p:cNvSpPr/>
            <p:nvPr/>
          </p:nvSpPr>
          <p:spPr>
            <a:xfrm>
              <a:off x="969900" y="39934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14"/>
            <p:cNvSpPr/>
            <p:nvPr/>
          </p:nvSpPr>
          <p:spPr>
            <a:xfrm>
              <a:off x="929625" y="3917425"/>
              <a:ext cx="43350" cy="64600"/>
            </a:xfrm>
            <a:custGeom>
              <a:rect b="b" l="l" r="r" t="t"/>
              <a:pathLst>
                <a:path extrusionOk="0" fill="none" h="2584" w="1734">
                  <a:moveTo>
                    <a:pt x="1733" y="0"/>
                  </a:moveTo>
                  <a:cubicBezTo>
                    <a:pt x="1217" y="882"/>
                    <a:pt x="730" y="1854"/>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14"/>
            <p:cNvSpPr/>
            <p:nvPr/>
          </p:nvSpPr>
          <p:spPr>
            <a:xfrm>
              <a:off x="847550" y="4061025"/>
              <a:ext cx="40300" cy="56275"/>
            </a:xfrm>
            <a:custGeom>
              <a:rect b="b" l="l" r="r" t="t"/>
              <a:pathLst>
                <a:path extrusionOk="0" fill="none" h="2251" w="1612">
                  <a:moveTo>
                    <a:pt x="1612" y="1"/>
                  </a:moveTo>
                  <a:cubicBezTo>
                    <a:pt x="974" y="700"/>
                    <a:pt x="487" y="1429"/>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14"/>
            <p:cNvSpPr/>
            <p:nvPr/>
          </p:nvSpPr>
          <p:spPr>
            <a:xfrm>
              <a:off x="750300" y="4169700"/>
              <a:ext cx="50175" cy="64625"/>
            </a:xfrm>
            <a:custGeom>
              <a:rect b="b" l="l" r="r" t="t"/>
              <a:pathLst>
                <a:path extrusionOk="0" fill="none" h="2585" w="2007">
                  <a:moveTo>
                    <a:pt x="2006" y="0"/>
                  </a:moveTo>
                  <a:cubicBezTo>
                    <a:pt x="1307" y="852"/>
                    <a:pt x="791" y="1824"/>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14"/>
            <p:cNvSpPr/>
            <p:nvPr/>
          </p:nvSpPr>
          <p:spPr>
            <a:xfrm>
              <a:off x="747250" y="4114225"/>
              <a:ext cx="32700" cy="46375"/>
            </a:xfrm>
            <a:custGeom>
              <a:rect b="b" l="l" r="r" t="t"/>
              <a:pathLst>
                <a:path extrusionOk="0" fill="none" h="1855" w="1308">
                  <a:moveTo>
                    <a:pt x="1308" y="1"/>
                  </a:moveTo>
                  <a:cubicBezTo>
                    <a:pt x="913" y="639"/>
                    <a:pt x="517" y="1308"/>
                    <a:pt x="1"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14"/>
            <p:cNvSpPr/>
            <p:nvPr/>
          </p:nvSpPr>
          <p:spPr>
            <a:xfrm>
              <a:off x="641625" y="4222900"/>
              <a:ext cx="35750" cy="52450"/>
            </a:xfrm>
            <a:custGeom>
              <a:rect b="b" l="l" r="r" t="t"/>
              <a:pathLst>
                <a:path extrusionOk="0" fill="none" h="2098" w="1430">
                  <a:moveTo>
                    <a:pt x="1429" y="0"/>
                  </a:moveTo>
                  <a:cubicBezTo>
                    <a:pt x="1399" y="182"/>
                    <a:pt x="1004" y="699"/>
                    <a:pt x="913" y="821"/>
                  </a:cubicBezTo>
                  <a:cubicBezTo>
                    <a:pt x="791" y="973"/>
                    <a:pt x="639" y="1125"/>
                    <a:pt x="517" y="1277"/>
                  </a:cubicBezTo>
                  <a:cubicBezTo>
                    <a:pt x="335" y="1520"/>
                    <a:pt x="62" y="1763"/>
                    <a:pt x="1" y="209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14"/>
            <p:cNvSpPr/>
            <p:nvPr/>
          </p:nvSpPr>
          <p:spPr>
            <a:xfrm>
              <a:off x="615800" y="4169700"/>
              <a:ext cx="46375" cy="55500"/>
            </a:xfrm>
            <a:custGeom>
              <a:rect b="b" l="l" r="r" t="t"/>
              <a:pathLst>
                <a:path extrusionOk="0" fill="none" h="2220" w="1855">
                  <a:moveTo>
                    <a:pt x="1854" y="0"/>
                  </a:moveTo>
                  <a:cubicBezTo>
                    <a:pt x="973" y="517"/>
                    <a:pt x="699" y="1551"/>
                    <a:pt x="0"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14"/>
            <p:cNvSpPr/>
            <p:nvPr/>
          </p:nvSpPr>
          <p:spPr>
            <a:xfrm>
              <a:off x="589200" y="4114225"/>
              <a:ext cx="31950" cy="46375"/>
            </a:xfrm>
            <a:custGeom>
              <a:rect b="b" l="l" r="r" t="t"/>
              <a:pathLst>
                <a:path extrusionOk="0" fill="none" h="1855" w="1278">
                  <a:moveTo>
                    <a:pt x="1277" y="1"/>
                  </a:moveTo>
                  <a:cubicBezTo>
                    <a:pt x="973" y="456"/>
                    <a:pt x="669" y="943"/>
                    <a:pt x="335" y="1399"/>
                  </a:cubicBezTo>
                  <a:cubicBezTo>
                    <a:pt x="244" y="1551"/>
                    <a:pt x="122" y="1733"/>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14"/>
            <p:cNvSpPr/>
            <p:nvPr/>
          </p:nvSpPr>
          <p:spPr>
            <a:xfrm>
              <a:off x="630225" y="3855875"/>
              <a:ext cx="31950" cy="50175"/>
            </a:xfrm>
            <a:custGeom>
              <a:rect b="b" l="l" r="r" t="t"/>
              <a:pathLst>
                <a:path extrusionOk="0" fill="none" h="2007" w="1278">
                  <a:moveTo>
                    <a:pt x="1277" y="0"/>
                  </a:moveTo>
                  <a:cubicBezTo>
                    <a:pt x="913" y="365"/>
                    <a:pt x="487" y="760"/>
                    <a:pt x="305" y="1246"/>
                  </a:cubicBezTo>
                  <a:cubicBezTo>
                    <a:pt x="214" y="1459"/>
                    <a:pt x="31" y="1763"/>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14"/>
            <p:cNvSpPr/>
            <p:nvPr/>
          </p:nvSpPr>
          <p:spPr>
            <a:xfrm>
              <a:off x="756375" y="3756325"/>
              <a:ext cx="28900" cy="28900"/>
            </a:xfrm>
            <a:custGeom>
              <a:rect b="b" l="l" r="r" t="t"/>
              <a:pathLst>
                <a:path extrusionOk="0" fill="none" h="1156" w="1156">
                  <a:moveTo>
                    <a:pt x="1156" y="0"/>
                  </a:moveTo>
                  <a:cubicBezTo>
                    <a:pt x="608" y="243"/>
                    <a:pt x="244" y="639"/>
                    <a:pt x="0" y="11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14"/>
            <p:cNvSpPr/>
            <p:nvPr/>
          </p:nvSpPr>
          <p:spPr>
            <a:xfrm>
              <a:off x="565650" y="3982000"/>
              <a:ext cx="26600" cy="41075"/>
            </a:xfrm>
            <a:custGeom>
              <a:rect b="b" l="l" r="r" t="t"/>
              <a:pathLst>
                <a:path extrusionOk="0" fill="none" h="1643" w="1064">
                  <a:moveTo>
                    <a:pt x="1064" y="1"/>
                  </a:moveTo>
                  <a:cubicBezTo>
                    <a:pt x="760" y="305"/>
                    <a:pt x="426" y="669"/>
                    <a:pt x="243" y="1065"/>
                  </a:cubicBezTo>
                  <a:cubicBezTo>
                    <a:pt x="152" y="1247"/>
                    <a:pt x="91" y="1460"/>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14"/>
            <p:cNvSpPr/>
            <p:nvPr/>
          </p:nvSpPr>
          <p:spPr>
            <a:xfrm>
              <a:off x="548175" y="4222900"/>
              <a:ext cx="26600" cy="43325"/>
            </a:xfrm>
            <a:custGeom>
              <a:rect b="b" l="l" r="r" t="t"/>
              <a:pathLst>
                <a:path extrusionOk="0" fill="none" h="1733" w="1064">
                  <a:moveTo>
                    <a:pt x="1064" y="0"/>
                  </a:moveTo>
                  <a:cubicBezTo>
                    <a:pt x="821" y="365"/>
                    <a:pt x="517" y="760"/>
                    <a:pt x="334" y="1155"/>
                  </a:cubicBezTo>
                  <a:cubicBezTo>
                    <a:pt x="274" y="1338"/>
                    <a:pt x="182" y="1702"/>
                    <a:pt x="0" y="173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14"/>
            <p:cNvSpPr/>
            <p:nvPr/>
          </p:nvSpPr>
          <p:spPr>
            <a:xfrm>
              <a:off x="583125" y="4278350"/>
              <a:ext cx="26625" cy="41075"/>
            </a:xfrm>
            <a:custGeom>
              <a:rect b="b" l="l" r="r" t="t"/>
              <a:pathLst>
                <a:path extrusionOk="0" fill="none" h="1643" w="1065">
                  <a:moveTo>
                    <a:pt x="1064" y="1"/>
                  </a:moveTo>
                  <a:cubicBezTo>
                    <a:pt x="730" y="335"/>
                    <a:pt x="487" y="700"/>
                    <a:pt x="304" y="1126"/>
                  </a:cubicBezTo>
                  <a:cubicBezTo>
                    <a:pt x="213" y="1278"/>
                    <a:pt x="152" y="1582"/>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14"/>
            <p:cNvSpPr/>
            <p:nvPr/>
          </p:nvSpPr>
          <p:spPr>
            <a:xfrm>
              <a:off x="621125" y="4322425"/>
              <a:ext cx="58525" cy="85150"/>
            </a:xfrm>
            <a:custGeom>
              <a:rect b="b" l="l" r="r" t="t"/>
              <a:pathLst>
                <a:path extrusionOk="0" fill="none" h="3406" w="2341">
                  <a:moveTo>
                    <a:pt x="2341" y="1"/>
                  </a:moveTo>
                  <a:cubicBezTo>
                    <a:pt x="1824" y="578"/>
                    <a:pt x="1368" y="1247"/>
                    <a:pt x="973" y="1946"/>
                  </a:cubicBezTo>
                  <a:cubicBezTo>
                    <a:pt x="821" y="2220"/>
                    <a:pt x="669" y="2433"/>
                    <a:pt x="517" y="2706"/>
                  </a:cubicBezTo>
                  <a:cubicBezTo>
                    <a:pt x="334" y="2919"/>
                    <a:pt x="243" y="3223"/>
                    <a:pt x="0" y="340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14"/>
            <p:cNvSpPr/>
            <p:nvPr/>
          </p:nvSpPr>
          <p:spPr>
            <a:xfrm>
              <a:off x="618075" y="4459975"/>
              <a:ext cx="26625" cy="44100"/>
            </a:xfrm>
            <a:custGeom>
              <a:rect b="b" l="l" r="r" t="t"/>
              <a:pathLst>
                <a:path extrusionOk="0" fill="none" h="1764" w="1065">
                  <a:moveTo>
                    <a:pt x="1064" y="1"/>
                  </a:moveTo>
                  <a:cubicBezTo>
                    <a:pt x="760" y="426"/>
                    <a:pt x="578" y="760"/>
                    <a:pt x="365" y="1216"/>
                  </a:cubicBezTo>
                  <a:cubicBezTo>
                    <a:pt x="304" y="1368"/>
                    <a:pt x="152" y="1642"/>
                    <a:pt x="0"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14"/>
            <p:cNvSpPr/>
            <p:nvPr/>
          </p:nvSpPr>
          <p:spPr>
            <a:xfrm>
              <a:off x="741925" y="4275325"/>
              <a:ext cx="41075" cy="55500"/>
            </a:xfrm>
            <a:custGeom>
              <a:rect b="b" l="l" r="r" t="t"/>
              <a:pathLst>
                <a:path extrusionOk="0" fill="none" h="2220" w="1643">
                  <a:moveTo>
                    <a:pt x="1642" y="0"/>
                  </a:moveTo>
                  <a:cubicBezTo>
                    <a:pt x="1095" y="335"/>
                    <a:pt x="882" y="851"/>
                    <a:pt x="578" y="1368"/>
                  </a:cubicBezTo>
                  <a:cubicBezTo>
                    <a:pt x="426" y="1672"/>
                    <a:pt x="244" y="2037"/>
                    <a:pt x="1"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14"/>
            <p:cNvSpPr/>
            <p:nvPr/>
          </p:nvSpPr>
          <p:spPr>
            <a:xfrm>
              <a:off x="849850" y="4178825"/>
              <a:ext cx="26600" cy="41050"/>
            </a:xfrm>
            <a:custGeom>
              <a:rect b="b" l="l" r="r" t="t"/>
              <a:pathLst>
                <a:path extrusionOk="0" fill="none" h="1642" w="1064">
                  <a:moveTo>
                    <a:pt x="1064" y="0"/>
                  </a:moveTo>
                  <a:cubicBezTo>
                    <a:pt x="790" y="335"/>
                    <a:pt x="517" y="638"/>
                    <a:pt x="304" y="1034"/>
                  </a:cubicBezTo>
                  <a:cubicBezTo>
                    <a:pt x="183" y="1216"/>
                    <a:pt x="152" y="1459"/>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14"/>
            <p:cNvSpPr/>
            <p:nvPr/>
          </p:nvSpPr>
          <p:spPr>
            <a:xfrm>
              <a:off x="944075" y="4102075"/>
              <a:ext cx="49400" cy="70675"/>
            </a:xfrm>
            <a:custGeom>
              <a:rect b="b" l="l" r="r" t="t"/>
              <a:pathLst>
                <a:path extrusionOk="0" fill="none" h="2827" w="1976">
                  <a:moveTo>
                    <a:pt x="1976" y="0"/>
                  </a:moveTo>
                  <a:cubicBezTo>
                    <a:pt x="1429" y="547"/>
                    <a:pt x="1003" y="1094"/>
                    <a:pt x="639" y="1794"/>
                  </a:cubicBezTo>
                  <a:cubicBezTo>
                    <a:pt x="456" y="2098"/>
                    <a:pt x="243" y="2553"/>
                    <a:pt x="0" y="282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14"/>
            <p:cNvSpPr/>
            <p:nvPr/>
          </p:nvSpPr>
          <p:spPr>
            <a:xfrm>
              <a:off x="1052725" y="4013925"/>
              <a:ext cx="34975" cy="50175"/>
            </a:xfrm>
            <a:custGeom>
              <a:rect b="b" l="l" r="r" t="t"/>
              <a:pathLst>
                <a:path extrusionOk="0" fill="none" h="2007" w="1399">
                  <a:moveTo>
                    <a:pt x="1399" y="0"/>
                  </a:moveTo>
                  <a:cubicBezTo>
                    <a:pt x="943" y="456"/>
                    <a:pt x="609" y="851"/>
                    <a:pt x="335" y="1399"/>
                  </a:cubicBezTo>
                  <a:cubicBezTo>
                    <a:pt x="274" y="1490"/>
                    <a:pt x="274" y="1672"/>
                    <a:pt x="183" y="1763"/>
                  </a:cubicBezTo>
                  <a:cubicBezTo>
                    <a:pt x="122" y="1885"/>
                    <a:pt x="62" y="1885"/>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14"/>
            <p:cNvSpPr/>
            <p:nvPr/>
          </p:nvSpPr>
          <p:spPr>
            <a:xfrm>
              <a:off x="1149250" y="3899950"/>
              <a:ext cx="34975" cy="50175"/>
            </a:xfrm>
            <a:custGeom>
              <a:rect b="b" l="l" r="r" t="t"/>
              <a:pathLst>
                <a:path extrusionOk="0" fill="none" h="2007" w="1399">
                  <a:moveTo>
                    <a:pt x="1398" y="0"/>
                  </a:moveTo>
                  <a:cubicBezTo>
                    <a:pt x="1003" y="426"/>
                    <a:pt x="730" y="821"/>
                    <a:pt x="395" y="1307"/>
                  </a:cubicBezTo>
                  <a:cubicBezTo>
                    <a:pt x="243" y="1489"/>
                    <a:pt x="0" y="1733"/>
                    <a:pt x="0"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14"/>
            <p:cNvSpPr/>
            <p:nvPr/>
          </p:nvSpPr>
          <p:spPr>
            <a:xfrm>
              <a:off x="1102125" y="3879425"/>
              <a:ext cx="26625" cy="41050"/>
            </a:xfrm>
            <a:custGeom>
              <a:rect b="b" l="l" r="r" t="t"/>
              <a:pathLst>
                <a:path extrusionOk="0" fill="none" h="1642" w="1065">
                  <a:moveTo>
                    <a:pt x="1064" y="0"/>
                  </a:moveTo>
                  <a:cubicBezTo>
                    <a:pt x="730" y="183"/>
                    <a:pt x="517" y="699"/>
                    <a:pt x="304" y="1003"/>
                  </a:cubicBezTo>
                  <a:cubicBezTo>
                    <a:pt x="183" y="1186"/>
                    <a:pt x="31" y="1429"/>
                    <a:pt x="1"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14"/>
            <p:cNvSpPr/>
            <p:nvPr/>
          </p:nvSpPr>
          <p:spPr>
            <a:xfrm>
              <a:off x="972950" y="3697800"/>
              <a:ext cx="38775" cy="44100"/>
            </a:xfrm>
            <a:custGeom>
              <a:rect b="b" l="l" r="r" t="t"/>
              <a:pathLst>
                <a:path extrusionOk="0" fill="none" h="1764" w="1551">
                  <a:moveTo>
                    <a:pt x="1550" y="1"/>
                  </a:moveTo>
                  <a:cubicBezTo>
                    <a:pt x="1186" y="426"/>
                    <a:pt x="851" y="791"/>
                    <a:pt x="487" y="1186"/>
                  </a:cubicBezTo>
                  <a:cubicBezTo>
                    <a:pt x="365" y="1308"/>
                    <a:pt x="61" y="1612"/>
                    <a:pt x="0"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14"/>
            <p:cNvSpPr/>
            <p:nvPr/>
          </p:nvSpPr>
          <p:spPr>
            <a:xfrm>
              <a:off x="908350" y="3691725"/>
              <a:ext cx="20550" cy="23575"/>
            </a:xfrm>
            <a:custGeom>
              <a:rect b="b" l="l" r="r" t="t"/>
              <a:pathLst>
                <a:path extrusionOk="0" fill="none" h="943" w="822">
                  <a:moveTo>
                    <a:pt x="821" y="1"/>
                  </a:moveTo>
                  <a:cubicBezTo>
                    <a:pt x="457" y="213"/>
                    <a:pt x="122" y="517"/>
                    <a:pt x="1" y="94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14"/>
            <p:cNvSpPr/>
            <p:nvPr/>
          </p:nvSpPr>
          <p:spPr>
            <a:xfrm>
              <a:off x="1207000" y="3779875"/>
              <a:ext cx="38775" cy="49425"/>
            </a:xfrm>
            <a:custGeom>
              <a:rect b="b" l="l" r="r" t="t"/>
              <a:pathLst>
                <a:path extrusionOk="0" fill="none" h="1977" w="1551">
                  <a:moveTo>
                    <a:pt x="1550" y="1"/>
                  </a:moveTo>
                  <a:cubicBezTo>
                    <a:pt x="1094" y="396"/>
                    <a:pt x="730" y="821"/>
                    <a:pt x="334" y="1277"/>
                  </a:cubicBezTo>
                  <a:cubicBezTo>
                    <a:pt x="182" y="1490"/>
                    <a:pt x="0" y="1703"/>
                    <a:pt x="3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14"/>
            <p:cNvSpPr/>
            <p:nvPr/>
          </p:nvSpPr>
          <p:spPr>
            <a:xfrm>
              <a:off x="1275375" y="3814825"/>
              <a:ext cx="38025" cy="38025"/>
            </a:xfrm>
            <a:custGeom>
              <a:rect b="b" l="l" r="r" t="t"/>
              <a:pathLst>
                <a:path extrusionOk="0" fill="none" h="1521" w="1521">
                  <a:moveTo>
                    <a:pt x="1521" y="1"/>
                  </a:moveTo>
                  <a:cubicBezTo>
                    <a:pt x="1125" y="61"/>
                    <a:pt x="852" y="609"/>
                    <a:pt x="639" y="882"/>
                  </a:cubicBezTo>
                  <a:cubicBezTo>
                    <a:pt x="457" y="1065"/>
                    <a:pt x="214" y="136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14"/>
            <p:cNvSpPr/>
            <p:nvPr/>
          </p:nvSpPr>
          <p:spPr>
            <a:xfrm>
              <a:off x="1322500" y="3858900"/>
              <a:ext cx="58525" cy="61575"/>
            </a:xfrm>
            <a:custGeom>
              <a:rect b="b" l="l" r="r" t="t"/>
              <a:pathLst>
                <a:path extrusionOk="0" fill="none" h="2463" w="2341">
                  <a:moveTo>
                    <a:pt x="2341" y="1"/>
                  </a:moveTo>
                  <a:cubicBezTo>
                    <a:pt x="1976" y="274"/>
                    <a:pt x="1520" y="578"/>
                    <a:pt x="1246" y="943"/>
                  </a:cubicBezTo>
                  <a:cubicBezTo>
                    <a:pt x="1095" y="1125"/>
                    <a:pt x="973" y="1338"/>
                    <a:pt x="791" y="1520"/>
                  </a:cubicBezTo>
                  <a:cubicBezTo>
                    <a:pt x="547" y="1824"/>
                    <a:pt x="243" y="2128"/>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14"/>
            <p:cNvSpPr/>
            <p:nvPr/>
          </p:nvSpPr>
          <p:spPr>
            <a:xfrm>
              <a:off x="1325525" y="3944000"/>
              <a:ext cx="66900" cy="72975"/>
            </a:xfrm>
            <a:custGeom>
              <a:rect b="b" l="l" r="r" t="t"/>
              <a:pathLst>
                <a:path extrusionOk="0" fill="none" h="2919" w="2676">
                  <a:moveTo>
                    <a:pt x="2676" y="1"/>
                  </a:moveTo>
                  <a:cubicBezTo>
                    <a:pt x="2159" y="609"/>
                    <a:pt x="1673" y="1308"/>
                    <a:pt x="1034" y="1855"/>
                  </a:cubicBezTo>
                  <a:cubicBezTo>
                    <a:pt x="670" y="2159"/>
                    <a:pt x="335" y="2585"/>
                    <a:pt x="1" y="29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14"/>
            <p:cNvSpPr/>
            <p:nvPr/>
          </p:nvSpPr>
          <p:spPr>
            <a:xfrm>
              <a:off x="1407600" y="3958450"/>
              <a:ext cx="38025" cy="44100"/>
            </a:xfrm>
            <a:custGeom>
              <a:rect b="b" l="l" r="r" t="t"/>
              <a:pathLst>
                <a:path extrusionOk="0" fill="none" h="1764" w="1521">
                  <a:moveTo>
                    <a:pt x="1520" y="0"/>
                  </a:moveTo>
                  <a:cubicBezTo>
                    <a:pt x="1004" y="578"/>
                    <a:pt x="609" y="1307"/>
                    <a:pt x="1"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14"/>
            <p:cNvSpPr/>
            <p:nvPr/>
          </p:nvSpPr>
          <p:spPr>
            <a:xfrm>
              <a:off x="1242700" y="3970600"/>
              <a:ext cx="44100" cy="55500"/>
            </a:xfrm>
            <a:custGeom>
              <a:rect b="b" l="l" r="r" t="t"/>
              <a:pathLst>
                <a:path extrusionOk="0" fill="none" h="2220" w="1764">
                  <a:moveTo>
                    <a:pt x="1764" y="1"/>
                  </a:moveTo>
                  <a:cubicBezTo>
                    <a:pt x="1308" y="274"/>
                    <a:pt x="1034" y="791"/>
                    <a:pt x="791" y="1277"/>
                  </a:cubicBezTo>
                  <a:cubicBezTo>
                    <a:pt x="578" y="1612"/>
                    <a:pt x="274" y="1885"/>
                    <a:pt x="1"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14"/>
            <p:cNvSpPr/>
            <p:nvPr/>
          </p:nvSpPr>
          <p:spPr>
            <a:xfrm>
              <a:off x="1178875" y="3944000"/>
              <a:ext cx="49425" cy="58550"/>
            </a:xfrm>
            <a:custGeom>
              <a:rect b="b" l="l" r="r" t="t"/>
              <a:pathLst>
                <a:path extrusionOk="0" fill="none" h="2342" w="1977">
                  <a:moveTo>
                    <a:pt x="1976" y="1"/>
                  </a:moveTo>
                  <a:cubicBezTo>
                    <a:pt x="1520" y="487"/>
                    <a:pt x="1034" y="974"/>
                    <a:pt x="639" y="1521"/>
                  </a:cubicBezTo>
                  <a:cubicBezTo>
                    <a:pt x="456" y="1764"/>
                    <a:pt x="92" y="206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14"/>
            <p:cNvSpPr/>
            <p:nvPr/>
          </p:nvSpPr>
          <p:spPr>
            <a:xfrm>
              <a:off x="1117325" y="4076225"/>
              <a:ext cx="41050" cy="49425"/>
            </a:xfrm>
            <a:custGeom>
              <a:rect b="b" l="l" r="r" t="t"/>
              <a:pathLst>
                <a:path extrusionOk="0" fill="none" h="1977" w="1642">
                  <a:moveTo>
                    <a:pt x="1642" y="1"/>
                  </a:moveTo>
                  <a:cubicBezTo>
                    <a:pt x="1186" y="396"/>
                    <a:pt x="943" y="882"/>
                    <a:pt x="548" y="1308"/>
                  </a:cubicBezTo>
                  <a:cubicBezTo>
                    <a:pt x="365" y="1521"/>
                    <a:pt x="183" y="1764"/>
                    <a:pt x="0"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14"/>
            <p:cNvSpPr/>
            <p:nvPr/>
          </p:nvSpPr>
          <p:spPr>
            <a:xfrm>
              <a:off x="1198625" y="4084600"/>
              <a:ext cx="41825" cy="50175"/>
            </a:xfrm>
            <a:custGeom>
              <a:rect b="b" l="l" r="r" t="t"/>
              <a:pathLst>
                <a:path extrusionOk="0" fill="none" h="2007" w="1673">
                  <a:moveTo>
                    <a:pt x="1673" y="0"/>
                  </a:moveTo>
                  <a:cubicBezTo>
                    <a:pt x="1308" y="456"/>
                    <a:pt x="1004" y="912"/>
                    <a:pt x="639" y="1338"/>
                  </a:cubicBezTo>
                  <a:cubicBezTo>
                    <a:pt x="457" y="1520"/>
                    <a:pt x="274" y="1915"/>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14"/>
            <p:cNvSpPr/>
            <p:nvPr/>
          </p:nvSpPr>
          <p:spPr>
            <a:xfrm>
              <a:off x="1295900" y="4064075"/>
              <a:ext cx="41050" cy="50175"/>
            </a:xfrm>
            <a:custGeom>
              <a:rect b="b" l="l" r="r" t="t"/>
              <a:pathLst>
                <a:path extrusionOk="0" fill="none" h="2007" w="1642">
                  <a:moveTo>
                    <a:pt x="1642" y="0"/>
                  </a:moveTo>
                  <a:cubicBezTo>
                    <a:pt x="1247" y="487"/>
                    <a:pt x="821" y="912"/>
                    <a:pt x="456" y="1429"/>
                  </a:cubicBezTo>
                  <a:cubicBezTo>
                    <a:pt x="335" y="1611"/>
                    <a:pt x="183" y="1946"/>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14"/>
            <p:cNvSpPr/>
            <p:nvPr/>
          </p:nvSpPr>
          <p:spPr>
            <a:xfrm>
              <a:off x="1360500" y="4061025"/>
              <a:ext cx="58525" cy="61575"/>
            </a:xfrm>
            <a:custGeom>
              <a:rect b="b" l="l" r="r" t="t"/>
              <a:pathLst>
                <a:path extrusionOk="0" fill="none" h="2463" w="2341">
                  <a:moveTo>
                    <a:pt x="2341" y="1"/>
                  </a:moveTo>
                  <a:cubicBezTo>
                    <a:pt x="2006" y="214"/>
                    <a:pt x="1733" y="396"/>
                    <a:pt x="1489" y="730"/>
                  </a:cubicBezTo>
                  <a:cubicBezTo>
                    <a:pt x="1337" y="913"/>
                    <a:pt x="1216" y="1125"/>
                    <a:pt x="1064" y="1308"/>
                  </a:cubicBezTo>
                  <a:cubicBezTo>
                    <a:pt x="669" y="1703"/>
                    <a:pt x="304" y="2037"/>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14"/>
            <p:cNvSpPr/>
            <p:nvPr/>
          </p:nvSpPr>
          <p:spPr>
            <a:xfrm>
              <a:off x="1442550" y="4055725"/>
              <a:ext cx="52475" cy="58525"/>
            </a:xfrm>
            <a:custGeom>
              <a:rect b="b" l="l" r="r" t="t"/>
              <a:pathLst>
                <a:path extrusionOk="0" fill="none" h="2341" w="2099">
                  <a:moveTo>
                    <a:pt x="2098" y="0"/>
                  </a:moveTo>
                  <a:cubicBezTo>
                    <a:pt x="1825" y="456"/>
                    <a:pt x="1399" y="851"/>
                    <a:pt x="1065" y="1277"/>
                  </a:cubicBezTo>
                  <a:cubicBezTo>
                    <a:pt x="761" y="1672"/>
                    <a:pt x="396" y="2037"/>
                    <a:pt x="1"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14"/>
            <p:cNvSpPr/>
            <p:nvPr/>
          </p:nvSpPr>
          <p:spPr>
            <a:xfrm>
              <a:off x="1448625" y="4149175"/>
              <a:ext cx="41075" cy="58550"/>
            </a:xfrm>
            <a:custGeom>
              <a:rect b="b" l="l" r="r" t="t"/>
              <a:pathLst>
                <a:path extrusionOk="0" fill="none" h="2342" w="1643">
                  <a:moveTo>
                    <a:pt x="1642" y="1"/>
                  </a:moveTo>
                  <a:cubicBezTo>
                    <a:pt x="1186" y="852"/>
                    <a:pt x="396" y="1490"/>
                    <a:pt x="1"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14"/>
            <p:cNvSpPr/>
            <p:nvPr/>
          </p:nvSpPr>
          <p:spPr>
            <a:xfrm>
              <a:off x="1480550" y="4193250"/>
              <a:ext cx="58550" cy="67650"/>
            </a:xfrm>
            <a:custGeom>
              <a:rect b="b" l="l" r="r" t="t"/>
              <a:pathLst>
                <a:path extrusionOk="0" fill="none" h="2706" w="2342">
                  <a:moveTo>
                    <a:pt x="2341" y="1"/>
                  </a:moveTo>
                  <a:cubicBezTo>
                    <a:pt x="1885" y="517"/>
                    <a:pt x="1490" y="1065"/>
                    <a:pt x="1064" y="1612"/>
                  </a:cubicBezTo>
                  <a:cubicBezTo>
                    <a:pt x="760" y="2007"/>
                    <a:pt x="365" y="2341"/>
                    <a:pt x="1"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14"/>
            <p:cNvSpPr/>
            <p:nvPr/>
          </p:nvSpPr>
          <p:spPr>
            <a:xfrm>
              <a:off x="1442550" y="4389300"/>
              <a:ext cx="41075" cy="44100"/>
            </a:xfrm>
            <a:custGeom>
              <a:rect b="b" l="l" r="r" t="t"/>
              <a:pathLst>
                <a:path extrusionOk="0" fill="none" h="1764" w="1643">
                  <a:moveTo>
                    <a:pt x="1642" y="1"/>
                  </a:moveTo>
                  <a:cubicBezTo>
                    <a:pt x="1369" y="335"/>
                    <a:pt x="973" y="517"/>
                    <a:pt x="700" y="852"/>
                  </a:cubicBezTo>
                  <a:cubicBezTo>
                    <a:pt x="457" y="1156"/>
                    <a:pt x="244" y="1490"/>
                    <a:pt x="1"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14"/>
            <p:cNvSpPr/>
            <p:nvPr/>
          </p:nvSpPr>
          <p:spPr>
            <a:xfrm>
              <a:off x="1392400" y="4501000"/>
              <a:ext cx="50175" cy="50175"/>
            </a:xfrm>
            <a:custGeom>
              <a:rect b="b" l="l" r="r" t="t"/>
              <a:pathLst>
                <a:path extrusionOk="0" fill="none" h="2007" w="2007">
                  <a:moveTo>
                    <a:pt x="2007" y="1"/>
                  </a:moveTo>
                  <a:cubicBezTo>
                    <a:pt x="1581" y="426"/>
                    <a:pt x="1217" y="882"/>
                    <a:pt x="821" y="1308"/>
                  </a:cubicBezTo>
                  <a:cubicBezTo>
                    <a:pt x="578" y="1551"/>
                    <a:pt x="244" y="1733"/>
                    <a:pt x="1"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14"/>
            <p:cNvSpPr/>
            <p:nvPr/>
          </p:nvSpPr>
          <p:spPr>
            <a:xfrm>
              <a:off x="1474475" y="4295850"/>
              <a:ext cx="38025" cy="47125"/>
            </a:xfrm>
            <a:custGeom>
              <a:rect b="b" l="l" r="r" t="t"/>
              <a:pathLst>
                <a:path extrusionOk="0" fill="none" h="1885" w="1521">
                  <a:moveTo>
                    <a:pt x="1520" y="0"/>
                  </a:moveTo>
                  <a:cubicBezTo>
                    <a:pt x="1216" y="365"/>
                    <a:pt x="912" y="699"/>
                    <a:pt x="639" y="1094"/>
                  </a:cubicBezTo>
                  <a:cubicBezTo>
                    <a:pt x="426" y="1368"/>
                    <a:pt x="274" y="1641"/>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14"/>
            <p:cNvSpPr/>
            <p:nvPr/>
          </p:nvSpPr>
          <p:spPr>
            <a:xfrm>
              <a:off x="1515500" y="4105100"/>
              <a:ext cx="23600" cy="29675"/>
            </a:xfrm>
            <a:custGeom>
              <a:rect b="b" l="l" r="r" t="t"/>
              <a:pathLst>
                <a:path extrusionOk="0" fill="none" h="1187" w="944">
                  <a:moveTo>
                    <a:pt x="943" y="1"/>
                  </a:moveTo>
                  <a:cubicBezTo>
                    <a:pt x="457" y="274"/>
                    <a:pt x="122" y="639"/>
                    <a:pt x="1" y="118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14"/>
            <p:cNvSpPr/>
            <p:nvPr/>
          </p:nvSpPr>
          <p:spPr>
            <a:xfrm>
              <a:off x="1351375" y="4281400"/>
              <a:ext cx="61575" cy="72975"/>
            </a:xfrm>
            <a:custGeom>
              <a:rect b="b" l="l" r="r" t="t"/>
              <a:pathLst>
                <a:path extrusionOk="0" fill="none" h="2919" w="2463">
                  <a:moveTo>
                    <a:pt x="2462" y="1"/>
                  </a:moveTo>
                  <a:cubicBezTo>
                    <a:pt x="2128" y="274"/>
                    <a:pt x="1702" y="548"/>
                    <a:pt x="1429" y="943"/>
                  </a:cubicBezTo>
                  <a:cubicBezTo>
                    <a:pt x="1247" y="1216"/>
                    <a:pt x="1064" y="1490"/>
                    <a:pt x="851" y="1764"/>
                  </a:cubicBezTo>
                  <a:cubicBezTo>
                    <a:pt x="578" y="2128"/>
                    <a:pt x="365" y="2645"/>
                    <a:pt x="0" y="29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14"/>
            <p:cNvSpPr/>
            <p:nvPr/>
          </p:nvSpPr>
          <p:spPr>
            <a:xfrm>
              <a:off x="1333900" y="4199325"/>
              <a:ext cx="44100" cy="46375"/>
            </a:xfrm>
            <a:custGeom>
              <a:rect b="b" l="l" r="r" t="t"/>
              <a:pathLst>
                <a:path extrusionOk="0" fill="none" h="1855" w="1764">
                  <a:moveTo>
                    <a:pt x="1763" y="1"/>
                  </a:moveTo>
                  <a:cubicBezTo>
                    <a:pt x="1368" y="122"/>
                    <a:pt x="1094" y="700"/>
                    <a:pt x="821" y="1004"/>
                  </a:cubicBezTo>
                  <a:cubicBezTo>
                    <a:pt x="547" y="1277"/>
                    <a:pt x="304" y="1581"/>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14"/>
            <p:cNvSpPr/>
            <p:nvPr/>
          </p:nvSpPr>
          <p:spPr>
            <a:xfrm>
              <a:off x="1008650" y="4172750"/>
              <a:ext cx="46375" cy="58525"/>
            </a:xfrm>
            <a:custGeom>
              <a:rect b="b" l="l" r="r" t="t"/>
              <a:pathLst>
                <a:path extrusionOk="0" fill="none" h="2341" w="1855">
                  <a:moveTo>
                    <a:pt x="1855" y="0"/>
                  </a:moveTo>
                  <a:cubicBezTo>
                    <a:pt x="1277" y="790"/>
                    <a:pt x="670" y="1611"/>
                    <a:pt x="1" y="234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14"/>
            <p:cNvSpPr/>
            <p:nvPr/>
          </p:nvSpPr>
          <p:spPr>
            <a:xfrm>
              <a:off x="1114275" y="4193250"/>
              <a:ext cx="38025" cy="41075"/>
            </a:xfrm>
            <a:custGeom>
              <a:rect b="b" l="l" r="r" t="t"/>
              <a:pathLst>
                <a:path extrusionOk="0" fill="none" h="1643" w="1521">
                  <a:moveTo>
                    <a:pt x="1521" y="1"/>
                  </a:moveTo>
                  <a:cubicBezTo>
                    <a:pt x="1095" y="213"/>
                    <a:pt x="670" y="548"/>
                    <a:pt x="396" y="973"/>
                  </a:cubicBezTo>
                  <a:cubicBezTo>
                    <a:pt x="244" y="1186"/>
                    <a:pt x="183" y="1460"/>
                    <a:pt x="1"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14"/>
            <p:cNvSpPr/>
            <p:nvPr/>
          </p:nvSpPr>
          <p:spPr>
            <a:xfrm>
              <a:off x="1216875" y="4187175"/>
              <a:ext cx="31925" cy="35750"/>
            </a:xfrm>
            <a:custGeom>
              <a:rect b="b" l="l" r="r" t="t"/>
              <a:pathLst>
                <a:path extrusionOk="0" fill="none" h="1430" w="1277">
                  <a:moveTo>
                    <a:pt x="1277" y="1"/>
                  </a:moveTo>
                  <a:cubicBezTo>
                    <a:pt x="912" y="335"/>
                    <a:pt x="547" y="517"/>
                    <a:pt x="335" y="943"/>
                  </a:cubicBezTo>
                  <a:cubicBezTo>
                    <a:pt x="243" y="1156"/>
                    <a:pt x="152" y="1247"/>
                    <a:pt x="0" y="142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14"/>
            <p:cNvSpPr/>
            <p:nvPr/>
          </p:nvSpPr>
          <p:spPr>
            <a:xfrm>
              <a:off x="1286775" y="4178825"/>
              <a:ext cx="44100" cy="43325"/>
            </a:xfrm>
            <a:custGeom>
              <a:rect b="b" l="l" r="r" t="t"/>
              <a:pathLst>
                <a:path extrusionOk="0" fill="none" h="1733" w="1764">
                  <a:moveTo>
                    <a:pt x="1764" y="0"/>
                  </a:moveTo>
                  <a:cubicBezTo>
                    <a:pt x="1186" y="487"/>
                    <a:pt x="457" y="1094"/>
                    <a:pt x="1" y="173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14"/>
            <p:cNvSpPr/>
            <p:nvPr/>
          </p:nvSpPr>
          <p:spPr>
            <a:xfrm>
              <a:off x="1146200" y="4310275"/>
              <a:ext cx="58525" cy="64625"/>
            </a:xfrm>
            <a:custGeom>
              <a:rect b="b" l="l" r="r" t="t"/>
              <a:pathLst>
                <a:path extrusionOk="0" fill="none" h="2585" w="2341">
                  <a:moveTo>
                    <a:pt x="2341" y="1"/>
                  </a:moveTo>
                  <a:cubicBezTo>
                    <a:pt x="2037" y="92"/>
                    <a:pt x="1763" y="639"/>
                    <a:pt x="1611" y="852"/>
                  </a:cubicBezTo>
                  <a:cubicBezTo>
                    <a:pt x="1429" y="1064"/>
                    <a:pt x="1247" y="1247"/>
                    <a:pt x="1064" y="1429"/>
                  </a:cubicBezTo>
                  <a:cubicBezTo>
                    <a:pt x="669" y="1794"/>
                    <a:pt x="335" y="2189"/>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14"/>
            <p:cNvSpPr/>
            <p:nvPr/>
          </p:nvSpPr>
          <p:spPr>
            <a:xfrm>
              <a:off x="1102125" y="4286725"/>
              <a:ext cx="50175" cy="56250"/>
            </a:xfrm>
            <a:custGeom>
              <a:rect b="b" l="l" r="r" t="t"/>
              <a:pathLst>
                <a:path extrusionOk="0" fill="none" h="2250" w="2007">
                  <a:moveTo>
                    <a:pt x="2007" y="0"/>
                  </a:moveTo>
                  <a:cubicBezTo>
                    <a:pt x="1277" y="730"/>
                    <a:pt x="639" y="1490"/>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14"/>
            <p:cNvSpPr/>
            <p:nvPr/>
          </p:nvSpPr>
          <p:spPr>
            <a:xfrm>
              <a:off x="994225" y="4310275"/>
              <a:ext cx="49425" cy="50175"/>
            </a:xfrm>
            <a:custGeom>
              <a:rect b="b" l="l" r="r" t="t"/>
              <a:pathLst>
                <a:path extrusionOk="0" fill="none" h="2007" w="1977">
                  <a:moveTo>
                    <a:pt x="1976" y="1"/>
                  </a:moveTo>
                  <a:cubicBezTo>
                    <a:pt x="1551" y="426"/>
                    <a:pt x="1155" y="852"/>
                    <a:pt x="730" y="1247"/>
                  </a:cubicBezTo>
                  <a:cubicBezTo>
                    <a:pt x="487" y="1520"/>
                    <a:pt x="183" y="1703"/>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14"/>
            <p:cNvSpPr/>
            <p:nvPr/>
          </p:nvSpPr>
          <p:spPr>
            <a:xfrm>
              <a:off x="887825" y="4313325"/>
              <a:ext cx="41075" cy="38000"/>
            </a:xfrm>
            <a:custGeom>
              <a:rect b="b" l="l" r="r" t="t"/>
              <a:pathLst>
                <a:path extrusionOk="0" fill="none" h="1520" w="1643">
                  <a:moveTo>
                    <a:pt x="1642" y="0"/>
                  </a:moveTo>
                  <a:cubicBezTo>
                    <a:pt x="1308" y="335"/>
                    <a:pt x="974" y="699"/>
                    <a:pt x="639" y="1034"/>
                  </a:cubicBezTo>
                  <a:cubicBezTo>
                    <a:pt x="426" y="1216"/>
                    <a:pt x="214" y="133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14"/>
            <p:cNvSpPr/>
            <p:nvPr/>
          </p:nvSpPr>
          <p:spPr>
            <a:xfrm>
              <a:off x="882525" y="4234300"/>
              <a:ext cx="41050" cy="47125"/>
            </a:xfrm>
            <a:custGeom>
              <a:rect b="b" l="l" r="r" t="t"/>
              <a:pathLst>
                <a:path extrusionOk="0" fill="none" h="1885" w="1642">
                  <a:moveTo>
                    <a:pt x="1642" y="0"/>
                  </a:moveTo>
                  <a:cubicBezTo>
                    <a:pt x="1003" y="517"/>
                    <a:pt x="578" y="1307"/>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14"/>
            <p:cNvSpPr/>
            <p:nvPr/>
          </p:nvSpPr>
          <p:spPr>
            <a:xfrm>
              <a:off x="770800" y="4368800"/>
              <a:ext cx="47150" cy="53200"/>
            </a:xfrm>
            <a:custGeom>
              <a:rect b="b" l="l" r="r" t="t"/>
              <a:pathLst>
                <a:path extrusionOk="0" fill="none" h="2128" w="1886">
                  <a:moveTo>
                    <a:pt x="1886" y="0"/>
                  </a:moveTo>
                  <a:cubicBezTo>
                    <a:pt x="1399" y="426"/>
                    <a:pt x="974" y="882"/>
                    <a:pt x="579" y="1398"/>
                  </a:cubicBezTo>
                  <a:cubicBezTo>
                    <a:pt x="396" y="1641"/>
                    <a:pt x="244" y="1885"/>
                    <a:pt x="1" y="212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14"/>
            <p:cNvSpPr/>
            <p:nvPr/>
          </p:nvSpPr>
          <p:spPr>
            <a:xfrm>
              <a:off x="723700" y="4483525"/>
              <a:ext cx="41050" cy="50175"/>
            </a:xfrm>
            <a:custGeom>
              <a:rect b="b" l="l" r="r" t="t"/>
              <a:pathLst>
                <a:path extrusionOk="0" fill="none" h="2007" w="1642">
                  <a:moveTo>
                    <a:pt x="1642" y="1"/>
                  </a:moveTo>
                  <a:cubicBezTo>
                    <a:pt x="1277" y="426"/>
                    <a:pt x="943" y="791"/>
                    <a:pt x="700" y="1247"/>
                  </a:cubicBezTo>
                  <a:cubicBezTo>
                    <a:pt x="548" y="1551"/>
                    <a:pt x="274" y="1825"/>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14"/>
            <p:cNvSpPr/>
            <p:nvPr/>
          </p:nvSpPr>
          <p:spPr>
            <a:xfrm>
              <a:off x="709250" y="4583075"/>
              <a:ext cx="31950" cy="38025"/>
            </a:xfrm>
            <a:custGeom>
              <a:rect b="b" l="l" r="r" t="t"/>
              <a:pathLst>
                <a:path extrusionOk="0" fill="none" h="1521" w="1278">
                  <a:moveTo>
                    <a:pt x="1278" y="1"/>
                  </a:moveTo>
                  <a:cubicBezTo>
                    <a:pt x="974" y="457"/>
                    <a:pt x="578" y="133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14"/>
            <p:cNvSpPr/>
            <p:nvPr/>
          </p:nvSpPr>
          <p:spPr>
            <a:xfrm>
              <a:off x="694825" y="4404500"/>
              <a:ext cx="20550" cy="28900"/>
            </a:xfrm>
            <a:custGeom>
              <a:rect b="b" l="l" r="r" t="t"/>
              <a:pathLst>
                <a:path extrusionOk="0" fill="none" h="1156" w="822">
                  <a:moveTo>
                    <a:pt x="821" y="1"/>
                  </a:moveTo>
                  <a:cubicBezTo>
                    <a:pt x="456" y="335"/>
                    <a:pt x="335" y="821"/>
                    <a:pt x="0" y="115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14"/>
            <p:cNvSpPr/>
            <p:nvPr/>
          </p:nvSpPr>
          <p:spPr>
            <a:xfrm>
              <a:off x="577050" y="4404500"/>
              <a:ext cx="20525" cy="26625"/>
            </a:xfrm>
            <a:custGeom>
              <a:rect b="b" l="l" r="r" t="t"/>
              <a:pathLst>
                <a:path extrusionOk="0" fill="none" h="1065" w="821">
                  <a:moveTo>
                    <a:pt x="821" y="1"/>
                  </a:moveTo>
                  <a:cubicBezTo>
                    <a:pt x="517" y="335"/>
                    <a:pt x="304" y="730"/>
                    <a:pt x="0" y="106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14"/>
            <p:cNvSpPr/>
            <p:nvPr/>
          </p:nvSpPr>
          <p:spPr>
            <a:xfrm>
              <a:off x="873400" y="4407550"/>
              <a:ext cx="38025" cy="58525"/>
            </a:xfrm>
            <a:custGeom>
              <a:rect b="b" l="l" r="r" t="t"/>
              <a:pathLst>
                <a:path extrusionOk="0" fill="none" h="2341" w="1521">
                  <a:moveTo>
                    <a:pt x="1520" y="0"/>
                  </a:moveTo>
                  <a:cubicBezTo>
                    <a:pt x="1490" y="304"/>
                    <a:pt x="1095" y="699"/>
                    <a:pt x="943" y="943"/>
                  </a:cubicBezTo>
                  <a:cubicBezTo>
                    <a:pt x="821" y="1155"/>
                    <a:pt x="669" y="1338"/>
                    <a:pt x="548" y="1520"/>
                  </a:cubicBezTo>
                  <a:cubicBezTo>
                    <a:pt x="365" y="1733"/>
                    <a:pt x="31" y="2037"/>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14"/>
            <p:cNvSpPr/>
            <p:nvPr/>
          </p:nvSpPr>
          <p:spPr>
            <a:xfrm>
              <a:off x="955475" y="4421975"/>
              <a:ext cx="50175" cy="55500"/>
            </a:xfrm>
            <a:custGeom>
              <a:rect b="b" l="l" r="r" t="t"/>
              <a:pathLst>
                <a:path extrusionOk="0" fill="none" h="2220" w="2007">
                  <a:moveTo>
                    <a:pt x="2006" y="1"/>
                  </a:moveTo>
                  <a:cubicBezTo>
                    <a:pt x="1611" y="244"/>
                    <a:pt x="1398" y="335"/>
                    <a:pt x="1155" y="669"/>
                  </a:cubicBezTo>
                  <a:cubicBezTo>
                    <a:pt x="1034" y="882"/>
                    <a:pt x="912" y="1095"/>
                    <a:pt x="760" y="1277"/>
                  </a:cubicBezTo>
                  <a:cubicBezTo>
                    <a:pt x="517" y="1612"/>
                    <a:pt x="304" y="1946"/>
                    <a:pt x="0"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14"/>
            <p:cNvSpPr/>
            <p:nvPr/>
          </p:nvSpPr>
          <p:spPr>
            <a:xfrm>
              <a:off x="1084650" y="4415900"/>
              <a:ext cx="26625" cy="32700"/>
            </a:xfrm>
            <a:custGeom>
              <a:rect b="b" l="l" r="r" t="t"/>
              <a:pathLst>
                <a:path extrusionOk="0" fill="none" h="1308" w="1065">
                  <a:moveTo>
                    <a:pt x="1064" y="1"/>
                  </a:moveTo>
                  <a:cubicBezTo>
                    <a:pt x="730" y="365"/>
                    <a:pt x="152" y="821"/>
                    <a:pt x="0" y="130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14"/>
            <p:cNvSpPr/>
            <p:nvPr/>
          </p:nvSpPr>
          <p:spPr>
            <a:xfrm>
              <a:off x="1122650" y="4451625"/>
              <a:ext cx="44100" cy="58525"/>
            </a:xfrm>
            <a:custGeom>
              <a:rect b="b" l="l" r="r" t="t"/>
              <a:pathLst>
                <a:path extrusionOk="0" fill="none" h="2341" w="1764">
                  <a:moveTo>
                    <a:pt x="1763" y="0"/>
                  </a:moveTo>
                  <a:cubicBezTo>
                    <a:pt x="1368" y="517"/>
                    <a:pt x="1003" y="1094"/>
                    <a:pt x="578" y="1611"/>
                  </a:cubicBezTo>
                  <a:cubicBezTo>
                    <a:pt x="395" y="1854"/>
                    <a:pt x="243" y="215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14"/>
            <p:cNvSpPr/>
            <p:nvPr/>
          </p:nvSpPr>
          <p:spPr>
            <a:xfrm>
              <a:off x="1245750" y="4327750"/>
              <a:ext cx="29650" cy="32700"/>
            </a:xfrm>
            <a:custGeom>
              <a:rect b="b" l="l" r="r" t="t"/>
              <a:pathLst>
                <a:path extrusionOk="0" fill="none" h="1308" w="1186">
                  <a:moveTo>
                    <a:pt x="1186" y="1"/>
                  </a:moveTo>
                  <a:cubicBezTo>
                    <a:pt x="851" y="213"/>
                    <a:pt x="456" y="487"/>
                    <a:pt x="304" y="852"/>
                  </a:cubicBezTo>
                  <a:cubicBezTo>
                    <a:pt x="213" y="1034"/>
                    <a:pt x="183" y="1156"/>
                    <a:pt x="0" y="130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14"/>
            <p:cNvSpPr/>
            <p:nvPr/>
          </p:nvSpPr>
          <p:spPr>
            <a:xfrm>
              <a:off x="1284500" y="4418950"/>
              <a:ext cx="31950" cy="44100"/>
            </a:xfrm>
            <a:custGeom>
              <a:rect b="b" l="l" r="r" t="t"/>
              <a:pathLst>
                <a:path extrusionOk="0" fill="none" h="1764" w="1278">
                  <a:moveTo>
                    <a:pt x="1277" y="0"/>
                  </a:moveTo>
                  <a:cubicBezTo>
                    <a:pt x="943" y="395"/>
                    <a:pt x="578" y="821"/>
                    <a:pt x="304" y="1246"/>
                  </a:cubicBezTo>
                  <a:cubicBezTo>
                    <a:pt x="183" y="1398"/>
                    <a:pt x="122" y="1611"/>
                    <a:pt x="0"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14"/>
            <p:cNvSpPr/>
            <p:nvPr/>
          </p:nvSpPr>
          <p:spPr>
            <a:xfrm>
              <a:off x="1292850" y="4507100"/>
              <a:ext cx="35000" cy="49400"/>
            </a:xfrm>
            <a:custGeom>
              <a:rect b="b" l="l" r="r" t="t"/>
              <a:pathLst>
                <a:path extrusionOk="0" fill="none" h="1976" w="1400">
                  <a:moveTo>
                    <a:pt x="1399" y="0"/>
                  </a:moveTo>
                  <a:cubicBezTo>
                    <a:pt x="822" y="517"/>
                    <a:pt x="548" y="1398"/>
                    <a:pt x="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14"/>
            <p:cNvSpPr/>
            <p:nvPr/>
          </p:nvSpPr>
          <p:spPr>
            <a:xfrm>
              <a:off x="1257900" y="4627150"/>
              <a:ext cx="44100" cy="52450"/>
            </a:xfrm>
            <a:custGeom>
              <a:rect b="b" l="l" r="r" t="t"/>
              <a:pathLst>
                <a:path extrusionOk="0" fill="none" h="2098" w="1764">
                  <a:moveTo>
                    <a:pt x="1764" y="1"/>
                  </a:moveTo>
                  <a:cubicBezTo>
                    <a:pt x="1308" y="517"/>
                    <a:pt x="882" y="1034"/>
                    <a:pt x="457" y="1520"/>
                  </a:cubicBezTo>
                  <a:cubicBezTo>
                    <a:pt x="335" y="1672"/>
                    <a:pt x="31" y="1946"/>
                    <a:pt x="1" y="20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14"/>
            <p:cNvSpPr/>
            <p:nvPr/>
          </p:nvSpPr>
          <p:spPr>
            <a:xfrm>
              <a:off x="1175825" y="4636275"/>
              <a:ext cx="41075" cy="49425"/>
            </a:xfrm>
            <a:custGeom>
              <a:rect b="b" l="l" r="r" t="t"/>
              <a:pathLst>
                <a:path extrusionOk="0" fill="none" h="1977" w="1643">
                  <a:moveTo>
                    <a:pt x="1642" y="0"/>
                  </a:moveTo>
                  <a:cubicBezTo>
                    <a:pt x="1156" y="304"/>
                    <a:pt x="852" y="791"/>
                    <a:pt x="578" y="1277"/>
                  </a:cubicBezTo>
                  <a:cubicBezTo>
                    <a:pt x="426" y="1550"/>
                    <a:pt x="214" y="1763"/>
                    <a:pt x="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14"/>
            <p:cNvSpPr/>
            <p:nvPr/>
          </p:nvSpPr>
          <p:spPr>
            <a:xfrm>
              <a:off x="1175825" y="4530650"/>
              <a:ext cx="49425" cy="64600"/>
            </a:xfrm>
            <a:custGeom>
              <a:rect b="b" l="l" r="r" t="t"/>
              <a:pathLst>
                <a:path extrusionOk="0" fill="none" h="2584" w="1977">
                  <a:moveTo>
                    <a:pt x="1977" y="0"/>
                  </a:moveTo>
                  <a:cubicBezTo>
                    <a:pt x="1581" y="426"/>
                    <a:pt x="1156" y="943"/>
                    <a:pt x="822" y="1429"/>
                  </a:cubicBezTo>
                  <a:cubicBezTo>
                    <a:pt x="548" y="1824"/>
                    <a:pt x="305" y="2219"/>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14"/>
            <p:cNvSpPr/>
            <p:nvPr/>
          </p:nvSpPr>
          <p:spPr>
            <a:xfrm>
              <a:off x="1067175" y="4662100"/>
              <a:ext cx="38025" cy="47150"/>
            </a:xfrm>
            <a:custGeom>
              <a:rect b="b" l="l" r="r" t="t"/>
              <a:pathLst>
                <a:path extrusionOk="0" fill="none" h="1886" w="1521">
                  <a:moveTo>
                    <a:pt x="1520" y="1"/>
                  </a:moveTo>
                  <a:cubicBezTo>
                    <a:pt x="1186" y="426"/>
                    <a:pt x="943" y="943"/>
                    <a:pt x="578" y="1308"/>
                  </a:cubicBezTo>
                  <a:cubicBezTo>
                    <a:pt x="395" y="1521"/>
                    <a:pt x="183" y="1703"/>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14"/>
            <p:cNvSpPr/>
            <p:nvPr/>
          </p:nvSpPr>
          <p:spPr>
            <a:xfrm>
              <a:off x="1105175" y="4697825"/>
              <a:ext cx="32700" cy="38025"/>
            </a:xfrm>
            <a:custGeom>
              <a:rect b="b" l="l" r="r" t="t"/>
              <a:pathLst>
                <a:path extrusionOk="0" fill="none" h="1521" w="1308">
                  <a:moveTo>
                    <a:pt x="1307" y="0"/>
                  </a:moveTo>
                  <a:cubicBezTo>
                    <a:pt x="942" y="335"/>
                    <a:pt x="578" y="699"/>
                    <a:pt x="304" y="1125"/>
                  </a:cubicBezTo>
                  <a:cubicBezTo>
                    <a:pt x="243" y="1247"/>
                    <a:pt x="182" y="1490"/>
                    <a:pt x="0"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14"/>
            <p:cNvSpPr/>
            <p:nvPr/>
          </p:nvSpPr>
          <p:spPr>
            <a:xfrm>
              <a:off x="1061100" y="4556475"/>
              <a:ext cx="34975" cy="44100"/>
            </a:xfrm>
            <a:custGeom>
              <a:rect b="b" l="l" r="r" t="t"/>
              <a:pathLst>
                <a:path extrusionOk="0" fill="none" h="1764" w="1399">
                  <a:moveTo>
                    <a:pt x="1398" y="1"/>
                  </a:moveTo>
                  <a:cubicBezTo>
                    <a:pt x="942" y="274"/>
                    <a:pt x="578" y="730"/>
                    <a:pt x="365" y="1247"/>
                  </a:cubicBezTo>
                  <a:cubicBezTo>
                    <a:pt x="304" y="1338"/>
                    <a:pt x="274" y="1460"/>
                    <a:pt x="213" y="1551"/>
                  </a:cubicBezTo>
                  <a:cubicBezTo>
                    <a:pt x="152" y="1642"/>
                    <a:pt x="31" y="1642"/>
                    <a:pt x="0"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14"/>
            <p:cNvSpPr/>
            <p:nvPr/>
          </p:nvSpPr>
          <p:spPr>
            <a:xfrm>
              <a:off x="923550" y="4653750"/>
              <a:ext cx="41050" cy="55500"/>
            </a:xfrm>
            <a:custGeom>
              <a:rect b="b" l="l" r="r" t="t"/>
              <a:pathLst>
                <a:path extrusionOk="0" fill="none" h="2220" w="1642">
                  <a:moveTo>
                    <a:pt x="1642" y="0"/>
                  </a:moveTo>
                  <a:cubicBezTo>
                    <a:pt x="1277" y="487"/>
                    <a:pt x="912" y="1003"/>
                    <a:pt x="517" y="1520"/>
                  </a:cubicBezTo>
                  <a:cubicBezTo>
                    <a:pt x="365" y="1733"/>
                    <a:pt x="183" y="2007"/>
                    <a:pt x="1"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14"/>
            <p:cNvSpPr/>
            <p:nvPr/>
          </p:nvSpPr>
          <p:spPr>
            <a:xfrm>
              <a:off x="947100" y="4527600"/>
              <a:ext cx="44100" cy="55500"/>
            </a:xfrm>
            <a:custGeom>
              <a:rect b="b" l="l" r="r" t="t"/>
              <a:pathLst>
                <a:path extrusionOk="0" fill="none" h="2220" w="1764">
                  <a:moveTo>
                    <a:pt x="1764" y="1"/>
                  </a:moveTo>
                  <a:cubicBezTo>
                    <a:pt x="821" y="517"/>
                    <a:pt x="639" y="1490"/>
                    <a:pt x="1"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14"/>
            <p:cNvSpPr/>
            <p:nvPr/>
          </p:nvSpPr>
          <p:spPr>
            <a:xfrm>
              <a:off x="820975" y="4527600"/>
              <a:ext cx="49400" cy="64625"/>
            </a:xfrm>
            <a:custGeom>
              <a:rect b="b" l="l" r="r" t="t"/>
              <a:pathLst>
                <a:path extrusionOk="0" fill="none" h="2585" w="1976">
                  <a:moveTo>
                    <a:pt x="1976" y="1"/>
                  </a:moveTo>
                  <a:cubicBezTo>
                    <a:pt x="1398" y="487"/>
                    <a:pt x="973" y="913"/>
                    <a:pt x="517" y="1521"/>
                  </a:cubicBezTo>
                  <a:cubicBezTo>
                    <a:pt x="274" y="1855"/>
                    <a:pt x="182" y="2220"/>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14"/>
            <p:cNvSpPr/>
            <p:nvPr/>
          </p:nvSpPr>
          <p:spPr>
            <a:xfrm>
              <a:off x="827050" y="4659825"/>
              <a:ext cx="38025" cy="46375"/>
            </a:xfrm>
            <a:custGeom>
              <a:rect b="b" l="l" r="r" t="t"/>
              <a:pathLst>
                <a:path extrusionOk="0" fill="none" h="1855" w="1521">
                  <a:moveTo>
                    <a:pt x="1520" y="1"/>
                  </a:moveTo>
                  <a:cubicBezTo>
                    <a:pt x="1125" y="365"/>
                    <a:pt x="608" y="730"/>
                    <a:pt x="335" y="1186"/>
                  </a:cubicBezTo>
                  <a:cubicBezTo>
                    <a:pt x="274" y="1308"/>
                    <a:pt x="243" y="1429"/>
                    <a:pt x="183" y="1520"/>
                  </a:cubicBezTo>
                  <a:cubicBezTo>
                    <a:pt x="122" y="1642"/>
                    <a:pt x="0" y="1703"/>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14"/>
            <p:cNvSpPr/>
            <p:nvPr/>
          </p:nvSpPr>
          <p:spPr>
            <a:xfrm>
              <a:off x="772325" y="4647675"/>
              <a:ext cx="22075" cy="23575"/>
            </a:xfrm>
            <a:custGeom>
              <a:rect b="b" l="l" r="r" t="t"/>
              <a:pathLst>
                <a:path extrusionOk="0" fill="none" h="943" w="883">
                  <a:moveTo>
                    <a:pt x="882" y="0"/>
                  </a:moveTo>
                  <a:cubicBezTo>
                    <a:pt x="609" y="152"/>
                    <a:pt x="1" y="578"/>
                    <a:pt x="62" y="94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14"/>
            <p:cNvSpPr/>
            <p:nvPr/>
          </p:nvSpPr>
          <p:spPr>
            <a:xfrm>
              <a:off x="988150" y="4682625"/>
              <a:ext cx="28900" cy="38775"/>
            </a:xfrm>
            <a:custGeom>
              <a:rect b="b" l="l" r="r" t="t"/>
              <a:pathLst>
                <a:path extrusionOk="0" fill="none" h="1551" w="1156">
                  <a:moveTo>
                    <a:pt x="1155" y="0"/>
                  </a:moveTo>
                  <a:cubicBezTo>
                    <a:pt x="760" y="396"/>
                    <a:pt x="547" y="578"/>
                    <a:pt x="335" y="1034"/>
                  </a:cubicBezTo>
                  <a:cubicBezTo>
                    <a:pt x="274" y="1216"/>
                    <a:pt x="152" y="1429"/>
                    <a:pt x="0" y="155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14"/>
            <p:cNvSpPr/>
            <p:nvPr/>
          </p:nvSpPr>
          <p:spPr>
            <a:xfrm>
              <a:off x="1357450" y="4407550"/>
              <a:ext cx="23575" cy="34975"/>
            </a:xfrm>
            <a:custGeom>
              <a:rect b="b" l="l" r="r" t="t"/>
              <a:pathLst>
                <a:path extrusionOk="0" fill="none" h="1399" w="943">
                  <a:moveTo>
                    <a:pt x="943" y="0"/>
                  </a:moveTo>
                  <a:cubicBezTo>
                    <a:pt x="669" y="304"/>
                    <a:pt x="426" y="639"/>
                    <a:pt x="213" y="973"/>
                  </a:cubicBezTo>
                  <a:cubicBezTo>
                    <a:pt x="122" y="1125"/>
                    <a:pt x="0" y="1246"/>
                    <a:pt x="0" y="13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14"/>
            <p:cNvSpPr/>
            <p:nvPr/>
          </p:nvSpPr>
          <p:spPr>
            <a:xfrm>
              <a:off x="1349100" y="4603600"/>
              <a:ext cx="19775" cy="17500"/>
            </a:xfrm>
            <a:custGeom>
              <a:rect b="b" l="l" r="r" t="t"/>
              <a:pathLst>
                <a:path extrusionOk="0" fill="none" h="700" w="791">
                  <a:moveTo>
                    <a:pt x="790" y="0"/>
                  </a:moveTo>
                  <a:cubicBezTo>
                    <a:pt x="578" y="213"/>
                    <a:pt x="213" y="456"/>
                    <a:pt x="0" y="69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14"/>
            <p:cNvSpPr/>
            <p:nvPr/>
          </p:nvSpPr>
          <p:spPr>
            <a:xfrm>
              <a:off x="1005238" y="38760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 name="Google Shape;1721;p14"/>
          <p:cNvGrpSpPr/>
          <p:nvPr/>
        </p:nvGrpSpPr>
        <p:grpSpPr>
          <a:xfrm>
            <a:off x="3728806" y="4435568"/>
            <a:ext cx="1686811" cy="224828"/>
            <a:chOff x="709975" y="3185925"/>
            <a:chExt cx="8434055" cy="285750"/>
          </a:xfrm>
        </p:grpSpPr>
        <p:sp>
          <p:nvSpPr>
            <p:cNvPr id="1722" name="Google Shape;1722;p14"/>
            <p:cNvSpPr/>
            <p:nvPr/>
          </p:nvSpPr>
          <p:spPr>
            <a:xfrm>
              <a:off x="709975" y="3185925"/>
              <a:ext cx="8434055"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6"/>
                    <a:pt x="4134" y="1217"/>
                    <a:pt x="4621" y="1217"/>
                  </a:cubicBezTo>
                  <a:cubicBezTo>
                    <a:pt x="5198" y="1217"/>
                    <a:pt x="5715" y="1156"/>
                    <a:pt x="6262" y="1399"/>
                  </a:cubicBezTo>
                  <a:cubicBezTo>
                    <a:pt x="6870" y="1673"/>
                    <a:pt x="7478" y="2007"/>
                    <a:pt x="8055" y="2372"/>
                  </a:cubicBezTo>
                  <a:cubicBezTo>
                    <a:pt x="8572" y="2706"/>
                    <a:pt x="8937" y="3162"/>
                    <a:pt x="9545" y="3345"/>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4"/>
                  </a:cubicBezTo>
                  <a:cubicBezTo>
                    <a:pt x="16110" y="579"/>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8"/>
                    <a:pt x="24378" y="4287"/>
                    <a:pt x="25138" y="4287"/>
                  </a:cubicBezTo>
                  <a:cubicBezTo>
                    <a:pt x="25502" y="4287"/>
                    <a:pt x="26050" y="4378"/>
                    <a:pt x="26414" y="4256"/>
                  </a:cubicBezTo>
                  <a:cubicBezTo>
                    <a:pt x="26870" y="4135"/>
                    <a:pt x="27296" y="3740"/>
                    <a:pt x="27721" y="3527"/>
                  </a:cubicBezTo>
                  <a:cubicBezTo>
                    <a:pt x="28451" y="3162"/>
                    <a:pt x="29150" y="2372"/>
                    <a:pt x="29636" y="1734"/>
                  </a:cubicBezTo>
                  <a:cubicBezTo>
                    <a:pt x="29910" y="1430"/>
                    <a:pt x="30123" y="1065"/>
                    <a:pt x="30335" y="730"/>
                  </a:cubicBezTo>
                  <a:cubicBezTo>
                    <a:pt x="30427" y="548"/>
                    <a:pt x="30548" y="305"/>
                    <a:pt x="30761" y="275"/>
                  </a:cubicBezTo>
                  <a:cubicBezTo>
                    <a:pt x="30822" y="457"/>
                    <a:pt x="30822" y="609"/>
                    <a:pt x="30822" y="822"/>
                  </a:cubicBezTo>
                </a:path>
              </a:pathLst>
            </a:custGeom>
            <a:noFill/>
            <a:ln cap="flat" cmpd="sng" w="66875">
              <a:solidFill>
                <a:schemeClr val="accent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14"/>
            <p:cNvSpPr/>
            <p:nvPr/>
          </p:nvSpPr>
          <p:spPr>
            <a:xfrm>
              <a:off x="709975" y="3362225"/>
              <a:ext cx="8434055"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5"/>
                    <a:pt x="4134" y="1217"/>
                    <a:pt x="4621" y="1217"/>
                  </a:cubicBezTo>
                  <a:cubicBezTo>
                    <a:pt x="5198" y="1217"/>
                    <a:pt x="5715" y="1156"/>
                    <a:pt x="6262" y="1399"/>
                  </a:cubicBezTo>
                  <a:cubicBezTo>
                    <a:pt x="6870" y="1673"/>
                    <a:pt x="7478" y="2007"/>
                    <a:pt x="8055" y="2372"/>
                  </a:cubicBezTo>
                  <a:cubicBezTo>
                    <a:pt x="8572" y="2706"/>
                    <a:pt x="8937" y="3162"/>
                    <a:pt x="9545" y="3344"/>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3"/>
                  </a:cubicBezTo>
                  <a:cubicBezTo>
                    <a:pt x="16110" y="578"/>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7"/>
                    <a:pt x="24378" y="4287"/>
                    <a:pt x="25138" y="4287"/>
                  </a:cubicBezTo>
                  <a:cubicBezTo>
                    <a:pt x="25502" y="4287"/>
                    <a:pt x="26050" y="4378"/>
                    <a:pt x="26414" y="4256"/>
                  </a:cubicBezTo>
                  <a:cubicBezTo>
                    <a:pt x="26870" y="4135"/>
                    <a:pt x="27296" y="3739"/>
                    <a:pt x="27721" y="3527"/>
                  </a:cubicBezTo>
                  <a:cubicBezTo>
                    <a:pt x="28451" y="3162"/>
                    <a:pt x="29150" y="2372"/>
                    <a:pt x="29636" y="1733"/>
                  </a:cubicBezTo>
                  <a:cubicBezTo>
                    <a:pt x="29910" y="1399"/>
                    <a:pt x="30123" y="1065"/>
                    <a:pt x="30335" y="730"/>
                  </a:cubicBezTo>
                  <a:cubicBezTo>
                    <a:pt x="30427" y="548"/>
                    <a:pt x="30548" y="305"/>
                    <a:pt x="30761" y="274"/>
                  </a:cubicBezTo>
                  <a:cubicBezTo>
                    <a:pt x="30822" y="457"/>
                    <a:pt x="30822" y="609"/>
                    <a:pt x="30822" y="821"/>
                  </a:cubicBezTo>
                </a:path>
              </a:pathLst>
            </a:custGeom>
            <a:noFill/>
            <a:ln cap="flat" cmpd="sng" w="76000">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4" name="Google Shape;1724;p14"/>
          <p:cNvSpPr/>
          <p:nvPr/>
        </p:nvSpPr>
        <p:spPr>
          <a:xfrm>
            <a:off x="6872639" y="779412"/>
            <a:ext cx="236050" cy="224835"/>
          </a:xfrm>
          <a:custGeom>
            <a:rect b="b" l="l" r="r" t="t"/>
            <a:pathLst>
              <a:path extrusionOk="0" h="27766" w="29151">
                <a:moveTo>
                  <a:pt x="4317" y="2872"/>
                </a:moveTo>
                <a:lnTo>
                  <a:pt x="4347" y="2944"/>
                </a:lnTo>
                <a:lnTo>
                  <a:pt x="4347" y="2944"/>
                </a:lnTo>
                <a:cubicBezTo>
                  <a:pt x="4346" y="2920"/>
                  <a:pt x="4341" y="2896"/>
                  <a:pt x="4317" y="2872"/>
                </a:cubicBezTo>
                <a:close/>
                <a:moveTo>
                  <a:pt x="4347" y="2944"/>
                </a:moveTo>
                <a:cubicBezTo>
                  <a:pt x="4347" y="2950"/>
                  <a:pt x="4347" y="2957"/>
                  <a:pt x="4347" y="2963"/>
                </a:cubicBezTo>
                <a:cubicBezTo>
                  <a:pt x="4349" y="2961"/>
                  <a:pt x="4351" y="2958"/>
                  <a:pt x="4352" y="2956"/>
                </a:cubicBezTo>
                <a:lnTo>
                  <a:pt x="4352" y="2956"/>
                </a:lnTo>
                <a:lnTo>
                  <a:pt x="4347" y="2944"/>
                </a:lnTo>
                <a:close/>
                <a:moveTo>
                  <a:pt x="12820" y="1"/>
                </a:moveTo>
                <a:cubicBezTo>
                  <a:pt x="12608" y="1"/>
                  <a:pt x="12392" y="14"/>
                  <a:pt x="12189" y="14"/>
                </a:cubicBezTo>
                <a:cubicBezTo>
                  <a:pt x="12144" y="10"/>
                  <a:pt x="12100" y="8"/>
                  <a:pt x="12059" y="8"/>
                </a:cubicBezTo>
                <a:cubicBezTo>
                  <a:pt x="11795" y="8"/>
                  <a:pt x="11601" y="84"/>
                  <a:pt x="11338" y="136"/>
                </a:cubicBezTo>
                <a:cubicBezTo>
                  <a:pt x="11065" y="166"/>
                  <a:pt x="10882" y="136"/>
                  <a:pt x="10609" y="227"/>
                </a:cubicBezTo>
                <a:cubicBezTo>
                  <a:pt x="10244" y="379"/>
                  <a:pt x="9849" y="470"/>
                  <a:pt x="9484" y="622"/>
                </a:cubicBezTo>
                <a:cubicBezTo>
                  <a:pt x="8542" y="1017"/>
                  <a:pt x="7509" y="1291"/>
                  <a:pt x="6627" y="1777"/>
                </a:cubicBezTo>
                <a:cubicBezTo>
                  <a:pt x="6262" y="1990"/>
                  <a:pt x="5928" y="2264"/>
                  <a:pt x="5502" y="2416"/>
                </a:cubicBezTo>
                <a:cubicBezTo>
                  <a:pt x="5049" y="2567"/>
                  <a:pt x="4655" y="2538"/>
                  <a:pt x="4352" y="2956"/>
                </a:cubicBezTo>
                <a:lnTo>
                  <a:pt x="4352" y="2956"/>
                </a:lnTo>
                <a:lnTo>
                  <a:pt x="4469" y="3236"/>
                </a:lnTo>
                <a:cubicBezTo>
                  <a:pt x="3983" y="3510"/>
                  <a:pt x="3679" y="3875"/>
                  <a:pt x="3344" y="4209"/>
                </a:cubicBezTo>
                <a:cubicBezTo>
                  <a:pt x="3040" y="4543"/>
                  <a:pt x="2888" y="4847"/>
                  <a:pt x="2676" y="5212"/>
                </a:cubicBezTo>
                <a:cubicBezTo>
                  <a:pt x="2402" y="5668"/>
                  <a:pt x="2128" y="6124"/>
                  <a:pt x="1885" y="6610"/>
                </a:cubicBezTo>
                <a:cubicBezTo>
                  <a:pt x="1551" y="7218"/>
                  <a:pt x="1308" y="7826"/>
                  <a:pt x="1065" y="8495"/>
                </a:cubicBezTo>
                <a:cubicBezTo>
                  <a:pt x="882" y="9072"/>
                  <a:pt x="700" y="9680"/>
                  <a:pt x="517" y="10288"/>
                </a:cubicBezTo>
                <a:cubicBezTo>
                  <a:pt x="366" y="10866"/>
                  <a:pt x="396" y="11474"/>
                  <a:pt x="305" y="12081"/>
                </a:cubicBezTo>
                <a:cubicBezTo>
                  <a:pt x="92" y="13388"/>
                  <a:pt x="1" y="14787"/>
                  <a:pt x="214" y="16094"/>
                </a:cubicBezTo>
                <a:cubicBezTo>
                  <a:pt x="335" y="16671"/>
                  <a:pt x="366" y="17279"/>
                  <a:pt x="517" y="17826"/>
                </a:cubicBezTo>
                <a:cubicBezTo>
                  <a:pt x="669" y="18313"/>
                  <a:pt x="730" y="18890"/>
                  <a:pt x="973" y="19346"/>
                </a:cubicBezTo>
                <a:cubicBezTo>
                  <a:pt x="1399" y="20258"/>
                  <a:pt x="1916" y="21200"/>
                  <a:pt x="2493" y="22021"/>
                </a:cubicBezTo>
                <a:cubicBezTo>
                  <a:pt x="3527" y="23571"/>
                  <a:pt x="4925" y="25121"/>
                  <a:pt x="6657" y="26063"/>
                </a:cubicBezTo>
                <a:cubicBezTo>
                  <a:pt x="8299" y="26945"/>
                  <a:pt x="10214" y="27097"/>
                  <a:pt x="12037" y="27431"/>
                </a:cubicBezTo>
                <a:cubicBezTo>
                  <a:pt x="12767" y="27553"/>
                  <a:pt x="13496" y="27553"/>
                  <a:pt x="14196" y="27674"/>
                </a:cubicBezTo>
                <a:cubicBezTo>
                  <a:pt x="14515" y="27735"/>
                  <a:pt x="14902" y="27766"/>
                  <a:pt x="15290" y="27766"/>
                </a:cubicBezTo>
                <a:cubicBezTo>
                  <a:pt x="15677" y="27766"/>
                  <a:pt x="16065" y="27735"/>
                  <a:pt x="16384" y="27674"/>
                </a:cubicBezTo>
                <a:cubicBezTo>
                  <a:pt x="17539" y="27492"/>
                  <a:pt x="18694" y="27006"/>
                  <a:pt x="19819" y="26580"/>
                </a:cubicBezTo>
                <a:cubicBezTo>
                  <a:pt x="20579" y="26307"/>
                  <a:pt x="21278" y="25911"/>
                  <a:pt x="21977" y="25516"/>
                </a:cubicBezTo>
                <a:cubicBezTo>
                  <a:pt x="22281" y="25364"/>
                  <a:pt x="22646" y="25212"/>
                  <a:pt x="22950" y="25030"/>
                </a:cubicBezTo>
                <a:cubicBezTo>
                  <a:pt x="23284" y="24756"/>
                  <a:pt x="23527" y="24544"/>
                  <a:pt x="23922" y="24331"/>
                </a:cubicBezTo>
                <a:cubicBezTo>
                  <a:pt x="24500" y="24027"/>
                  <a:pt x="24925" y="23510"/>
                  <a:pt x="25412" y="23054"/>
                </a:cubicBezTo>
                <a:cubicBezTo>
                  <a:pt x="26019" y="22477"/>
                  <a:pt x="26871" y="21838"/>
                  <a:pt x="27205" y="21079"/>
                </a:cubicBezTo>
                <a:cubicBezTo>
                  <a:pt x="27509" y="20349"/>
                  <a:pt x="27904" y="19711"/>
                  <a:pt x="28117" y="18951"/>
                </a:cubicBezTo>
                <a:cubicBezTo>
                  <a:pt x="28330" y="18191"/>
                  <a:pt x="28421" y="17462"/>
                  <a:pt x="28573" y="16702"/>
                </a:cubicBezTo>
                <a:cubicBezTo>
                  <a:pt x="28968" y="15030"/>
                  <a:pt x="29150" y="13297"/>
                  <a:pt x="28846" y="11595"/>
                </a:cubicBezTo>
                <a:cubicBezTo>
                  <a:pt x="28634" y="10501"/>
                  <a:pt x="28269" y="9164"/>
                  <a:pt x="27539" y="8252"/>
                </a:cubicBezTo>
                <a:cubicBezTo>
                  <a:pt x="27327" y="7948"/>
                  <a:pt x="27175" y="7674"/>
                  <a:pt x="26931" y="7431"/>
                </a:cubicBezTo>
                <a:cubicBezTo>
                  <a:pt x="26475" y="6975"/>
                  <a:pt x="25928" y="6610"/>
                  <a:pt x="25503" y="6154"/>
                </a:cubicBezTo>
                <a:cubicBezTo>
                  <a:pt x="25351" y="5972"/>
                  <a:pt x="25138" y="5850"/>
                  <a:pt x="24986" y="5668"/>
                </a:cubicBezTo>
                <a:cubicBezTo>
                  <a:pt x="24804" y="5486"/>
                  <a:pt x="24682" y="5273"/>
                  <a:pt x="24469" y="5091"/>
                </a:cubicBezTo>
                <a:cubicBezTo>
                  <a:pt x="23497" y="4209"/>
                  <a:pt x="22950" y="2963"/>
                  <a:pt x="21734" y="2325"/>
                </a:cubicBezTo>
                <a:cubicBezTo>
                  <a:pt x="21460" y="2173"/>
                  <a:pt x="21247" y="1960"/>
                  <a:pt x="20974" y="1838"/>
                </a:cubicBezTo>
                <a:cubicBezTo>
                  <a:pt x="20791" y="1747"/>
                  <a:pt x="20579" y="1686"/>
                  <a:pt x="20396" y="1595"/>
                </a:cubicBezTo>
                <a:cubicBezTo>
                  <a:pt x="19849" y="1321"/>
                  <a:pt x="19363" y="1109"/>
                  <a:pt x="18725" y="1017"/>
                </a:cubicBezTo>
                <a:cubicBezTo>
                  <a:pt x="18208" y="926"/>
                  <a:pt x="17569" y="835"/>
                  <a:pt x="17083" y="653"/>
                </a:cubicBezTo>
                <a:cubicBezTo>
                  <a:pt x="16810" y="562"/>
                  <a:pt x="16688" y="531"/>
                  <a:pt x="16414" y="501"/>
                </a:cubicBezTo>
                <a:cubicBezTo>
                  <a:pt x="16171" y="470"/>
                  <a:pt x="15989" y="410"/>
                  <a:pt x="15776" y="379"/>
                </a:cubicBezTo>
                <a:cubicBezTo>
                  <a:pt x="15229" y="318"/>
                  <a:pt x="14712" y="288"/>
                  <a:pt x="14196" y="227"/>
                </a:cubicBezTo>
                <a:cubicBezTo>
                  <a:pt x="13831" y="166"/>
                  <a:pt x="13496" y="45"/>
                  <a:pt x="13132" y="14"/>
                </a:cubicBezTo>
                <a:cubicBezTo>
                  <a:pt x="13030" y="4"/>
                  <a:pt x="12926" y="1"/>
                  <a:pt x="128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14"/>
          <p:cNvSpPr txBox="1"/>
          <p:nvPr>
            <p:ph type="title"/>
          </p:nvPr>
        </p:nvSpPr>
        <p:spPr>
          <a:xfrm>
            <a:off x="4724575" y="3314575"/>
            <a:ext cx="2968200" cy="5319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726" name="Google Shape;1726;p14"/>
          <p:cNvSpPr txBox="1"/>
          <p:nvPr>
            <p:ph idx="1" type="subTitle"/>
          </p:nvPr>
        </p:nvSpPr>
        <p:spPr>
          <a:xfrm>
            <a:off x="1450975" y="1297025"/>
            <a:ext cx="6241800" cy="2093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800"/>
              <a:buNone/>
              <a:defRPr sz="3000">
                <a:latin typeface="Inconsolata"/>
                <a:ea typeface="Inconsolata"/>
                <a:cs typeface="Inconsolata"/>
                <a:sym typeface="Inconsolata"/>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spTree>
      <p:nvGrpSpPr>
        <p:cNvPr id="1727" name="Shape 1727"/>
        <p:cNvGrpSpPr/>
        <p:nvPr/>
      </p:nvGrpSpPr>
      <p:grpSpPr>
        <a:xfrm>
          <a:off x="0" y="0"/>
          <a:ext cx="0" cy="0"/>
          <a:chOff x="0" y="0"/>
          <a:chExt cx="0" cy="0"/>
        </a:xfrm>
      </p:grpSpPr>
      <p:pic>
        <p:nvPicPr>
          <p:cNvPr id="1728" name="Google Shape;1728;p1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29" name="Google Shape;1729;p15"/>
          <p:cNvSpPr/>
          <p:nvPr/>
        </p:nvSpPr>
        <p:spPr>
          <a:xfrm>
            <a:off x="2713257" y="734029"/>
            <a:ext cx="124202" cy="12427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15"/>
          <p:cNvSpPr/>
          <p:nvPr/>
        </p:nvSpPr>
        <p:spPr>
          <a:xfrm>
            <a:off x="4725517" y="4616848"/>
            <a:ext cx="76408" cy="76409"/>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1" name="Google Shape;1731;p15"/>
          <p:cNvGrpSpPr/>
          <p:nvPr/>
        </p:nvGrpSpPr>
        <p:grpSpPr>
          <a:xfrm>
            <a:off x="312845" y="3899416"/>
            <a:ext cx="336991" cy="1222741"/>
            <a:chOff x="3702475" y="1864200"/>
            <a:chExt cx="416450" cy="1194900"/>
          </a:xfrm>
        </p:grpSpPr>
        <p:sp>
          <p:nvSpPr>
            <p:cNvPr id="1732" name="Google Shape;1732;p15"/>
            <p:cNvSpPr/>
            <p:nvPr/>
          </p:nvSpPr>
          <p:spPr>
            <a:xfrm>
              <a:off x="3882575" y="1864200"/>
              <a:ext cx="177075" cy="500650"/>
            </a:xfrm>
            <a:custGeom>
              <a:rect b="b" l="l" r="r" t="t"/>
              <a:pathLst>
                <a:path extrusionOk="0" h="20026" w="7083">
                  <a:moveTo>
                    <a:pt x="2158" y="0"/>
                  </a:moveTo>
                  <a:cubicBezTo>
                    <a:pt x="517" y="4408"/>
                    <a:pt x="0" y="9970"/>
                    <a:pt x="0" y="14681"/>
                  </a:cubicBezTo>
                  <a:cubicBezTo>
                    <a:pt x="0" y="16247"/>
                    <a:pt x="0" y="20026"/>
                    <a:pt x="2089" y="20026"/>
                  </a:cubicBezTo>
                  <a:cubicBezTo>
                    <a:pt x="2473" y="20026"/>
                    <a:pt x="2927" y="19898"/>
                    <a:pt x="3466" y="19605"/>
                  </a:cubicBezTo>
                  <a:cubicBezTo>
                    <a:pt x="7083" y="17599"/>
                    <a:pt x="3921" y="9241"/>
                    <a:pt x="3496" y="6262"/>
                  </a:cubicBezTo>
                  <a:cubicBezTo>
                    <a:pt x="3162" y="4012"/>
                    <a:pt x="2736" y="1854"/>
                    <a:pt x="21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15"/>
            <p:cNvSpPr/>
            <p:nvPr/>
          </p:nvSpPr>
          <p:spPr>
            <a:xfrm>
              <a:off x="3702475" y="2394600"/>
              <a:ext cx="126175" cy="522000"/>
            </a:xfrm>
            <a:custGeom>
              <a:rect b="b" l="l" r="r" t="t"/>
              <a:pathLst>
                <a:path extrusionOk="0" h="20880" w="5047">
                  <a:moveTo>
                    <a:pt x="2858" y="0"/>
                  </a:moveTo>
                  <a:lnTo>
                    <a:pt x="2858" y="0"/>
                  </a:lnTo>
                  <a:cubicBezTo>
                    <a:pt x="1095" y="1247"/>
                    <a:pt x="730" y="5988"/>
                    <a:pt x="396" y="7934"/>
                  </a:cubicBezTo>
                  <a:cubicBezTo>
                    <a:pt x="1" y="10244"/>
                    <a:pt x="92" y="12554"/>
                    <a:pt x="122" y="14894"/>
                  </a:cubicBezTo>
                  <a:cubicBezTo>
                    <a:pt x="122" y="16511"/>
                    <a:pt x="301" y="20879"/>
                    <a:pt x="2233" y="20879"/>
                  </a:cubicBezTo>
                  <a:cubicBezTo>
                    <a:pt x="2553" y="20879"/>
                    <a:pt x="2921" y="20759"/>
                    <a:pt x="3344" y="20487"/>
                  </a:cubicBezTo>
                  <a:cubicBezTo>
                    <a:pt x="5046" y="19393"/>
                    <a:pt x="4651" y="15988"/>
                    <a:pt x="4621" y="14104"/>
                  </a:cubicBezTo>
                  <a:cubicBezTo>
                    <a:pt x="4590" y="11429"/>
                    <a:pt x="4195" y="8693"/>
                    <a:pt x="3800" y="6079"/>
                  </a:cubicBezTo>
                  <a:cubicBezTo>
                    <a:pt x="3496" y="4165"/>
                    <a:pt x="2402" y="1946"/>
                    <a:pt x="28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15"/>
            <p:cNvSpPr/>
            <p:nvPr/>
          </p:nvSpPr>
          <p:spPr>
            <a:xfrm>
              <a:off x="3954750" y="2569375"/>
              <a:ext cx="164175" cy="489725"/>
            </a:xfrm>
            <a:custGeom>
              <a:rect b="b" l="l" r="r" t="t"/>
              <a:pathLst>
                <a:path extrusionOk="0" h="19589" w="6567">
                  <a:moveTo>
                    <a:pt x="3041" y="0"/>
                  </a:moveTo>
                  <a:cubicBezTo>
                    <a:pt x="1369" y="1976"/>
                    <a:pt x="1095" y="6657"/>
                    <a:pt x="852" y="9149"/>
                  </a:cubicBezTo>
                  <a:cubicBezTo>
                    <a:pt x="609" y="11520"/>
                    <a:pt x="1" y="14317"/>
                    <a:pt x="396" y="16688"/>
                  </a:cubicBezTo>
                  <a:cubicBezTo>
                    <a:pt x="635" y="18203"/>
                    <a:pt x="1974" y="19589"/>
                    <a:pt x="3219" y="19589"/>
                  </a:cubicBezTo>
                  <a:cubicBezTo>
                    <a:pt x="3871" y="19589"/>
                    <a:pt x="4497" y="19208"/>
                    <a:pt x="4925" y="18268"/>
                  </a:cubicBezTo>
                  <a:cubicBezTo>
                    <a:pt x="6566" y="14681"/>
                    <a:pt x="3892" y="9636"/>
                    <a:pt x="3496" y="6140"/>
                  </a:cubicBezTo>
                  <a:cubicBezTo>
                    <a:pt x="3284" y="4408"/>
                    <a:pt x="3314" y="1551"/>
                    <a:pt x="30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5" name="Google Shape;1735;p15"/>
          <p:cNvSpPr/>
          <p:nvPr/>
        </p:nvSpPr>
        <p:spPr>
          <a:xfrm flipH="1" rot="698890">
            <a:off x="8249394" y="231555"/>
            <a:ext cx="256048" cy="275348"/>
          </a:xfrm>
          <a:custGeom>
            <a:rect b="b" l="l" r="r" t="t"/>
            <a:pathLst>
              <a:path extrusionOk="0" h="11014" w="10242">
                <a:moveTo>
                  <a:pt x="4204" y="0"/>
                </a:moveTo>
                <a:lnTo>
                  <a:pt x="4204" y="0"/>
                </a:lnTo>
                <a:cubicBezTo>
                  <a:pt x="3804" y="133"/>
                  <a:pt x="3370" y="300"/>
                  <a:pt x="2970" y="567"/>
                </a:cubicBezTo>
                <a:cubicBezTo>
                  <a:pt x="568" y="2102"/>
                  <a:pt x="1" y="5537"/>
                  <a:pt x="1735" y="8206"/>
                </a:cubicBezTo>
                <a:cubicBezTo>
                  <a:pt x="2881" y="10003"/>
                  <a:pt x="4783" y="11013"/>
                  <a:pt x="6636" y="11013"/>
                </a:cubicBezTo>
                <a:cubicBezTo>
                  <a:pt x="7535" y="11013"/>
                  <a:pt x="8423" y="10775"/>
                  <a:pt x="9207" y="10274"/>
                </a:cubicBezTo>
                <a:cubicBezTo>
                  <a:pt x="9608" y="10007"/>
                  <a:pt x="9941" y="9707"/>
                  <a:pt x="10242" y="9373"/>
                </a:cubicBezTo>
                <a:lnTo>
                  <a:pt x="10242" y="9373"/>
                </a:lnTo>
                <a:cubicBezTo>
                  <a:pt x="9797" y="9499"/>
                  <a:pt x="9340" y="9561"/>
                  <a:pt x="8881" y="9561"/>
                </a:cubicBezTo>
                <a:cubicBezTo>
                  <a:pt x="7031" y="9561"/>
                  <a:pt x="5153" y="8562"/>
                  <a:pt x="4004" y="6772"/>
                </a:cubicBezTo>
                <a:cubicBezTo>
                  <a:pt x="2536" y="4503"/>
                  <a:pt x="2703" y="1735"/>
                  <a:pt x="42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6" name="Google Shape;1736;p15"/>
          <p:cNvGrpSpPr/>
          <p:nvPr/>
        </p:nvGrpSpPr>
        <p:grpSpPr>
          <a:xfrm>
            <a:off x="26390" y="67520"/>
            <a:ext cx="9050795" cy="4921221"/>
            <a:chOff x="26390" y="67520"/>
            <a:chExt cx="9050795" cy="4921221"/>
          </a:xfrm>
        </p:grpSpPr>
        <p:grpSp>
          <p:nvGrpSpPr>
            <p:cNvPr id="1737" name="Google Shape;1737;p15"/>
            <p:cNvGrpSpPr/>
            <p:nvPr/>
          </p:nvGrpSpPr>
          <p:grpSpPr>
            <a:xfrm rot="10800000">
              <a:off x="26390" y="67520"/>
              <a:ext cx="9050795" cy="4921221"/>
              <a:chOff x="166525" y="220125"/>
              <a:chExt cx="8770150" cy="4768625"/>
            </a:xfrm>
          </p:grpSpPr>
          <p:grpSp>
            <p:nvGrpSpPr>
              <p:cNvPr id="1738" name="Google Shape;1738;p15"/>
              <p:cNvGrpSpPr/>
              <p:nvPr/>
            </p:nvGrpSpPr>
            <p:grpSpPr>
              <a:xfrm flipH="1" rot="10800000">
                <a:off x="166525" y="220125"/>
                <a:ext cx="8770150" cy="4768625"/>
                <a:chOff x="90325" y="143925"/>
                <a:chExt cx="8770150" cy="4768625"/>
              </a:xfrm>
            </p:grpSpPr>
            <p:sp>
              <p:nvSpPr>
                <p:cNvPr id="1739" name="Google Shape;1739;p15"/>
                <p:cNvSpPr/>
                <p:nvPr/>
              </p:nvSpPr>
              <p:spPr>
                <a:xfrm flipH="1">
                  <a:off x="8167513" y="1332063"/>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15"/>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15"/>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15"/>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15"/>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15"/>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15"/>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15"/>
                <p:cNvSpPr/>
                <p:nvPr/>
              </p:nvSpPr>
              <p:spPr>
                <a:xfrm>
                  <a:off x="223038" y="4068512"/>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15"/>
                <p:cNvSpPr/>
                <p:nvPr/>
              </p:nvSpPr>
              <p:spPr>
                <a:xfrm>
                  <a:off x="7712688" y="652832"/>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15"/>
                <p:cNvSpPr/>
                <p:nvPr/>
              </p:nvSpPr>
              <p:spPr>
                <a:xfrm>
                  <a:off x="4852336" y="27741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9" name="Google Shape;1749;p15"/>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 name="Google Shape;1750;p15"/>
            <p:cNvGrpSpPr/>
            <p:nvPr/>
          </p:nvGrpSpPr>
          <p:grpSpPr>
            <a:xfrm flipH="1" rot="10800000">
              <a:off x="302291" y="764507"/>
              <a:ext cx="8071404" cy="3515620"/>
              <a:chOff x="-654203" y="781450"/>
              <a:chExt cx="9659412" cy="4207300"/>
            </a:xfrm>
          </p:grpSpPr>
          <p:sp>
            <p:nvSpPr>
              <p:cNvPr id="1751" name="Google Shape;1751;p15"/>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15"/>
              <p:cNvSpPr/>
              <p:nvPr/>
            </p:nvSpPr>
            <p:spPr>
              <a:xfrm flipH="1" rot="10800000">
                <a:off x="6007150" y="1016574"/>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3" name="Google Shape;1753;p15"/>
              <p:cNvGrpSpPr/>
              <p:nvPr/>
            </p:nvGrpSpPr>
            <p:grpSpPr>
              <a:xfrm flipH="1" rot="10800000">
                <a:off x="-654203" y="1133348"/>
                <a:ext cx="9659412" cy="3855402"/>
                <a:chOff x="-730403" y="143925"/>
                <a:chExt cx="9659412" cy="3855402"/>
              </a:xfrm>
            </p:grpSpPr>
            <p:sp>
              <p:nvSpPr>
                <p:cNvPr id="1754" name="Google Shape;1754;p15"/>
                <p:cNvSpPr/>
                <p:nvPr/>
              </p:nvSpPr>
              <p:spPr>
                <a:xfrm>
                  <a:off x="1402525" y="3586710"/>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15"/>
                <p:cNvSpPr/>
                <p:nvPr/>
              </p:nvSpPr>
              <p:spPr>
                <a:xfrm flipH="1">
                  <a:off x="8199759" y="415325"/>
                  <a:ext cx="142378" cy="150430"/>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15"/>
                <p:cNvSpPr/>
                <p:nvPr/>
              </p:nvSpPr>
              <p:spPr>
                <a:xfrm>
                  <a:off x="-730403" y="1390589"/>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15"/>
                <p:cNvSpPr/>
                <p:nvPr/>
              </p:nvSpPr>
              <p:spPr>
                <a:xfrm flipH="1">
                  <a:off x="8877284"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15"/>
                <p:cNvSpPr/>
                <p:nvPr/>
              </p:nvSpPr>
              <p:spPr>
                <a:xfrm>
                  <a:off x="2907925" y="1509637"/>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15"/>
                <p:cNvSpPr/>
                <p:nvPr/>
              </p:nvSpPr>
              <p:spPr>
                <a:xfrm>
                  <a:off x="4209574" y="7942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15"/>
                <p:cNvSpPr/>
                <p:nvPr/>
              </p:nvSpPr>
              <p:spPr>
                <a:xfrm>
                  <a:off x="3502303" y="3937577"/>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761" name="Google Shape;1761;p15"/>
          <p:cNvSpPr/>
          <p:nvPr/>
        </p:nvSpPr>
        <p:spPr>
          <a:xfrm flipH="1" rot="-8977054">
            <a:off x="40146" y="690327"/>
            <a:ext cx="108454" cy="946332"/>
          </a:xfrm>
          <a:custGeom>
            <a:rect b="b" l="l" r="r" t="t"/>
            <a:pathLst>
              <a:path extrusionOk="0" h="44211" w="7661">
                <a:moveTo>
                  <a:pt x="3162" y="1"/>
                </a:moveTo>
                <a:cubicBezTo>
                  <a:pt x="2554" y="1"/>
                  <a:pt x="2189" y="396"/>
                  <a:pt x="1612" y="609"/>
                </a:cubicBezTo>
                <a:cubicBezTo>
                  <a:pt x="1581" y="1034"/>
                  <a:pt x="1672" y="1369"/>
                  <a:pt x="1612" y="2159"/>
                </a:cubicBezTo>
                <a:cubicBezTo>
                  <a:pt x="912" y="4955"/>
                  <a:pt x="335" y="7630"/>
                  <a:pt x="274" y="10913"/>
                </a:cubicBezTo>
                <a:cubicBezTo>
                  <a:pt x="244" y="12433"/>
                  <a:pt x="61" y="13861"/>
                  <a:pt x="31" y="15351"/>
                </a:cubicBezTo>
                <a:cubicBezTo>
                  <a:pt x="1" y="16931"/>
                  <a:pt x="31" y="18542"/>
                  <a:pt x="31" y="20123"/>
                </a:cubicBezTo>
                <a:cubicBezTo>
                  <a:pt x="31" y="22494"/>
                  <a:pt x="61" y="24591"/>
                  <a:pt x="244" y="26931"/>
                </a:cubicBezTo>
                <a:cubicBezTo>
                  <a:pt x="426" y="29211"/>
                  <a:pt x="761" y="31399"/>
                  <a:pt x="1034" y="33649"/>
                </a:cubicBezTo>
                <a:cubicBezTo>
                  <a:pt x="1277" y="35564"/>
                  <a:pt x="1612" y="37418"/>
                  <a:pt x="1885" y="39302"/>
                </a:cubicBezTo>
                <a:cubicBezTo>
                  <a:pt x="2068" y="40670"/>
                  <a:pt x="2280" y="41825"/>
                  <a:pt x="2736" y="42859"/>
                </a:cubicBezTo>
                <a:cubicBezTo>
                  <a:pt x="3131" y="43801"/>
                  <a:pt x="3527" y="44044"/>
                  <a:pt x="4074" y="44044"/>
                </a:cubicBezTo>
                <a:cubicBezTo>
                  <a:pt x="4319" y="44063"/>
                  <a:pt x="4741" y="44211"/>
                  <a:pt x="5105" y="44211"/>
                </a:cubicBezTo>
                <a:cubicBezTo>
                  <a:pt x="5327" y="44211"/>
                  <a:pt x="5528" y="44156"/>
                  <a:pt x="5654" y="43983"/>
                </a:cubicBezTo>
                <a:cubicBezTo>
                  <a:pt x="5867" y="43679"/>
                  <a:pt x="5897" y="42919"/>
                  <a:pt x="6019" y="42433"/>
                </a:cubicBezTo>
                <a:cubicBezTo>
                  <a:pt x="6171" y="41734"/>
                  <a:pt x="6384" y="41156"/>
                  <a:pt x="6536" y="40457"/>
                </a:cubicBezTo>
                <a:cubicBezTo>
                  <a:pt x="6688" y="39637"/>
                  <a:pt x="6688" y="38907"/>
                  <a:pt x="6748" y="38056"/>
                </a:cubicBezTo>
                <a:cubicBezTo>
                  <a:pt x="6779" y="37479"/>
                  <a:pt x="6900" y="37144"/>
                  <a:pt x="6961" y="36658"/>
                </a:cubicBezTo>
                <a:cubicBezTo>
                  <a:pt x="7204" y="33922"/>
                  <a:pt x="6961" y="30366"/>
                  <a:pt x="6961" y="27509"/>
                </a:cubicBezTo>
                <a:cubicBezTo>
                  <a:pt x="6961" y="26050"/>
                  <a:pt x="6870" y="24408"/>
                  <a:pt x="6961" y="22980"/>
                </a:cubicBezTo>
                <a:cubicBezTo>
                  <a:pt x="6992" y="22220"/>
                  <a:pt x="7174" y="21582"/>
                  <a:pt x="7204" y="20791"/>
                </a:cubicBezTo>
                <a:cubicBezTo>
                  <a:pt x="7265" y="19849"/>
                  <a:pt x="7204" y="18755"/>
                  <a:pt x="7204" y="17782"/>
                </a:cubicBezTo>
                <a:cubicBezTo>
                  <a:pt x="7204" y="13679"/>
                  <a:pt x="7660" y="10001"/>
                  <a:pt x="7022" y="5958"/>
                </a:cubicBezTo>
                <a:cubicBezTo>
                  <a:pt x="6657" y="3496"/>
                  <a:pt x="5958" y="639"/>
                  <a:pt x="4742" y="518"/>
                </a:cubicBezTo>
                <a:cubicBezTo>
                  <a:pt x="4165" y="457"/>
                  <a:pt x="3800" y="1"/>
                  <a:pt x="31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15"/>
          <p:cNvSpPr/>
          <p:nvPr/>
        </p:nvSpPr>
        <p:spPr>
          <a:xfrm flipH="1" rot="-8977054">
            <a:off x="19410" y="577108"/>
            <a:ext cx="108879" cy="946332"/>
          </a:xfrm>
          <a:custGeom>
            <a:rect b="b" l="l" r="r" t="t"/>
            <a:pathLst>
              <a:path extrusionOk="0" h="44211" w="7691">
                <a:moveTo>
                  <a:pt x="3192" y="1"/>
                </a:moveTo>
                <a:cubicBezTo>
                  <a:pt x="2584" y="1"/>
                  <a:pt x="2219" y="396"/>
                  <a:pt x="1642" y="609"/>
                </a:cubicBezTo>
                <a:cubicBezTo>
                  <a:pt x="1611" y="1034"/>
                  <a:pt x="1672" y="1369"/>
                  <a:pt x="1611" y="2159"/>
                </a:cubicBezTo>
                <a:cubicBezTo>
                  <a:pt x="912" y="4955"/>
                  <a:pt x="335" y="7630"/>
                  <a:pt x="274" y="10913"/>
                </a:cubicBezTo>
                <a:cubicBezTo>
                  <a:pt x="243" y="12433"/>
                  <a:pt x="91" y="13861"/>
                  <a:pt x="31" y="15351"/>
                </a:cubicBezTo>
                <a:cubicBezTo>
                  <a:pt x="0" y="16931"/>
                  <a:pt x="61" y="18542"/>
                  <a:pt x="61" y="20123"/>
                </a:cubicBezTo>
                <a:cubicBezTo>
                  <a:pt x="61" y="22494"/>
                  <a:pt x="61" y="24621"/>
                  <a:pt x="243" y="26931"/>
                </a:cubicBezTo>
                <a:cubicBezTo>
                  <a:pt x="426" y="29211"/>
                  <a:pt x="790" y="31400"/>
                  <a:pt x="1064" y="33649"/>
                </a:cubicBezTo>
                <a:cubicBezTo>
                  <a:pt x="1277" y="35564"/>
                  <a:pt x="1642" y="37418"/>
                  <a:pt x="1885" y="39302"/>
                </a:cubicBezTo>
                <a:cubicBezTo>
                  <a:pt x="2097" y="40670"/>
                  <a:pt x="2310" y="41825"/>
                  <a:pt x="2736" y="42859"/>
                </a:cubicBezTo>
                <a:cubicBezTo>
                  <a:pt x="3131" y="43801"/>
                  <a:pt x="3526" y="44044"/>
                  <a:pt x="4073" y="44044"/>
                </a:cubicBezTo>
                <a:cubicBezTo>
                  <a:pt x="4319" y="44063"/>
                  <a:pt x="4740" y="44211"/>
                  <a:pt x="5104" y="44211"/>
                </a:cubicBezTo>
                <a:cubicBezTo>
                  <a:pt x="5326" y="44211"/>
                  <a:pt x="5527" y="44156"/>
                  <a:pt x="5654" y="43983"/>
                </a:cubicBezTo>
                <a:cubicBezTo>
                  <a:pt x="5867" y="43679"/>
                  <a:pt x="5927" y="42919"/>
                  <a:pt x="6018" y="42433"/>
                </a:cubicBezTo>
                <a:cubicBezTo>
                  <a:pt x="6170" y="41734"/>
                  <a:pt x="6414" y="41187"/>
                  <a:pt x="6535" y="40488"/>
                </a:cubicBezTo>
                <a:cubicBezTo>
                  <a:pt x="6718" y="39667"/>
                  <a:pt x="6718" y="38907"/>
                  <a:pt x="6778" y="38056"/>
                </a:cubicBezTo>
                <a:cubicBezTo>
                  <a:pt x="6809" y="37479"/>
                  <a:pt x="6930" y="37144"/>
                  <a:pt x="6961" y="36658"/>
                </a:cubicBezTo>
                <a:cubicBezTo>
                  <a:pt x="7234" y="33922"/>
                  <a:pt x="6991" y="30366"/>
                  <a:pt x="6991" y="27509"/>
                </a:cubicBezTo>
                <a:cubicBezTo>
                  <a:pt x="6991" y="26050"/>
                  <a:pt x="6900" y="24439"/>
                  <a:pt x="6991" y="22980"/>
                </a:cubicBezTo>
                <a:cubicBezTo>
                  <a:pt x="7022" y="22220"/>
                  <a:pt x="7174" y="21582"/>
                  <a:pt x="7234" y="20791"/>
                </a:cubicBezTo>
                <a:cubicBezTo>
                  <a:pt x="7265" y="19849"/>
                  <a:pt x="7204" y="18755"/>
                  <a:pt x="7204" y="17782"/>
                </a:cubicBezTo>
                <a:cubicBezTo>
                  <a:pt x="7204" y="13679"/>
                  <a:pt x="7690" y="10001"/>
                  <a:pt x="7052" y="5958"/>
                </a:cubicBezTo>
                <a:cubicBezTo>
                  <a:pt x="6657" y="3496"/>
                  <a:pt x="5958" y="639"/>
                  <a:pt x="4742" y="518"/>
                </a:cubicBezTo>
                <a:cubicBezTo>
                  <a:pt x="4164" y="457"/>
                  <a:pt x="3800" y="1"/>
                  <a:pt x="31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15"/>
          <p:cNvSpPr/>
          <p:nvPr/>
        </p:nvSpPr>
        <p:spPr>
          <a:xfrm flipH="1" rot="-8977054">
            <a:off x="13411" y="439601"/>
            <a:ext cx="108879" cy="946653"/>
          </a:xfrm>
          <a:custGeom>
            <a:rect b="b" l="l" r="r" t="t"/>
            <a:pathLst>
              <a:path extrusionOk="0" h="44226" w="7691">
                <a:moveTo>
                  <a:pt x="3192" y="1"/>
                </a:moveTo>
                <a:cubicBezTo>
                  <a:pt x="2584" y="1"/>
                  <a:pt x="2220" y="426"/>
                  <a:pt x="1642" y="639"/>
                </a:cubicBezTo>
                <a:cubicBezTo>
                  <a:pt x="1612" y="1064"/>
                  <a:pt x="1672" y="1399"/>
                  <a:pt x="1642" y="2189"/>
                </a:cubicBezTo>
                <a:cubicBezTo>
                  <a:pt x="943" y="4985"/>
                  <a:pt x="335" y="7660"/>
                  <a:pt x="274" y="10943"/>
                </a:cubicBezTo>
                <a:cubicBezTo>
                  <a:pt x="274" y="12463"/>
                  <a:pt x="92" y="13891"/>
                  <a:pt x="61" y="15381"/>
                </a:cubicBezTo>
                <a:cubicBezTo>
                  <a:pt x="1" y="16961"/>
                  <a:pt x="61" y="18572"/>
                  <a:pt x="61" y="20153"/>
                </a:cubicBezTo>
                <a:cubicBezTo>
                  <a:pt x="61" y="22493"/>
                  <a:pt x="61" y="24621"/>
                  <a:pt x="244" y="26931"/>
                </a:cubicBezTo>
                <a:cubicBezTo>
                  <a:pt x="457" y="29241"/>
                  <a:pt x="791" y="31430"/>
                  <a:pt x="1065" y="33679"/>
                </a:cubicBezTo>
                <a:cubicBezTo>
                  <a:pt x="1308" y="35594"/>
                  <a:pt x="1642" y="37417"/>
                  <a:pt x="1916" y="39332"/>
                </a:cubicBezTo>
                <a:cubicBezTo>
                  <a:pt x="2098" y="40700"/>
                  <a:pt x="2311" y="41855"/>
                  <a:pt x="2736" y="42858"/>
                </a:cubicBezTo>
                <a:cubicBezTo>
                  <a:pt x="3162" y="43831"/>
                  <a:pt x="3527" y="44074"/>
                  <a:pt x="4074" y="44074"/>
                </a:cubicBezTo>
                <a:cubicBezTo>
                  <a:pt x="4318" y="44074"/>
                  <a:pt x="4738" y="44226"/>
                  <a:pt x="5101" y="44226"/>
                </a:cubicBezTo>
                <a:cubicBezTo>
                  <a:pt x="5325" y="44226"/>
                  <a:pt x="5527" y="44168"/>
                  <a:pt x="5654" y="43983"/>
                </a:cubicBezTo>
                <a:cubicBezTo>
                  <a:pt x="5897" y="43709"/>
                  <a:pt x="5928" y="42949"/>
                  <a:pt x="6049" y="42433"/>
                </a:cubicBezTo>
                <a:cubicBezTo>
                  <a:pt x="6201" y="41764"/>
                  <a:pt x="6414" y="41187"/>
                  <a:pt x="6566" y="40487"/>
                </a:cubicBezTo>
                <a:cubicBezTo>
                  <a:pt x="6718" y="39667"/>
                  <a:pt x="6718" y="38907"/>
                  <a:pt x="6779" y="38056"/>
                </a:cubicBezTo>
                <a:cubicBezTo>
                  <a:pt x="6809" y="37478"/>
                  <a:pt x="6931" y="37174"/>
                  <a:pt x="6961" y="36688"/>
                </a:cubicBezTo>
                <a:cubicBezTo>
                  <a:pt x="7235" y="33922"/>
                  <a:pt x="6992" y="30396"/>
                  <a:pt x="6992" y="27539"/>
                </a:cubicBezTo>
                <a:cubicBezTo>
                  <a:pt x="6992" y="26080"/>
                  <a:pt x="6901" y="24439"/>
                  <a:pt x="6992" y="23010"/>
                </a:cubicBezTo>
                <a:cubicBezTo>
                  <a:pt x="7022" y="22250"/>
                  <a:pt x="7204" y="21581"/>
                  <a:pt x="7235" y="20821"/>
                </a:cubicBezTo>
                <a:cubicBezTo>
                  <a:pt x="7265" y="19879"/>
                  <a:pt x="7204" y="18785"/>
                  <a:pt x="7204" y="17812"/>
                </a:cubicBezTo>
                <a:cubicBezTo>
                  <a:pt x="7204" y="13709"/>
                  <a:pt x="7691" y="10031"/>
                  <a:pt x="7052" y="5988"/>
                </a:cubicBezTo>
                <a:cubicBezTo>
                  <a:pt x="6688" y="3526"/>
                  <a:pt x="5958" y="639"/>
                  <a:pt x="4773" y="548"/>
                </a:cubicBezTo>
                <a:cubicBezTo>
                  <a:pt x="4165" y="487"/>
                  <a:pt x="3800" y="1"/>
                  <a:pt x="31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15"/>
          <p:cNvSpPr txBox="1"/>
          <p:nvPr>
            <p:ph type="title"/>
          </p:nvPr>
        </p:nvSpPr>
        <p:spPr>
          <a:xfrm>
            <a:off x="720000" y="1783050"/>
            <a:ext cx="33033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765" name="Google Shape;1765;p15"/>
          <p:cNvSpPr txBox="1"/>
          <p:nvPr>
            <p:ph idx="1" type="subTitle"/>
          </p:nvPr>
        </p:nvSpPr>
        <p:spPr>
          <a:xfrm>
            <a:off x="720000" y="2355750"/>
            <a:ext cx="3303300" cy="1330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600">
                <a:latin typeface="Inconsolata"/>
                <a:ea typeface="Inconsolata"/>
                <a:cs typeface="Inconsolata"/>
                <a:sym typeface="Inconsolata"/>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8">
    <p:spTree>
      <p:nvGrpSpPr>
        <p:cNvPr id="1766" name="Shape 1766"/>
        <p:cNvGrpSpPr/>
        <p:nvPr/>
      </p:nvGrpSpPr>
      <p:grpSpPr>
        <a:xfrm>
          <a:off x="0" y="0"/>
          <a:ext cx="0" cy="0"/>
          <a:chOff x="0" y="0"/>
          <a:chExt cx="0" cy="0"/>
        </a:xfrm>
      </p:grpSpPr>
      <p:pic>
        <p:nvPicPr>
          <p:cNvPr id="1767" name="Google Shape;1767;p1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68" name="Google Shape;1768;p16"/>
          <p:cNvSpPr/>
          <p:nvPr/>
        </p:nvSpPr>
        <p:spPr>
          <a:xfrm rot="-698747">
            <a:off x="1278666" y="4346554"/>
            <a:ext cx="340959" cy="366632"/>
          </a:xfrm>
          <a:custGeom>
            <a:rect b="b" l="l" r="r" t="t"/>
            <a:pathLst>
              <a:path extrusionOk="0" h="11014" w="10242">
                <a:moveTo>
                  <a:pt x="4204" y="0"/>
                </a:moveTo>
                <a:lnTo>
                  <a:pt x="4204" y="0"/>
                </a:lnTo>
                <a:cubicBezTo>
                  <a:pt x="3804" y="133"/>
                  <a:pt x="3370" y="300"/>
                  <a:pt x="2970" y="567"/>
                </a:cubicBezTo>
                <a:cubicBezTo>
                  <a:pt x="568" y="2102"/>
                  <a:pt x="1" y="5537"/>
                  <a:pt x="1735" y="8206"/>
                </a:cubicBezTo>
                <a:cubicBezTo>
                  <a:pt x="2881" y="10003"/>
                  <a:pt x="4783" y="11013"/>
                  <a:pt x="6636" y="11013"/>
                </a:cubicBezTo>
                <a:cubicBezTo>
                  <a:pt x="7535" y="11013"/>
                  <a:pt x="8423" y="10775"/>
                  <a:pt x="9207" y="10274"/>
                </a:cubicBezTo>
                <a:cubicBezTo>
                  <a:pt x="9608" y="10007"/>
                  <a:pt x="9941" y="9707"/>
                  <a:pt x="10242" y="9373"/>
                </a:cubicBezTo>
                <a:lnTo>
                  <a:pt x="10242" y="9373"/>
                </a:lnTo>
                <a:cubicBezTo>
                  <a:pt x="9797" y="9499"/>
                  <a:pt x="9340" y="9561"/>
                  <a:pt x="8881" y="9561"/>
                </a:cubicBezTo>
                <a:cubicBezTo>
                  <a:pt x="7031" y="9561"/>
                  <a:pt x="5153" y="8562"/>
                  <a:pt x="4004" y="6772"/>
                </a:cubicBezTo>
                <a:cubicBezTo>
                  <a:pt x="2536" y="4503"/>
                  <a:pt x="2703" y="1735"/>
                  <a:pt x="42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9" name="Google Shape;1769;p16"/>
          <p:cNvGrpSpPr/>
          <p:nvPr/>
        </p:nvGrpSpPr>
        <p:grpSpPr>
          <a:xfrm flipH="1" rot="10800000">
            <a:off x="100673" y="262984"/>
            <a:ext cx="1062371" cy="1119406"/>
            <a:chOff x="548175" y="3691725"/>
            <a:chExt cx="990925" cy="1044125"/>
          </a:xfrm>
        </p:grpSpPr>
        <p:sp>
          <p:nvSpPr>
            <p:cNvPr id="1770" name="Google Shape;1770;p16"/>
            <p:cNvSpPr/>
            <p:nvPr/>
          </p:nvSpPr>
          <p:spPr>
            <a:xfrm>
              <a:off x="803500" y="3747200"/>
              <a:ext cx="52450" cy="99575"/>
            </a:xfrm>
            <a:custGeom>
              <a:rect b="b" l="l" r="r" t="t"/>
              <a:pathLst>
                <a:path extrusionOk="0" fill="none" h="3983" w="2098">
                  <a:moveTo>
                    <a:pt x="2097" y="0"/>
                  </a:moveTo>
                  <a:cubicBezTo>
                    <a:pt x="1733" y="760"/>
                    <a:pt x="1307" y="1490"/>
                    <a:pt x="881" y="2250"/>
                  </a:cubicBezTo>
                  <a:cubicBezTo>
                    <a:pt x="578" y="2827"/>
                    <a:pt x="213" y="3374"/>
                    <a:pt x="0" y="3982"/>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16"/>
            <p:cNvSpPr/>
            <p:nvPr/>
          </p:nvSpPr>
          <p:spPr>
            <a:xfrm>
              <a:off x="773850" y="3864975"/>
              <a:ext cx="58550" cy="99575"/>
            </a:xfrm>
            <a:custGeom>
              <a:rect b="b" l="l" r="r" t="t"/>
              <a:pathLst>
                <a:path extrusionOk="0" fill="none" h="3983" w="2342">
                  <a:moveTo>
                    <a:pt x="2341" y="1"/>
                  </a:moveTo>
                  <a:cubicBezTo>
                    <a:pt x="2067" y="700"/>
                    <a:pt x="1490" y="1308"/>
                    <a:pt x="1186" y="2007"/>
                  </a:cubicBezTo>
                  <a:cubicBezTo>
                    <a:pt x="852" y="2706"/>
                    <a:pt x="517" y="3436"/>
                    <a:pt x="1" y="398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16"/>
            <p:cNvSpPr/>
            <p:nvPr/>
          </p:nvSpPr>
          <p:spPr>
            <a:xfrm>
              <a:off x="712300" y="3923500"/>
              <a:ext cx="38025" cy="64600"/>
            </a:xfrm>
            <a:custGeom>
              <a:rect b="b" l="l" r="r" t="t"/>
              <a:pathLst>
                <a:path extrusionOk="0" fill="none" h="2584" w="1521">
                  <a:moveTo>
                    <a:pt x="1520" y="0"/>
                  </a:moveTo>
                  <a:cubicBezTo>
                    <a:pt x="1216" y="487"/>
                    <a:pt x="1034" y="1034"/>
                    <a:pt x="700" y="1520"/>
                  </a:cubicBezTo>
                  <a:cubicBezTo>
                    <a:pt x="456" y="1885"/>
                    <a:pt x="244" y="2219"/>
                    <a:pt x="1" y="258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16"/>
            <p:cNvSpPr/>
            <p:nvPr/>
          </p:nvSpPr>
          <p:spPr>
            <a:xfrm>
              <a:off x="718375" y="3829275"/>
              <a:ext cx="41075" cy="64600"/>
            </a:xfrm>
            <a:custGeom>
              <a:rect b="b" l="l" r="r" t="t"/>
              <a:pathLst>
                <a:path extrusionOk="0" fill="none" h="2584" w="1643">
                  <a:moveTo>
                    <a:pt x="1642" y="0"/>
                  </a:moveTo>
                  <a:cubicBezTo>
                    <a:pt x="1034" y="851"/>
                    <a:pt x="487" y="1702"/>
                    <a:pt x="1" y="258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16"/>
            <p:cNvSpPr/>
            <p:nvPr/>
          </p:nvSpPr>
          <p:spPr>
            <a:xfrm>
              <a:off x="621125" y="3993400"/>
              <a:ext cx="26600" cy="53225"/>
            </a:xfrm>
            <a:custGeom>
              <a:rect b="b" l="l" r="r" t="t"/>
              <a:pathLst>
                <a:path extrusionOk="0" fill="none" h="2129" w="1064">
                  <a:moveTo>
                    <a:pt x="1064" y="1"/>
                  </a:moveTo>
                  <a:cubicBezTo>
                    <a:pt x="1003" y="335"/>
                    <a:pt x="699" y="761"/>
                    <a:pt x="517" y="1065"/>
                  </a:cubicBezTo>
                  <a:cubicBezTo>
                    <a:pt x="365" y="1429"/>
                    <a:pt x="182" y="1764"/>
                    <a:pt x="0" y="2128"/>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16"/>
            <p:cNvSpPr/>
            <p:nvPr/>
          </p:nvSpPr>
          <p:spPr>
            <a:xfrm>
              <a:off x="662150" y="4043550"/>
              <a:ext cx="32700" cy="58550"/>
            </a:xfrm>
            <a:custGeom>
              <a:rect b="b" l="l" r="r" t="t"/>
              <a:pathLst>
                <a:path extrusionOk="0" fill="none" h="2342" w="1308">
                  <a:moveTo>
                    <a:pt x="1307" y="1"/>
                  </a:moveTo>
                  <a:cubicBezTo>
                    <a:pt x="1034" y="487"/>
                    <a:pt x="578" y="882"/>
                    <a:pt x="396" y="1399"/>
                  </a:cubicBezTo>
                  <a:cubicBezTo>
                    <a:pt x="274" y="1703"/>
                    <a:pt x="244" y="2098"/>
                    <a:pt x="0" y="2341"/>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16"/>
            <p:cNvSpPr/>
            <p:nvPr/>
          </p:nvSpPr>
          <p:spPr>
            <a:xfrm>
              <a:off x="726750" y="4043550"/>
              <a:ext cx="44075" cy="67650"/>
            </a:xfrm>
            <a:custGeom>
              <a:rect b="b" l="l" r="r" t="t"/>
              <a:pathLst>
                <a:path extrusionOk="0" fill="none" h="2706" w="1763">
                  <a:moveTo>
                    <a:pt x="1763" y="1"/>
                  </a:moveTo>
                  <a:cubicBezTo>
                    <a:pt x="973" y="761"/>
                    <a:pt x="426" y="1703"/>
                    <a:pt x="0" y="270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16"/>
            <p:cNvSpPr/>
            <p:nvPr/>
          </p:nvSpPr>
          <p:spPr>
            <a:xfrm>
              <a:off x="827050" y="3955400"/>
              <a:ext cx="43325" cy="67675"/>
            </a:xfrm>
            <a:custGeom>
              <a:rect b="b" l="l" r="r" t="t"/>
              <a:pathLst>
                <a:path extrusionOk="0" fill="none" h="2707" w="1733">
                  <a:moveTo>
                    <a:pt x="1733" y="1"/>
                  </a:moveTo>
                  <a:cubicBezTo>
                    <a:pt x="1307" y="487"/>
                    <a:pt x="851" y="1065"/>
                    <a:pt x="578" y="1673"/>
                  </a:cubicBezTo>
                  <a:cubicBezTo>
                    <a:pt x="487" y="1855"/>
                    <a:pt x="426" y="2068"/>
                    <a:pt x="304" y="2250"/>
                  </a:cubicBezTo>
                  <a:cubicBezTo>
                    <a:pt x="213" y="2402"/>
                    <a:pt x="0" y="2524"/>
                    <a:pt x="0" y="270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16"/>
            <p:cNvSpPr/>
            <p:nvPr/>
          </p:nvSpPr>
          <p:spPr>
            <a:xfrm>
              <a:off x="908350" y="3835350"/>
              <a:ext cx="44100" cy="76000"/>
            </a:xfrm>
            <a:custGeom>
              <a:rect b="b" l="l" r="r" t="t"/>
              <a:pathLst>
                <a:path extrusionOk="0" fill="none" h="3040" w="1764">
                  <a:moveTo>
                    <a:pt x="1764" y="0"/>
                  </a:moveTo>
                  <a:cubicBezTo>
                    <a:pt x="1399" y="699"/>
                    <a:pt x="1034" y="1429"/>
                    <a:pt x="700" y="2158"/>
                  </a:cubicBezTo>
                  <a:cubicBezTo>
                    <a:pt x="578" y="2462"/>
                    <a:pt x="457" y="3040"/>
                    <a:pt x="1" y="2949"/>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16"/>
            <p:cNvSpPr/>
            <p:nvPr/>
          </p:nvSpPr>
          <p:spPr>
            <a:xfrm>
              <a:off x="901525" y="3764675"/>
              <a:ext cx="50925" cy="76775"/>
            </a:xfrm>
            <a:custGeom>
              <a:rect b="b" l="l" r="r" t="t"/>
              <a:pathLst>
                <a:path extrusionOk="0" fill="none" h="3071" w="2037">
                  <a:moveTo>
                    <a:pt x="2037" y="1"/>
                  </a:moveTo>
                  <a:cubicBezTo>
                    <a:pt x="1489" y="457"/>
                    <a:pt x="1155" y="1095"/>
                    <a:pt x="821" y="1703"/>
                  </a:cubicBezTo>
                  <a:cubicBezTo>
                    <a:pt x="608" y="2067"/>
                    <a:pt x="0" y="2645"/>
                    <a:pt x="61" y="3071"/>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16"/>
            <p:cNvSpPr/>
            <p:nvPr/>
          </p:nvSpPr>
          <p:spPr>
            <a:xfrm>
              <a:off x="1008650" y="3762400"/>
              <a:ext cx="28900" cy="52450"/>
            </a:xfrm>
            <a:custGeom>
              <a:rect b="b" l="l" r="r" t="t"/>
              <a:pathLst>
                <a:path extrusionOk="0" fill="none" h="2098" w="1156">
                  <a:moveTo>
                    <a:pt x="1156" y="0"/>
                  </a:moveTo>
                  <a:cubicBezTo>
                    <a:pt x="882" y="456"/>
                    <a:pt x="487" y="882"/>
                    <a:pt x="305" y="1399"/>
                  </a:cubicBezTo>
                  <a:cubicBezTo>
                    <a:pt x="214" y="1611"/>
                    <a:pt x="183" y="1915"/>
                    <a:pt x="1" y="2098"/>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16"/>
            <p:cNvSpPr/>
            <p:nvPr/>
          </p:nvSpPr>
          <p:spPr>
            <a:xfrm>
              <a:off x="1084650" y="3732750"/>
              <a:ext cx="44100" cy="61600"/>
            </a:xfrm>
            <a:custGeom>
              <a:rect b="b" l="l" r="r" t="t"/>
              <a:pathLst>
                <a:path extrusionOk="0" fill="none" h="2464" w="1764">
                  <a:moveTo>
                    <a:pt x="1763" y="1"/>
                  </a:moveTo>
                  <a:cubicBezTo>
                    <a:pt x="1551" y="487"/>
                    <a:pt x="1277" y="913"/>
                    <a:pt x="943" y="1308"/>
                  </a:cubicBezTo>
                  <a:cubicBezTo>
                    <a:pt x="608" y="1703"/>
                    <a:pt x="396" y="2098"/>
                    <a:pt x="0" y="246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16"/>
            <p:cNvSpPr/>
            <p:nvPr/>
          </p:nvSpPr>
          <p:spPr>
            <a:xfrm>
              <a:off x="1155325" y="3762400"/>
              <a:ext cx="38000" cy="49425"/>
            </a:xfrm>
            <a:custGeom>
              <a:rect b="b" l="l" r="r" t="t"/>
              <a:pathLst>
                <a:path extrusionOk="0" fill="none" h="1977" w="1520">
                  <a:moveTo>
                    <a:pt x="1520" y="0"/>
                  </a:moveTo>
                  <a:cubicBezTo>
                    <a:pt x="1216" y="365"/>
                    <a:pt x="942" y="791"/>
                    <a:pt x="639" y="1155"/>
                  </a:cubicBezTo>
                  <a:cubicBezTo>
                    <a:pt x="426" y="1429"/>
                    <a:pt x="183" y="1672"/>
                    <a:pt x="0" y="197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16"/>
            <p:cNvSpPr/>
            <p:nvPr/>
          </p:nvSpPr>
          <p:spPr>
            <a:xfrm>
              <a:off x="969900" y="39934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16"/>
            <p:cNvSpPr/>
            <p:nvPr/>
          </p:nvSpPr>
          <p:spPr>
            <a:xfrm>
              <a:off x="929625" y="3917425"/>
              <a:ext cx="43350" cy="64600"/>
            </a:xfrm>
            <a:custGeom>
              <a:rect b="b" l="l" r="r" t="t"/>
              <a:pathLst>
                <a:path extrusionOk="0" fill="none" h="2584" w="1734">
                  <a:moveTo>
                    <a:pt x="1733" y="0"/>
                  </a:moveTo>
                  <a:cubicBezTo>
                    <a:pt x="1217" y="882"/>
                    <a:pt x="730" y="1854"/>
                    <a:pt x="1" y="258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16"/>
            <p:cNvSpPr/>
            <p:nvPr/>
          </p:nvSpPr>
          <p:spPr>
            <a:xfrm>
              <a:off x="847550" y="4061025"/>
              <a:ext cx="40300" cy="56275"/>
            </a:xfrm>
            <a:custGeom>
              <a:rect b="b" l="l" r="r" t="t"/>
              <a:pathLst>
                <a:path extrusionOk="0" fill="none" h="2251" w="1612">
                  <a:moveTo>
                    <a:pt x="1612" y="1"/>
                  </a:moveTo>
                  <a:cubicBezTo>
                    <a:pt x="974" y="700"/>
                    <a:pt x="487" y="1429"/>
                    <a:pt x="1" y="225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16"/>
            <p:cNvSpPr/>
            <p:nvPr/>
          </p:nvSpPr>
          <p:spPr>
            <a:xfrm>
              <a:off x="750300" y="4169700"/>
              <a:ext cx="50175" cy="64625"/>
            </a:xfrm>
            <a:custGeom>
              <a:rect b="b" l="l" r="r" t="t"/>
              <a:pathLst>
                <a:path extrusionOk="0" fill="none" h="2585" w="2007">
                  <a:moveTo>
                    <a:pt x="2006" y="0"/>
                  </a:moveTo>
                  <a:cubicBezTo>
                    <a:pt x="1307" y="852"/>
                    <a:pt x="791" y="1824"/>
                    <a:pt x="0" y="258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16"/>
            <p:cNvSpPr/>
            <p:nvPr/>
          </p:nvSpPr>
          <p:spPr>
            <a:xfrm>
              <a:off x="747250" y="4114225"/>
              <a:ext cx="32700" cy="46375"/>
            </a:xfrm>
            <a:custGeom>
              <a:rect b="b" l="l" r="r" t="t"/>
              <a:pathLst>
                <a:path extrusionOk="0" fill="none" h="1855" w="1308">
                  <a:moveTo>
                    <a:pt x="1308" y="1"/>
                  </a:moveTo>
                  <a:cubicBezTo>
                    <a:pt x="913" y="639"/>
                    <a:pt x="517" y="1308"/>
                    <a:pt x="1" y="185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16"/>
            <p:cNvSpPr/>
            <p:nvPr/>
          </p:nvSpPr>
          <p:spPr>
            <a:xfrm>
              <a:off x="641625" y="4222900"/>
              <a:ext cx="35750" cy="52450"/>
            </a:xfrm>
            <a:custGeom>
              <a:rect b="b" l="l" r="r" t="t"/>
              <a:pathLst>
                <a:path extrusionOk="0" fill="none" h="2098" w="1430">
                  <a:moveTo>
                    <a:pt x="1429" y="0"/>
                  </a:moveTo>
                  <a:cubicBezTo>
                    <a:pt x="1399" y="182"/>
                    <a:pt x="1004" y="699"/>
                    <a:pt x="913" y="821"/>
                  </a:cubicBezTo>
                  <a:cubicBezTo>
                    <a:pt x="791" y="973"/>
                    <a:pt x="639" y="1125"/>
                    <a:pt x="517" y="1277"/>
                  </a:cubicBezTo>
                  <a:cubicBezTo>
                    <a:pt x="335" y="1520"/>
                    <a:pt x="62" y="1763"/>
                    <a:pt x="1" y="2097"/>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16"/>
            <p:cNvSpPr/>
            <p:nvPr/>
          </p:nvSpPr>
          <p:spPr>
            <a:xfrm>
              <a:off x="615800" y="4169700"/>
              <a:ext cx="46375" cy="55500"/>
            </a:xfrm>
            <a:custGeom>
              <a:rect b="b" l="l" r="r" t="t"/>
              <a:pathLst>
                <a:path extrusionOk="0" fill="none" h="2220" w="1855">
                  <a:moveTo>
                    <a:pt x="1854" y="0"/>
                  </a:moveTo>
                  <a:cubicBezTo>
                    <a:pt x="973" y="517"/>
                    <a:pt x="699" y="1551"/>
                    <a:pt x="0" y="2219"/>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16"/>
            <p:cNvSpPr/>
            <p:nvPr/>
          </p:nvSpPr>
          <p:spPr>
            <a:xfrm>
              <a:off x="589200" y="4114225"/>
              <a:ext cx="31950" cy="46375"/>
            </a:xfrm>
            <a:custGeom>
              <a:rect b="b" l="l" r="r" t="t"/>
              <a:pathLst>
                <a:path extrusionOk="0" fill="none" h="1855" w="1278">
                  <a:moveTo>
                    <a:pt x="1277" y="1"/>
                  </a:moveTo>
                  <a:cubicBezTo>
                    <a:pt x="973" y="456"/>
                    <a:pt x="669" y="943"/>
                    <a:pt x="335" y="1399"/>
                  </a:cubicBezTo>
                  <a:cubicBezTo>
                    <a:pt x="244" y="1551"/>
                    <a:pt x="122" y="1733"/>
                    <a:pt x="0" y="185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16"/>
            <p:cNvSpPr/>
            <p:nvPr/>
          </p:nvSpPr>
          <p:spPr>
            <a:xfrm>
              <a:off x="630225" y="3855875"/>
              <a:ext cx="31950" cy="50175"/>
            </a:xfrm>
            <a:custGeom>
              <a:rect b="b" l="l" r="r" t="t"/>
              <a:pathLst>
                <a:path extrusionOk="0" fill="none" h="2007" w="1278">
                  <a:moveTo>
                    <a:pt x="1277" y="0"/>
                  </a:moveTo>
                  <a:cubicBezTo>
                    <a:pt x="913" y="365"/>
                    <a:pt x="487" y="760"/>
                    <a:pt x="305" y="1246"/>
                  </a:cubicBezTo>
                  <a:cubicBezTo>
                    <a:pt x="214" y="1459"/>
                    <a:pt x="31" y="1763"/>
                    <a:pt x="1" y="200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16"/>
            <p:cNvSpPr/>
            <p:nvPr/>
          </p:nvSpPr>
          <p:spPr>
            <a:xfrm>
              <a:off x="756375" y="3756325"/>
              <a:ext cx="28900" cy="28900"/>
            </a:xfrm>
            <a:custGeom>
              <a:rect b="b" l="l" r="r" t="t"/>
              <a:pathLst>
                <a:path extrusionOk="0" fill="none" h="1156" w="1156">
                  <a:moveTo>
                    <a:pt x="1156" y="0"/>
                  </a:moveTo>
                  <a:cubicBezTo>
                    <a:pt x="608" y="243"/>
                    <a:pt x="244" y="639"/>
                    <a:pt x="0" y="115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16"/>
            <p:cNvSpPr/>
            <p:nvPr/>
          </p:nvSpPr>
          <p:spPr>
            <a:xfrm>
              <a:off x="565650" y="3982000"/>
              <a:ext cx="26600" cy="41075"/>
            </a:xfrm>
            <a:custGeom>
              <a:rect b="b" l="l" r="r" t="t"/>
              <a:pathLst>
                <a:path extrusionOk="0" fill="none" h="1643" w="1064">
                  <a:moveTo>
                    <a:pt x="1064" y="1"/>
                  </a:moveTo>
                  <a:cubicBezTo>
                    <a:pt x="760" y="305"/>
                    <a:pt x="426" y="669"/>
                    <a:pt x="243" y="1065"/>
                  </a:cubicBezTo>
                  <a:cubicBezTo>
                    <a:pt x="152" y="1247"/>
                    <a:pt x="91" y="1460"/>
                    <a:pt x="0" y="1642"/>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16"/>
            <p:cNvSpPr/>
            <p:nvPr/>
          </p:nvSpPr>
          <p:spPr>
            <a:xfrm>
              <a:off x="548175" y="4222900"/>
              <a:ext cx="26600" cy="43325"/>
            </a:xfrm>
            <a:custGeom>
              <a:rect b="b" l="l" r="r" t="t"/>
              <a:pathLst>
                <a:path extrusionOk="0" fill="none" h="1733" w="1064">
                  <a:moveTo>
                    <a:pt x="1064" y="0"/>
                  </a:moveTo>
                  <a:cubicBezTo>
                    <a:pt x="821" y="365"/>
                    <a:pt x="517" y="760"/>
                    <a:pt x="334" y="1155"/>
                  </a:cubicBezTo>
                  <a:cubicBezTo>
                    <a:pt x="274" y="1338"/>
                    <a:pt x="182" y="1702"/>
                    <a:pt x="0" y="173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16"/>
            <p:cNvSpPr/>
            <p:nvPr/>
          </p:nvSpPr>
          <p:spPr>
            <a:xfrm>
              <a:off x="583125" y="4278350"/>
              <a:ext cx="26625" cy="41075"/>
            </a:xfrm>
            <a:custGeom>
              <a:rect b="b" l="l" r="r" t="t"/>
              <a:pathLst>
                <a:path extrusionOk="0" fill="none" h="1643" w="1065">
                  <a:moveTo>
                    <a:pt x="1064" y="1"/>
                  </a:moveTo>
                  <a:cubicBezTo>
                    <a:pt x="730" y="335"/>
                    <a:pt x="487" y="700"/>
                    <a:pt x="304" y="1126"/>
                  </a:cubicBezTo>
                  <a:cubicBezTo>
                    <a:pt x="213" y="1278"/>
                    <a:pt x="152" y="1582"/>
                    <a:pt x="0" y="1642"/>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16"/>
            <p:cNvSpPr/>
            <p:nvPr/>
          </p:nvSpPr>
          <p:spPr>
            <a:xfrm>
              <a:off x="621125" y="4322425"/>
              <a:ext cx="58525" cy="85150"/>
            </a:xfrm>
            <a:custGeom>
              <a:rect b="b" l="l" r="r" t="t"/>
              <a:pathLst>
                <a:path extrusionOk="0" fill="none" h="3406" w="2341">
                  <a:moveTo>
                    <a:pt x="2341" y="1"/>
                  </a:moveTo>
                  <a:cubicBezTo>
                    <a:pt x="1824" y="578"/>
                    <a:pt x="1368" y="1247"/>
                    <a:pt x="973" y="1946"/>
                  </a:cubicBezTo>
                  <a:cubicBezTo>
                    <a:pt x="821" y="2220"/>
                    <a:pt x="669" y="2433"/>
                    <a:pt x="517" y="2706"/>
                  </a:cubicBezTo>
                  <a:cubicBezTo>
                    <a:pt x="334" y="2919"/>
                    <a:pt x="243" y="3223"/>
                    <a:pt x="0" y="340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16"/>
            <p:cNvSpPr/>
            <p:nvPr/>
          </p:nvSpPr>
          <p:spPr>
            <a:xfrm>
              <a:off x="618075" y="4459975"/>
              <a:ext cx="26625" cy="44100"/>
            </a:xfrm>
            <a:custGeom>
              <a:rect b="b" l="l" r="r" t="t"/>
              <a:pathLst>
                <a:path extrusionOk="0" fill="none" h="1764" w="1065">
                  <a:moveTo>
                    <a:pt x="1064" y="1"/>
                  </a:moveTo>
                  <a:cubicBezTo>
                    <a:pt x="760" y="426"/>
                    <a:pt x="578" y="760"/>
                    <a:pt x="365" y="1216"/>
                  </a:cubicBezTo>
                  <a:cubicBezTo>
                    <a:pt x="304" y="1368"/>
                    <a:pt x="152" y="1642"/>
                    <a:pt x="0" y="176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16"/>
            <p:cNvSpPr/>
            <p:nvPr/>
          </p:nvSpPr>
          <p:spPr>
            <a:xfrm>
              <a:off x="741925" y="4275325"/>
              <a:ext cx="41075" cy="55500"/>
            </a:xfrm>
            <a:custGeom>
              <a:rect b="b" l="l" r="r" t="t"/>
              <a:pathLst>
                <a:path extrusionOk="0" fill="none" h="2220" w="1643">
                  <a:moveTo>
                    <a:pt x="1642" y="0"/>
                  </a:moveTo>
                  <a:cubicBezTo>
                    <a:pt x="1095" y="335"/>
                    <a:pt x="882" y="851"/>
                    <a:pt x="578" y="1368"/>
                  </a:cubicBezTo>
                  <a:cubicBezTo>
                    <a:pt x="426" y="1672"/>
                    <a:pt x="244" y="2037"/>
                    <a:pt x="1" y="2219"/>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16"/>
            <p:cNvSpPr/>
            <p:nvPr/>
          </p:nvSpPr>
          <p:spPr>
            <a:xfrm>
              <a:off x="849850" y="4178825"/>
              <a:ext cx="26600" cy="41050"/>
            </a:xfrm>
            <a:custGeom>
              <a:rect b="b" l="l" r="r" t="t"/>
              <a:pathLst>
                <a:path extrusionOk="0" fill="none" h="1642" w="1064">
                  <a:moveTo>
                    <a:pt x="1064" y="0"/>
                  </a:moveTo>
                  <a:cubicBezTo>
                    <a:pt x="790" y="335"/>
                    <a:pt x="517" y="638"/>
                    <a:pt x="304" y="1034"/>
                  </a:cubicBezTo>
                  <a:cubicBezTo>
                    <a:pt x="183" y="1216"/>
                    <a:pt x="152" y="1459"/>
                    <a:pt x="0" y="1642"/>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16"/>
            <p:cNvSpPr/>
            <p:nvPr/>
          </p:nvSpPr>
          <p:spPr>
            <a:xfrm>
              <a:off x="944075" y="4102075"/>
              <a:ext cx="49400" cy="70675"/>
            </a:xfrm>
            <a:custGeom>
              <a:rect b="b" l="l" r="r" t="t"/>
              <a:pathLst>
                <a:path extrusionOk="0" fill="none" h="2827" w="1976">
                  <a:moveTo>
                    <a:pt x="1976" y="0"/>
                  </a:moveTo>
                  <a:cubicBezTo>
                    <a:pt x="1429" y="547"/>
                    <a:pt x="1003" y="1094"/>
                    <a:pt x="639" y="1794"/>
                  </a:cubicBezTo>
                  <a:cubicBezTo>
                    <a:pt x="456" y="2098"/>
                    <a:pt x="243" y="2553"/>
                    <a:pt x="0" y="2827"/>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16"/>
            <p:cNvSpPr/>
            <p:nvPr/>
          </p:nvSpPr>
          <p:spPr>
            <a:xfrm>
              <a:off x="1052725" y="4013925"/>
              <a:ext cx="34975" cy="50175"/>
            </a:xfrm>
            <a:custGeom>
              <a:rect b="b" l="l" r="r" t="t"/>
              <a:pathLst>
                <a:path extrusionOk="0" fill="none" h="2007" w="1399">
                  <a:moveTo>
                    <a:pt x="1399" y="0"/>
                  </a:moveTo>
                  <a:cubicBezTo>
                    <a:pt x="943" y="456"/>
                    <a:pt x="609" y="851"/>
                    <a:pt x="335" y="1399"/>
                  </a:cubicBezTo>
                  <a:cubicBezTo>
                    <a:pt x="274" y="1490"/>
                    <a:pt x="274" y="1672"/>
                    <a:pt x="183" y="1763"/>
                  </a:cubicBezTo>
                  <a:cubicBezTo>
                    <a:pt x="122" y="1885"/>
                    <a:pt x="62" y="1885"/>
                    <a:pt x="1" y="200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16"/>
            <p:cNvSpPr/>
            <p:nvPr/>
          </p:nvSpPr>
          <p:spPr>
            <a:xfrm>
              <a:off x="1149250" y="3899950"/>
              <a:ext cx="34975" cy="50175"/>
            </a:xfrm>
            <a:custGeom>
              <a:rect b="b" l="l" r="r" t="t"/>
              <a:pathLst>
                <a:path extrusionOk="0" fill="none" h="2007" w="1399">
                  <a:moveTo>
                    <a:pt x="1398" y="0"/>
                  </a:moveTo>
                  <a:cubicBezTo>
                    <a:pt x="1003" y="426"/>
                    <a:pt x="730" y="821"/>
                    <a:pt x="395" y="1307"/>
                  </a:cubicBezTo>
                  <a:cubicBezTo>
                    <a:pt x="243" y="1489"/>
                    <a:pt x="0" y="1733"/>
                    <a:pt x="0" y="200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16"/>
            <p:cNvSpPr/>
            <p:nvPr/>
          </p:nvSpPr>
          <p:spPr>
            <a:xfrm>
              <a:off x="1102125" y="3879425"/>
              <a:ext cx="26625" cy="41050"/>
            </a:xfrm>
            <a:custGeom>
              <a:rect b="b" l="l" r="r" t="t"/>
              <a:pathLst>
                <a:path extrusionOk="0" fill="none" h="1642" w="1065">
                  <a:moveTo>
                    <a:pt x="1064" y="0"/>
                  </a:moveTo>
                  <a:cubicBezTo>
                    <a:pt x="730" y="183"/>
                    <a:pt x="517" y="699"/>
                    <a:pt x="304" y="1003"/>
                  </a:cubicBezTo>
                  <a:cubicBezTo>
                    <a:pt x="183" y="1186"/>
                    <a:pt x="31" y="1429"/>
                    <a:pt x="1" y="1642"/>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16"/>
            <p:cNvSpPr/>
            <p:nvPr/>
          </p:nvSpPr>
          <p:spPr>
            <a:xfrm>
              <a:off x="972950" y="3697800"/>
              <a:ext cx="38775" cy="44100"/>
            </a:xfrm>
            <a:custGeom>
              <a:rect b="b" l="l" r="r" t="t"/>
              <a:pathLst>
                <a:path extrusionOk="0" fill="none" h="1764" w="1551">
                  <a:moveTo>
                    <a:pt x="1550" y="1"/>
                  </a:moveTo>
                  <a:cubicBezTo>
                    <a:pt x="1186" y="426"/>
                    <a:pt x="851" y="791"/>
                    <a:pt x="487" y="1186"/>
                  </a:cubicBezTo>
                  <a:cubicBezTo>
                    <a:pt x="365" y="1308"/>
                    <a:pt x="61" y="1612"/>
                    <a:pt x="0" y="176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16"/>
            <p:cNvSpPr/>
            <p:nvPr/>
          </p:nvSpPr>
          <p:spPr>
            <a:xfrm>
              <a:off x="908350" y="3691725"/>
              <a:ext cx="20550" cy="23575"/>
            </a:xfrm>
            <a:custGeom>
              <a:rect b="b" l="l" r="r" t="t"/>
              <a:pathLst>
                <a:path extrusionOk="0" fill="none" h="943" w="822">
                  <a:moveTo>
                    <a:pt x="821" y="1"/>
                  </a:moveTo>
                  <a:cubicBezTo>
                    <a:pt x="457" y="213"/>
                    <a:pt x="122" y="517"/>
                    <a:pt x="1" y="94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16"/>
            <p:cNvSpPr/>
            <p:nvPr/>
          </p:nvSpPr>
          <p:spPr>
            <a:xfrm>
              <a:off x="1207000" y="3779875"/>
              <a:ext cx="38775" cy="49425"/>
            </a:xfrm>
            <a:custGeom>
              <a:rect b="b" l="l" r="r" t="t"/>
              <a:pathLst>
                <a:path extrusionOk="0" fill="none" h="1977" w="1551">
                  <a:moveTo>
                    <a:pt x="1550" y="1"/>
                  </a:moveTo>
                  <a:cubicBezTo>
                    <a:pt x="1094" y="396"/>
                    <a:pt x="730" y="821"/>
                    <a:pt x="334" y="1277"/>
                  </a:cubicBezTo>
                  <a:cubicBezTo>
                    <a:pt x="182" y="1490"/>
                    <a:pt x="0" y="1703"/>
                    <a:pt x="31" y="197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16"/>
            <p:cNvSpPr/>
            <p:nvPr/>
          </p:nvSpPr>
          <p:spPr>
            <a:xfrm>
              <a:off x="1275375" y="3814825"/>
              <a:ext cx="38025" cy="38025"/>
            </a:xfrm>
            <a:custGeom>
              <a:rect b="b" l="l" r="r" t="t"/>
              <a:pathLst>
                <a:path extrusionOk="0" fill="none" h="1521" w="1521">
                  <a:moveTo>
                    <a:pt x="1521" y="1"/>
                  </a:moveTo>
                  <a:cubicBezTo>
                    <a:pt x="1125" y="61"/>
                    <a:pt x="852" y="609"/>
                    <a:pt x="639" y="882"/>
                  </a:cubicBezTo>
                  <a:cubicBezTo>
                    <a:pt x="457" y="1065"/>
                    <a:pt x="214" y="1368"/>
                    <a:pt x="1" y="152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16"/>
            <p:cNvSpPr/>
            <p:nvPr/>
          </p:nvSpPr>
          <p:spPr>
            <a:xfrm>
              <a:off x="1322500" y="3858900"/>
              <a:ext cx="58525" cy="61575"/>
            </a:xfrm>
            <a:custGeom>
              <a:rect b="b" l="l" r="r" t="t"/>
              <a:pathLst>
                <a:path extrusionOk="0" fill="none" h="2463" w="2341">
                  <a:moveTo>
                    <a:pt x="2341" y="1"/>
                  </a:moveTo>
                  <a:cubicBezTo>
                    <a:pt x="1976" y="274"/>
                    <a:pt x="1520" y="578"/>
                    <a:pt x="1246" y="943"/>
                  </a:cubicBezTo>
                  <a:cubicBezTo>
                    <a:pt x="1095" y="1125"/>
                    <a:pt x="973" y="1338"/>
                    <a:pt x="791" y="1520"/>
                  </a:cubicBezTo>
                  <a:cubicBezTo>
                    <a:pt x="547" y="1824"/>
                    <a:pt x="243" y="2128"/>
                    <a:pt x="0" y="246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16"/>
            <p:cNvSpPr/>
            <p:nvPr/>
          </p:nvSpPr>
          <p:spPr>
            <a:xfrm>
              <a:off x="1325525" y="3944000"/>
              <a:ext cx="66900" cy="72975"/>
            </a:xfrm>
            <a:custGeom>
              <a:rect b="b" l="l" r="r" t="t"/>
              <a:pathLst>
                <a:path extrusionOk="0" fill="none" h="2919" w="2676">
                  <a:moveTo>
                    <a:pt x="2676" y="1"/>
                  </a:moveTo>
                  <a:cubicBezTo>
                    <a:pt x="2159" y="609"/>
                    <a:pt x="1673" y="1308"/>
                    <a:pt x="1034" y="1855"/>
                  </a:cubicBezTo>
                  <a:cubicBezTo>
                    <a:pt x="670" y="2159"/>
                    <a:pt x="335" y="2585"/>
                    <a:pt x="1" y="2919"/>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16"/>
            <p:cNvSpPr/>
            <p:nvPr/>
          </p:nvSpPr>
          <p:spPr>
            <a:xfrm>
              <a:off x="1407600" y="3958450"/>
              <a:ext cx="38025" cy="44100"/>
            </a:xfrm>
            <a:custGeom>
              <a:rect b="b" l="l" r="r" t="t"/>
              <a:pathLst>
                <a:path extrusionOk="0" fill="none" h="1764" w="1521">
                  <a:moveTo>
                    <a:pt x="1520" y="0"/>
                  </a:moveTo>
                  <a:cubicBezTo>
                    <a:pt x="1004" y="578"/>
                    <a:pt x="609" y="1307"/>
                    <a:pt x="1" y="176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16"/>
            <p:cNvSpPr/>
            <p:nvPr/>
          </p:nvSpPr>
          <p:spPr>
            <a:xfrm>
              <a:off x="1242700" y="3970600"/>
              <a:ext cx="44100" cy="55500"/>
            </a:xfrm>
            <a:custGeom>
              <a:rect b="b" l="l" r="r" t="t"/>
              <a:pathLst>
                <a:path extrusionOk="0" fill="none" h="2220" w="1764">
                  <a:moveTo>
                    <a:pt x="1764" y="1"/>
                  </a:moveTo>
                  <a:cubicBezTo>
                    <a:pt x="1308" y="274"/>
                    <a:pt x="1034" y="791"/>
                    <a:pt x="791" y="1277"/>
                  </a:cubicBezTo>
                  <a:cubicBezTo>
                    <a:pt x="578" y="1612"/>
                    <a:pt x="274" y="1885"/>
                    <a:pt x="1" y="222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16"/>
            <p:cNvSpPr/>
            <p:nvPr/>
          </p:nvSpPr>
          <p:spPr>
            <a:xfrm>
              <a:off x="1178875" y="3944000"/>
              <a:ext cx="49425" cy="58550"/>
            </a:xfrm>
            <a:custGeom>
              <a:rect b="b" l="l" r="r" t="t"/>
              <a:pathLst>
                <a:path extrusionOk="0" fill="none" h="2342" w="1977">
                  <a:moveTo>
                    <a:pt x="1976" y="1"/>
                  </a:moveTo>
                  <a:cubicBezTo>
                    <a:pt x="1520" y="487"/>
                    <a:pt x="1034" y="974"/>
                    <a:pt x="639" y="1521"/>
                  </a:cubicBezTo>
                  <a:cubicBezTo>
                    <a:pt x="456" y="1764"/>
                    <a:pt x="92" y="2068"/>
                    <a:pt x="0" y="2341"/>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16"/>
            <p:cNvSpPr/>
            <p:nvPr/>
          </p:nvSpPr>
          <p:spPr>
            <a:xfrm>
              <a:off x="1117325" y="4076225"/>
              <a:ext cx="41050" cy="49425"/>
            </a:xfrm>
            <a:custGeom>
              <a:rect b="b" l="l" r="r" t="t"/>
              <a:pathLst>
                <a:path extrusionOk="0" fill="none" h="1977" w="1642">
                  <a:moveTo>
                    <a:pt x="1642" y="1"/>
                  </a:moveTo>
                  <a:cubicBezTo>
                    <a:pt x="1186" y="396"/>
                    <a:pt x="943" y="882"/>
                    <a:pt x="548" y="1308"/>
                  </a:cubicBezTo>
                  <a:cubicBezTo>
                    <a:pt x="365" y="1521"/>
                    <a:pt x="183" y="1764"/>
                    <a:pt x="0" y="197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16"/>
            <p:cNvSpPr/>
            <p:nvPr/>
          </p:nvSpPr>
          <p:spPr>
            <a:xfrm>
              <a:off x="1198625" y="4084600"/>
              <a:ext cx="41825" cy="50175"/>
            </a:xfrm>
            <a:custGeom>
              <a:rect b="b" l="l" r="r" t="t"/>
              <a:pathLst>
                <a:path extrusionOk="0" fill="none" h="2007" w="1673">
                  <a:moveTo>
                    <a:pt x="1673" y="0"/>
                  </a:moveTo>
                  <a:cubicBezTo>
                    <a:pt x="1308" y="456"/>
                    <a:pt x="1004" y="912"/>
                    <a:pt x="639" y="1338"/>
                  </a:cubicBezTo>
                  <a:cubicBezTo>
                    <a:pt x="457" y="1520"/>
                    <a:pt x="274" y="1915"/>
                    <a:pt x="1" y="200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16"/>
            <p:cNvSpPr/>
            <p:nvPr/>
          </p:nvSpPr>
          <p:spPr>
            <a:xfrm>
              <a:off x="1295900" y="4064075"/>
              <a:ext cx="41050" cy="50175"/>
            </a:xfrm>
            <a:custGeom>
              <a:rect b="b" l="l" r="r" t="t"/>
              <a:pathLst>
                <a:path extrusionOk="0" fill="none" h="2007" w="1642">
                  <a:moveTo>
                    <a:pt x="1642" y="0"/>
                  </a:moveTo>
                  <a:cubicBezTo>
                    <a:pt x="1247" y="487"/>
                    <a:pt x="821" y="912"/>
                    <a:pt x="456" y="1429"/>
                  </a:cubicBezTo>
                  <a:cubicBezTo>
                    <a:pt x="335" y="1611"/>
                    <a:pt x="183" y="1946"/>
                    <a:pt x="0" y="2007"/>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16"/>
            <p:cNvSpPr/>
            <p:nvPr/>
          </p:nvSpPr>
          <p:spPr>
            <a:xfrm>
              <a:off x="1360500" y="4061025"/>
              <a:ext cx="58525" cy="61575"/>
            </a:xfrm>
            <a:custGeom>
              <a:rect b="b" l="l" r="r" t="t"/>
              <a:pathLst>
                <a:path extrusionOk="0" fill="none" h="2463" w="2341">
                  <a:moveTo>
                    <a:pt x="2341" y="1"/>
                  </a:moveTo>
                  <a:cubicBezTo>
                    <a:pt x="2006" y="214"/>
                    <a:pt x="1733" y="396"/>
                    <a:pt x="1489" y="730"/>
                  </a:cubicBezTo>
                  <a:cubicBezTo>
                    <a:pt x="1337" y="913"/>
                    <a:pt x="1216" y="1125"/>
                    <a:pt x="1064" y="1308"/>
                  </a:cubicBezTo>
                  <a:cubicBezTo>
                    <a:pt x="669" y="1703"/>
                    <a:pt x="304" y="2037"/>
                    <a:pt x="0" y="246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16"/>
            <p:cNvSpPr/>
            <p:nvPr/>
          </p:nvSpPr>
          <p:spPr>
            <a:xfrm>
              <a:off x="1442550" y="4055725"/>
              <a:ext cx="52475" cy="58525"/>
            </a:xfrm>
            <a:custGeom>
              <a:rect b="b" l="l" r="r" t="t"/>
              <a:pathLst>
                <a:path extrusionOk="0" fill="none" h="2341" w="2099">
                  <a:moveTo>
                    <a:pt x="2098" y="0"/>
                  </a:moveTo>
                  <a:cubicBezTo>
                    <a:pt x="1825" y="456"/>
                    <a:pt x="1399" y="851"/>
                    <a:pt x="1065" y="1277"/>
                  </a:cubicBezTo>
                  <a:cubicBezTo>
                    <a:pt x="761" y="1672"/>
                    <a:pt x="396" y="2037"/>
                    <a:pt x="1" y="2341"/>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16"/>
            <p:cNvSpPr/>
            <p:nvPr/>
          </p:nvSpPr>
          <p:spPr>
            <a:xfrm>
              <a:off x="1448625" y="4149175"/>
              <a:ext cx="41075" cy="58550"/>
            </a:xfrm>
            <a:custGeom>
              <a:rect b="b" l="l" r="r" t="t"/>
              <a:pathLst>
                <a:path extrusionOk="0" fill="none" h="2342" w="1643">
                  <a:moveTo>
                    <a:pt x="1642" y="1"/>
                  </a:moveTo>
                  <a:cubicBezTo>
                    <a:pt x="1186" y="852"/>
                    <a:pt x="396" y="1490"/>
                    <a:pt x="1" y="2341"/>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16"/>
            <p:cNvSpPr/>
            <p:nvPr/>
          </p:nvSpPr>
          <p:spPr>
            <a:xfrm>
              <a:off x="1480550" y="4193250"/>
              <a:ext cx="58550" cy="67650"/>
            </a:xfrm>
            <a:custGeom>
              <a:rect b="b" l="l" r="r" t="t"/>
              <a:pathLst>
                <a:path extrusionOk="0" fill="none" h="2706" w="2342">
                  <a:moveTo>
                    <a:pt x="2341" y="1"/>
                  </a:moveTo>
                  <a:cubicBezTo>
                    <a:pt x="1885" y="517"/>
                    <a:pt x="1490" y="1065"/>
                    <a:pt x="1064" y="1612"/>
                  </a:cubicBezTo>
                  <a:cubicBezTo>
                    <a:pt x="760" y="2007"/>
                    <a:pt x="365" y="2341"/>
                    <a:pt x="1" y="270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16"/>
            <p:cNvSpPr/>
            <p:nvPr/>
          </p:nvSpPr>
          <p:spPr>
            <a:xfrm>
              <a:off x="1442550" y="4389300"/>
              <a:ext cx="41075" cy="44100"/>
            </a:xfrm>
            <a:custGeom>
              <a:rect b="b" l="l" r="r" t="t"/>
              <a:pathLst>
                <a:path extrusionOk="0" fill="none" h="1764" w="1643">
                  <a:moveTo>
                    <a:pt x="1642" y="1"/>
                  </a:moveTo>
                  <a:cubicBezTo>
                    <a:pt x="1369" y="335"/>
                    <a:pt x="973" y="517"/>
                    <a:pt x="700" y="852"/>
                  </a:cubicBezTo>
                  <a:cubicBezTo>
                    <a:pt x="457" y="1156"/>
                    <a:pt x="244" y="1490"/>
                    <a:pt x="1" y="176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16"/>
            <p:cNvSpPr/>
            <p:nvPr/>
          </p:nvSpPr>
          <p:spPr>
            <a:xfrm>
              <a:off x="1392400" y="4501000"/>
              <a:ext cx="50175" cy="50175"/>
            </a:xfrm>
            <a:custGeom>
              <a:rect b="b" l="l" r="r" t="t"/>
              <a:pathLst>
                <a:path extrusionOk="0" fill="none" h="2007" w="2007">
                  <a:moveTo>
                    <a:pt x="2007" y="1"/>
                  </a:moveTo>
                  <a:cubicBezTo>
                    <a:pt x="1581" y="426"/>
                    <a:pt x="1217" y="882"/>
                    <a:pt x="821" y="1308"/>
                  </a:cubicBezTo>
                  <a:cubicBezTo>
                    <a:pt x="578" y="1551"/>
                    <a:pt x="244" y="1733"/>
                    <a:pt x="1" y="2007"/>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16"/>
            <p:cNvSpPr/>
            <p:nvPr/>
          </p:nvSpPr>
          <p:spPr>
            <a:xfrm>
              <a:off x="1474475" y="4295850"/>
              <a:ext cx="38025" cy="47125"/>
            </a:xfrm>
            <a:custGeom>
              <a:rect b="b" l="l" r="r" t="t"/>
              <a:pathLst>
                <a:path extrusionOk="0" fill="none" h="1885" w="1521">
                  <a:moveTo>
                    <a:pt x="1520" y="0"/>
                  </a:moveTo>
                  <a:cubicBezTo>
                    <a:pt x="1216" y="365"/>
                    <a:pt x="912" y="699"/>
                    <a:pt x="639" y="1094"/>
                  </a:cubicBezTo>
                  <a:cubicBezTo>
                    <a:pt x="426" y="1368"/>
                    <a:pt x="274" y="1641"/>
                    <a:pt x="0" y="188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16"/>
            <p:cNvSpPr/>
            <p:nvPr/>
          </p:nvSpPr>
          <p:spPr>
            <a:xfrm>
              <a:off x="1515500" y="4105100"/>
              <a:ext cx="23600" cy="29675"/>
            </a:xfrm>
            <a:custGeom>
              <a:rect b="b" l="l" r="r" t="t"/>
              <a:pathLst>
                <a:path extrusionOk="0" fill="none" h="1187" w="944">
                  <a:moveTo>
                    <a:pt x="943" y="1"/>
                  </a:moveTo>
                  <a:cubicBezTo>
                    <a:pt x="457" y="274"/>
                    <a:pt x="122" y="639"/>
                    <a:pt x="1" y="118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16"/>
            <p:cNvSpPr/>
            <p:nvPr/>
          </p:nvSpPr>
          <p:spPr>
            <a:xfrm>
              <a:off x="1351375" y="4281400"/>
              <a:ext cx="61575" cy="72975"/>
            </a:xfrm>
            <a:custGeom>
              <a:rect b="b" l="l" r="r" t="t"/>
              <a:pathLst>
                <a:path extrusionOk="0" fill="none" h="2919" w="2463">
                  <a:moveTo>
                    <a:pt x="2462" y="1"/>
                  </a:moveTo>
                  <a:cubicBezTo>
                    <a:pt x="2128" y="274"/>
                    <a:pt x="1702" y="548"/>
                    <a:pt x="1429" y="943"/>
                  </a:cubicBezTo>
                  <a:cubicBezTo>
                    <a:pt x="1247" y="1216"/>
                    <a:pt x="1064" y="1490"/>
                    <a:pt x="851" y="1764"/>
                  </a:cubicBezTo>
                  <a:cubicBezTo>
                    <a:pt x="578" y="2128"/>
                    <a:pt x="365" y="2645"/>
                    <a:pt x="0" y="2919"/>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16"/>
            <p:cNvSpPr/>
            <p:nvPr/>
          </p:nvSpPr>
          <p:spPr>
            <a:xfrm>
              <a:off x="1333900" y="4199325"/>
              <a:ext cx="44100" cy="46375"/>
            </a:xfrm>
            <a:custGeom>
              <a:rect b="b" l="l" r="r" t="t"/>
              <a:pathLst>
                <a:path extrusionOk="0" fill="none" h="1855" w="1764">
                  <a:moveTo>
                    <a:pt x="1763" y="1"/>
                  </a:moveTo>
                  <a:cubicBezTo>
                    <a:pt x="1368" y="122"/>
                    <a:pt x="1094" y="700"/>
                    <a:pt x="821" y="1004"/>
                  </a:cubicBezTo>
                  <a:cubicBezTo>
                    <a:pt x="547" y="1277"/>
                    <a:pt x="304" y="1581"/>
                    <a:pt x="0" y="185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16"/>
            <p:cNvSpPr/>
            <p:nvPr/>
          </p:nvSpPr>
          <p:spPr>
            <a:xfrm>
              <a:off x="1008650" y="4172750"/>
              <a:ext cx="46375" cy="58525"/>
            </a:xfrm>
            <a:custGeom>
              <a:rect b="b" l="l" r="r" t="t"/>
              <a:pathLst>
                <a:path extrusionOk="0" fill="none" h="2341" w="1855">
                  <a:moveTo>
                    <a:pt x="1855" y="0"/>
                  </a:moveTo>
                  <a:cubicBezTo>
                    <a:pt x="1277" y="790"/>
                    <a:pt x="670" y="1611"/>
                    <a:pt x="1" y="234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16"/>
            <p:cNvSpPr/>
            <p:nvPr/>
          </p:nvSpPr>
          <p:spPr>
            <a:xfrm>
              <a:off x="1114275" y="4193250"/>
              <a:ext cx="38025" cy="41075"/>
            </a:xfrm>
            <a:custGeom>
              <a:rect b="b" l="l" r="r" t="t"/>
              <a:pathLst>
                <a:path extrusionOk="0" fill="none" h="1643" w="1521">
                  <a:moveTo>
                    <a:pt x="1521" y="1"/>
                  </a:moveTo>
                  <a:cubicBezTo>
                    <a:pt x="1095" y="213"/>
                    <a:pt x="670" y="548"/>
                    <a:pt x="396" y="973"/>
                  </a:cubicBezTo>
                  <a:cubicBezTo>
                    <a:pt x="244" y="1186"/>
                    <a:pt x="183" y="1460"/>
                    <a:pt x="1" y="1642"/>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16"/>
            <p:cNvSpPr/>
            <p:nvPr/>
          </p:nvSpPr>
          <p:spPr>
            <a:xfrm>
              <a:off x="1216875" y="4187175"/>
              <a:ext cx="31925" cy="35750"/>
            </a:xfrm>
            <a:custGeom>
              <a:rect b="b" l="l" r="r" t="t"/>
              <a:pathLst>
                <a:path extrusionOk="0" fill="none" h="1430" w="1277">
                  <a:moveTo>
                    <a:pt x="1277" y="1"/>
                  </a:moveTo>
                  <a:cubicBezTo>
                    <a:pt x="912" y="335"/>
                    <a:pt x="547" y="517"/>
                    <a:pt x="335" y="943"/>
                  </a:cubicBezTo>
                  <a:cubicBezTo>
                    <a:pt x="243" y="1156"/>
                    <a:pt x="152" y="1247"/>
                    <a:pt x="0" y="1429"/>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16"/>
            <p:cNvSpPr/>
            <p:nvPr/>
          </p:nvSpPr>
          <p:spPr>
            <a:xfrm>
              <a:off x="1286775" y="4178825"/>
              <a:ext cx="44100" cy="43325"/>
            </a:xfrm>
            <a:custGeom>
              <a:rect b="b" l="l" r="r" t="t"/>
              <a:pathLst>
                <a:path extrusionOk="0" fill="none" h="1733" w="1764">
                  <a:moveTo>
                    <a:pt x="1764" y="0"/>
                  </a:moveTo>
                  <a:cubicBezTo>
                    <a:pt x="1186" y="487"/>
                    <a:pt x="457" y="1094"/>
                    <a:pt x="1" y="173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16"/>
            <p:cNvSpPr/>
            <p:nvPr/>
          </p:nvSpPr>
          <p:spPr>
            <a:xfrm>
              <a:off x="1146200" y="4310275"/>
              <a:ext cx="58525" cy="64625"/>
            </a:xfrm>
            <a:custGeom>
              <a:rect b="b" l="l" r="r" t="t"/>
              <a:pathLst>
                <a:path extrusionOk="0" fill="none" h="2585" w="2341">
                  <a:moveTo>
                    <a:pt x="2341" y="1"/>
                  </a:moveTo>
                  <a:cubicBezTo>
                    <a:pt x="2037" y="92"/>
                    <a:pt x="1763" y="639"/>
                    <a:pt x="1611" y="852"/>
                  </a:cubicBezTo>
                  <a:cubicBezTo>
                    <a:pt x="1429" y="1064"/>
                    <a:pt x="1247" y="1247"/>
                    <a:pt x="1064" y="1429"/>
                  </a:cubicBezTo>
                  <a:cubicBezTo>
                    <a:pt x="669" y="1794"/>
                    <a:pt x="335" y="2189"/>
                    <a:pt x="0" y="258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16"/>
            <p:cNvSpPr/>
            <p:nvPr/>
          </p:nvSpPr>
          <p:spPr>
            <a:xfrm>
              <a:off x="1102125" y="4286725"/>
              <a:ext cx="50175" cy="56250"/>
            </a:xfrm>
            <a:custGeom>
              <a:rect b="b" l="l" r="r" t="t"/>
              <a:pathLst>
                <a:path extrusionOk="0" fill="none" h="2250" w="2007">
                  <a:moveTo>
                    <a:pt x="2007" y="0"/>
                  </a:moveTo>
                  <a:cubicBezTo>
                    <a:pt x="1277" y="730"/>
                    <a:pt x="639" y="1490"/>
                    <a:pt x="1" y="225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16"/>
            <p:cNvSpPr/>
            <p:nvPr/>
          </p:nvSpPr>
          <p:spPr>
            <a:xfrm>
              <a:off x="994225" y="4310275"/>
              <a:ext cx="49425" cy="50175"/>
            </a:xfrm>
            <a:custGeom>
              <a:rect b="b" l="l" r="r" t="t"/>
              <a:pathLst>
                <a:path extrusionOk="0" fill="none" h="2007" w="1977">
                  <a:moveTo>
                    <a:pt x="1976" y="1"/>
                  </a:moveTo>
                  <a:cubicBezTo>
                    <a:pt x="1551" y="426"/>
                    <a:pt x="1155" y="852"/>
                    <a:pt x="730" y="1247"/>
                  </a:cubicBezTo>
                  <a:cubicBezTo>
                    <a:pt x="487" y="1520"/>
                    <a:pt x="183" y="1703"/>
                    <a:pt x="0" y="2007"/>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16"/>
            <p:cNvSpPr/>
            <p:nvPr/>
          </p:nvSpPr>
          <p:spPr>
            <a:xfrm>
              <a:off x="887825" y="4313325"/>
              <a:ext cx="41075" cy="38000"/>
            </a:xfrm>
            <a:custGeom>
              <a:rect b="b" l="l" r="r" t="t"/>
              <a:pathLst>
                <a:path extrusionOk="0" fill="none" h="1520" w="1643">
                  <a:moveTo>
                    <a:pt x="1642" y="0"/>
                  </a:moveTo>
                  <a:cubicBezTo>
                    <a:pt x="1308" y="335"/>
                    <a:pt x="974" y="699"/>
                    <a:pt x="639" y="1034"/>
                  </a:cubicBezTo>
                  <a:cubicBezTo>
                    <a:pt x="426" y="1216"/>
                    <a:pt x="214" y="1338"/>
                    <a:pt x="1" y="152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16"/>
            <p:cNvSpPr/>
            <p:nvPr/>
          </p:nvSpPr>
          <p:spPr>
            <a:xfrm>
              <a:off x="882525" y="4234300"/>
              <a:ext cx="41050" cy="47125"/>
            </a:xfrm>
            <a:custGeom>
              <a:rect b="b" l="l" r="r" t="t"/>
              <a:pathLst>
                <a:path extrusionOk="0" fill="none" h="1885" w="1642">
                  <a:moveTo>
                    <a:pt x="1642" y="0"/>
                  </a:moveTo>
                  <a:cubicBezTo>
                    <a:pt x="1003" y="517"/>
                    <a:pt x="578" y="1307"/>
                    <a:pt x="0" y="188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16"/>
            <p:cNvSpPr/>
            <p:nvPr/>
          </p:nvSpPr>
          <p:spPr>
            <a:xfrm>
              <a:off x="770800" y="4368800"/>
              <a:ext cx="47150" cy="53200"/>
            </a:xfrm>
            <a:custGeom>
              <a:rect b="b" l="l" r="r" t="t"/>
              <a:pathLst>
                <a:path extrusionOk="0" fill="none" h="2128" w="1886">
                  <a:moveTo>
                    <a:pt x="1886" y="0"/>
                  </a:moveTo>
                  <a:cubicBezTo>
                    <a:pt x="1399" y="426"/>
                    <a:pt x="974" y="882"/>
                    <a:pt x="579" y="1398"/>
                  </a:cubicBezTo>
                  <a:cubicBezTo>
                    <a:pt x="396" y="1641"/>
                    <a:pt x="244" y="1885"/>
                    <a:pt x="1" y="2128"/>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16"/>
            <p:cNvSpPr/>
            <p:nvPr/>
          </p:nvSpPr>
          <p:spPr>
            <a:xfrm>
              <a:off x="723700" y="4483525"/>
              <a:ext cx="41050" cy="50175"/>
            </a:xfrm>
            <a:custGeom>
              <a:rect b="b" l="l" r="r" t="t"/>
              <a:pathLst>
                <a:path extrusionOk="0" fill="none" h="2007" w="1642">
                  <a:moveTo>
                    <a:pt x="1642" y="1"/>
                  </a:moveTo>
                  <a:cubicBezTo>
                    <a:pt x="1277" y="426"/>
                    <a:pt x="943" y="791"/>
                    <a:pt x="700" y="1247"/>
                  </a:cubicBezTo>
                  <a:cubicBezTo>
                    <a:pt x="548" y="1551"/>
                    <a:pt x="274" y="1825"/>
                    <a:pt x="0" y="2007"/>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16"/>
            <p:cNvSpPr/>
            <p:nvPr/>
          </p:nvSpPr>
          <p:spPr>
            <a:xfrm>
              <a:off x="709250" y="4583075"/>
              <a:ext cx="31950" cy="38025"/>
            </a:xfrm>
            <a:custGeom>
              <a:rect b="b" l="l" r="r" t="t"/>
              <a:pathLst>
                <a:path extrusionOk="0" fill="none" h="1521" w="1278">
                  <a:moveTo>
                    <a:pt x="1278" y="1"/>
                  </a:moveTo>
                  <a:cubicBezTo>
                    <a:pt x="974" y="457"/>
                    <a:pt x="578" y="1338"/>
                    <a:pt x="1" y="152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16"/>
            <p:cNvSpPr/>
            <p:nvPr/>
          </p:nvSpPr>
          <p:spPr>
            <a:xfrm>
              <a:off x="694825" y="4404500"/>
              <a:ext cx="20550" cy="28900"/>
            </a:xfrm>
            <a:custGeom>
              <a:rect b="b" l="l" r="r" t="t"/>
              <a:pathLst>
                <a:path extrusionOk="0" fill="none" h="1156" w="822">
                  <a:moveTo>
                    <a:pt x="821" y="1"/>
                  </a:moveTo>
                  <a:cubicBezTo>
                    <a:pt x="456" y="335"/>
                    <a:pt x="335" y="821"/>
                    <a:pt x="0" y="115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16"/>
            <p:cNvSpPr/>
            <p:nvPr/>
          </p:nvSpPr>
          <p:spPr>
            <a:xfrm>
              <a:off x="577050" y="4404500"/>
              <a:ext cx="20525" cy="26625"/>
            </a:xfrm>
            <a:custGeom>
              <a:rect b="b" l="l" r="r" t="t"/>
              <a:pathLst>
                <a:path extrusionOk="0" fill="none" h="1065" w="821">
                  <a:moveTo>
                    <a:pt x="821" y="1"/>
                  </a:moveTo>
                  <a:cubicBezTo>
                    <a:pt x="517" y="335"/>
                    <a:pt x="304" y="730"/>
                    <a:pt x="0" y="106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16"/>
            <p:cNvSpPr/>
            <p:nvPr/>
          </p:nvSpPr>
          <p:spPr>
            <a:xfrm>
              <a:off x="873400" y="4407550"/>
              <a:ext cx="38025" cy="58525"/>
            </a:xfrm>
            <a:custGeom>
              <a:rect b="b" l="l" r="r" t="t"/>
              <a:pathLst>
                <a:path extrusionOk="0" fill="none" h="2341" w="1521">
                  <a:moveTo>
                    <a:pt x="1520" y="0"/>
                  </a:moveTo>
                  <a:cubicBezTo>
                    <a:pt x="1490" y="304"/>
                    <a:pt x="1095" y="699"/>
                    <a:pt x="943" y="943"/>
                  </a:cubicBezTo>
                  <a:cubicBezTo>
                    <a:pt x="821" y="1155"/>
                    <a:pt x="669" y="1338"/>
                    <a:pt x="548" y="1520"/>
                  </a:cubicBezTo>
                  <a:cubicBezTo>
                    <a:pt x="365" y="1733"/>
                    <a:pt x="31" y="2037"/>
                    <a:pt x="0" y="2341"/>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16"/>
            <p:cNvSpPr/>
            <p:nvPr/>
          </p:nvSpPr>
          <p:spPr>
            <a:xfrm>
              <a:off x="955475" y="4421975"/>
              <a:ext cx="50175" cy="55500"/>
            </a:xfrm>
            <a:custGeom>
              <a:rect b="b" l="l" r="r" t="t"/>
              <a:pathLst>
                <a:path extrusionOk="0" fill="none" h="2220" w="2007">
                  <a:moveTo>
                    <a:pt x="2006" y="1"/>
                  </a:moveTo>
                  <a:cubicBezTo>
                    <a:pt x="1611" y="244"/>
                    <a:pt x="1398" y="335"/>
                    <a:pt x="1155" y="669"/>
                  </a:cubicBezTo>
                  <a:cubicBezTo>
                    <a:pt x="1034" y="882"/>
                    <a:pt x="912" y="1095"/>
                    <a:pt x="760" y="1277"/>
                  </a:cubicBezTo>
                  <a:cubicBezTo>
                    <a:pt x="517" y="1612"/>
                    <a:pt x="304" y="1946"/>
                    <a:pt x="0" y="222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16"/>
            <p:cNvSpPr/>
            <p:nvPr/>
          </p:nvSpPr>
          <p:spPr>
            <a:xfrm>
              <a:off x="1084650" y="4415900"/>
              <a:ext cx="26625" cy="32700"/>
            </a:xfrm>
            <a:custGeom>
              <a:rect b="b" l="l" r="r" t="t"/>
              <a:pathLst>
                <a:path extrusionOk="0" fill="none" h="1308" w="1065">
                  <a:moveTo>
                    <a:pt x="1064" y="1"/>
                  </a:moveTo>
                  <a:cubicBezTo>
                    <a:pt x="730" y="365"/>
                    <a:pt x="152" y="821"/>
                    <a:pt x="0" y="1308"/>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16"/>
            <p:cNvSpPr/>
            <p:nvPr/>
          </p:nvSpPr>
          <p:spPr>
            <a:xfrm>
              <a:off x="1122650" y="4451625"/>
              <a:ext cx="44100" cy="58525"/>
            </a:xfrm>
            <a:custGeom>
              <a:rect b="b" l="l" r="r" t="t"/>
              <a:pathLst>
                <a:path extrusionOk="0" fill="none" h="2341" w="1764">
                  <a:moveTo>
                    <a:pt x="1763" y="0"/>
                  </a:moveTo>
                  <a:cubicBezTo>
                    <a:pt x="1368" y="517"/>
                    <a:pt x="1003" y="1094"/>
                    <a:pt x="578" y="1611"/>
                  </a:cubicBezTo>
                  <a:cubicBezTo>
                    <a:pt x="395" y="1854"/>
                    <a:pt x="243" y="2158"/>
                    <a:pt x="0" y="2341"/>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16"/>
            <p:cNvSpPr/>
            <p:nvPr/>
          </p:nvSpPr>
          <p:spPr>
            <a:xfrm>
              <a:off x="1245750" y="4327750"/>
              <a:ext cx="29650" cy="32700"/>
            </a:xfrm>
            <a:custGeom>
              <a:rect b="b" l="l" r="r" t="t"/>
              <a:pathLst>
                <a:path extrusionOk="0" fill="none" h="1308" w="1186">
                  <a:moveTo>
                    <a:pt x="1186" y="1"/>
                  </a:moveTo>
                  <a:cubicBezTo>
                    <a:pt x="851" y="213"/>
                    <a:pt x="456" y="487"/>
                    <a:pt x="304" y="852"/>
                  </a:cubicBezTo>
                  <a:cubicBezTo>
                    <a:pt x="213" y="1034"/>
                    <a:pt x="183" y="1156"/>
                    <a:pt x="0" y="1308"/>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16"/>
            <p:cNvSpPr/>
            <p:nvPr/>
          </p:nvSpPr>
          <p:spPr>
            <a:xfrm>
              <a:off x="1284500" y="4418950"/>
              <a:ext cx="31950" cy="44100"/>
            </a:xfrm>
            <a:custGeom>
              <a:rect b="b" l="l" r="r" t="t"/>
              <a:pathLst>
                <a:path extrusionOk="0" fill="none" h="1764" w="1278">
                  <a:moveTo>
                    <a:pt x="1277" y="0"/>
                  </a:moveTo>
                  <a:cubicBezTo>
                    <a:pt x="943" y="395"/>
                    <a:pt x="578" y="821"/>
                    <a:pt x="304" y="1246"/>
                  </a:cubicBezTo>
                  <a:cubicBezTo>
                    <a:pt x="183" y="1398"/>
                    <a:pt x="122" y="1611"/>
                    <a:pt x="0" y="176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16"/>
            <p:cNvSpPr/>
            <p:nvPr/>
          </p:nvSpPr>
          <p:spPr>
            <a:xfrm>
              <a:off x="1292850" y="4507100"/>
              <a:ext cx="35000" cy="49400"/>
            </a:xfrm>
            <a:custGeom>
              <a:rect b="b" l="l" r="r" t="t"/>
              <a:pathLst>
                <a:path extrusionOk="0" fill="none" h="1976" w="1400">
                  <a:moveTo>
                    <a:pt x="1399" y="0"/>
                  </a:moveTo>
                  <a:cubicBezTo>
                    <a:pt x="822" y="517"/>
                    <a:pt x="548" y="1398"/>
                    <a:pt x="1" y="197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16"/>
            <p:cNvSpPr/>
            <p:nvPr/>
          </p:nvSpPr>
          <p:spPr>
            <a:xfrm>
              <a:off x="1257900" y="4627150"/>
              <a:ext cx="44100" cy="52450"/>
            </a:xfrm>
            <a:custGeom>
              <a:rect b="b" l="l" r="r" t="t"/>
              <a:pathLst>
                <a:path extrusionOk="0" fill="none" h="2098" w="1764">
                  <a:moveTo>
                    <a:pt x="1764" y="1"/>
                  </a:moveTo>
                  <a:cubicBezTo>
                    <a:pt x="1308" y="517"/>
                    <a:pt x="882" y="1034"/>
                    <a:pt x="457" y="1520"/>
                  </a:cubicBezTo>
                  <a:cubicBezTo>
                    <a:pt x="335" y="1672"/>
                    <a:pt x="31" y="1946"/>
                    <a:pt x="1" y="2098"/>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16"/>
            <p:cNvSpPr/>
            <p:nvPr/>
          </p:nvSpPr>
          <p:spPr>
            <a:xfrm>
              <a:off x="1175825" y="4636275"/>
              <a:ext cx="41075" cy="49425"/>
            </a:xfrm>
            <a:custGeom>
              <a:rect b="b" l="l" r="r" t="t"/>
              <a:pathLst>
                <a:path extrusionOk="0" fill="none" h="1977" w="1643">
                  <a:moveTo>
                    <a:pt x="1642" y="0"/>
                  </a:moveTo>
                  <a:cubicBezTo>
                    <a:pt x="1156" y="304"/>
                    <a:pt x="852" y="791"/>
                    <a:pt x="578" y="1277"/>
                  </a:cubicBezTo>
                  <a:cubicBezTo>
                    <a:pt x="426" y="1550"/>
                    <a:pt x="214" y="1763"/>
                    <a:pt x="1" y="1976"/>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16"/>
            <p:cNvSpPr/>
            <p:nvPr/>
          </p:nvSpPr>
          <p:spPr>
            <a:xfrm>
              <a:off x="1175825" y="4530650"/>
              <a:ext cx="49425" cy="64600"/>
            </a:xfrm>
            <a:custGeom>
              <a:rect b="b" l="l" r="r" t="t"/>
              <a:pathLst>
                <a:path extrusionOk="0" fill="none" h="2584" w="1977">
                  <a:moveTo>
                    <a:pt x="1977" y="0"/>
                  </a:moveTo>
                  <a:cubicBezTo>
                    <a:pt x="1581" y="426"/>
                    <a:pt x="1156" y="943"/>
                    <a:pt x="822" y="1429"/>
                  </a:cubicBezTo>
                  <a:cubicBezTo>
                    <a:pt x="548" y="1824"/>
                    <a:pt x="305" y="2219"/>
                    <a:pt x="1" y="258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16"/>
            <p:cNvSpPr/>
            <p:nvPr/>
          </p:nvSpPr>
          <p:spPr>
            <a:xfrm>
              <a:off x="1067175" y="4662100"/>
              <a:ext cx="38025" cy="47150"/>
            </a:xfrm>
            <a:custGeom>
              <a:rect b="b" l="l" r="r" t="t"/>
              <a:pathLst>
                <a:path extrusionOk="0" fill="none" h="1886" w="1521">
                  <a:moveTo>
                    <a:pt x="1520" y="1"/>
                  </a:moveTo>
                  <a:cubicBezTo>
                    <a:pt x="1186" y="426"/>
                    <a:pt x="943" y="943"/>
                    <a:pt x="578" y="1308"/>
                  </a:cubicBezTo>
                  <a:cubicBezTo>
                    <a:pt x="395" y="1521"/>
                    <a:pt x="183" y="1703"/>
                    <a:pt x="0" y="188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16"/>
            <p:cNvSpPr/>
            <p:nvPr/>
          </p:nvSpPr>
          <p:spPr>
            <a:xfrm>
              <a:off x="1105175" y="4697825"/>
              <a:ext cx="32700" cy="38025"/>
            </a:xfrm>
            <a:custGeom>
              <a:rect b="b" l="l" r="r" t="t"/>
              <a:pathLst>
                <a:path extrusionOk="0" fill="none" h="1521" w="1308">
                  <a:moveTo>
                    <a:pt x="1307" y="0"/>
                  </a:moveTo>
                  <a:cubicBezTo>
                    <a:pt x="942" y="335"/>
                    <a:pt x="578" y="699"/>
                    <a:pt x="304" y="1125"/>
                  </a:cubicBezTo>
                  <a:cubicBezTo>
                    <a:pt x="243" y="1247"/>
                    <a:pt x="182" y="1490"/>
                    <a:pt x="0" y="152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16"/>
            <p:cNvSpPr/>
            <p:nvPr/>
          </p:nvSpPr>
          <p:spPr>
            <a:xfrm>
              <a:off x="1061100" y="4556475"/>
              <a:ext cx="34975" cy="44100"/>
            </a:xfrm>
            <a:custGeom>
              <a:rect b="b" l="l" r="r" t="t"/>
              <a:pathLst>
                <a:path extrusionOk="0" fill="none" h="1764" w="1399">
                  <a:moveTo>
                    <a:pt x="1398" y="1"/>
                  </a:moveTo>
                  <a:cubicBezTo>
                    <a:pt x="942" y="274"/>
                    <a:pt x="578" y="730"/>
                    <a:pt x="365" y="1247"/>
                  </a:cubicBezTo>
                  <a:cubicBezTo>
                    <a:pt x="304" y="1338"/>
                    <a:pt x="274" y="1460"/>
                    <a:pt x="213" y="1551"/>
                  </a:cubicBezTo>
                  <a:cubicBezTo>
                    <a:pt x="152" y="1642"/>
                    <a:pt x="31" y="1642"/>
                    <a:pt x="0" y="176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16"/>
            <p:cNvSpPr/>
            <p:nvPr/>
          </p:nvSpPr>
          <p:spPr>
            <a:xfrm>
              <a:off x="923550" y="4653750"/>
              <a:ext cx="41050" cy="55500"/>
            </a:xfrm>
            <a:custGeom>
              <a:rect b="b" l="l" r="r" t="t"/>
              <a:pathLst>
                <a:path extrusionOk="0" fill="none" h="2220" w="1642">
                  <a:moveTo>
                    <a:pt x="1642" y="0"/>
                  </a:moveTo>
                  <a:cubicBezTo>
                    <a:pt x="1277" y="487"/>
                    <a:pt x="912" y="1003"/>
                    <a:pt x="517" y="1520"/>
                  </a:cubicBezTo>
                  <a:cubicBezTo>
                    <a:pt x="365" y="1733"/>
                    <a:pt x="183" y="2007"/>
                    <a:pt x="1" y="2219"/>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16"/>
            <p:cNvSpPr/>
            <p:nvPr/>
          </p:nvSpPr>
          <p:spPr>
            <a:xfrm>
              <a:off x="947100" y="4527600"/>
              <a:ext cx="44100" cy="55500"/>
            </a:xfrm>
            <a:custGeom>
              <a:rect b="b" l="l" r="r" t="t"/>
              <a:pathLst>
                <a:path extrusionOk="0" fill="none" h="2220" w="1764">
                  <a:moveTo>
                    <a:pt x="1764" y="1"/>
                  </a:moveTo>
                  <a:cubicBezTo>
                    <a:pt x="821" y="517"/>
                    <a:pt x="639" y="1490"/>
                    <a:pt x="1" y="222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16"/>
            <p:cNvSpPr/>
            <p:nvPr/>
          </p:nvSpPr>
          <p:spPr>
            <a:xfrm>
              <a:off x="820975" y="4527600"/>
              <a:ext cx="49400" cy="64625"/>
            </a:xfrm>
            <a:custGeom>
              <a:rect b="b" l="l" r="r" t="t"/>
              <a:pathLst>
                <a:path extrusionOk="0" fill="none" h="2585" w="1976">
                  <a:moveTo>
                    <a:pt x="1976" y="1"/>
                  </a:moveTo>
                  <a:cubicBezTo>
                    <a:pt x="1398" y="487"/>
                    <a:pt x="973" y="913"/>
                    <a:pt x="517" y="1521"/>
                  </a:cubicBezTo>
                  <a:cubicBezTo>
                    <a:pt x="274" y="1855"/>
                    <a:pt x="182" y="2220"/>
                    <a:pt x="0" y="2584"/>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16"/>
            <p:cNvSpPr/>
            <p:nvPr/>
          </p:nvSpPr>
          <p:spPr>
            <a:xfrm>
              <a:off x="827050" y="4659825"/>
              <a:ext cx="38025" cy="46375"/>
            </a:xfrm>
            <a:custGeom>
              <a:rect b="b" l="l" r="r" t="t"/>
              <a:pathLst>
                <a:path extrusionOk="0" fill="none" h="1855" w="1521">
                  <a:moveTo>
                    <a:pt x="1520" y="1"/>
                  </a:moveTo>
                  <a:cubicBezTo>
                    <a:pt x="1125" y="365"/>
                    <a:pt x="608" y="730"/>
                    <a:pt x="335" y="1186"/>
                  </a:cubicBezTo>
                  <a:cubicBezTo>
                    <a:pt x="274" y="1308"/>
                    <a:pt x="243" y="1429"/>
                    <a:pt x="183" y="1520"/>
                  </a:cubicBezTo>
                  <a:cubicBezTo>
                    <a:pt x="122" y="1642"/>
                    <a:pt x="0" y="1703"/>
                    <a:pt x="0" y="1855"/>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16"/>
            <p:cNvSpPr/>
            <p:nvPr/>
          </p:nvSpPr>
          <p:spPr>
            <a:xfrm>
              <a:off x="772325" y="4647675"/>
              <a:ext cx="22075" cy="23575"/>
            </a:xfrm>
            <a:custGeom>
              <a:rect b="b" l="l" r="r" t="t"/>
              <a:pathLst>
                <a:path extrusionOk="0" fill="none" h="943" w="883">
                  <a:moveTo>
                    <a:pt x="882" y="0"/>
                  </a:moveTo>
                  <a:cubicBezTo>
                    <a:pt x="609" y="152"/>
                    <a:pt x="1" y="578"/>
                    <a:pt x="62" y="943"/>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16"/>
            <p:cNvSpPr/>
            <p:nvPr/>
          </p:nvSpPr>
          <p:spPr>
            <a:xfrm>
              <a:off x="988150" y="4682625"/>
              <a:ext cx="28900" cy="38775"/>
            </a:xfrm>
            <a:custGeom>
              <a:rect b="b" l="l" r="r" t="t"/>
              <a:pathLst>
                <a:path extrusionOk="0" fill="none" h="1551" w="1156">
                  <a:moveTo>
                    <a:pt x="1155" y="0"/>
                  </a:moveTo>
                  <a:cubicBezTo>
                    <a:pt x="760" y="396"/>
                    <a:pt x="547" y="578"/>
                    <a:pt x="335" y="1034"/>
                  </a:cubicBezTo>
                  <a:cubicBezTo>
                    <a:pt x="274" y="1216"/>
                    <a:pt x="152" y="1429"/>
                    <a:pt x="0" y="1551"/>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16"/>
            <p:cNvSpPr/>
            <p:nvPr/>
          </p:nvSpPr>
          <p:spPr>
            <a:xfrm>
              <a:off x="1357450" y="4407550"/>
              <a:ext cx="23575" cy="34975"/>
            </a:xfrm>
            <a:custGeom>
              <a:rect b="b" l="l" r="r" t="t"/>
              <a:pathLst>
                <a:path extrusionOk="0" fill="none" h="1399" w="943">
                  <a:moveTo>
                    <a:pt x="943" y="0"/>
                  </a:moveTo>
                  <a:cubicBezTo>
                    <a:pt x="669" y="304"/>
                    <a:pt x="426" y="639"/>
                    <a:pt x="213" y="973"/>
                  </a:cubicBezTo>
                  <a:cubicBezTo>
                    <a:pt x="122" y="1125"/>
                    <a:pt x="0" y="1246"/>
                    <a:pt x="0" y="1398"/>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16"/>
            <p:cNvSpPr/>
            <p:nvPr/>
          </p:nvSpPr>
          <p:spPr>
            <a:xfrm>
              <a:off x="1349100" y="4603600"/>
              <a:ext cx="19775" cy="17500"/>
            </a:xfrm>
            <a:custGeom>
              <a:rect b="b" l="l" r="r" t="t"/>
              <a:pathLst>
                <a:path extrusionOk="0" fill="none" h="700" w="791">
                  <a:moveTo>
                    <a:pt x="790" y="0"/>
                  </a:moveTo>
                  <a:cubicBezTo>
                    <a:pt x="578" y="213"/>
                    <a:pt x="213" y="456"/>
                    <a:pt x="0" y="699"/>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16"/>
            <p:cNvSpPr/>
            <p:nvPr/>
          </p:nvSpPr>
          <p:spPr>
            <a:xfrm>
              <a:off x="1005238" y="38760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solidFill>
              <a:schemeClr val="lt2"/>
            </a:solid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 name="Google Shape;1862;p16"/>
          <p:cNvGrpSpPr/>
          <p:nvPr/>
        </p:nvGrpSpPr>
        <p:grpSpPr>
          <a:xfrm>
            <a:off x="7751175" y="385430"/>
            <a:ext cx="336435" cy="561689"/>
            <a:chOff x="5365125" y="3127125"/>
            <a:chExt cx="986325" cy="1646700"/>
          </a:xfrm>
        </p:grpSpPr>
        <p:sp>
          <p:nvSpPr>
            <p:cNvPr id="1863" name="Google Shape;1863;p16"/>
            <p:cNvSpPr/>
            <p:nvPr/>
          </p:nvSpPr>
          <p:spPr>
            <a:xfrm>
              <a:off x="5365125" y="3389625"/>
              <a:ext cx="307775" cy="1384200"/>
            </a:xfrm>
            <a:custGeom>
              <a:rect b="b" l="l" r="r" t="t"/>
              <a:pathLst>
                <a:path extrusionOk="0" h="55368" w="12311">
                  <a:moveTo>
                    <a:pt x="1767" y="1"/>
                  </a:moveTo>
                  <a:cubicBezTo>
                    <a:pt x="1677" y="1"/>
                    <a:pt x="1576" y="58"/>
                    <a:pt x="1459" y="200"/>
                  </a:cubicBezTo>
                  <a:cubicBezTo>
                    <a:pt x="1216" y="504"/>
                    <a:pt x="1095" y="1264"/>
                    <a:pt x="1034" y="1598"/>
                  </a:cubicBezTo>
                  <a:cubicBezTo>
                    <a:pt x="548" y="3665"/>
                    <a:pt x="152" y="5823"/>
                    <a:pt x="152" y="7951"/>
                  </a:cubicBezTo>
                  <a:cubicBezTo>
                    <a:pt x="183" y="10778"/>
                    <a:pt x="0" y="13696"/>
                    <a:pt x="183" y="16522"/>
                  </a:cubicBezTo>
                  <a:cubicBezTo>
                    <a:pt x="456" y="20231"/>
                    <a:pt x="1003" y="23908"/>
                    <a:pt x="1763" y="27556"/>
                  </a:cubicBezTo>
                  <a:cubicBezTo>
                    <a:pt x="2189" y="29653"/>
                    <a:pt x="2462" y="31781"/>
                    <a:pt x="2918" y="33848"/>
                  </a:cubicBezTo>
                  <a:cubicBezTo>
                    <a:pt x="3344" y="35854"/>
                    <a:pt x="4043" y="37738"/>
                    <a:pt x="4590" y="39684"/>
                  </a:cubicBezTo>
                  <a:cubicBezTo>
                    <a:pt x="5502" y="43179"/>
                    <a:pt x="7052" y="46462"/>
                    <a:pt x="8177" y="49866"/>
                  </a:cubicBezTo>
                  <a:cubicBezTo>
                    <a:pt x="8572" y="51082"/>
                    <a:pt x="8937" y="52328"/>
                    <a:pt x="9423" y="53514"/>
                  </a:cubicBezTo>
                  <a:cubicBezTo>
                    <a:pt x="9575" y="53909"/>
                    <a:pt x="9818" y="55125"/>
                    <a:pt x="10153" y="55368"/>
                  </a:cubicBezTo>
                  <a:cubicBezTo>
                    <a:pt x="10244" y="55307"/>
                    <a:pt x="10305" y="55246"/>
                    <a:pt x="10396" y="55186"/>
                  </a:cubicBezTo>
                  <a:cubicBezTo>
                    <a:pt x="10434" y="55189"/>
                    <a:pt x="10470" y="55191"/>
                    <a:pt x="10504" y="55191"/>
                  </a:cubicBezTo>
                  <a:cubicBezTo>
                    <a:pt x="10791" y="55191"/>
                    <a:pt x="10916" y="55057"/>
                    <a:pt x="10943" y="54486"/>
                  </a:cubicBezTo>
                  <a:cubicBezTo>
                    <a:pt x="10973" y="53909"/>
                    <a:pt x="11064" y="53635"/>
                    <a:pt x="11186" y="53119"/>
                  </a:cubicBezTo>
                  <a:cubicBezTo>
                    <a:pt x="11308" y="52602"/>
                    <a:pt x="11308" y="52116"/>
                    <a:pt x="11429" y="51599"/>
                  </a:cubicBezTo>
                  <a:cubicBezTo>
                    <a:pt x="11551" y="51143"/>
                    <a:pt x="11368" y="50657"/>
                    <a:pt x="11490" y="50201"/>
                  </a:cubicBezTo>
                  <a:cubicBezTo>
                    <a:pt x="11581" y="49745"/>
                    <a:pt x="11764" y="49623"/>
                    <a:pt x="11764" y="49106"/>
                  </a:cubicBezTo>
                  <a:cubicBezTo>
                    <a:pt x="11764" y="48590"/>
                    <a:pt x="11946" y="48438"/>
                    <a:pt x="12068" y="48012"/>
                  </a:cubicBezTo>
                  <a:cubicBezTo>
                    <a:pt x="12250" y="47222"/>
                    <a:pt x="12037" y="46067"/>
                    <a:pt x="12037" y="45246"/>
                  </a:cubicBezTo>
                  <a:cubicBezTo>
                    <a:pt x="12037" y="43058"/>
                    <a:pt x="12311" y="40687"/>
                    <a:pt x="12068" y="38529"/>
                  </a:cubicBezTo>
                  <a:cubicBezTo>
                    <a:pt x="11976" y="37799"/>
                    <a:pt x="11824" y="37161"/>
                    <a:pt x="11794" y="36401"/>
                  </a:cubicBezTo>
                  <a:cubicBezTo>
                    <a:pt x="11733" y="35672"/>
                    <a:pt x="11551" y="34912"/>
                    <a:pt x="11460" y="34182"/>
                  </a:cubicBezTo>
                  <a:cubicBezTo>
                    <a:pt x="11277" y="32723"/>
                    <a:pt x="11004" y="31264"/>
                    <a:pt x="10730" y="29775"/>
                  </a:cubicBezTo>
                  <a:cubicBezTo>
                    <a:pt x="9970" y="25641"/>
                    <a:pt x="9150" y="21477"/>
                    <a:pt x="8238" y="17343"/>
                  </a:cubicBezTo>
                  <a:cubicBezTo>
                    <a:pt x="7751" y="15094"/>
                    <a:pt x="6870" y="12905"/>
                    <a:pt x="6444" y="10656"/>
                  </a:cubicBezTo>
                  <a:cubicBezTo>
                    <a:pt x="6080" y="8741"/>
                    <a:pt x="5624" y="6735"/>
                    <a:pt x="4985" y="4911"/>
                  </a:cubicBezTo>
                  <a:cubicBezTo>
                    <a:pt x="4438" y="3361"/>
                    <a:pt x="3314" y="2024"/>
                    <a:pt x="2371" y="686"/>
                  </a:cubicBezTo>
                  <a:cubicBezTo>
                    <a:pt x="2173" y="400"/>
                    <a:pt x="2006" y="1"/>
                    <a:pt x="17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16"/>
            <p:cNvSpPr/>
            <p:nvPr/>
          </p:nvSpPr>
          <p:spPr>
            <a:xfrm>
              <a:off x="5616950" y="3127125"/>
              <a:ext cx="734500" cy="1639875"/>
            </a:xfrm>
            <a:custGeom>
              <a:rect b="b" l="l" r="r" t="t"/>
              <a:pathLst>
                <a:path extrusionOk="0" h="65595" w="29380">
                  <a:moveTo>
                    <a:pt x="29047" y="1"/>
                  </a:moveTo>
                  <a:cubicBezTo>
                    <a:pt x="29047" y="4"/>
                    <a:pt x="29048" y="7"/>
                    <a:pt x="29049" y="10"/>
                  </a:cubicBezTo>
                  <a:lnTo>
                    <a:pt x="29049" y="10"/>
                  </a:lnTo>
                  <a:cubicBezTo>
                    <a:pt x="29057" y="4"/>
                    <a:pt x="29057" y="1"/>
                    <a:pt x="29047" y="1"/>
                  </a:cubicBezTo>
                  <a:close/>
                  <a:moveTo>
                    <a:pt x="28712" y="61"/>
                  </a:moveTo>
                  <a:cubicBezTo>
                    <a:pt x="28621" y="122"/>
                    <a:pt x="28560" y="183"/>
                    <a:pt x="28469" y="244"/>
                  </a:cubicBezTo>
                  <a:cubicBezTo>
                    <a:pt x="28466" y="245"/>
                    <a:pt x="28465" y="246"/>
                    <a:pt x="28466" y="246"/>
                  </a:cubicBezTo>
                  <a:cubicBezTo>
                    <a:pt x="28470" y="246"/>
                    <a:pt x="28519" y="229"/>
                    <a:pt x="28586" y="204"/>
                  </a:cubicBezTo>
                  <a:lnTo>
                    <a:pt x="28586" y="204"/>
                  </a:lnTo>
                  <a:cubicBezTo>
                    <a:pt x="28631" y="157"/>
                    <a:pt x="28674" y="110"/>
                    <a:pt x="28712" y="61"/>
                  </a:cubicBezTo>
                  <a:close/>
                  <a:moveTo>
                    <a:pt x="29049" y="10"/>
                  </a:moveTo>
                  <a:lnTo>
                    <a:pt x="29049" y="10"/>
                  </a:lnTo>
                  <a:cubicBezTo>
                    <a:pt x="29008" y="41"/>
                    <a:pt x="28745" y="145"/>
                    <a:pt x="28586" y="204"/>
                  </a:cubicBezTo>
                  <a:lnTo>
                    <a:pt x="28586" y="204"/>
                  </a:lnTo>
                  <a:cubicBezTo>
                    <a:pt x="28208" y="596"/>
                    <a:pt x="27630" y="931"/>
                    <a:pt x="27223" y="1338"/>
                  </a:cubicBezTo>
                  <a:cubicBezTo>
                    <a:pt x="26372" y="2250"/>
                    <a:pt x="25430" y="3101"/>
                    <a:pt x="24609" y="4013"/>
                  </a:cubicBezTo>
                  <a:cubicBezTo>
                    <a:pt x="23849" y="4864"/>
                    <a:pt x="23150" y="5776"/>
                    <a:pt x="22390" y="6627"/>
                  </a:cubicBezTo>
                  <a:cubicBezTo>
                    <a:pt x="21387" y="7812"/>
                    <a:pt x="20809" y="9150"/>
                    <a:pt x="19928" y="10396"/>
                  </a:cubicBezTo>
                  <a:cubicBezTo>
                    <a:pt x="17739" y="13405"/>
                    <a:pt x="15612" y="16384"/>
                    <a:pt x="13849" y="19667"/>
                  </a:cubicBezTo>
                  <a:cubicBezTo>
                    <a:pt x="12359" y="22493"/>
                    <a:pt x="10657" y="25229"/>
                    <a:pt x="9289" y="28117"/>
                  </a:cubicBezTo>
                  <a:cubicBezTo>
                    <a:pt x="7557" y="31703"/>
                    <a:pt x="6341" y="35533"/>
                    <a:pt x="5277" y="39393"/>
                  </a:cubicBezTo>
                  <a:cubicBezTo>
                    <a:pt x="4821" y="41035"/>
                    <a:pt x="4609" y="42706"/>
                    <a:pt x="4183" y="44348"/>
                  </a:cubicBezTo>
                  <a:cubicBezTo>
                    <a:pt x="3788" y="45837"/>
                    <a:pt x="3210" y="47266"/>
                    <a:pt x="2785" y="48755"/>
                  </a:cubicBezTo>
                  <a:cubicBezTo>
                    <a:pt x="2238" y="50701"/>
                    <a:pt x="1782" y="52676"/>
                    <a:pt x="1265" y="54622"/>
                  </a:cubicBezTo>
                  <a:cubicBezTo>
                    <a:pt x="809" y="56324"/>
                    <a:pt x="779" y="58147"/>
                    <a:pt x="627" y="59910"/>
                  </a:cubicBezTo>
                  <a:cubicBezTo>
                    <a:pt x="467" y="61450"/>
                    <a:pt x="355" y="62919"/>
                    <a:pt x="328" y="64461"/>
                  </a:cubicBezTo>
                  <a:lnTo>
                    <a:pt x="328" y="64461"/>
                  </a:lnTo>
                  <a:cubicBezTo>
                    <a:pt x="446" y="64207"/>
                    <a:pt x="571" y="63961"/>
                    <a:pt x="657" y="63740"/>
                  </a:cubicBezTo>
                  <a:cubicBezTo>
                    <a:pt x="900" y="63132"/>
                    <a:pt x="1143" y="62646"/>
                    <a:pt x="1478" y="62099"/>
                  </a:cubicBezTo>
                  <a:cubicBezTo>
                    <a:pt x="2177" y="60944"/>
                    <a:pt x="2906" y="59910"/>
                    <a:pt x="3666" y="58786"/>
                  </a:cubicBezTo>
                  <a:cubicBezTo>
                    <a:pt x="4700" y="57266"/>
                    <a:pt x="5672" y="55685"/>
                    <a:pt x="6919" y="54348"/>
                  </a:cubicBezTo>
                  <a:cubicBezTo>
                    <a:pt x="7679" y="53558"/>
                    <a:pt x="8286" y="52889"/>
                    <a:pt x="8864" y="51916"/>
                  </a:cubicBezTo>
                  <a:cubicBezTo>
                    <a:pt x="9624" y="50670"/>
                    <a:pt x="10657" y="49576"/>
                    <a:pt x="11326" y="48299"/>
                  </a:cubicBezTo>
                  <a:cubicBezTo>
                    <a:pt x="11752" y="47539"/>
                    <a:pt x="12299" y="46779"/>
                    <a:pt x="12785" y="46080"/>
                  </a:cubicBezTo>
                  <a:cubicBezTo>
                    <a:pt x="13332" y="45290"/>
                    <a:pt x="13666" y="44500"/>
                    <a:pt x="14153" y="43649"/>
                  </a:cubicBezTo>
                  <a:cubicBezTo>
                    <a:pt x="15095" y="42068"/>
                    <a:pt x="15855" y="40396"/>
                    <a:pt x="16797" y="38846"/>
                  </a:cubicBezTo>
                  <a:cubicBezTo>
                    <a:pt x="17405" y="37782"/>
                    <a:pt x="17800" y="36688"/>
                    <a:pt x="18317" y="35594"/>
                  </a:cubicBezTo>
                  <a:cubicBezTo>
                    <a:pt x="18864" y="34378"/>
                    <a:pt x="19502" y="33314"/>
                    <a:pt x="19898" y="32038"/>
                  </a:cubicBezTo>
                  <a:cubicBezTo>
                    <a:pt x="20627" y="29819"/>
                    <a:pt x="21630" y="27661"/>
                    <a:pt x="22390" y="25411"/>
                  </a:cubicBezTo>
                  <a:cubicBezTo>
                    <a:pt x="23241" y="22889"/>
                    <a:pt x="24183" y="20427"/>
                    <a:pt x="24882" y="17843"/>
                  </a:cubicBezTo>
                  <a:cubicBezTo>
                    <a:pt x="25521" y="15411"/>
                    <a:pt x="26493" y="13101"/>
                    <a:pt x="27101" y="10639"/>
                  </a:cubicBezTo>
                  <a:cubicBezTo>
                    <a:pt x="27405" y="9393"/>
                    <a:pt x="27497" y="8116"/>
                    <a:pt x="27892" y="6840"/>
                  </a:cubicBezTo>
                  <a:cubicBezTo>
                    <a:pt x="28256" y="5745"/>
                    <a:pt x="28621" y="4742"/>
                    <a:pt x="28804" y="3587"/>
                  </a:cubicBezTo>
                  <a:cubicBezTo>
                    <a:pt x="29046" y="2253"/>
                    <a:pt x="29379" y="1312"/>
                    <a:pt x="29049" y="10"/>
                  </a:cubicBezTo>
                  <a:close/>
                  <a:moveTo>
                    <a:pt x="328" y="64461"/>
                  </a:moveTo>
                  <a:lnTo>
                    <a:pt x="328" y="64461"/>
                  </a:lnTo>
                  <a:cubicBezTo>
                    <a:pt x="155" y="64837"/>
                    <a:pt x="1" y="65232"/>
                    <a:pt x="19" y="65594"/>
                  </a:cubicBezTo>
                  <a:cubicBezTo>
                    <a:pt x="19" y="65534"/>
                    <a:pt x="323" y="65199"/>
                    <a:pt x="323" y="65138"/>
                  </a:cubicBezTo>
                  <a:cubicBezTo>
                    <a:pt x="323" y="64911"/>
                    <a:pt x="325" y="64685"/>
                    <a:pt x="328" y="6446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5" name="Google Shape;1865;p16"/>
          <p:cNvSpPr/>
          <p:nvPr/>
        </p:nvSpPr>
        <p:spPr>
          <a:xfrm rot="8977054">
            <a:off x="8345374" y="4056701"/>
            <a:ext cx="108454" cy="946332"/>
          </a:xfrm>
          <a:custGeom>
            <a:rect b="b" l="l" r="r" t="t"/>
            <a:pathLst>
              <a:path extrusionOk="0" h="44211" w="7661">
                <a:moveTo>
                  <a:pt x="3162" y="1"/>
                </a:moveTo>
                <a:cubicBezTo>
                  <a:pt x="2554" y="1"/>
                  <a:pt x="2189" y="396"/>
                  <a:pt x="1612" y="609"/>
                </a:cubicBezTo>
                <a:cubicBezTo>
                  <a:pt x="1581" y="1034"/>
                  <a:pt x="1672" y="1369"/>
                  <a:pt x="1612" y="2159"/>
                </a:cubicBezTo>
                <a:cubicBezTo>
                  <a:pt x="912" y="4955"/>
                  <a:pt x="335" y="7630"/>
                  <a:pt x="274" y="10913"/>
                </a:cubicBezTo>
                <a:cubicBezTo>
                  <a:pt x="244" y="12433"/>
                  <a:pt x="61" y="13861"/>
                  <a:pt x="31" y="15351"/>
                </a:cubicBezTo>
                <a:cubicBezTo>
                  <a:pt x="1" y="16931"/>
                  <a:pt x="31" y="18542"/>
                  <a:pt x="31" y="20123"/>
                </a:cubicBezTo>
                <a:cubicBezTo>
                  <a:pt x="31" y="22494"/>
                  <a:pt x="61" y="24591"/>
                  <a:pt x="244" y="26931"/>
                </a:cubicBezTo>
                <a:cubicBezTo>
                  <a:pt x="426" y="29211"/>
                  <a:pt x="761" y="31399"/>
                  <a:pt x="1034" y="33649"/>
                </a:cubicBezTo>
                <a:cubicBezTo>
                  <a:pt x="1277" y="35564"/>
                  <a:pt x="1612" y="37418"/>
                  <a:pt x="1885" y="39302"/>
                </a:cubicBezTo>
                <a:cubicBezTo>
                  <a:pt x="2068" y="40670"/>
                  <a:pt x="2280" y="41825"/>
                  <a:pt x="2736" y="42859"/>
                </a:cubicBezTo>
                <a:cubicBezTo>
                  <a:pt x="3131" y="43801"/>
                  <a:pt x="3527" y="44044"/>
                  <a:pt x="4074" y="44044"/>
                </a:cubicBezTo>
                <a:cubicBezTo>
                  <a:pt x="4319" y="44063"/>
                  <a:pt x="4741" y="44211"/>
                  <a:pt x="5105" y="44211"/>
                </a:cubicBezTo>
                <a:cubicBezTo>
                  <a:pt x="5327" y="44211"/>
                  <a:pt x="5528" y="44156"/>
                  <a:pt x="5654" y="43983"/>
                </a:cubicBezTo>
                <a:cubicBezTo>
                  <a:pt x="5867" y="43679"/>
                  <a:pt x="5897" y="42919"/>
                  <a:pt x="6019" y="42433"/>
                </a:cubicBezTo>
                <a:cubicBezTo>
                  <a:pt x="6171" y="41734"/>
                  <a:pt x="6384" y="41156"/>
                  <a:pt x="6536" y="40457"/>
                </a:cubicBezTo>
                <a:cubicBezTo>
                  <a:pt x="6688" y="39637"/>
                  <a:pt x="6688" y="38907"/>
                  <a:pt x="6748" y="38056"/>
                </a:cubicBezTo>
                <a:cubicBezTo>
                  <a:pt x="6779" y="37479"/>
                  <a:pt x="6900" y="37144"/>
                  <a:pt x="6961" y="36658"/>
                </a:cubicBezTo>
                <a:cubicBezTo>
                  <a:pt x="7204" y="33922"/>
                  <a:pt x="6961" y="30366"/>
                  <a:pt x="6961" y="27509"/>
                </a:cubicBezTo>
                <a:cubicBezTo>
                  <a:pt x="6961" y="26050"/>
                  <a:pt x="6870" y="24408"/>
                  <a:pt x="6961" y="22980"/>
                </a:cubicBezTo>
                <a:cubicBezTo>
                  <a:pt x="6992" y="22220"/>
                  <a:pt x="7174" y="21582"/>
                  <a:pt x="7204" y="20791"/>
                </a:cubicBezTo>
                <a:cubicBezTo>
                  <a:pt x="7265" y="19849"/>
                  <a:pt x="7204" y="18755"/>
                  <a:pt x="7204" y="17782"/>
                </a:cubicBezTo>
                <a:cubicBezTo>
                  <a:pt x="7204" y="13679"/>
                  <a:pt x="7660" y="10001"/>
                  <a:pt x="7022" y="5958"/>
                </a:cubicBezTo>
                <a:cubicBezTo>
                  <a:pt x="6657" y="3496"/>
                  <a:pt x="5958" y="639"/>
                  <a:pt x="4742" y="518"/>
                </a:cubicBezTo>
                <a:cubicBezTo>
                  <a:pt x="4165" y="457"/>
                  <a:pt x="3800" y="1"/>
                  <a:pt x="31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16"/>
          <p:cNvSpPr/>
          <p:nvPr/>
        </p:nvSpPr>
        <p:spPr>
          <a:xfrm rot="8977054">
            <a:off x="8365685" y="3943482"/>
            <a:ext cx="108879" cy="946332"/>
          </a:xfrm>
          <a:custGeom>
            <a:rect b="b" l="l" r="r" t="t"/>
            <a:pathLst>
              <a:path extrusionOk="0" h="44211" w="7691">
                <a:moveTo>
                  <a:pt x="3192" y="1"/>
                </a:moveTo>
                <a:cubicBezTo>
                  <a:pt x="2584" y="1"/>
                  <a:pt x="2219" y="396"/>
                  <a:pt x="1642" y="609"/>
                </a:cubicBezTo>
                <a:cubicBezTo>
                  <a:pt x="1611" y="1034"/>
                  <a:pt x="1672" y="1369"/>
                  <a:pt x="1611" y="2159"/>
                </a:cubicBezTo>
                <a:cubicBezTo>
                  <a:pt x="912" y="4955"/>
                  <a:pt x="335" y="7630"/>
                  <a:pt x="274" y="10913"/>
                </a:cubicBezTo>
                <a:cubicBezTo>
                  <a:pt x="243" y="12433"/>
                  <a:pt x="91" y="13861"/>
                  <a:pt x="31" y="15351"/>
                </a:cubicBezTo>
                <a:cubicBezTo>
                  <a:pt x="0" y="16931"/>
                  <a:pt x="61" y="18542"/>
                  <a:pt x="61" y="20123"/>
                </a:cubicBezTo>
                <a:cubicBezTo>
                  <a:pt x="61" y="22494"/>
                  <a:pt x="61" y="24621"/>
                  <a:pt x="243" y="26931"/>
                </a:cubicBezTo>
                <a:cubicBezTo>
                  <a:pt x="426" y="29211"/>
                  <a:pt x="790" y="31400"/>
                  <a:pt x="1064" y="33649"/>
                </a:cubicBezTo>
                <a:cubicBezTo>
                  <a:pt x="1277" y="35564"/>
                  <a:pt x="1642" y="37418"/>
                  <a:pt x="1885" y="39302"/>
                </a:cubicBezTo>
                <a:cubicBezTo>
                  <a:pt x="2097" y="40670"/>
                  <a:pt x="2310" y="41825"/>
                  <a:pt x="2736" y="42859"/>
                </a:cubicBezTo>
                <a:cubicBezTo>
                  <a:pt x="3131" y="43801"/>
                  <a:pt x="3526" y="44044"/>
                  <a:pt x="4073" y="44044"/>
                </a:cubicBezTo>
                <a:cubicBezTo>
                  <a:pt x="4319" y="44063"/>
                  <a:pt x="4740" y="44211"/>
                  <a:pt x="5104" y="44211"/>
                </a:cubicBezTo>
                <a:cubicBezTo>
                  <a:pt x="5326" y="44211"/>
                  <a:pt x="5527" y="44156"/>
                  <a:pt x="5654" y="43983"/>
                </a:cubicBezTo>
                <a:cubicBezTo>
                  <a:pt x="5867" y="43679"/>
                  <a:pt x="5927" y="42919"/>
                  <a:pt x="6018" y="42433"/>
                </a:cubicBezTo>
                <a:cubicBezTo>
                  <a:pt x="6170" y="41734"/>
                  <a:pt x="6414" y="41187"/>
                  <a:pt x="6535" y="40488"/>
                </a:cubicBezTo>
                <a:cubicBezTo>
                  <a:pt x="6718" y="39667"/>
                  <a:pt x="6718" y="38907"/>
                  <a:pt x="6778" y="38056"/>
                </a:cubicBezTo>
                <a:cubicBezTo>
                  <a:pt x="6809" y="37479"/>
                  <a:pt x="6930" y="37144"/>
                  <a:pt x="6961" y="36658"/>
                </a:cubicBezTo>
                <a:cubicBezTo>
                  <a:pt x="7234" y="33922"/>
                  <a:pt x="6991" y="30366"/>
                  <a:pt x="6991" y="27509"/>
                </a:cubicBezTo>
                <a:cubicBezTo>
                  <a:pt x="6991" y="26050"/>
                  <a:pt x="6900" y="24439"/>
                  <a:pt x="6991" y="22980"/>
                </a:cubicBezTo>
                <a:cubicBezTo>
                  <a:pt x="7022" y="22220"/>
                  <a:pt x="7174" y="21582"/>
                  <a:pt x="7234" y="20791"/>
                </a:cubicBezTo>
                <a:cubicBezTo>
                  <a:pt x="7265" y="19849"/>
                  <a:pt x="7204" y="18755"/>
                  <a:pt x="7204" y="17782"/>
                </a:cubicBezTo>
                <a:cubicBezTo>
                  <a:pt x="7204" y="13679"/>
                  <a:pt x="7690" y="10001"/>
                  <a:pt x="7052" y="5958"/>
                </a:cubicBezTo>
                <a:cubicBezTo>
                  <a:pt x="6657" y="3496"/>
                  <a:pt x="5958" y="639"/>
                  <a:pt x="4742" y="518"/>
                </a:cubicBezTo>
                <a:cubicBezTo>
                  <a:pt x="4164" y="457"/>
                  <a:pt x="3800" y="1"/>
                  <a:pt x="31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16"/>
          <p:cNvSpPr/>
          <p:nvPr/>
        </p:nvSpPr>
        <p:spPr>
          <a:xfrm rot="8977054">
            <a:off x="8371684" y="3805975"/>
            <a:ext cx="108879" cy="946653"/>
          </a:xfrm>
          <a:custGeom>
            <a:rect b="b" l="l" r="r" t="t"/>
            <a:pathLst>
              <a:path extrusionOk="0" h="44226" w="7691">
                <a:moveTo>
                  <a:pt x="3192" y="1"/>
                </a:moveTo>
                <a:cubicBezTo>
                  <a:pt x="2584" y="1"/>
                  <a:pt x="2220" y="426"/>
                  <a:pt x="1642" y="639"/>
                </a:cubicBezTo>
                <a:cubicBezTo>
                  <a:pt x="1612" y="1064"/>
                  <a:pt x="1672" y="1399"/>
                  <a:pt x="1642" y="2189"/>
                </a:cubicBezTo>
                <a:cubicBezTo>
                  <a:pt x="943" y="4985"/>
                  <a:pt x="335" y="7660"/>
                  <a:pt x="274" y="10943"/>
                </a:cubicBezTo>
                <a:cubicBezTo>
                  <a:pt x="274" y="12463"/>
                  <a:pt x="92" y="13891"/>
                  <a:pt x="61" y="15381"/>
                </a:cubicBezTo>
                <a:cubicBezTo>
                  <a:pt x="1" y="16961"/>
                  <a:pt x="61" y="18572"/>
                  <a:pt x="61" y="20153"/>
                </a:cubicBezTo>
                <a:cubicBezTo>
                  <a:pt x="61" y="22493"/>
                  <a:pt x="61" y="24621"/>
                  <a:pt x="244" y="26931"/>
                </a:cubicBezTo>
                <a:cubicBezTo>
                  <a:pt x="457" y="29241"/>
                  <a:pt x="791" y="31430"/>
                  <a:pt x="1065" y="33679"/>
                </a:cubicBezTo>
                <a:cubicBezTo>
                  <a:pt x="1308" y="35594"/>
                  <a:pt x="1642" y="37417"/>
                  <a:pt x="1916" y="39332"/>
                </a:cubicBezTo>
                <a:cubicBezTo>
                  <a:pt x="2098" y="40700"/>
                  <a:pt x="2311" y="41855"/>
                  <a:pt x="2736" y="42858"/>
                </a:cubicBezTo>
                <a:cubicBezTo>
                  <a:pt x="3162" y="43831"/>
                  <a:pt x="3527" y="44074"/>
                  <a:pt x="4074" y="44074"/>
                </a:cubicBezTo>
                <a:cubicBezTo>
                  <a:pt x="4318" y="44074"/>
                  <a:pt x="4738" y="44226"/>
                  <a:pt x="5101" y="44226"/>
                </a:cubicBezTo>
                <a:cubicBezTo>
                  <a:pt x="5325" y="44226"/>
                  <a:pt x="5527" y="44168"/>
                  <a:pt x="5654" y="43983"/>
                </a:cubicBezTo>
                <a:cubicBezTo>
                  <a:pt x="5897" y="43709"/>
                  <a:pt x="5928" y="42949"/>
                  <a:pt x="6049" y="42433"/>
                </a:cubicBezTo>
                <a:cubicBezTo>
                  <a:pt x="6201" y="41764"/>
                  <a:pt x="6414" y="41187"/>
                  <a:pt x="6566" y="40487"/>
                </a:cubicBezTo>
                <a:cubicBezTo>
                  <a:pt x="6718" y="39667"/>
                  <a:pt x="6718" y="38907"/>
                  <a:pt x="6779" y="38056"/>
                </a:cubicBezTo>
                <a:cubicBezTo>
                  <a:pt x="6809" y="37478"/>
                  <a:pt x="6931" y="37174"/>
                  <a:pt x="6961" y="36688"/>
                </a:cubicBezTo>
                <a:cubicBezTo>
                  <a:pt x="7235" y="33922"/>
                  <a:pt x="6992" y="30396"/>
                  <a:pt x="6992" y="27539"/>
                </a:cubicBezTo>
                <a:cubicBezTo>
                  <a:pt x="6992" y="26080"/>
                  <a:pt x="6901" y="24439"/>
                  <a:pt x="6992" y="23010"/>
                </a:cubicBezTo>
                <a:cubicBezTo>
                  <a:pt x="7022" y="22250"/>
                  <a:pt x="7204" y="21581"/>
                  <a:pt x="7235" y="20821"/>
                </a:cubicBezTo>
                <a:cubicBezTo>
                  <a:pt x="7265" y="19879"/>
                  <a:pt x="7204" y="18785"/>
                  <a:pt x="7204" y="17812"/>
                </a:cubicBezTo>
                <a:cubicBezTo>
                  <a:pt x="7204" y="13709"/>
                  <a:pt x="7691" y="10031"/>
                  <a:pt x="7052" y="5988"/>
                </a:cubicBezTo>
                <a:cubicBezTo>
                  <a:pt x="6688" y="3526"/>
                  <a:pt x="5958" y="639"/>
                  <a:pt x="4773" y="548"/>
                </a:cubicBezTo>
                <a:cubicBezTo>
                  <a:pt x="4165" y="487"/>
                  <a:pt x="3800" y="1"/>
                  <a:pt x="31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8" name="Google Shape;1868;p16"/>
          <p:cNvGrpSpPr/>
          <p:nvPr/>
        </p:nvGrpSpPr>
        <p:grpSpPr>
          <a:xfrm>
            <a:off x="26390" y="67520"/>
            <a:ext cx="9050795" cy="4921221"/>
            <a:chOff x="26390" y="67520"/>
            <a:chExt cx="9050795" cy="4921221"/>
          </a:xfrm>
        </p:grpSpPr>
        <p:grpSp>
          <p:nvGrpSpPr>
            <p:cNvPr id="1869" name="Google Shape;1869;p16"/>
            <p:cNvGrpSpPr/>
            <p:nvPr/>
          </p:nvGrpSpPr>
          <p:grpSpPr>
            <a:xfrm flipH="1">
              <a:off x="576600" y="385431"/>
              <a:ext cx="8056418" cy="4438159"/>
              <a:chOff x="166525" y="220125"/>
              <a:chExt cx="8656300" cy="4768625"/>
            </a:xfrm>
          </p:grpSpPr>
          <p:grpSp>
            <p:nvGrpSpPr>
              <p:cNvPr id="1870" name="Google Shape;1870;p16"/>
              <p:cNvGrpSpPr/>
              <p:nvPr/>
            </p:nvGrpSpPr>
            <p:grpSpPr>
              <a:xfrm flipH="1" rot="10800000">
                <a:off x="166525" y="220125"/>
                <a:ext cx="8656300" cy="4768625"/>
                <a:chOff x="90325" y="143925"/>
                <a:chExt cx="8656300" cy="4768625"/>
              </a:xfrm>
            </p:grpSpPr>
            <p:sp>
              <p:nvSpPr>
                <p:cNvPr id="1871" name="Google Shape;1871;p16"/>
                <p:cNvSpPr/>
                <p:nvPr/>
              </p:nvSpPr>
              <p:spPr>
                <a:xfrm>
                  <a:off x="2221264" y="3703867"/>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16"/>
                <p:cNvSpPr/>
                <p:nvPr/>
              </p:nvSpPr>
              <p:spPr>
                <a:xfrm flipH="1">
                  <a:off x="8241350" y="1553575"/>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16"/>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16"/>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16"/>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16"/>
                <p:cNvSpPr/>
                <p:nvPr/>
              </p:nvSpPr>
              <p:spPr>
                <a:xfrm>
                  <a:off x="2907925" y="232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16"/>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16"/>
                <p:cNvSpPr/>
                <p:nvPr/>
              </p:nvSpPr>
              <p:spPr>
                <a:xfrm>
                  <a:off x="444550" y="3994675"/>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16"/>
                <p:cNvSpPr/>
                <p:nvPr/>
              </p:nvSpPr>
              <p:spPr>
                <a:xfrm>
                  <a:off x="4483150" y="7942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16"/>
                <p:cNvSpPr/>
                <p:nvPr/>
              </p:nvSpPr>
              <p:spPr>
                <a:xfrm>
                  <a:off x="3502303" y="3937577"/>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1" name="Google Shape;1881;p16"/>
              <p:cNvSpPr/>
              <p:nvPr/>
            </p:nvSpPr>
            <p:spPr>
              <a:xfrm flipH="1" rot="10800000">
                <a:off x="7392538" y="1272693"/>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16"/>
              <p:cNvSpPr/>
              <p:nvPr/>
            </p:nvSpPr>
            <p:spPr>
              <a:xfrm flipH="1" rot="10800000">
                <a:off x="6007150" y="1198958"/>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 name="Google Shape;1883;p16"/>
            <p:cNvGrpSpPr/>
            <p:nvPr/>
          </p:nvGrpSpPr>
          <p:grpSpPr>
            <a:xfrm rot="10800000">
              <a:off x="26390" y="67520"/>
              <a:ext cx="9050795" cy="4921221"/>
              <a:chOff x="166525" y="220125"/>
              <a:chExt cx="8770150" cy="4768625"/>
            </a:xfrm>
          </p:grpSpPr>
          <p:grpSp>
            <p:nvGrpSpPr>
              <p:cNvPr id="1884" name="Google Shape;1884;p16"/>
              <p:cNvGrpSpPr/>
              <p:nvPr/>
            </p:nvGrpSpPr>
            <p:grpSpPr>
              <a:xfrm flipH="1" rot="10800000">
                <a:off x="166525" y="220125"/>
                <a:ext cx="8770150" cy="4768625"/>
                <a:chOff x="90325" y="143925"/>
                <a:chExt cx="8770150" cy="4768625"/>
              </a:xfrm>
            </p:grpSpPr>
            <p:sp>
              <p:nvSpPr>
                <p:cNvPr id="1885" name="Google Shape;1885;p16"/>
                <p:cNvSpPr/>
                <p:nvPr/>
              </p:nvSpPr>
              <p:spPr>
                <a:xfrm flipH="1">
                  <a:off x="8019838" y="1701249"/>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16"/>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16"/>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16"/>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16"/>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16"/>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16"/>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16"/>
                <p:cNvSpPr/>
                <p:nvPr/>
              </p:nvSpPr>
              <p:spPr>
                <a:xfrm>
                  <a:off x="223038" y="4068512"/>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16"/>
                <p:cNvSpPr/>
                <p:nvPr/>
              </p:nvSpPr>
              <p:spPr>
                <a:xfrm>
                  <a:off x="7786525" y="24249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16"/>
                <p:cNvSpPr/>
                <p:nvPr/>
              </p:nvSpPr>
              <p:spPr>
                <a:xfrm>
                  <a:off x="4852336" y="27741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5" name="Google Shape;1895;p16"/>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 name="Google Shape;1896;p16"/>
            <p:cNvGrpSpPr/>
            <p:nvPr/>
          </p:nvGrpSpPr>
          <p:grpSpPr>
            <a:xfrm flipH="1" rot="10800000">
              <a:off x="988091" y="764507"/>
              <a:ext cx="7385604" cy="3515620"/>
              <a:chOff x="166525" y="781450"/>
              <a:chExt cx="8838684" cy="4207300"/>
            </a:xfrm>
          </p:grpSpPr>
          <p:sp>
            <p:nvSpPr>
              <p:cNvPr id="1897" name="Google Shape;1897;p16"/>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16"/>
              <p:cNvSpPr/>
              <p:nvPr/>
            </p:nvSpPr>
            <p:spPr>
              <a:xfrm flipH="1" rot="10800000">
                <a:off x="6007150" y="1198958"/>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9" name="Google Shape;1899;p16"/>
              <p:cNvGrpSpPr/>
              <p:nvPr/>
            </p:nvGrpSpPr>
            <p:grpSpPr>
              <a:xfrm flipH="1" rot="10800000">
                <a:off x="166525" y="1133348"/>
                <a:ext cx="8838684" cy="3855402"/>
                <a:chOff x="90325" y="143925"/>
                <a:chExt cx="8838684" cy="3855402"/>
              </a:xfrm>
            </p:grpSpPr>
            <p:sp>
              <p:nvSpPr>
                <p:cNvPr id="1900" name="Google Shape;1900;p16"/>
                <p:cNvSpPr/>
                <p:nvPr/>
              </p:nvSpPr>
              <p:spPr>
                <a:xfrm>
                  <a:off x="1402525" y="3130750"/>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16"/>
                <p:cNvSpPr/>
                <p:nvPr/>
              </p:nvSpPr>
              <p:spPr>
                <a:xfrm flipH="1">
                  <a:off x="8199759" y="1509629"/>
                  <a:ext cx="142378" cy="150430"/>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16"/>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16"/>
                <p:cNvSpPr/>
                <p:nvPr/>
              </p:nvSpPr>
              <p:spPr>
                <a:xfrm flipH="1">
                  <a:off x="8877284"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16"/>
                <p:cNvSpPr/>
                <p:nvPr/>
              </p:nvSpPr>
              <p:spPr>
                <a:xfrm>
                  <a:off x="2907925" y="1509637"/>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16"/>
                <p:cNvSpPr/>
                <p:nvPr/>
              </p:nvSpPr>
              <p:spPr>
                <a:xfrm>
                  <a:off x="4939110" y="1067851"/>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16"/>
                <p:cNvSpPr/>
                <p:nvPr/>
              </p:nvSpPr>
              <p:spPr>
                <a:xfrm>
                  <a:off x="3502303" y="3937577"/>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907" name="Google Shape;1907;p16"/>
          <p:cNvSpPr txBox="1"/>
          <p:nvPr>
            <p:ph type="title"/>
          </p:nvPr>
        </p:nvSpPr>
        <p:spPr>
          <a:xfrm>
            <a:off x="1774200" y="1189000"/>
            <a:ext cx="5595600" cy="196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15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908" name="Google Shape;1908;p16"/>
          <p:cNvSpPr txBox="1"/>
          <p:nvPr>
            <p:ph idx="1" type="subTitle"/>
          </p:nvPr>
        </p:nvSpPr>
        <p:spPr>
          <a:xfrm>
            <a:off x="1660225" y="3153500"/>
            <a:ext cx="5869500" cy="801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800"/>
              <a:buNone/>
              <a:defRPr>
                <a:latin typeface="Inconsolata"/>
                <a:ea typeface="Inconsolata"/>
                <a:cs typeface="Inconsolata"/>
                <a:sym typeface="Inconsolata"/>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s">
  <p:cSld name="CUSTOM_6">
    <p:spTree>
      <p:nvGrpSpPr>
        <p:cNvPr id="1909" name="Shape 1909"/>
        <p:cNvGrpSpPr/>
        <p:nvPr/>
      </p:nvGrpSpPr>
      <p:grpSpPr>
        <a:xfrm>
          <a:off x="0" y="0"/>
          <a:ext cx="0" cy="0"/>
          <a:chOff x="0" y="0"/>
          <a:chExt cx="0" cy="0"/>
        </a:xfrm>
      </p:grpSpPr>
      <p:pic>
        <p:nvPicPr>
          <p:cNvPr id="1910" name="Google Shape;1910;p1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11" name="Google Shape;1911;p17"/>
          <p:cNvSpPr/>
          <p:nvPr/>
        </p:nvSpPr>
        <p:spPr>
          <a:xfrm rot="426618">
            <a:off x="8172959" y="387988"/>
            <a:ext cx="522140" cy="177473"/>
          </a:xfrm>
          <a:custGeom>
            <a:rect b="b" l="l" r="r" t="t"/>
            <a:pathLst>
              <a:path extrusionOk="0" h="9405" w="13944">
                <a:moveTo>
                  <a:pt x="0" y="1"/>
                </a:moveTo>
                <a:lnTo>
                  <a:pt x="0" y="1"/>
                </a:lnTo>
                <a:cubicBezTo>
                  <a:pt x="2936" y="1802"/>
                  <a:pt x="5504" y="4170"/>
                  <a:pt x="7539" y="6972"/>
                </a:cubicBezTo>
                <a:cubicBezTo>
                  <a:pt x="8006" y="7573"/>
                  <a:pt x="8473" y="8273"/>
                  <a:pt x="9240" y="8507"/>
                </a:cubicBezTo>
                <a:cubicBezTo>
                  <a:pt x="9040" y="7640"/>
                  <a:pt x="8640" y="6839"/>
                  <a:pt x="8040" y="6172"/>
                </a:cubicBezTo>
                <a:lnTo>
                  <a:pt x="8040" y="6172"/>
                </a:lnTo>
                <a:cubicBezTo>
                  <a:pt x="9941" y="6672"/>
                  <a:pt x="11475" y="8040"/>
                  <a:pt x="13076" y="9141"/>
                </a:cubicBezTo>
                <a:cubicBezTo>
                  <a:pt x="13287" y="9272"/>
                  <a:pt x="13519" y="9404"/>
                  <a:pt x="13755" y="9404"/>
                </a:cubicBezTo>
                <a:cubicBezTo>
                  <a:pt x="13818" y="9404"/>
                  <a:pt x="13881" y="9395"/>
                  <a:pt x="13944" y="9374"/>
                </a:cubicBezTo>
                <a:cubicBezTo>
                  <a:pt x="13944" y="8907"/>
                  <a:pt x="13610" y="8540"/>
                  <a:pt x="13310" y="8207"/>
                </a:cubicBezTo>
                <a:cubicBezTo>
                  <a:pt x="11509" y="6239"/>
                  <a:pt x="9674" y="4270"/>
                  <a:pt x="7506" y="2703"/>
                </a:cubicBezTo>
                <a:cubicBezTo>
                  <a:pt x="5371" y="1168"/>
                  <a:pt x="2669" y="13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2" name="Google Shape;1912;p17"/>
          <p:cNvGrpSpPr/>
          <p:nvPr/>
        </p:nvGrpSpPr>
        <p:grpSpPr>
          <a:xfrm>
            <a:off x="26390" y="67520"/>
            <a:ext cx="9050795" cy="4908471"/>
            <a:chOff x="26390" y="67520"/>
            <a:chExt cx="9050795" cy="4908471"/>
          </a:xfrm>
        </p:grpSpPr>
        <p:grpSp>
          <p:nvGrpSpPr>
            <p:cNvPr id="1913" name="Google Shape;1913;p17"/>
            <p:cNvGrpSpPr/>
            <p:nvPr/>
          </p:nvGrpSpPr>
          <p:grpSpPr>
            <a:xfrm flipH="1">
              <a:off x="271800" y="385431"/>
              <a:ext cx="8361218" cy="4590559"/>
              <a:chOff x="166525" y="220125"/>
              <a:chExt cx="8983795" cy="4932373"/>
            </a:xfrm>
          </p:grpSpPr>
          <p:grpSp>
            <p:nvGrpSpPr>
              <p:cNvPr id="1914" name="Google Shape;1914;p17"/>
              <p:cNvGrpSpPr/>
              <p:nvPr/>
            </p:nvGrpSpPr>
            <p:grpSpPr>
              <a:xfrm flipH="1" rot="10800000">
                <a:off x="166525" y="220125"/>
                <a:ext cx="8983795" cy="4932373"/>
                <a:chOff x="90325" y="-19823"/>
                <a:chExt cx="8983795" cy="4932373"/>
              </a:xfrm>
            </p:grpSpPr>
            <p:sp>
              <p:nvSpPr>
                <p:cNvPr id="1915" name="Google Shape;1915;p17"/>
                <p:cNvSpPr/>
                <p:nvPr/>
              </p:nvSpPr>
              <p:spPr>
                <a:xfrm>
                  <a:off x="1566273" y="4440732"/>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17"/>
                <p:cNvSpPr/>
                <p:nvPr/>
              </p:nvSpPr>
              <p:spPr>
                <a:xfrm flipH="1">
                  <a:off x="8241350" y="1553575"/>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17"/>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17"/>
                <p:cNvSpPr/>
                <p:nvPr/>
              </p:nvSpPr>
              <p:spPr>
                <a:xfrm>
                  <a:off x="467245" y="506497"/>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17"/>
                <p:cNvSpPr/>
                <p:nvPr/>
              </p:nvSpPr>
              <p:spPr>
                <a:xfrm flipH="1">
                  <a:off x="9022395" y="-19823"/>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17"/>
                <p:cNvSpPr/>
                <p:nvPr/>
              </p:nvSpPr>
              <p:spPr>
                <a:xfrm>
                  <a:off x="2907925" y="232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17"/>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17"/>
                <p:cNvSpPr/>
                <p:nvPr/>
              </p:nvSpPr>
              <p:spPr>
                <a:xfrm>
                  <a:off x="444550" y="3994675"/>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17"/>
                <p:cNvSpPr/>
                <p:nvPr/>
              </p:nvSpPr>
              <p:spPr>
                <a:xfrm>
                  <a:off x="4483150" y="7942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17"/>
                <p:cNvSpPr/>
                <p:nvPr/>
              </p:nvSpPr>
              <p:spPr>
                <a:xfrm>
                  <a:off x="3502303" y="3937577"/>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5" name="Google Shape;1925;p17"/>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17"/>
              <p:cNvSpPr/>
              <p:nvPr/>
            </p:nvSpPr>
            <p:spPr>
              <a:xfrm flipH="1" rot="10800000">
                <a:off x="6007150" y="1198958"/>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 name="Google Shape;1927;p17"/>
            <p:cNvGrpSpPr/>
            <p:nvPr/>
          </p:nvGrpSpPr>
          <p:grpSpPr>
            <a:xfrm rot="10800000">
              <a:off x="26390" y="67520"/>
              <a:ext cx="9050795" cy="4341934"/>
              <a:chOff x="166525" y="781450"/>
              <a:chExt cx="8770150" cy="4207300"/>
            </a:xfrm>
          </p:grpSpPr>
          <p:grpSp>
            <p:nvGrpSpPr>
              <p:cNvPr id="1928" name="Google Shape;1928;p17"/>
              <p:cNvGrpSpPr/>
              <p:nvPr/>
            </p:nvGrpSpPr>
            <p:grpSpPr>
              <a:xfrm flipH="1" rot="10800000">
                <a:off x="166525" y="884660"/>
                <a:ext cx="8770150" cy="4104090"/>
                <a:chOff x="90325" y="143925"/>
                <a:chExt cx="8770150" cy="4104090"/>
              </a:xfrm>
            </p:grpSpPr>
            <p:sp>
              <p:nvSpPr>
                <p:cNvPr id="1929" name="Google Shape;1929;p17"/>
                <p:cNvSpPr/>
                <p:nvPr/>
              </p:nvSpPr>
              <p:spPr>
                <a:xfrm flipH="1">
                  <a:off x="8019838" y="1701249"/>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17"/>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17"/>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17"/>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17"/>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17"/>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17"/>
                <p:cNvSpPr/>
                <p:nvPr/>
              </p:nvSpPr>
              <p:spPr>
                <a:xfrm>
                  <a:off x="6648813" y="4140415"/>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17"/>
                <p:cNvSpPr/>
                <p:nvPr/>
              </p:nvSpPr>
              <p:spPr>
                <a:xfrm>
                  <a:off x="223038" y="4068512"/>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17"/>
                <p:cNvSpPr/>
                <p:nvPr/>
              </p:nvSpPr>
              <p:spPr>
                <a:xfrm>
                  <a:off x="7786525" y="24249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17"/>
                <p:cNvSpPr/>
                <p:nvPr/>
              </p:nvSpPr>
              <p:spPr>
                <a:xfrm>
                  <a:off x="4852336" y="27741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9" name="Google Shape;1939;p17"/>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940" name="Google Shape;1940;p17"/>
          <p:cNvSpPr/>
          <p:nvPr/>
        </p:nvSpPr>
        <p:spPr>
          <a:xfrm>
            <a:off x="415200" y="4613575"/>
            <a:ext cx="1845005" cy="92212"/>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6"/>
                  <a:pt x="4134" y="1217"/>
                  <a:pt x="4621" y="1217"/>
                </a:cubicBezTo>
                <a:cubicBezTo>
                  <a:pt x="5198" y="1217"/>
                  <a:pt x="5715" y="1156"/>
                  <a:pt x="6262" y="1399"/>
                </a:cubicBezTo>
                <a:cubicBezTo>
                  <a:pt x="6870" y="1673"/>
                  <a:pt x="7478" y="2007"/>
                  <a:pt x="8055" y="2372"/>
                </a:cubicBezTo>
                <a:cubicBezTo>
                  <a:pt x="8572" y="2706"/>
                  <a:pt x="8937" y="3162"/>
                  <a:pt x="9545" y="3345"/>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4"/>
                </a:cubicBezTo>
                <a:cubicBezTo>
                  <a:pt x="16110" y="579"/>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8"/>
                  <a:pt x="24378" y="4287"/>
                  <a:pt x="25138" y="4287"/>
                </a:cubicBezTo>
                <a:cubicBezTo>
                  <a:pt x="25502" y="4287"/>
                  <a:pt x="26050" y="4378"/>
                  <a:pt x="26414" y="4256"/>
                </a:cubicBezTo>
                <a:cubicBezTo>
                  <a:pt x="26870" y="4135"/>
                  <a:pt x="27296" y="3740"/>
                  <a:pt x="27721" y="3527"/>
                </a:cubicBezTo>
                <a:cubicBezTo>
                  <a:pt x="28451" y="3162"/>
                  <a:pt x="29150" y="2372"/>
                  <a:pt x="29636" y="1734"/>
                </a:cubicBezTo>
                <a:cubicBezTo>
                  <a:pt x="29910" y="1430"/>
                  <a:pt x="30123" y="1065"/>
                  <a:pt x="30335" y="730"/>
                </a:cubicBezTo>
                <a:cubicBezTo>
                  <a:pt x="30427" y="548"/>
                  <a:pt x="30548" y="305"/>
                  <a:pt x="30761" y="275"/>
                </a:cubicBezTo>
                <a:cubicBezTo>
                  <a:pt x="30822" y="457"/>
                  <a:pt x="30822" y="609"/>
                  <a:pt x="30822" y="822"/>
                </a:cubicBezTo>
              </a:path>
            </a:pathLst>
          </a:custGeom>
          <a:noFill/>
          <a:ln cap="flat" cmpd="sng" w="66875">
            <a:solidFill>
              <a:schemeClr val="accent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17"/>
          <p:cNvSpPr/>
          <p:nvPr/>
        </p:nvSpPr>
        <p:spPr>
          <a:xfrm>
            <a:off x="415200" y="4762111"/>
            <a:ext cx="1845005" cy="92212"/>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5"/>
                  <a:pt x="4134" y="1217"/>
                  <a:pt x="4621" y="1217"/>
                </a:cubicBezTo>
                <a:cubicBezTo>
                  <a:pt x="5198" y="1217"/>
                  <a:pt x="5715" y="1156"/>
                  <a:pt x="6262" y="1399"/>
                </a:cubicBezTo>
                <a:cubicBezTo>
                  <a:pt x="6870" y="1673"/>
                  <a:pt x="7478" y="2007"/>
                  <a:pt x="8055" y="2372"/>
                </a:cubicBezTo>
                <a:cubicBezTo>
                  <a:pt x="8572" y="2706"/>
                  <a:pt x="8937" y="3162"/>
                  <a:pt x="9545" y="3344"/>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3"/>
                </a:cubicBezTo>
                <a:cubicBezTo>
                  <a:pt x="16110" y="578"/>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7"/>
                  <a:pt x="24378" y="4287"/>
                  <a:pt x="25138" y="4287"/>
                </a:cubicBezTo>
                <a:cubicBezTo>
                  <a:pt x="25502" y="4287"/>
                  <a:pt x="26050" y="4378"/>
                  <a:pt x="26414" y="4256"/>
                </a:cubicBezTo>
                <a:cubicBezTo>
                  <a:pt x="26870" y="4135"/>
                  <a:pt x="27296" y="3739"/>
                  <a:pt x="27721" y="3527"/>
                </a:cubicBezTo>
                <a:cubicBezTo>
                  <a:pt x="28451" y="3162"/>
                  <a:pt x="29150" y="2372"/>
                  <a:pt x="29636" y="1733"/>
                </a:cubicBezTo>
                <a:cubicBezTo>
                  <a:pt x="29910" y="1399"/>
                  <a:pt x="30123" y="1065"/>
                  <a:pt x="30335" y="730"/>
                </a:cubicBezTo>
                <a:cubicBezTo>
                  <a:pt x="30427" y="548"/>
                  <a:pt x="30548" y="305"/>
                  <a:pt x="30761" y="274"/>
                </a:cubicBezTo>
                <a:cubicBezTo>
                  <a:pt x="30822" y="457"/>
                  <a:pt x="30822" y="609"/>
                  <a:pt x="30822" y="821"/>
                </a:cubicBezTo>
              </a:path>
            </a:pathLst>
          </a:custGeom>
          <a:noFill/>
          <a:ln cap="flat" cmpd="sng" w="76000">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2" name="Google Shape;1942;p17"/>
          <p:cNvGrpSpPr/>
          <p:nvPr/>
        </p:nvGrpSpPr>
        <p:grpSpPr>
          <a:xfrm rot="-2838564">
            <a:off x="8563675" y="4647799"/>
            <a:ext cx="665986" cy="572800"/>
            <a:chOff x="548175" y="3691725"/>
            <a:chExt cx="990925" cy="1044125"/>
          </a:xfrm>
        </p:grpSpPr>
        <p:sp>
          <p:nvSpPr>
            <p:cNvPr id="1943" name="Google Shape;1943;p17"/>
            <p:cNvSpPr/>
            <p:nvPr/>
          </p:nvSpPr>
          <p:spPr>
            <a:xfrm>
              <a:off x="803500" y="3747200"/>
              <a:ext cx="52450" cy="99575"/>
            </a:xfrm>
            <a:custGeom>
              <a:rect b="b" l="l" r="r" t="t"/>
              <a:pathLst>
                <a:path extrusionOk="0" fill="none" h="3983" w="2098">
                  <a:moveTo>
                    <a:pt x="2097" y="0"/>
                  </a:moveTo>
                  <a:cubicBezTo>
                    <a:pt x="1733" y="760"/>
                    <a:pt x="1307" y="1490"/>
                    <a:pt x="881" y="2250"/>
                  </a:cubicBezTo>
                  <a:cubicBezTo>
                    <a:pt x="578" y="2827"/>
                    <a:pt x="213" y="3374"/>
                    <a:pt x="0" y="398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17"/>
            <p:cNvSpPr/>
            <p:nvPr/>
          </p:nvSpPr>
          <p:spPr>
            <a:xfrm>
              <a:off x="773850" y="3864975"/>
              <a:ext cx="58550" cy="99575"/>
            </a:xfrm>
            <a:custGeom>
              <a:rect b="b" l="l" r="r" t="t"/>
              <a:pathLst>
                <a:path extrusionOk="0" fill="none" h="3983" w="2342">
                  <a:moveTo>
                    <a:pt x="2341" y="1"/>
                  </a:moveTo>
                  <a:cubicBezTo>
                    <a:pt x="2067" y="700"/>
                    <a:pt x="1490" y="1308"/>
                    <a:pt x="1186" y="2007"/>
                  </a:cubicBezTo>
                  <a:cubicBezTo>
                    <a:pt x="852" y="2706"/>
                    <a:pt x="517" y="3436"/>
                    <a:pt x="1" y="398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17"/>
            <p:cNvSpPr/>
            <p:nvPr/>
          </p:nvSpPr>
          <p:spPr>
            <a:xfrm>
              <a:off x="712300" y="3923500"/>
              <a:ext cx="38025" cy="64600"/>
            </a:xfrm>
            <a:custGeom>
              <a:rect b="b" l="l" r="r" t="t"/>
              <a:pathLst>
                <a:path extrusionOk="0" fill="none" h="2584" w="1521">
                  <a:moveTo>
                    <a:pt x="1520" y="0"/>
                  </a:moveTo>
                  <a:cubicBezTo>
                    <a:pt x="1216" y="487"/>
                    <a:pt x="1034" y="1034"/>
                    <a:pt x="700" y="1520"/>
                  </a:cubicBezTo>
                  <a:cubicBezTo>
                    <a:pt x="456" y="1885"/>
                    <a:pt x="244" y="2219"/>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17"/>
            <p:cNvSpPr/>
            <p:nvPr/>
          </p:nvSpPr>
          <p:spPr>
            <a:xfrm>
              <a:off x="718375" y="3829275"/>
              <a:ext cx="41075" cy="64600"/>
            </a:xfrm>
            <a:custGeom>
              <a:rect b="b" l="l" r="r" t="t"/>
              <a:pathLst>
                <a:path extrusionOk="0" fill="none" h="2584" w="1643">
                  <a:moveTo>
                    <a:pt x="1642" y="0"/>
                  </a:moveTo>
                  <a:cubicBezTo>
                    <a:pt x="1034" y="851"/>
                    <a:pt x="487" y="1702"/>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17"/>
            <p:cNvSpPr/>
            <p:nvPr/>
          </p:nvSpPr>
          <p:spPr>
            <a:xfrm>
              <a:off x="621125" y="3993400"/>
              <a:ext cx="26600" cy="53225"/>
            </a:xfrm>
            <a:custGeom>
              <a:rect b="b" l="l" r="r" t="t"/>
              <a:pathLst>
                <a:path extrusionOk="0" fill="none" h="2129" w="1064">
                  <a:moveTo>
                    <a:pt x="1064" y="1"/>
                  </a:moveTo>
                  <a:cubicBezTo>
                    <a:pt x="1003" y="335"/>
                    <a:pt x="699" y="761"/>
                    <a:pt x="517" y="1065"/>
                  </a:cubicBezTo>
                  <a:cubicBezTo>
                    <a:pt x="365" y="1429"/>
                    <a:pt x="182" y="1764"/>
                    <a:pt x="0" y="212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17"/>
            <p:cNvSpPr/>
            <p:nvPr/>
          </p:nvSpPr>
          <p:spPr>
            <a:xfrm>
              <a:off x="662150" y="4043550"/>
              <a:ext cx="32700" cy="58550"/>
            </a:xfrm>
            <a:custGeom>
              <a:rect b="b" l="l" r="r" t="t"/>
              <a:pathLst>
                <a:path extrusionOk="0" fill="none" h="2342" w="1308">
                  <a:moveTo>
                    <a:pt x="1307" y="1"/>
                  </a:moveTo>
                  <a:cubicBezTo>
                    <a:pt x="1034" y="487"/>
                    <a:pt x="578" y="882"/>
                    <a:pt x="396" y="1399"/>
                  </a:cubicBezTo>
                  <a:cubicBezTo>
                    <a:pt x="274" y="1703"/>
                    <a:pt x="244" y="209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17"/>
            <p:cNvSpPr/>
            <p:nvPr/>
          </p:nvSpPr>
          <p:spPr>
            <a:xfrm>
              <a:off x="726750" y="4043550"/>
              <a:ext cx="44075" cy="67650"/>
            </a:xfrm>
            <a:custGeom>
              <a:rect b="b" l="l" r="r" t="t"/>
              <a:pathLst>
                <a:path extrusionOk="0" fill="none" h="2706" w="1763">
                  <a:moveTo>
                    <a:pt x="1763" y="1"/>
                  </a:moveTo>
                  <a:cubicBezTo>
                    <a:pt x="973" y="761"/>
                    <a:pt x="426" y="1703"/>
                    <a:pt x="0"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17"/>
            <p:cNvSpPr/>
            <p:nvPr/>
          </p:nvSpPr>
          <p:spPr>
            <a:xfrm>
              <a:off x="827050" y="3955400"/>
              <a:ext cx="43325" cy="67675"/>
            </a:xfrm>
            <a:custGeom>
              <a:rect b="b" l="l" r="r" t="t"/>
              <a:pathLst>
                <a:path extrusionOk="0" fill="none" h="2707" w="1733">
                  <a:moveTo>
                    <a:pt x="1733" y="1"/>
                  </a:moveTo>
                  <a:cubicBezTo>
                    <a:pt x="1307" y="487"/>
                    <a:pt x="851" y="1065"/>
                    <a:pt x="578" y="1673"/>
                  </a:cubicBezTo>
                  <a:cubicBezTo>
                    <a:pt x="487" y="1855"/>
                    <a:pt x="426" y="2068"/>
                    <a:pt x="304" y="2250"/>
                  </a:cubicBezTo>
                  <a:cubicBezTo>
                    <a:pt x="213" y="2402"/>
                    <a:pt x="0" y="2524"/>
                    <a:pt x="0"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17"/>
            <p:cNvSpPr/>
            <p:nvPr/>
          </p:nvSpPr>
          <p:spPr>
            <a:xfrm>
              <a:off x="908350" y="3835350"/>
              <a:ext cx="44100" cy="76000"/>
            </a:xfrm>
            <a:custGeom>
              <a:rect b="b" l="l" r="r" t="t"/>
              <a:pathLst>
                <a:path extrusionOk="0" fill="none" h="3040" w="1764">
                  <a:moveTo>
                    <a:pt x="1764" y="0"/>
                  </a:moveTo>
                  <a:cubicBezTo>
                    <a:pt x="1399" y="699"/>
                    <a:pt x="1034" y="1429"/>
                    <a:pt x="700" y="2158"/>
                  </a:cubicBezTo>
                  <a:cubicBezTo>
                    <a:pt x="578" y="2462"/>
                    <a:pt x="457" y="3040"/>
                    <a:pt x="1" y="294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17"/>
            <p:cNvSpPr/>
            <p:nvPr/>
          </p:nvSpPr>
          <p:spPr>
            <a:xfrm>
              <a:off x="901525" y="3764675"/>
              <a:ext cx="50925" cy="76775"/>
            </a:xfrm>
            <a:custGeom>
              <a:rect b="b" l="l" r="r" t="t"/>
              <a:pathLst>
                <a:path extrusionOk="0" fill="none" h="3071" w="2037">
                  <a:moveTo>
                    <a:pt x="2037" y="1"/>
                  </a:moveTo>
                  <a:cubicBezTo>
                    <a:pt x="1489" y="457"/>
                    <a:pt x="1155" y="1095"/>
                    <a:pt x="821" y="1703"/>
                  </a:cubicBezTo>
                  <a:cubicBezTo>
                    <a:pt x="608" y="2067"/>
                    <a:pt x="0" y="2645"/>
                    <a:pt x="61" y="307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17"/>
            <p:cNvSpPr/>
            <p:nvPr/>
          </p:nvSpPr>
          <p:spPr>
            <a:xfrm>
              <a:off x="1008650" y="3762400"/>
              <a:ext cx="28900" cy="52450"/>
            </a:xfrm>
            <a:custGeom>
              <a:rect b="b" l="l" r="r" t="t"/>
              <a:pathLst>
                <a:path extrusionOk="0" fill="none" h="2098" w="1156">
                  <a:moveTo>
                    <a:pt x="1156" y="0"/>
                  </a:moveTo>
                  <a:cubicBezTo>
                    <a:pt x="882" y="456"/>
                    <a:pt x="487" y="882"/>
                    <a:pt x="305" y="1399"/>
                  </a:cubicBezTo>
                  <a:cubicBezTo>
                    <a:pt x="214" y="1611"/>
                    <a:pt x="183" y="1915"/>
                    <a:pt x="1" y="20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17"/>
            <p:cNvSpPr/>
            <p:nvPr/>
          </p:nvSpPr>
          <p:spPr>
            <a:xfrm>
              <a:off x="1084650" y="3732750"/>
              <a:ext cx="44100" cy="61600"/>
            </a:xfrm>
            <a:custGeom>
              <a:rect b="b" l="l" r="r" t="t"/>
              <a:pathLst>
                <a:path extrusionOk="0" fill="none" h="2464" w="1764">
                  <a:moveTo>
                    <a:pt x="1763" y="1"/>
                  </a:moveTo>
                  <a:cubicBezTo>
                    <a:pt x="1551" y="487"/>
                    <a:pt x="1277" y="913"/>
                    <a:pt x="943" y="1308"/>
                  </a:cubicBezTo>
                  <a:cubicBezTo>
                    <a:pt x="608" y="1703"/>
                    <a:pt x="396" y="2098"/>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17"/>
            <p:cNvSpPr/>
            <p:nvPr/>
          </p:nvSpPr>
          <p:spPr>
            <a:xfrm>
              <a:off x="1155325" y="3762400"/>
              <a:ext cx="38000" cy="49425"/>
            </a:xfrm>
            <a:custGeom>
              <a:rect b="b" l="l" r="r" t="t"/>
              <a:pathLst>
                <a:path extrusionOk="0" fill="none" h="1977" w="1520">
                  <a:moveTo>
                    <a:pt x="1520" y="0"/>
                  </a:moveTo>
                  <a:cubicBezTo>
                    <a:pt x="1216" y="365"/>
                    <a:pt x="942" y="791"/>
                    <a:pt x="639" y="1155"/>
                  </a:cubicBezTo>
                  <a:cubicBezTo>
                    <a:pt x="426" y="1429"/>
                    <a:pt x="183" y="1672"/>
                    <a:pt x="0"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17"/>
            <p:cNvSpPr/>
            <p:nvPr/>
          </p:nvSpPr>
          <p:spPr>
            <a:xfrm>
              <a:off x="969900" y="39934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17"/>
            <p:cNvSpPr/>
            <p:nvPr/>
          </p:nvSpPr>
          <p:spPr>
            <a:xfrm>
              <a:off x="929625" y="3917425"/>
              <a:ext cx="43350" cy="64600"/>
            </a:xfrm>
            <a:custGeom>
              <a:rect b="b" l="l" r="r" t="t"/>
              <a:pathLst>
                <a:path extrusionOk="0" fill="none" h="2584" w="1734">
                  <a:moveTo>
                    <a:pt x="1733" y="0"/>
                  </a:moveTo>
                  <a:cubicBezTo>
                    <a:pt x="1217" y="882"/>
                    <a:pt x="730" y="1854"/>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17"/>
            <p:cNvSpPr/>
            <p:nvPr/>
          </p:nvSpPr>
          <p:spPr>
            <a:xfrm>
              <a:off x="847550" y="4061025"/>
              <a:ext cx="40300" cy="56275"/>
            </a:xfrm>
            <a:custGeom>
              <a:rect b="b" l="l" r="r" t="t"/>
              <a:pathLst>
                <a:path extrusionOk="0" fill="none" h="2251" w="1612">
                  <a:moveTo>
                    <a:pt x="1612" y="1"/>
                  </a:moveTo>
                  <a:cubicBezTo>
                    <a:pt x="974" y="700"/>
                    <a:pt x="487" y="1429"/>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17"/>
            <p:cNvSpPr/>
            <p:nvPr/>
          </p:nvSpPr>
          <p:spPr>
            <a:xfrm>
              <a:off x="750300" y="4169700"/>
              <a:ext cx="50175" cy="64625"/>
            </a:xfrm>
            <a:custGeom>
              <a:rect b="b" l="l" r="r" t="t"/>
              <a:pathLst>
                <a:path extrusionOk="0" fill="none" h="2585" w="2007">
                  <a:moveTo>
                    <a:pt x="2006" y="0"/>
                  </a:moveTo>
                  <a:cubicBezTo>
                    <a:pt x="1307" y="852"/>
                    <a:pt x="791" y="1824"/>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17"/>
            <p:cNvSpPr/>
            <p:nvPr/>
          </p:nvSpPr>
          <p:spPr>
            <a:xfrm>
              <a:off x="747250" y="4114225"/>
              <a:ext cx="32700" cy="46375"/>
            </a:xfrm>
            <a:custGeom>
              <a:rect b="b" l="l" r="r" t="t"/>
              <a:pathLst>
                <a:path extrusionOk="0" fill="none" h="1855" w="1308">
                  <a:moveTo>
                    <a:pt x="1308" y="1"/>
                  </a:moveTo>
                  <a:cubicBezTo>
                    <a:pt x="913" y="639"/>
                    <a:pt x="517" y="1308"/>
                    <a:pt x="1"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17"/>
            <p:cNvSpPr/>
            <p:nvPr/>
          </p:nvSpPr>
          <p:spPr>
            <a:xfrm>
              <a:off x="641625" y="4222900"/>
              <a:ext cx="35750" cy="52450"/>
            </a:xfrm>
            <a:custGeom>
              <a:rect b="b" l="l" r="r" t="t"/>
              <a:pathLst>
                <a:path extrusionOk="0" fill="none" h="2098" w="1430">
                  <a:moveTo>
                    <a:pt x="1429" y="0"/>
                  </a:moveTo>
                  <a:cubicBezTo>
                    <a:pt x="1399" y="182"/>
                    <a:pt x="1004" y="699"/>
                    <a:pt x="913" y="821"/>
                  </a:cubicBezTo>
                  <a:cubicBezTo>
                    <a:pt x="791" y="973"/>
                    <a:pt x="639" y="1125"/>
                    <a:pt x="517" y="1277"/>
                  </a:cubicBezTo>
                  <a:cubicBezTo>
                    <a:pt x="335" y="1520"/>
                    <a:pt x="62" y="1763"/>
                    <a:pt x="1" y="209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17"/>
            <p:cNvSpPr/>
            <p:nvPr/>
          </p:nvSpPr>
          <p:spPr>
            <a:xfrm>
              <a:off x="615800" y="4169700"/>
              <a:ext cx="46375" cy="55500"/>
            </a:xfrm>
            <a:custGeom>
              <a:rect b="b" l="l" r="r" t="t"/>
              <a:pathLst>
                <a:path extrusionOk="0" fill="none" h="2220" w="1855">
                  <a:moveTo>
                    <a:pt x="1854" y="0"/>
                  </a:moveTo>
                  <a:cubicBezTo>
                    <a:pt x="973" y="517"/>
                    <a:pt x="699" y="1551"/>
                    <a:pt x="0"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17"/>
            <p:cNvSpPr/>
            <p:nvPr/>
          </p:nvSpPr>
          <p:spPr>
            <a:xfrm>
              <a:off x="589200" y="4114225"/>
              <a:ext cx="31950" cy="46375"/>
            </a:xfrm>
            <a:custGeom>
              <a:rect b="b" l="l" r="r" t="t"/>
              <a:pathLst>
                <a:path extrusionOk="0" fill="none" h="1855" w="1278">
                  <a:moveTo>
                    <a:pt x="1277" y="1"/>
                  </a:moveTo>
                  <a:cubicBezTo>
                    <a:pt x="973" y="456"/>
                    <a:pt x="669" y="943"/>
                    <a:pt x="335" y="1399"/>
                  </a:cubicBezTo>
                  <a:cubicBezTo>
                    <a:pt x="244" y="1551"/>
                    <a:pt x="122" y="1733"/>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17"/>
            <p:cNvSpPr/>
            <p:nvPr/>
          </p:nvSpPr>
          <p:spPr>
            <a:xfrm>
              <a:off x="630225" y="3855875"/>
              <a:ext cx="31950" cy="50175"/>
            </a:xfrm>
            <a:custGeom>
              <a:rect b="b" l="l" r="r" t="t"/>
              <a:pathLst>
                <a:path extrusionOk="0" fill="none" h="2007" w="1278">
                  <a:moveTo>
                    <a:pt x="1277" y="0"/>
                  </a:moveTo>
                  <a:cubicBezTo>
                    <a:pt x="913" y="365"/>
                    <a:pt x="487" y="760"/>
                    <a:pt x="305" y="1246"/>
                  </a:cubicBezTo>
                  <a:cubicBezTo>
                    <a:pt x="214" y="1459"/>
                    <a:pt x="31" y="1763"/>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17"/>
            <p:cNvSpPr/>
            <p:nvPr/>
          </p:nvSpPr>
          <p:spPr>
            <a:xfrm>
              <a:off x="756375" y="3756325"/>
              <a:ext cx="28900" cy="28900"/>
            </a:xfrm>
            <a:custGeom>
              <a:rect b="b" l="l" r="r" t="t"/>
              <a:pathLst>
                <a:path extrusionOk="0" fill="none" h="1156" w="1156">
                  <a:moveTo>
                    <a:pt x="1156" y="0"/>
                  </a:moveTo>
                  <a:cubicBezTo>
                    <a:pt x="608" y="243"/>
                    <a:pt x="244" y="639"/>
                    <a:pt x="0" y="11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17"/>
            <p:cNvSpPr/>
            <p:nvPr/>
          </p:nvSpPr>
          <p:spPr>
            <a:xfrm>
              <a:off x="565650" y="3982000"/>
              <a:ext cx="26600" cy="41075"/>
            </a:xfrm>
            <a:custGeom>
              <a:rect b="b" l="l" r="r" t="t"/>
              <a:pathLst>
                <a:path extrusionOk="0" fill="none" h="1643" w="1064">
                  <a:moveTo>
                    <a:pt x="1064" y="1"/>
                  </a:moveTo>
                  <a:cubicBezTo>
                    <a:pt x="760" y="305"/>
                    <a:pt x="426" y="669"/>
                    <a:pt x="243" y="1065"/>
                  </a:cubicBezTo>
                  <a:cubicBezTo>
                    <a:pt x="152" y="1247"/>
                    <a:pt x="91" y="1460"/>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17"/>
            <p:cNvSpPr/>
            <p:nvPr/>
          </p:nvSpPr>
          <p:spPr>
            <a:xfrm>
              <a:off x="548175" y="4222900"/>
              <a:ext cx="26600" cy="43325"/>
            </a:xfrm>
            <a:custGeom>
              <a:rect b="b" l="l" r="r" t="t"/>
              <a:pathLst>
                <a:path extrusionOk="0" fill="none" h="1733" w="1064">
                  <a:moveTo>
                    <a:pt x="1064" y="0"/>
                  </a:moveTo>
                  <a:cubicBezTo>
                    <a:pt x="821" y="365"/>
                    <a:pt x="517" y="760"/>
                    <a:pt x="334" y="1155"/>
                  </a:cubicBezTo>
                  <a:cubicBezTo>
                    <a:pt x="274" y="1338"/>
                    <a:pt x="182" y="1702"/>
                    <a:pt x="0" y="173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17"/>
            <p:cNvSpPr/>
            <p:nvPr/>
          </p:nvSpPr>
          <p:spPr>
            <a:xfrm>
              <a:off x="583125" y="4278350"/>
              <a:ext cx="26625" cy="41075"/>
            </a:xfrm>
            <a:custGeom>
              <a:rect b="b" l="l" r="r" t="t"/>
              <a:pathLst>
                <a:path extrusionOk="0" fill="none" h="1643" w="1065">
                  <a:moveTo>
                    <a:pt x="1064" y="1"/>
                  </a:moveTo>
                  <a:cubicBezTo>
                    <a:pt x="730" y="335"/>
                    <a:pt x="487" y="700"/>
                    <a:pt x="304" y="1126"/>
                  </a:cubicBezTo>
                  <a:cubicBezTo>
                    <a:pt x="213" y="1278"/>
                    <a:pt x="152" y="1582"/>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17"/>
            <p:cNvSpPr/>
            <p:nvPr/>
          </p:nvSpPr>
          <p:spPr>
            <a:xfrm>
              <a:off x="621125" y="4322425"/>
              <a:ext cx="58525" cy="85150"/>
            </a:xfrm>
            <a:custGeom>
              <a:rect b="b" l="l" r="r" t="t"/>
              <a:pathLst>
                <a:path extrusionOk="0" fill="none" h="3406" w="2341">
                  <a:moveTo>
                    <a:pt x="2341" y="1"/>
                  </a:moveTo>
                  <a:cubicBezTo>
                    <a:pt x="1824" y="578"/>
                    <a:pt x="1368" y="1247"/>
                    <a:pt x="973" y="1946"/>
                  </a:cubicBezTo>
                  <a:cubicBezTo>
                    <a:pt x="821" y="2220"/>
                    <a:pt x="669" y="2433"/>
                    <a:pt x="517" y="2706"/>
                  </a:cubicBezTo>
                  <a:cubicBezTo>
                    <a:pt x="334" y="2919"/>
                    <a:pt x="243" y="3223"/>
                    <a:pt x="0" y="340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17"/>
            <p:cNvSpPr/>
            <p:nvPr/>
          </p:nvSpPr>
          <p:spPr>
            <a:xfrm>
              <a:off x="618075" y="4459975"/>
              <a:ext cx="26625" cy="44100"/>
            </a:xfrm>
            <a:custGeom>
              <a:rect b="b" l="l" r="r" t="t"/>
              <a:pathLst>
                <a:path extrusionOk="0" fill="none" h="1764" w="1065">
                  <a:moveTo>
                    <a:pt x="1064" y="1"/>
                  </a:moveTo>
                  <a:cubicBezTo>
                    <a:pt x="760" y="426"/>
                    <a:pt x="578" y="760"/>
                    <a:pt x="365" y="1216"/>
                  </a:cubicBezTo>
                  <a:cubicBezTo>
                    <a:pt x="304" y="1368"/>
                    <a:pt x="152" y="1642"/>
                    <a:pt x="0"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17"/>
            <p:cNvSpPr/>
            <p:nvPr/>
          </p:nvSpPr>
          <p:spPr>
            <a:xfrm>
              <a:off x="741925" y="4275325"/>
              <a:ext cx="41075" cy="55500"/>
            </a:xfrm>
            <a:custGeom>
              <a:rect b="b" l="l" r="r" t="t"/>
              <a:pathLst>
                <a:path extrusionOk="0" fill="none" h="2220" w="1643">
                  <a:moveTo>
                    <a:pt x="1642" y="0"/>
                  </a:moveTo>
                  <a:cubicBezTo>
                    <a:pt x="1095" y="335"/>
                    <a:pt x="882" y="851"/>
                    <a:pt x="578" y="1368"/>
                  </a:cubicBezTo>
                  <a:cubicBezTo>
                    <a:pt x="426" y="1672"/>
                    <a:pt x="244" y="2037"/>
                    <a:pt x="1"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17"/>
            <p:cNvSpPr/>
            <p:nvPr/>
          </p:nvSpPr>
          <p:spPr>
            <a:xfrm>
              <a:off x="849850" y="4178825"/>
              <a:ext cx="26600" cy="41050"/>
            </a:xfrm>
            <a:custGeom>
              <a:rect b="b" l="l" r="r" t="t"/>
              <a:pathLst>
                <a:path extrusionOk="0" fill="none" h="1642" w="1064">
                  <a:moveTo>
                    <a:pt x="1064" y="0"/>
                  </a:moveTo>
                  <a:cubicBezTo>
                    <a:pt x="790" y="335"/>
                    <a:pt x="517" y="638"/>
                    <a:pt x="304" y="1034"/>
                  </a:cubicBezTo>
                  <a:cubicBezTo>
                    <a:pt x="183" y="1216"/>
                    <a:pt x="152" y="1459"/>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17"/>
            <p:cNvSpPr/>
            <p:nvPr/>
          </p:nvSpPr>
          <p:spPr>
            <a:xfrm>
              <a:off x="944075" y="4102075"/>
              <a:ext cx="49400" cy="70675"/>
            </a:xfrm>
            <a:custGeom>
              <a:rect b="b" l="l" r="r" t="t"/>
              <a:pathLst>
                <a:path extrusionOk="0" fill="none" h="2827" w="1976">
                  <a:moveTo>
                    <a:pt x="1976" y="0"/>
                  </a:moveTo>
                  <a:cubicBezTo>
                    <a:pt x="1429" y="547"/>
                    <a:pt x="1003" y="1094"/>
                    <a:pt x="639" y="1794"/>
                  </a:cubicBezTo>
                  <a:cubicBezTo>
                    <a:pt x="456" y="2098"/>
                    <a:pt x="243" y="2553"/>
                    <a:pt x="0" y="282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17"/>
            <p:cNvSpPr/>
            <p:nvPr/>
          </p:nvSpPr>
          <p:spPr>
            <a:xfrm>
              <a:off x="1052725" y="4013925"/>
              <a:ext cx="34975" cy="50175"/>
            </a:xfrm>
            <a:custGeom>
              <a:rect b="b" l="l" r="r" t="t"/>
              <a:pathLst>
                <a:path extrusionOk="0" fill="none" h="2007" w="1399">
                  <a:moveTo>
                    <a:pt x="1399" y="0"/>
                  </a:moveTo>
                  <a:cubicBezTo>
                    <a:pt x="943" y="456"/>
                    <a:pt x="609" y="851"/>
                    <a:pt x="335" y="1399"/>
                  </a:cubicBezTo>
                  <a:cubicBezTo>
                    <a:pt x="274" y="1490"/>
                    <a:pt x="274" y="1672"/>
                    <a:pt x="183" y="1763"/>
                  </a:cubicBezTo>
                  <a:cubicBezTo>
                    <a:pt x="122" y="1885"/>
                    <a:pt x="62" y="1885"/>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17"/>
            <p:cNvSpPr/>
            <p:nvPr/>
          </p:nvSpPr>
          <p:spPr>
            <a:xfrm>
              <a:off x="1149250" y="3899950"/>
              <a:ext cx="34975" cy="50175"/>
            </a:xfrm>
            <a:custGeom>
              <a:rect b="b" l="l" r="r" t="t"/>
              <a:pathLst>
                <a:path extrusionOk="0" fill="none" h="2007" w="1399">
                  <a:moveTo>
                    <a:pt x="1398" y="0"/>
                  </a:moveTo>
                  <a:cubicBezTo>
                    <a:pt x="1003" y="426"/>
                    <a:pt x="730" y="821"/>
                    <a:pt x="395" y="1307"/>
                  </a:cubicBezTo>
                  <a:cubicBezTo>
                    <a:pt x="243" y="1489"/>
                    <a:pt x="0" y="1733"/>
                    <a:pt x="0"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17"/>
            <p:cNvSpPr/>
            <p:nvPr/>
          </p:nvSpPr>
          <p:spPr>
            <a:xfrm>
              <a:off x="1102125" y="3879425"/>
              <a:ext cx="26625" cy="41050"/>
            </a:xfrm>
            <a:custGeom>
              <a:rect b="b" l="l" r="r" t="t"/>
              <a:pathLst>
                <a:path extrusionOk="0" fill="none" h="1642" w="1065">
                  <a:moveTo>
                    <a:pt x="1064" y="0"/>
                  </a:moveTo>
                  <a:cubicBezTo>
                    <a:pt x="730" y="183"/>
                    <a:pt x="517" y="699"/>
                    <a:pt x="304" y="1003"/>
                  </a:cubicBezTo>
                  <a:cubicBezTo>
                    <a:pt x="183" y="1186"/>
                    <a:pt x="31" y="1429"/>
                    <a:pt x="1"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17"/>
            <p:cNvSpPr/>
            <p:nvPr/>
          </p:nvSpPr>
          <p:spPr>
            <a:xfrm>
              <a:off x="972950" y="3697800"/>
              <a:ext cx="38775" cy="44100"/>
            </a:xfrm>
            <a:custGeom>
              <a:rect b="b" l="l" r="r" t="t"/>
              <a:pathLst>
                <a:path extrusionOk="0" fill="none" h="1764" w="1551">
                  <a:moveTo>
                    <a:pt x="1550" y="1"/>
                  </a:moveTo>
                  <a:cubicBezTo>
                    <a:pt x="1186" y="426"/>
                    <a:pt x="851" y="791"/>
                    <a:pt x="487" y="1186"/>
                  </a:cubicBezTo>
                  <a:cubicBezTo>
                    <a:pt x="365" y="1308"/>
                    <a:pt x="61" y="1612"/>
                    <a:pt x="0"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17"/>
            <p:cNvSpPr/>
            <p:nvPr/>
          </p:nvSpPr>
          <p:spPr>
            <a:xfrm>
              <a:off x="908350" y="3691725"/>
              <a:ext cx="20550" cy="23575"/>
            </a:xfrm>
            <a:custGeom>
              <a:rect b="b" l="l" r="r" t="t"/>
              <a:pathLst>
                <a:path extrusionOk="0" fill="none" h="943" w="822">
                  <a:moveTo>
                    <a:pt x="821" y="1"/>
                  </a:moveTo>
                  <a:cubicBezTo>
                    <a:pt x="457" y="213"/>
                    <a:pt x="122" y="517"/>
                    <a:pt x="1" y="94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17"/>
            <p:cNvSpPr/>
            <p:nvPr/>
          </p:nvSpPr>
          <p:spPr>
            <a:xfrm>
              <a:off x="1207000" y="3779875"/>
              <a:ext cx="38775" cy="49425"/>
            </a:xfrm>
            <a:custGeom>
              <a:rect b="b" l="l" r="r" t="t"/>
              <a:pathLst>
                <a:path extrusionOk="0" fill="none" h="1977" w="1551">
                  <a:moveTo>
                    <a:pt x="1550" y="1"/>
                  </a:moveTo>
                  <a:cubicBezTo>
                    <a:pt x="1094" y="396"/>
                    <a:pt x="730" y="821"/>
                    <a:pt x="334" y="1277"/>
                  </a:cubicBezTo>
                  <a:cubicBezTo>
                    <a:pt x="182" y="1490"/>
                    <a:pt x="0" y="1703"/>
                    <a:pt x="3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17"/>
            <p:cNvSpPr/>
            <p:nvPr/>
          </p:nvSpPr>
          <p:spPr>
            <a:xfrm>
              <a:off x="1275375" y="3814825"/>
              <a:ext cx="38025" cy="38025"/>
            </a:xfrm>
            <a:custGeom>
              <a:rect b="b" l="l" r="r" t="t"/>
              <a:pathLst>
                <a:path extrusionOk="0" fill="none" h="1521" w="1521">
                  <a:moveTo>
                    <a:pt x="1521" y="1"/>
                  </a:moveTo>
                  <a:cubicBezTo>
                    <a:pt x="1125" y="61"/>
                    <a:pt x="852" y="609"/>
                    <a:pt x="639" y="882"/>
                  </a:cubicBezTo>
                  <a:cubicBezTo>
                    <a:pt x="457" y="1065"/>
                    <a:pt x="214" y="136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17"/>
            <p:cNvSpPr/>
            <p:nvPr/>
          </p:nvSpPr>
          <p:spPr>
            <a:xfrm>
              <a:off x="1322500" y="3858900"/>
              <a:ext cx="58525" cy="61575"/>
            </a:xfrm>
            <a:custGeom>
              <a:rect b="b" l="l" r="r" t="t"/>
              <a:pathLst>
                <a:path extrusionOk="0" fill="none" h="2463" w="2341">
                  <a:moveTo>
                    <a:pt x="2341" y="1"/>
                  </a:moveTo>
                  <a:cubicBezTo>
                    <a:pt x="1976" y="274"/>
                    <a:pt x="1520" y="578"/>
                    <a:pt x="1246" y="943"/>
                  </a:cubicBezTo>
                  <a:cubicBezTo>
                    <a:pt x="1095" y="1125"/>
                    <a:pt x="973" y="1338"/>
                    <a:pt x="791" y="1520"/>
                  </a:cubicBezTo>
                  <a:cubicBezTo>
                    <a:pt x="547" y="1824"/>
                    <a:pt x="243" y="2128"/>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17"/>
            <p:cNvSpPr/>
            <p:nvPr/>
          </p:nvSpPr>
          <p:spPr>
            <a:xfrm>
              <a:off x="1325525" y="3944000"/>
              <a:ext cx="66900" cy="72975"/>
            </a:xfrm>
            <a:custGeom>
              <a:rect b="b" l="l" r="r" t="t"/>
              <a:pathLst>
                <a:path extrusionOk="0" fill="none" h="2919" w="2676">
                  <a:moveTo>
                    <a:pt x="2676" y="1"/>
                  </a:moveTo>
                  <a:cubicBezTo>
                    <a:pt x="2159" y="609"/>
                    <a:pt x="1673" y="1308"/>
                    <a:pt x="1034" y="1855"/>
                  </a:cubicBezTo>
                  <a:cubicBezTo>
                    <a:pt x="670" y="2159"/>
                    <a:pt x="335" y="2585"/>
                    <a:pt x="1" y="29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17"/>
            <p:cNvSpPr/>
            <p:nvPr/>
          </p:nvSpPr>
          <p:spPr>
            <a:xfrm>
              <a:off x="1407600" y="3958450"/>
              <a:ext cx="38025" cy="44100"/>
            </a:xfrm>
            <a:custGeom>
              <a:rect b="b" l="l" r="r" t="t"/>
              <a:pathLst>
                <a:path extrusionOk="0" fill="none" h="1764" w="1521">
                  <a:moveTo>
                    <a:pt x="1520" y="0"/>
                  </a:moveTo>
                  <a:cubicBezTo>
                    <a:pt x="1004" y="578"/>
                    <a:pt x="609" y="1307"/>
                    <a:pt x="1"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17"/>
            <p:cNvSpPr/>
            <p:nvPr/>
          </p:nvSpPr>
          <p:spPr>
            <a:xfrm>
              <a:off x="1242700" y="3970600"/>
              <a:ext cx="44100" cy="55500"/>
            </a:xfrm>
            <a:custGeom>
              <a:rect b="b" l="l" r="r" t="t"/>
              <a:pathLst>
                <a:path extrusionOk="0" fill="none" h="2220" w="1764">
                  <a:moveTo>
                    <a:pt x="1764" y="1"/>
                  </a:moveTo>
                  <a:cubicBezTo>
                    <a:pt x="1308" y="274"/>
                    <a:pt x="1034" y="791"/>
                    <a:pt x="791" y="1277"/>
                  </a:cubicBezTo>
                  <a:cubicBezTo>
                    <a:pt x="578" y="1612"/>
                    <a:pt x="274" y="1885"/>
                    <a:pt x="1"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17"/>
            <p:cNvSpPr/>
            <p:nvPr/>
          </p:nvSpPr>
          <p:spPr>
            <a:xfrm>
              <a:off x="1178875" y="3944000"/>
              <a:ext cx="49425" cy="58550"/>
            </a:xfrm>
            <a:custGeom>
              <a:rect b="b" l="l" r="r" t="t"/>
              <a:pathLst>
                <a:path extrusionOk="0" fill="none" h="2342" w="1977">
                  <a:moveTo>
                    <a:pt x="1976" y="1"/>
                  </a:moveTo>
                  <a:cubicBezTo>
                    <a:pt x="1520" y="487"/>
                    <a:pt x="1034" y="974"/>
                    <a:pt x="639" y="1521"/>
                  </a:cubicBezTo>
                  <a:cubicBezTo>
                    <a:pt x="456" y="1764"/>
                    <a:pt x="92" y="206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17"/>
            <p:cNvSpPr/>
            <p:nvPr/>
          </p:nvSpPr>
          <p:spPr>
            <a:xfrm>
              <a:off x="1117325" y="4076225"/>
              <a:ext cx="41050" cy="49425"/>
            </a:xfrm>
            <a:custGeom>
              <a:rect b="b" l="l" r="r" t="t"/>
              <a:pathLst>
                <a:path extrusionOk="0" fill="none" h="1977" w="1642">
                  <a:moveTo>
                    <a:pt x="1642" y="1"/>
                  </a:moveTo>
                  <a:cubicBezTo>
                    <a:pt x="1186" y="396"/>
                    <a:pt x="943" y="882"/>
                    <a:pt x="548" y="1308"/>
                  </a:cubicBezTo>
                  <a:cubicBezTo>
                    <a:pt x="365" y="1521"/>
                    <a:pt x="183" y="1764"/>
                    <a:pt x="0"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17"/>
            <p:cNvSpPr/>
            <p:nvPr/>
          </p:nvSpPr>
          <p:spPr>
            <a:xfrm>
              <a:off x="1198625" y="4084600"/>
              <a:ext cx="41825" cy="50175"/>
            </a:xfrm>
            <a:custGeom>
              <a:rect b="b" l="l" r="r" t="t"/>
              <a:pathLst>
                <a:path extrusionOk="0" fill="none" h="2007" w="1673">
                  <a:moveTo>
                    <a:pt x="1673" y="0"/>
                  </a:moveTo>
                  <a:cubicBezTo>
                    <a:pt x="1308" y="456"/>
                    <a:pt x="1004" y="912"/>
                    <a:pt x="639" y="1338"/>
                  </a:cubicBezTo>
                  <a:cubicBezTo>
                    <a:pt x="457" y="1520"/>
                    <a:pt x="274" y="1915"/>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17"/>
            <p:cNvSpPr/>
            <p:nvPr/>
          </p:nvSpPr>
          <p:spPr>
            <a:xfrm>
              <a:off x="1295900" y="4064075"/>
              <a:ext cx="41050" cy="50175"/>
            </a:xfrm>
            <a:custGeom>
              <a:rect b="b" l="l" r="r" t="t"/>
              <a:pathLst>
                <a:path extrusionOk="0" fill="none" h="2007" w="1642">
                  <a:moveTo>
                    <a:pt x="1642" y="0"/>
                  </a:moveTo>
                  <a:cubicBezTo>
                    <a:pt x="1247" y="487"/>
                    <a:pt x="821" y="912"/>
                    <a:pt x="456" y="1429"/>
                  </a:cubicBezTo>
                  <a:cubicBezTo>
                    <a:pt x="335" y="1611"/>
                    <a:pt x="183" y="1946"/>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17"/>
            <p:cNvSpPr/>
            <p:nvPr/>
          </p:nvSpPr>
          <p:spPr>
            <a:xfrm>
              <a:off x="1360500" y="4061025"/>
              <a:ext cx="58525" cy="61575"/>
            </a:xfrm>
            <a:custGeom>
              <a:rect b="b" l="l" r="r" t="t"/>
              <a:pathLst>
                <a:path extrusionOk="0" fill="none" h="2463" w="2341">
                  <a:moveTo>
                    <a:pt x="2341" y="1"/>
                  </a:moveTo>
                  <a:cubicBezTo>
                    <a:pt x="2006" y="214"/>
                    <a:pt x="1733" y="396"/>
                    <a:pt x="1489" y="730"/>
                  </a:cubicBezTo>
                  <a:cubicBezTo>
                    <a:pt x="1337" y="913"/>
                    <a:pt x="1216" y="1125"/>
                    <a:pt x="1064" y="1308"/>
                  </a:cubicBezTo>
                  <a:cubicBezTo>
                    <a:pt x="669" y="1703"/>
                    <a:pt x="304" y="2037"/>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17"/>
            <p:cNvSpPr/>
            <p:nvPr/>
          </p:nvSpPr>
          <p:spPr>
            <a:xfrm>
              <a:off x="1442550" y="4055725"/>
              <a:ext cx="52475" cy="58525"/>
            </a:xfrm>
            <a:custGeom>
              <a:rect b="b" l="l" r="r" t="t"/>
              <a:pathLst>
                <a:path extrusionOk="0" fill="none" h="2341" w="2099">
                  <a:moveTo>
                    <a:pt x="2098" y="0"/>
                  </a:moveTo>
                  <a:cubicBezTo>
                    <a:pt x="1825" y="456"/>
                    <a:pt x="1399" y="851"/>
                    <a:pt x="1065" y="1277"/>
                  </a:cubicBezTo>
                  <a:cubicBezTo>
                    <a:pt x="761" y="1672"/>
                    <a:pt x="396" y="2037"/>
                    <a:pt x="1"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17"/>
            <p:cNvSpPr/>
            <p:nvPr/>
          </p:nvSpPr>
          <p:spPr>
            <a:xfrm>
              <a:off x="1448625" y="4149175"/>
              <a:ext cx="41075" cy="58550"/>
            </a:xfrm>
            <a:custGeom>
              <a:rect b="b" l="l" r="r" t="t"/>
              <a:pathLst>
                <a:path extrusionOk="0" fill="none" h="2342" w="1643">
                  <a:moveTo>
                    <a:pt x="1642" y="1"/>
                  </a:moveTo>
                  <a:cubicBezTo>
                    <a:pt x="1186" y="852"/>
                    <a:pt x="396" y="1490"/>
                    <a:pt x="1"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17"/>
            <p:cNvSpPr/>
            <p:nvPr/>
          </p:nvSpPr>
          <p:spPr>
            <a:xfrm>
              <a:off x="1480550" y="4193250"/>
              <a:ext cx="58550" cy="67650"/>
            </a:xfrm>
            <a:custGeom>
              <a:rect b="b" l="l" r="r" t="t"/>
              <a:pathLst>
                <a:path extrusionOk="0" fill="none" h="2706" w="2342">
                  <a:moveTo>
                    <a:pt x="2341" y="1"/>
                  </a:moveTo>
                  <a:cubicBezTo>
                    <a:pt x="1885" y="517"/>
                    <a:pt x="1490" y="1065"/>
                    <a:pt x="1064" y="1612"/>
                  </a:cubicBezTo>
                  <a:cubicBezTo>
                    <a:pt x="760" y="2007"/>
                    <a:pt x="365" y="2341"/>
                    <a:pt x="1"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17"/>
            <p:cNvSpPr/>
            <p:nvPr/>
          </p:nvSpPr>
          <p:spPr>
            <a:xfrm>
              <a:off x="1442550" y="4389300"/>
              <a:ext cx="41075" cy="44100"/>
            </a:xfrm>
            <a:custGeom>
              <a:rect b="b" l="l" r="r" t="t"/>
              <a:pathLst>
                <a:path extrusionOk="0" fill="none" h="1764" w="1643">
                  <a:moveTo>
                    <a:pt x="1642" y="1"/>
                  </a:moveTo>
                  <a:cubicBezTo>
                    <a:pt x="1369" y="335"/>
                    <a:pt x="973" y="517"/>
                    <a:pt x="700" y="852"/>
                  </a:cubicBezTo>
                  <a:cubicBezTo>
                    <a:pt x="457" y="1156"/>
                    <a:pt x="244" y="1490"/>
                    <a:pt x="1"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17"/>
            <p:cNvSpPr/>
            <p:nvPr/>
          </p:nvSpPr>
          <p:spPr>
            <a:xfrm>
              <a:off x="1392400" y="4501000"/>
              <a:ext cx="50175" cy="50175"/>
            </a:xfrm>
            <a:custGeom>
              <a:rect b="b" l="l" r="r" t="t"/>
              <a:pathLst>
                <a:path extrusionOk="0" fill="none" h="2007" w="2007">
                  <a:moveTo>
                    <a:pt x="2007" y="1"/>
                  </a:moveTo>
                  <a:cubicBezTo>
                    <a:pt x="1581" y="426"/>
                    <a:pt x="1217" y="882"/>
                    <a:pt x="821" y="1308"/>
                  </a:cubicBezTo>
                  <a:cubicBezTo>
                    <a:pt x="578" y="1551"/>
                    <a:pt x="244" y="1733"/>
                    <a:pt x="1"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17"/>
            <p:cNvSpPr/>
            <p:nvPr/>
          </p:nvSpPr>
          <p:spPr>
            <a:xfrm>
              <a:off x="1474475" y="4295850"/>
              <a:ext cx="38025" cy="47125"/>
            </a:xfrm>
            <a:custGeom>
              <a:rect b="b" l="l" r="r" t="t"/>
              <a:pathLst>
                <a:path extrusionOk="0" fill="none" h="1885" w="1521">
                  <a:moveTo>
                    <a:pt x="1520" y="0"/>
                  </a:moveTo>
                  <a:cubicBezTo>
                    <a:pt x="1216" y="365"/>
                    <a:pt x="912" y="699"/>
                    <a:pt x="639" y="1094"/>
                  </a:cubicBezTo>
                  <a:cubicBezTo>
                    <a:pt x="426" y="1368"/>
                    <a:pt x="274" y="1641"/>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17"/>
            <p:cNvSpPr/>
            <p:nvPr/>
          </p:nvSpPr>
          <p:spPr>
            <a:xfrm>
              <a:off x="1515500" y="4105100"/>
              <a:ext cx="23600" cy="29675"/>
            </a:xfrm>
            <a:custGeom>
              <a:rect b="b" l="l" r="r" t="t"/>
              <a:pathLst>
                <a:path extrusionOk="0" fill="none" h="1187" w="944">
                  <a:moveTo>
                    <a:pt x="943" y="1"/>
                  </a:moveTo>
                  <a:cubicBezTo>
                    <a:pt x="457" y="274"/>
                    <a:pt x="122" y="639"/>
                    <a:pt x="1" y="118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17"/>
            <p:cNvSpPr/>
            <p:nvPr/>
          </p:nvSpPr>
          <p:spPr>
            <a:xfrm>
              <a:off x="1351375" y="4281400"/>
              <a:ext cx="61575" cy="72975"/>
            </a:xfrm>
            <a:custGeom>
              <a:rect b="b" l="l" r="r" t="t"/>
              <a:pathLst>
                <a:path extrusionOk="0" fill="none" h="2919" w="2463">
                  <a:moveTo>
                    <a:pt x="2462" y="1"/>
                  </a:moveTo>
                  <a:cubicBezTo>
                    <a:pt x="2128" y="274"/>
                    <a:pt x="1702" y="548"/>
                    <a:pt x="1429" y="943"/>
                  </a:cubicBezTo>
                  <a:cubicBezTo>
                    <a:pt x="1247" y="1216"/>
                    <a:pt x="1064" y="1490"/>
                    <a:pt x="851" y="1764"/>
                  </a:cubicBezTo>
                  <a:cubicBezTo>
                    <a:pt x="578" y="2128"/>
                    <a:pt x="365" y="2645"/>
                    <a:pt x="0" y="29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17"/>
            <p:cNvSpPr/>
            <p:nvPr/>
          </p:nvSpPr>
          <p:spPr>
            <a:xfrm>
              <a:off x="1333900" y="4199325"/>
              <a:ext cx="44100" cy="46375"/>
            </a:xfrm>
            <a:custGeom>
              <a:rect b="b" l="l" r="r" t="t"/>
              <a:pathLst>
                <a:path extrusionOk="0" fill="none" h="1855" w="1764">
                  <a:moveTo>
                    <a:pt x="1763" y="1"/>
                  </a:moveTo>
                  <a:cubicBezTo>
                    <a:pt x="1368" y="122"/>
                    <a:pt x="1094" y="700"/>
                    <a:pt x="821" y="1004"/>
                  </a:cubicBezTo>
                  <a:cubicBezTo>
                    <a:pt x="547" y="1277"/>
                    <a:pt x="304" y="1581"/>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17"/>
            <p:cNvSpPr/>
            <p:nvPr/>
          </p:nvSpPr>
          <p:spPr>
            <a:xfrm>
              <a:off x="1008650" y="4172750"/>
              <a:ext cx="46375" cy="58525"/>
            </a:xfrm>
            <a:custGeom>
              <a:rect b="b" l="l" r="r" t="t"/>
              <a:pathLst>
                <a:path extrusionOk="0" fill="none" h="2341" w="1855">
                  <a:moveTo>
                    <a:pt x="1855" y="0"/>
                  </a:moveTo>
                  <a:cubicBezTo>
                    <a:pt x="1277" y="790"/>
                    <a:pt x="670" y="1611"/>
                    <a:pt x="1" y="234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17"/>
            <p:cNvSpPr/>
            <p:nvPr/>
          </p:nvSpPr>
          <p:spPr>
            <a:xfrm>
              <a:off x="1114275" y="4193250"/>
              <a:ext cx="38025" cy="41075"/>
            </a:xfrm>
            <a:custGeom>
              <a:rect b="b" l="l" r="r" t="t"/>
              <a:pathLst>
                <a:path extrusionOk="0" fill="none" h="1643" w="1521">
                  <a:moveTo>
                    <a:pt x="1521" y="1"/>
                  </a:moveTo>
                  <a:cubicBezTo>
                    <a:pt x="1095" y="213"/>
                    <a:pt x="670" y="548"/>
                    <a:pt x="396" y="973"/>
                  </a:cubicBezTo>
                  <a:cubicBezTo>
                    <a:pt x="244" y="1186"/>
                    <a:pt x="183" y="1460"/>
                    <a:pt x="1"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17"/>
            <p:cNvSpPr/>
            <p:nvPr/>
          </p:nvSpPr>
          <p:spPr>
            <a:xfrm>
              <a:off x="1216875" y="4187175"/>
              <a:ext cx="31925" cy="35750"/>
            </a:xfrm>
            <a:custGeom>
              <a:rect b="b" l="l" r="r" t="t"/>
              <a:pathLst>
                <a:path extrusionOk="0" fill="none" h="1430" w="1277">
                  <a:moveTo>
                    <a:pt x="1277" y="1"/>
                  </a:moveTo>
                  <a:cubicBezTo>
                    <a:pt x="912" y="335"/>
                    <a:pt x="547" y="517"/>
                    <a:pt x="335" y="943"/>
                  </a:cubicBezTo>
                  <a:cubicBezTo>
                    <a:pt x="243" y="1156"/>
                    <a:pt x="152" y="1247"/>
                    <a:pt x="0" y="142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17"/>
            <p:cNvSpPr/>
            <p:nvPr/>
          </p:nvSpPr>
          <p:spPr>
            <a:xfrm>
              <a:off x="1286775" y="4178825"/>
              <a:ext cx="44100" cy="43325"/>
            </a:xfrm>
            <a:custGeom>
              <a:rect b="b" l="l" r="r" t="t"/>
              <a:pathLst>
                <a:path extrusionOk="0" fill="none" h="1733" w="1764">
                  <a:moveTo>
                    <a:pt x="1764" y="0"/>
                  </a:moveTo>
                  <a:cubicBezTo>
                    <a:pt x="1186" y="487"/>
                    <a:pt x="457" y="1094"/>
                    <a:pt x="1" y="173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17"/>
            <p:cNvSpPr/>
            <p:nvPr/>
          </p:nvSpPr>
          <p:spPr>
            <a:xfrm>
              <a:off x="1146200" y="4310275"/>
              <a:ext cx="58525" cy="64625"/>
            </a:xfrm>
            <a:custGeom>
              <a:rect b="b" l="l" r="r" t="t"/>
              <a:pathLst>
                <a:path extrusionOk="0" fill="none" h="2585" w="2341">
                  <a:moveTo>
                    <a:pt x="2341" y="1"/>
                  </a:moveTo>
                  <a:cubicBezTo>
                    <a:pt x="2037" y="92"/>
                    <a:pt x="1763" y="639"/>
                    <a:pt x="1611" y="852"/>
                  </a:cubicBezTo>
                  <a:cubicBezTo>
                    <a:pt x="1429" y="1064"/>
                    <a:pt x="1247" y="1247"/>
                    <a:pt x="1064" y="1429"/>
                  </a:cubicBezTo>
                  <a:cubicBezTo>
                    <a:pt x="669" y="1794"/>
                    <a:pt x="335" y="2189"/>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17"/>
            <p:cNvSpPr/>
            <p:nvPr/>
          </p:nvSpPr>
          <p:spPr>
            <a:xfrm>
              <a:off x="1102125" y="4286725"/>
              <a:ext cx="50175" cy="56250"/>
            </a:xfrm>
            <a:custGeom>
              <a:rect b="b" l="l" r="r" t="t"/>
              <a:pathLst>
                <a:path extrusionOk="0" fill="none" h="2250" w="2007">
                  <a:moveTo>
                    <a:pt x="2007" y="0"/>
                  </a:moveTo>
                  <a:cubicBezTo>
                    <a:pt x="1277" y="730"/>
                    <a:pt x="639" y="1490"/>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17"/>
            <p:cNvSpPr/>
            <p:nvPr/>
          </p:nvSpPr>
          <p:spPr>
            <a:xfrm>
              <a:off x="994225" y="4310275"/>
              <a:ext cx="49425" cy="50175"/>
            </a:xfrm>
            <a:custGeom>
              <a:rect b="b" l="l" r="r" t="t"/>
              <a:pathLst>
                <a:path extrusionOk="0" fill="none" h="2007" w="1977">
                  <a:moveTo>
                    <a:pt x="1976" y="1"/>
                  </a:moveTo>
                  <a:cubicBezTo>
                    <a:pt x="1551" y="426"/>
                    <a:pt x="1155" y="852"/>
                    <a:pt x="730" y="1247"/>
                  </a:cubicBezTo>
                  <a:cubicBezTo>
                    <a:pt x="487" y="1520"/>
                    <a:pt x="183" y="1703"/>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17"/>
            <p:cNvSpPr/>
            <p:nvPr/>
          </p:nvSpPr>
          <p:spPr>
            <a:xfrm>
              <a:off x="887825" y="4313325"/>
              <a:ext cx="41075" cy="38000"/>
            </a:xfrm>
            <a:custGeom>
              <a:rect b="b" l="l" r="r" t="t"/>
              <a:pathLst>
                <a:path extrusionOk="0" fill="none" h="1520" w="1643">
                  <a:moveTo>
                    <a:pt x="1642" y="0"/>
                  </a:moveTo>
                  <a:cubicBezTo>
                    <a:pt x="1308" y="335"/>
                    <a:pt x="974" y="699"/>
                    <a:pt x="639" y="1034"/>
                  </a:cubicBezTo>
                  <a:cubicBezTo>
                    <a:pt x="426" y="1216"/>
                    <a:pt x="214" y="133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17"/>
            <p:cNvSpPr/>
            <p:nvPr/>
          </p:nvSpPr>
          <p:spPr>
            <a:xfrm>
              <a:off x="882525" y="4234300"/>
              <a:ext cx="41050" cy="47125"/>
            </a:xfrm>
            <a:custGeom>
              <a:rect b="b" l="l" r="r" t="t"/>
              <a:pathLst>
                <a:path extrusionOk="0" fill="none" h="1885" w="1642">
                  <a:moveTo>
                    <a:pt x="1642" y="0"/>
                  </a:moveTo>
                  <a:cubicBezTo>
                    <a:pt x="1003" y="517"/>
                    <a:pt x="578" y="1307"/>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17"/>
            <p:cNvSpPr/>
            <p:nvPr/>
          </p:nvSpPr>
          <p:spPr>
            <a:xfrm>
              <a:off x="770800" y="4368800"/>
              <a:ext cx="47150" cy="53200"/>
            </a:xfrm>
            <a:custGeom>
              <a:rect b="b" l="l" r="r" t="t"/>
              <a:pathLst>
                <a:path extrusionOk="0" fill="none" h="2128" w="1886">
                  <a:moveTo>
                    <a:pt x="1886" y="0"/>
                  </a:moveTo>
                  <a:cubicBezTo>
                    <a:pt x="1399" y="426"/>
                    <a:pt x="974" y="882"/>
                    <a:pt x="579" y="1398"/>
                  </a:cubicBezTo>
                  <a:cubicBezTo>
                    <a:pt x="396" y="1641"/>
                    <a:pt x="244" y="1885"/>
                    <a:pt x="1" y="212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17"/>
            <p:cNvSpPr/>
            <p:nvPr/>
          </p:nvSpPr>
          <p:spPr>
            <a:xfrm>
              <a:off x="723700" y="4483525"/>
              <a:ext cx="41050" cy="50175"/>
            </a:xfrm>
            <a:custGeom>
              <a:rect b="b" l="l" r="r" t="t"/>
              <a:pathLst>
                <a:path extrusionOk="0" fill="none" h="2007" w="1642">
                  <a:moveTo>
                    <a:pt x="1642" y="1"/>
                  </a:moveTo>
                  <a:cubicBezTo>
                    <a:pt x="1277" y="426"/>
                    <a:pt x="943" y="791"/>
                    <a:pt x="700" y="1247"/>
                  </a:cubicBezTo>
                  <a:cubicBezTo>
                    <a:pt x="548" y="1551"/>
                    <a:pt x="274" y="1825"/>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17"/>
            <p:cNvSpPr/>
            <p:nvPr/>
          </p:nvSpPr>
          <p:spPr>
            <a:xfrm>
              <a:off x="709250" y="4583075"/>
              <a:ext cx="31950" cy="38025"/>
            </a:xfrm>
            <a:custGeom>
              <a:rect b="b" l="l" r="r" t="t"/>
              <a:pathLst>
                <a:path extrusionOk="0" fill="none" h="1521" w="1278">
                  <a:moveTo>
                    <a:pt x="1278" y="1"/>
                  </a:moveTo>
                  <a:cubicBezTo>
                    <a:pt x="974" y="457"/>
                    <a:pt x="578" y="133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17"/>
            <p:cNvSpPr/>
            <p:nvPr/>
          </p:nvSpPr>
          <p:spPr>
            <a:xfrm>
              <a:off x="694825" y="4404500"/>
              <a:ext cx="20550" cy="28900"/>
            </a:xfrm>
            <a:custGeom>
              <a:rect b="b" l="l" r="r" t="t"/>
              <a:pathLst>
                <a:path extrusionOk="0" fill="none" h="1156" w="822">
                  <a:moveTo>
                    <a:pt x="821" y="1"/>
                  </a:moveTo>
                  <a:cubicBezTo>
                    <a:pt x="456" y="335"/>
                    <a:pt x="335" y="821"/>
                    <a:pt x="0" y="115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17"/>
            <p:cNvSpPr/>
            <p:nvPr/>
          </p:nvSpPr>
          <p:spPr>
            <a:xfrm>
              <a:off x="577050" y="4404500"/>
              <a:ext cx="20525" cy="26625"/>
            </a:xfrm>
            <a:custGeom>
              <a:rect b="b" l="l" r="r" t="t"/>
              <a:pathLst>
                <a:path extrusionOk="0" fill="none" h="1065" w="821">
                  <a:moveTo>
                    <a:pt x="821" y="1"/>
                  </a:moveTo>
                  <a:cubicBezTo>
                    <a:pt x="517" y="335"/>
                    <a:pt x="304" y="730"/>
                    <a:pt x="0" y="106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17"/>
            <p:cNvSpPr/>
            <p:nvPr/>
          </p:nvSpPr>
          <p:spPr>
            <a:xfrm>
              <a:off x="873400" y="4407550"/>
              <a:ext cx="38025" cy="58525"/>
            </a:xfrm>
            <a:custGeom>
              <a:rect b="b" l="l" r="r" t="t"/>
              <a:pathLst>
                <a:path extrusionOk="0" fill="none" h="2341" w="1521">
                  <a:moveTo>
                    <a:pt x="1520" y="0"/>
                  </a:moveTo>
                  <a:cubicBezTo>
                    <a:pt x="1490" y="304"/>
                    <a:pt x="1095" y="699"/>
                    <a:pt x="943" y="943"/>
                  </a:cubicBezTo>
                  <a:cubicBezTo>
                    <a:pt x="821" y="1155"/>
                    <a:pt x="669" y="1338"/>
                    <a:pt x="548" y="1520"/>
                  </a:cubicBezTo>
                  <a:cubicBezTo>
                    <a:pt x="365" y="1733"/>
                    <a:pt x="31" y="2037"/>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17"/>
            <p:cNvSpPr/>
            <p:nvPr/>
          </p:nvSpPr>
          <p:spPr>
            <a:xfrm>
              <a:off x="955475" y="4421975"/>
              <a:ext cx="50175" cy="55500"/>
            </a:xfrm>
            <a:custGeom>
              <a:rect b="b" l="l" r="r" t="t"/>
              <a:pathLst>
                <a:path extrusionOk="0" fill="none" h="2220" w="2007">
                  <a:moveTo>
                    <a:pt x="2006" y="1"/>
                  </a:moveTo>
                  <a:cubicBezTo>
                    <a:pt x="1611" y="244"/>
                    <a:pt x="1398" y="335"/>
                    <a:pt x="1155" y="669"/>
                  </a:cubicBezTo>
                  <a:cubicBezTo>
                    <a:pt x="1034" y="882"/>
                    <a:pt x="912" y="1095"/>
                    <a:pt x="760" y="1277"/>
                  </a:cubicBezTo>
                  <a:cubicBezTo>
                    <a:pt x="517" y="1612"/>
                    <a:pt x="304" y="1946"/>
                    <a:pt x="0"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17"/>
            <p:cNvSpPr/>
            <p:nvPr/>
          </p:nvSpPr>
          <p:spPr>
            <a:xfrm>
              <a:off x="1084650" y="4415900"/>
              <a:ext cx="26625" cy="32700"/>
            </a:xfrm>
            <a:custGeom>
              <a:rect b="b" l="l" r="r" t="t"/>
              <a:pathLst>
                <a:path extrusionOk="0" fill="none" h="1308" w="1065">
                  <a:moveTo>
                    <a:pt x="1064" y="1"/>
                  </a:moveTo>
                  <a:cubicBezTo>
                    <a:pt x="730" y="365"/>
                    <a:pt x="152" y="821"/>
                    <a:pt x="0" y="130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17"/>
            <p:cNvSpPr/>
            <p:nvPr/>
          </p:nvSpPr>
          <p:spPr>
            <a:xfrm>
              <a:off x="1122650" y="4451625"/>
              <a:ext cx="44100" cy="58525"/>
            </a:xfrm>
            <a:custGeom>
              <a:rect b="b" l="l" r="r" t="t"/>
              <a:pathLst>
                <a:path extrusionOk="0" fill="none" h="2341" w="1764">
                  <a:moveTo>
                    <a:pt x="1763" y="0"/>
                  </a:moveTo>
                  <a:cubicBezTo>
                    <a:pt x="1368" y="517"/>
                    <a:pt x="1003" y="1094"/>
                    <a:pt x="578" y="1611"/>
                  </a:cubicBezTo>
                  <a:cubicBezTo>
                    <a:pt x="395" y="1854"/>
                    <a:pt x="243" y="215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17"/>
            <p:cNvSpPr/>
            <p:nvPr/>
          </p:nvSpPr>
          <p:spPr>
            <a:xfrm>
              <a:off x="1245750" y="4327750"/>
              <a:ext cx="29650" cy="32700"/>
            </a:xfrm>
            <a:custGeom>
              <a:rect b="b" l="l" r="r" t="t"/>
              <a:pathLst>
                <a:path extrusionOk="0" fill="none" h="1308" w="1186">
                  <a:moveTo>
                    <a:pt x="1186" y="1"/>
                  </a:moveTo>
                  <a:cubicBezTo>
                    <a:pt x="851" y="213"/>
                    <a:pt x="456" y="487"/>
                    <a:pt x="304" y="852"/>
                  </a:cubicBezTo>
                  <a:cubicBezTo>
                    <a:pt x="213" y="1034"/>
                    <a:pt x="183" y="1156"/>
                    <a:pt x="0" y="130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17"/>
            <p:cNvSpPr/>
            <p:nvPr/>
          </p:nvSpPr>
          <p:spPr>
            <a:xfrm>
              <a:off x="1284500" y="4418950"/>
              <a:ext cx="31950" cy="44100"/>
            </a:xfrm>
            <a:custGeom>
              <a:rect b="b" l="l" r="r" t="t"/>
              <a:pathLst>
                <a:path extrusionOk="0" fill="none" h="1764" w="1278">
                  <a:moveTo>
                    <a:pt x="1277" y="0"/>
                  </a:moveTo>
                  <a:cubicBezTo>
                    <a:pt x="943" y="395"/>
                    <a:pt x="578" y="821"/>
                    <a:pt x="304" y="1246"/>
                  </a:cubicBezTo>
                  <a:cubicBezTo>
                    <a:pt x="183" y="1398"/>
                    <a:pt x="122" y="1611"/>
                    <a:pt x="0"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17"/>
            <p:cNvSpPr/>
            <p:nvPr/>
          </p:nvSpPr>
          <p:spPr>
            <a:xfrm>
              <a:off x="1292850" y="4507100"/>
              <a:ext cx="35000" cy="49400"/>
            </a:xfrm>
            <a:custGeom>
              <a:rect b="b" l="l" r="r" t="t"/>
              <a:pathLst>
                <a:path extrusionOk="0" fill="none" h="1976" w="1400">
                  <a:moveTo>
                    <a:pt x="1399" y="0"/>
                  </a:moveTo>
                  <a:cubicBezTo>
                    <a:pt x="822" y="517"/>
                    <a:pt x="548" y="1398"/>
                    <a:pt x="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17"/>
            <p:cNvSpPr/>
            <p:nvPr/>
          </p:nvSpPr>
          <p:spPr>
            <a:xfrm>
              <a:off x="1257900" y="4627150"/>
              <a:ext cx="44100" cy="52450"/>
            </a:xfrm>
            <a:custGeom>
              <a:rect b="b" l="l" r="r" t="t"/>
              <a:pathLst>
                <a:path extrusionOk="0" fill="none" h="2098" w="1764">
                  <a:moveTo>
                    <a:pt x="1764" y="1"/>
                  </a:moveTo>
                  <a:cubicBezTo>
                    <a:pt x="1308" y="517"/>
                    <a:pt x="882" y="1034"/>
                    <a:pt x="457" y="1520"/>
                  </a:cubicBezTo>
                  <a:cubicBezTo>
                    <a:pt x="335" y="1672"/>
                    <a:pt x="31" y="1946"/>
                    <a:pt x="1" y="20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17"/>
            <p:cNvSpPr/>
            <p:nvPr/>
          </p:nvSpPr>
          <p:spPr>
            <a:xfrm>
              <a:off x="1175825" y="4636275"/>
              <a:ext cx="41075" cy="49425"/>
            </a:xfrm>
            <a:custGeom>
              <a:rect b="b" l="l" r="r" t="t"/>
              <a:pathLst>
                <a:path extrusionOk="0" fill="none" h="1977" w="1643">
                  <a:moveTo>
                    <a:pt x="1642" y="0"/>
                  </a:moveTo>
                  <a:cubicBezTo>
                    <a:pt x="1156" y="304"/>
                    <a:pt x="852" y="791"/>
                    <a:pt x="578" y="1277"/>
                  </a:cubicBezTo>
                  <a:cubicBezTo>
                    <a:pt x="426" y="1550"/>
                    <a:pt x="214" y="1763"/>
                    <a:pt x="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17"/>
            <p:cNvSpPr/>
            <p:nvPr/>
          </p:nvSpPr>
          <p:spPr>
            <a:xfrm>
              <a:off x="1175825" y="4530650"/>
              <a:ext cx="49425" cy="64600"/>
            </a:xfrm>
            <a:custGeom>
              <a:rect b="b" l="l" r="r" t="t"/>
              <a:pathLst>
                <a:path extrusionOk="0" fill="none" h="2584" w="1977">
                  <a:moveTo>
                    <a:pt x="1977" y="0"/>
                  </a:moveTo>
                  <a:cubicBezTo>
                    <a:pt x="1581" y="426"/>
                    <a:pt x="1156" y="943"/>
                    <a:pt x="822" y="1429"/>
                  </a:cubicBezTo>
                  <a:cubicBezTo>
                    <a:pt x="548" y="1824"/>
                    <a:pt x="305" y="2219"/>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17"/>
            <p:cNvSpPr/>
            <p:nvPr/>
          </p:nvSpPr>
          <p:spPr>
            <a:xfrm>
              <a:off x="1067175" y="4662100"/>
              <a:ext cx="38025" cy="47150"/>
            </a:xfrm>
            <a:custGeom>
              <a:rect b="b" l="l" r="r" t="t"/>
              <a:pathLst>
                <a:path extrusionOk="0" fill="none" h="1886" w="1521">
                  <a:moveTo>
                    <a:pt x="1520" y="1"/>
                  </a:moveTo>
                  <a:cubicBezTo>
                    <a:pt x="1186" y="426"/>
                    <a:pt x="943" y="943"/>
                    <a:pt x="578" y="1308"/>
                  </a:cubicBezTo>
                  <a:cubicBezTo>
                    <a:pt x="395" y="1521"/>
                    <a:pt x="183" y="1703"/>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17"/>
            <p:cNvSpPr/>
            <p:nvPr/>
          </p:nvSpPr>
          <p:spPr>
            <a:xfrm>
              <a:off x="1105175" y="4697825"/>
              <a:ext cx="32700" cy="38025"/>
            </a:xfrm>
            <a:custGeom>
              <a:rect b="b" l="l" r="r" t="t"/>
              <a:pathLst>
                <a:path extrusionOk="0" fill="none" h="1521" w="1308">
                  <a:moveTo>
                    <a:pt x="1307" y="0"/>
                  </a:moveTo>
                  <a:cubicBezTo>
                    <a:pt x="942" y="335"/>
                    <a:pt x="578" y="699"/>
                    <a:pt x="304" y="1125"/>
                  </a:cubicBezTo>
                  <a:cubicBezTo>
                    <a:pt x="243" y="1247"/>
                    <a:pt x="182" y="1490"/>
                    <a:pt x="0"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17"/>
            <p:cNvSpPr/>
            <p:nvPr/>
          </p:nvSpPr>
          <p:spPr>
            <a:xfrm>
              <a:off x="1061100" y="4556475"/>
              <a:ext cx="34975" cy="44100"/>
            </a:xfrm>
            <a:custGeom>
              <a:rect b="b" l="l" r="r" t="t"/>
              <a:pathLst>
                <a:path extrusionOk="0" fill="none" h="1764" w="1399">
                  <a:moveTo>
                    <a:pt x="1398" y="1"/>
                  </a:moveTo>
                  <a:cubicBezTo>
                    <a:pt x="942" y="274"/>
                    <a:pt x="578" y="730"/>
                    <a:pt x="365" y="1247"/>
                  </a:cubicBezTo>
                  <a:cubicBezTo>
                    <a:pt x="304" y="1338"/>
                    <a:pt x="274" y="1460"/>
                    <a:pt x="213" y="1551"/>
                  </a:cubicBezTo>
                  <a:cubicBezTo>
                    <a:pt x="152" y="1642"/>
                    <a:pt x="31" y="1642"/>
                    <a:pt x="0"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17"/>
            <p:cNvSpPr/>
            <p:nvPr/>
          </p:nvSpPr>
          <p:spPr>
            <a:xfrm>
              <a:off x="923550" y="4653750"/>
              <a:ext cx="41050" cy="55500"/>
            </a:xfrm>
            <a:custGeom>
              <a:rect b="b" l="l" r="r" t="t"/>
              <a:pathLst>
                <a:path extrusionOk="0" fill="none" h="2220" w="1642">
                  <a:moveTo>
                    <a:pt x="1642" y="0"/>
                  </a:moveTo>
                  <a:cubicBezTo>
                    <a:pt x="1277" y="487"/>
                    <a:pt x="912" y="1003"/>
                    <a:pt x="517" y="1520"/>
                  </a:cubicBezTo>
                  <a:cubicBezTo>
                    <a:pt x="365" y="1733"/>
                    <a:pt x="183" y="2007"/>
                    <a:pt x="1"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17"/>
            <p:cNvSpPr/>
            <p:nvPr/>
          </p:nvSpPr>
          <p:spPr>
            <a:xfrm>
              <a:off x="947100" y="4527600"/>
              <a:ext cx="44100" cy="55500"/>
            </a:xfrm>
            <a:custGeom>
              <a:rect b="b" l="l" r="r" t="t"/>
              <a:pathLst>
                <a:path extrusionOk="0" fill="none" h="2220" w="1764">
                  <a:moveTo>
                    <a:pt x="1764" y="1"/>
                  </a:moveTo>
                  <a:cubicBezTo>
                    <a:pt x="821" y="517"/>
                    <a:pt x="639" y="1490"/>
                    <a:pt x="1"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17"/>
            <p:cNvSpPr/>
            <p:nvPr/>
          </p:nvSpPr>
          <p:spPr>
            <a:xfrm>
              <a:off x="820975" y="4527600"/>
              <a:ext cx="49400" cy="64625"/>
            </a:xfrm>
            <a:custGeom>
              <a:rect b="b" l="l" r="r" t="t"/>
              <a:pathLst>
                <a:path extrusionOk="0" fill="none" h="2585" w="1976">
                  <a:moveTo>
                    <a:pt x="1976" y="1"/>
                  </a:moveTo>
                  <a:cubicBezTo>
                    <a:pt x="1398" y="487"/>
                    <a:pt x="973" y="913"/>
                    <a:pt x="517" y="1521"/>
                  </a:cubicBezTo>
                  <a:cubicBezTo>
                    <a:pt x="274" y="1855"/>
                    <a:pt x="182" y="2220"/>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17"/>
            <p:cNvSpPr/>
            <p:nvPr/>
          </p:nvSpPr>
          <p:spPr>
            <a:xfrm>
              <a:off x="827050" y="4659825"/>
              <a:ext cx="38025" cy="46375"/>
            </a:xfrm>
            <a:custGeom>
              <a:rect b="b" l="l" r="r" t="t"/>
              <a:pathLst>
                <a:path extrusionOk="0" fill="none" h="1855" w="1521">
                  <a:moveTo>
                    <a:pt x="1520" y="1"/>
                  </a:moveTo>
                  <a:cubicBezTo>
                    <a:pt x="1125" y="365"/>
                    <a:pt x="608" y="730"/>
                    <a:pt x="335" y="1186"/>
                  </a:cubicBezTo>
                  <a:cubicBezTo>
                    <a:pt x="274" y="1308"/>
                    <a:pt x="243" y="1429"/>
                    <a:pt x="183" y="1520"/>
                  </a:cubicBezTo>
                  <a:cubicBezTo>
                    <a:pt x="122" y="1642"/>
                    <a:pt x="0" y="1703"/>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17"/>
            <p:cNvSpPr/>
            <p:nvPr/>
          </p:nvSpPr>
          <p:spPr>
            <a:xfrm>
              <a:off x="772325" y="4647675"/>
              <a:ext cx="22075" cy="23575"/>
            </a:xfrm>
            <a:custGeom>
              <a:rect b="b" l="l" r="r" t="t"/>
              <a:pathLst>
                <a:path extrusionOk="0" fill="none" h="943" w="883">
                  <a:moveTo>
                    <a:pt x="882" y="0"/>
                  </a:moveTo>
                  <a:cubicBezTo>
                    <a:pt x="609" y="152"/>
                    <a:pt x="1" y="578"/>
                    <a:pt x="62" y="94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17"/>
            <p:cNvSpPr/>
            <p:nvPr/>
          </p:nvSpPr>
          <p:spPr>
            <a:xfrm>
              <a:off x="988150" y="4682625"/>
              <a:ext cx="28900" cy="38775"/>
            </a:xfrm>
            <a:custGeom>
              <a:rect b="b" l="l" r="r" t="t"/>
              <a:pathLst>
                <a:path extrusionOk="0" fill="none" h="1551" w="1156">
                  <a:moveTo>
                    <a:pt x="1155" y="0"/>
                  </a:moveTo>
                  <a:cubicBezTo>
                    <a:pt x="760" y="396"/>
                    <a:pt x="547" y="578"/>
                    <a:pt x="335" y="1034"/>
                  </a:cubicBezTo>
                  <a:cubicBezTo>
                    <a:pt x="274" y="1216"/>
                    <a:pt x="152" y="1429"/>
                    <a:pt x="0" y="155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17"/>
            <p:cNvSpPr/>
            <p:nvPr/>
          </p:nvSpPr>
          <p:spPr>
            <a:xfrm>
              <a:off x="1357450" y="4407550"/>
              <a:ext cx="23575" cy="34975"/>
            </a:xfrm>
            <a:custGeom>
              <a:rect b="b" l="l" r="r" t="t"/>
              <a:pathLst>
                <a:path extrusionOk="0" fill="none" h="1399" w="943">
                  <a:moveTo>
                    <a:pt x="943" y="0"/>
                  </a:moveTo>
                  <a:cubicBezTo>
                    <a:pt x="669" y="304"/>
                    <a:pt x="426" y="639"/>
                    <a:pt x="213" y="973"/>
                  </a:cubicBezTo>
                  <a:cubicBezTo>
                    <a:pt x="122" y="1125"/>
                    <a:pt x="0" y="1246"/>
                    <a:pt x="0" y="13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17"/>
            <p:cNvSpPr/>
            <p:nvPr/>
          </p:nvSpPr>
          <p:spPr>
            <a:xfrm>
              <a:off x="1349100" y="4603600"/>
              <a:ext cx="19775" cy="17500"/>
            </a:xfrm>
            <a:custGeom>
              <a:rect b="b" l="l" r="r" t="t"/>
              <a:pathLst>
                <a:path extrusionOk="0" fill="none" h="700" w="791">
                  <a:moveTo>
                    <a:pt x="790" y="0"/>
                  </a:moveTo>
                  <a:cubicBezTo>
                    <a:pt x="578" y="213"/>
                    <a:pt x="213" y="456"/>
                    <a:pt x="0" y="69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17"/>
            <p:cNvSpPr/>
            <p:nvPr/>
          </p:nvSpPr>
          <p:spPr>
            <a:xfrm>
              <a:off x="1005238" y="38760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5" name="Google Shape;2035;p17"/>
          <p:cNvSpPr/>
          <p:nvPr/>
        </p:nvSpPr>
        <p:spPr>
          <a:xfrm rot="-698890">
            <a:off x="133993" y="145455"/>
            <a:ext cx="256048" cy="275348"/>
          </a:xfrm>
          <a:custGeom>
            <a:rect b="b" l="l" r="r" t="t"/>
            <a:pathLst>
              <a:path extrusionOk="0" h="11014" w="10242">
                <a:moveTo>
                  <a:pt x="4204" y="0"/>
                </a:moveTo>
                <a:lnTo>
                  <a:pt x="4204" y="0"/>
                </a:lnTo>
                <a:cubicBezTo>
                  <a:pt x="3804" y="133"/>
                  <a:pt x="3370" y="300"/>
                  <a:pt x="2970" y="567"/>
                </a:cubicBezTo>
                <a:cubicBezTo>
                  <a:pt x="568" y="2102"/>
                  <a:pt x="1" y="5537"/>
                  <a:pt x="1735" y="8206"/>
                </a:cubicBezTo>
                <a:cubicBezTo>
                  <a:pt x="2881" y="10003"/>
                  <a:pt x="4783" y="11013"/>
                  <a:pt x="6636" y="11013"/>
                </a:cubicBezTo>
                <a:cubicBezTo>
                  <a:pt x="7535" y="11013"/>
                  <a:pt x="8423" y="10775"/>
                  <a:pt x="9207" y="10274"/>
                </a:cubicBezTo>
                <a:cubicBezTo>
                  <a:pt x="9608" y="10007"/>
                  <a:pt x="9941" y="9707"/>
                  <a:pt x="10242" y="9373"/>
                </a:cubicBezTo>
                <a:lnTo>
                  <a:pt x="10242" y="9373"/>
                </a:lnTo>
                <a:cubicBezTo>
                  <a:pt x="9797" y="9499"/>
                  <a:pt x="9340" y="9561"/>
                  <a:pt x="8881" y="9561"/>
                </a:cubicBezTo>
                <a:cubicBezTo>
                  <a:pt x="7031" y="9561"/>
                  <a:pt x="5153" y="8562"/>
                  <a:pt x="4004" y="6772"/>
                </a:cubicBezTo>
                <a:cubicBezTo>
                  <a:pt x="2536" y="4503"/>
                  <a:pt x="2703" y="1735"/>
                  <a:pt x="42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17"/>
          <p:cNvSpPr/>
          <p:nvPr/>
        </p:nvSpPr>
        <p:spPr>
          <a:xfrm>
            <a:off x="6905225" y="4705775"/>
            <a:ext cx="427004" cy="204871"/>
          </a:xfrm>
          <a:custGeom>
            <a:rect b="b" l="l" r="r" t="t"/>
            <a:pathLst>
              <a:path extrusionOk="0" h="15500" w="29576">
                <a:moveTo>
                  <a:pt x="9334" y="1"/>
                </a:moveTo>
                <a:cubicBezTo>
                  <a:pt x="9281" y="1"/>
                  <a:pt x="9229" y="8"/>
                  <a:pt x="9180" y="23"/>
                </a:cubicBezTo>
                <a:cubicBezTo>
                  <a:pt x="8815" y="145"/>
                  <a:pt x="8724" y="1057"/>
                  <a:pt x="8724" y="1452"/>
                </a:cubicBezTo>
                <a:cubicBezTo>
                  <a:pt x="8785" y="2333"/>
                  <a:pt x="8846" y="3276"/>
                  <a:pt x="8907" y="4157"/>
                </a:cubicBezTo>
                <a:cubicBezTo>
                  <a:pt x="8967" y="5282"/>
                  <a:pt x="9423" y="6649"/>
                  <a:pt x="9818" y="7713"/>
                </a:cubicBezTo>
                <a:cubicBezTo>
                  <a:pt x="10153" y="8625"/>
                  <a:pt x="10669" y="9507"/>
                  <a:pt x="10761" y="10510"/>
                </a:cubicBezTo>
                <a:cubicBezTo>
                  <a:pt x="10691" y="10516"/>
                  <a:pt x="10619" y="10519"/>
                  <a:pt x="10546" y="10519"/>
                </a:cubicBezTo>
                <a:cubicBezTo>
                  <a:pt x="9945" y="10519"/>
                  <a:pt x="9229" y="10317"/>
                  <a:pt x="8633" y="10236"/>
                </a:cubicBezTo>
                <a:cubicBezTo>
                  <a:pt x="7630" y="10084"/>
                  <a:pt x="6596" y="9963"/>
                  <a:pt x="5593" y="9780"/>
                </a:cubicBezTo>
                <a:cubicBezTo>
                  <a:pt x="5048" y="9698"/>
                  <a:pt x="4448" y="9641"/>
                  <a:pt x="3845" y="9641"/>
                </a:cubicBezTo>
                <a:cubicBezTo>
                  <a:pt x="3103" y="9641"/>
                  <a:pt x="2357" y="9728"/>
                  <a:pt x="1703" y="9963"/>
                </a:cubicBezTo>
                <a:cubicBezTo>
                  <a:pt x="1399" y="10054"/>
                  <a:pt x="517" y="10358"/>
                  <a:pt x="305" y="10570"/>
                </a:cubicBezTo>
                <a:cubicBezTo>
                  <a:pt x="1" y="10844"/>
                  <a:pt x="61" y="10783"/>
                  <a:pt x="244" y="11087"/>
                </a:cubicBezTo>
                <a:cubicBezTo>
                  <a:pt x="396" y="11391"/>
                  <a:pt x="912" y="11513"/>
                  <a:pt x="1186" y="11665"/>
                </a:cubicBezTo>
                <a:cubicBezTo>
                  <a:pt x="1885" y="12029"/>
                  <a:pt x="2584" y="12455"/>
                  <a:pt x="3223" y="12941"/>
                </a:cubicBezTo>
                <a:cubicBezTo>
                  <a:pt x="4013" y="13519"/>
                  <a:pt x="4834" y="14005"/>
                  <a:pt x="5685" y="14461"/>
                </a:cubicBezTo>
                <a:cubicBezTo>
                  <a:pt x="6566" y="14947"/>
                  <a:pt x="7539" y="14978"/>
                  <a:pt x="8481" y="15099"/>
                </a:cubicBezTo>
                <a:cubicBezTo>
                  <a:pt x="9970" y="15312"/>
                  <a:pt x="11399" y="15434"/>
                  <a:pt x="12888" y="15495"/>
                </a:cubicBezTo>
                <a:cubicBezTo>
                  <a:pt x="12961" y="15498"/>
                  <a:pt x="13033" y="15500"/>
                  <a:pt x="13105" y="15500"/>
                </a:cubicBezTo>
                <a:cubicBezTo>
                  <a:pt x="14026" y="15500"/>
                  <a:pt x="14931" y="15228"/>
                  <a:pt x="15863" y="15228"/>
                </a:cubicBezTo>
                <a:cubicBezTo>
                  <a:pt x="16085" y="15228"/>
                  <a:pt x="16310" y="15243"/>
                  <a:pt x="16536" y="15282"/>
                </a:cubicBezTo>
                <a:cubicBezTo>
                  <a:pt x="16718" y="15251"/>
                  <a:pt x="16688" y="15191"/>
                  <a:pt x="16627" y="15099"/>
                </a:cubicBezTo>
                <a:cubicBezTo>
                  <a:pt x="17995" y="15069"/>
                  <a:pt x="19363" y="14552"/>
                  <a:pt x="20639" y="14036"/>
                </a:cubicBezTo>
                <a:cubicBezTo>
                  <a:pt x="22250" y="13397"/>
                  <a:pt x="23952" y="12212"/>
                  <a:pt x="25320" y="11057"/>
                </a:cubicBezTo>
                <a:cubicBezTo>
                  <a:pt x="25807" y="10662"/>
                  <a:pt x="26354" y="10327"/>
                  <a:pt x="26840" y="9932"/>
                </a:cubicBezTo>
                <a:cubicBezTo>
                  <a:pt x="27387" y="9507"/>
                  <a:pt x="27661" y="8899"/>
                  <a:pt x="28117" y="8382"/>
                </a:cubicBezTo>
                <a:cubicBezTo>
                  <a:pt x="28694" y="7744"/>
                  <a:pt x="29576" y="6984"/>
                  <a:pt x="29120" y="6102"/>
                </a:cubicBezTo>
                <a:cubicBezTo>
                  <a:pt x="28824" y="5551"/>
                  <a:pt x="28248" y="5395"/>
                  <a:pt x="27639" y="5395"/>
                </a:cubicBezTo>
                <a:cubicBezTo>
                  <a:pt x="27308" y="5395"/>
                  <a:pt x="26968" y="5441"/>
                  <a:pt x="26658" y="5494"/>
                </a:cubicBezTo>
                <a:cubicBezTo>
                  <a:pt x="25776" y="5646"/>
                  <a:pt x="25077" y="5768"/>
                  <a:pt x="24256" y="6072"/>
                </a:cubicBezTo>
                <a:cubicBezTo>
                  <a:pt x="23922" y="6224"/>
                  <a:pt x="23071" y="6589"/>
                  <a:pt x="22706" y="6619"/>
                </a:cubicBezTo>
                <a:cubicBezTo>
                  <a:pt x="22980" y="6011"/>
                  <a:pt x="23618" y="5525"/>
                  <a:pt x="23861" y="4856"/>
                </a:cubicBezTo>
                <a:cubicBezTo>
                  <a:pt x="24074" y="4279"/>
                  <a:pt x="24165" y="3549"/>
                  <a:pt x="24196" y="2941"/>
                </a:cubicBezTo>
                <a:cubicBezTo>
                  <a:pt x="24226" y="2455"/>
                  <a:pt x="24165" y="1695"/>
                  <a:pt x="23679" y="1421"/>
                </a:cubicBezTo>
                <a:cubicBezTo>
                  <a:pt x="23576" y="1367"/>
                  <a:pt x="23458" y="1344"/>
                  <a:pt x="23331" y="1344"/>
                </a:cubicBezTo>
                <a:cubicBezTo>
                  <a:pt x="22897" y="1344"/>
                  <a:pt x="22367" y="1608"/>
                  <a:pt x="22037" y="1725"/>
                </a:cubicBezTo>
                <a:cubicBezTo>
                  <a:pt x="20335" y="2394"/>
                  <a:pt x="18542" y="3610"/>
                  <a:pt x="17235" y="4886"/>
                </a:cubicBezTo>
                <a:cubicBezTo>
                  <a:pt x="17005" y="5117"/>
                  <a:pt x="15982" y="6112"/>
                  <a:pt x="15488" y="6112"/>
                </a:cubicBezTo>
                <a:cubicBezTo>
                  <a:pt x="15461" y="6112"/>
                  <a:pt x="15435" y="6109"/>
                  <a:pt x="15411" y="6102"/>
                </a:cubicBezTo>
                <a:cubicBezTo>
                  <a:pt x="15107" y="6011"/>
                  <a:pt x="14803" y="5373"/>
                  <a:pt x="14682" y="5130"/>
                </a:cubicBezTo>
                <a:cubicBezTo>
                  <a:pt x="14043" y="4157"/>
                  <a:pt x="13496" y="3124"/>
                  <a:pt x="12615" y="2242"/>
                </a:cubicBezTo>
                <a:cubicBezTo>
                  <a:pt x="12068" y="1695"/>
                  <a:pt x="11460" y="1148"/>
                  <a:pt x="10791" y="753"/>
                </a:cubicBezTo>
                <a:cubicBezTo>
                  <a:pt x="10463" y="561"/>
                  <a:pt x="9815" y="1"/>
                  <a:pt x="9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17"/>
          <p:cNvSpPr txBox="1"/>
          <p:nvPr>
            <p:ph type="title"/>
          </p:nvPr>
        </p:nvSpPr>
        <p:spPr>
          <a:xfrm>
            <a:off x="937625" y="2571750"/>
            <a:ext cx="2175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3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038" name="Google Shape;2038;p17"/>
          <p:cNvSpPr txBox="1"/>
          <p:nvPr>
            <p:ph idx="1" type="subTitle"/>
          </p:nvPr>
        </p:nvSpPr>
        <p:spPr>
          <a:xfrm>
            <a:off x="937625" y="2965925"/>
            <a:ext cx="2175300" cy="869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atin typeface="Inconsolata"/>
                <a:ea typeface="Inconsolata"/>
                <a:cs typeface="Inconsolata"/>
                <a:sym typeface="Inconsolata"/>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039" name="Google Shape;2039;p17"/>
          <p:cNvSpPr txBox="1"/>
          <p:nvPr>
            <p:ph idx="2" type="title"/>
          </p:nvPr>
        </p:nvSpPr>
        <p:spPr>
          <a:xfrm>
            <a:off x="3484345" y="2571750"/>
            <a:ext cx="2175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3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040" name="Google Shape;2040;p17"/>
          <p:cNvSpPr txBox="1"/>
          <p:nvPr>
            <p:ph idx="3" type="subTitle"/>
          </p:nvPr>
        </p:nvSpPr>
        <p:spPr>
          <a:xfrm>
            <a:off x="3484345" y="2965925"/>
            <a:ext cx="2175300" cy="869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atin typeface="Inconsolata"/>
                <a:ea typeface="Inconsolata"/>
                <a:cs typeface="Inconsolata"/>
                <a:sym typeface="Inconsolata"/>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041" name="Google Shape;2041;p17"/>
          <p:cNvSpPr txBox="1"/>
          <p:nvPr>
            <p:ph idx="4" type="title"/>
          </p:nvPr>
        </p:nvSpPr>
        <p:spPr>
          <a:xfrm>
            <a:off x="6031072" y="2571750"/>
            <a:ext cx="2175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3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042" name="Google Shape;2042;p17"/>
          <p:cNvSpPr txBox="1"/>
          <p:nvPr>
            <p:ph idx="5" type="subTitle"/>
          </p:nvPr>
        </p:nvSpPr>
        <p:spPr>
          <a:xfrm>
            <a:off x="6031072" y="2965925"/>
            <a:ext cx="2175300" cy="869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atin typeface="Inconsolata"/>
                <a:ea typeface="Inconsolata"/>
                <a:cs typeface="Inconsolata"/>
                <a:sym typeface="Inconsolata"/>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043" name="Google Shape;2043;p17"/>
          <p:cNvSpPr txBox="1"/>
          <p:nvPr>
            <p:ph idx="6"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latin typeface="Lora SemiBold"/>
                <a:ea typeface="Lora SemiBold"/>
                <a:cs typeface="Lora SemiBold"/>
                <a:sym typeface="Lora SemiBold"/>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s">
  <p:cSld name="CUSTOM_5">
    <p:spTree>
      <p:nvGrpSpPr>
        <p:cNvPr id="2044" name="Shape 2044"/>
        <p:cNvGrpSpPr/>
        <p:nvPr/>
      </p:nvGrpSpPr>
      <p:grpSpPr>
        <a:xfrm>
          <a:off x="0" y="0"/>
          <a:ext cx="0" cy="0"/>
          <a:chOff x="0" y="0"/>
          <a:chExt cx="0" cy="0"/>
        </a:xfrm>
      </p:grpSpPr>
      <p:pic>
        <p:nvPicPr>
          <p:cNvPr id="2045" name="Google Shape;2045;p18"/>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46" name="Google Shape;2046;p18"/>
          <p:cNvSpPr/>
          <p:nvPr/>
        </p:nvSpPr>
        <p:spPr>
          <a:xfrm flipH="1">
            <a:off x="2395011" y="3004075"/>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18"/>
          <p:cNvSpPr/>
          <p:nvPr/>
        </p:nvSpPr>
        <p:spPr>
          <a:xfrm flipH="1">
            <a:off x="282151" y="3509550"/>
            <a:ext cx="45724" cy="54865"/>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18"/>
          <p:cNvSpPr/>
          <p:nvPr/>
        </p:nvSpPr>
        <p:spPr>
          <a:xfrm flipH="1" rot="698787">
            <a:off x="8224556" y="248082"/>
            <a:ext cx="418945" cy="450524"/>
          </a:xfrm>
          <a:custGeom>
            <a:rect b="b" l="l" r="r" t="t"/>
            <a:pathLst>
              <a:path extrusionOk="0" h="11014" w="10242">
                <a:moveTo>
                  <a:pt x="4204" y="0"/>
                </a:moveTo>
                <a:lnTo>
                  <a:pt x="4204" y="0"/>
                </a:lnTo>
                <a:cubicBezTo>
                  <a:pt x="3804" y="133"/>
                  <a:pt x="3370" y="300"/>
                  <a:pt x="2970" y="567"/>
                </a:cubicBezTo>
                <a:cubicBezTo>
                  <a:pt x="568" y="2102"/>
                  <a:pt x="1" y="5537"/>
                  <a:pt x="1735" y="8206"/>
                </a:cubicBezTo>
                <a:cubicBezTo>
                  <a:pt x="2881" y="10003"/>
                  <a:pt x="4783" y="11013"/>
                  <a:pt x="6636" y="11013"/>
                </a:cubicBezTo>
                <a:cubicBezTo>
                  <a:pt x="7535" y="11013"/>
                  <a:pt x="8423" y="10775"/>
                  <a:pt x="9207" y="10274"/>
                </a:cubicBezTo>
                <a:cubicBezTo>
                  <a:pt x="9608" y="10007"/>
                  <a:pt x="9941" y="9707"/>
                  <a:pt x="10242" y="9373"/>
                </a:cubicBezTo>
                <a:lnTo>
                  <a:pt x="10242" y="9373"/>
                </a:lnTo>
                <a:cubicBezTo>
                  <a:pt x="9797" y="9499"/>
                  <a:pt x="9340" y="9561"/>
                  <a:pt x="8881" y="9561"/>
                </a:cubicBezTo>
                <a:cubicBezTo>
                  <a:pt x="7031" y="9561"/>
                  <a:pt x="5153" y="8562"/>
                  <a:pt x="4004" y="6772"/>
                </a:cubicBezTo>
                <a:cubicBezTo>
                  <a:pt x="2536" y="4503"/>
                  <a:pt x="2703" y="1735"/>
                  <a:pt x="42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18"/>
          <p:cNvSpPr/>
          <p:nvPr/>
        </p:nvSpPr>
        <p:spPr>
          <a:xfrm rot="10800000">
            <a:off x="-153629" y="277225"/>
            <a:ext cx="1527230"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6"/>
                  <a:pt x="4134" y="1217"/>
                  <a:pt x="4621" y="1217"/>
                </a:cubicBezTo>
                <a:cubicBezTo>
                  <a:pt x="5198" y="1217"/>
                  <a:pt x="5715" y="1156"/>
                  <a:pt x="6262" y="1399"/>
                </a:cubicBezTo>
                <a:cubicBezTo>
                  <a:pt x="6870" y="1673"/>
                  <a:pt x="7478" y="2007"/>
                  <a:pt x="8055" y="2372"/>
                </a:cubicBezTo>
                <a:cubicBezTo>
                  <a:pt x="8572" y="2706"/>
                  <a:pt x="8937" y="3162"/>
                  <a:pt x="9545" y="3345"/>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4"/>
                </a:cubicBezTo>
                <a:cubicBezTo>
                  <a:pt x="16110" y="579"/>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8"/>
                  <a:pt x="24378" y="4287"/>
                  <a:pt x="25138" y="4287"/>
                </a:cubicBezTo>
                <a:cubicBezTo>
                  <a:pt x="25502" y="4287"/>
                  <a:pt x="26050" y="4378"/>
                  <a:pt x="26414" y="4256"/>
                </a:cubicBezTo>
                <a:cubicBezTo>
                  <a:pt x="26870" y="4135"/>
                  <a:pt x="27296" y="3740"/>
                  <a:pt x="27721" y="3527"/>
                </a:cubicBezTo>
                <a:cubicBezTo>
                  <a:pt x="28451" y="3162"/>
                  <a:pt x="29150" y="2372"/>
                  <a:pt x="29636" y="1734"/>
                </a:cubicBezTo>
                <a:cubicBezTo>
                  <a:pt x="29910" y="1430"/>
                  <a:pt x="30123" y="1065"/>
                  <a:pt x="30335" y="730"/>
                </a:cubicBezTo>
                <a:cubicBezTo>
                  <a:pt x="30427" y="548"/>
                  <a:pt x="30548" y="305"/>
                  <a:pt x="30761" y="275"/>
                </a:cubicBezTo>
                <a:cubicBezTo>
                  <a:pt x="30822" y="457"/>
                  <a:pt x="30822" y="609"/>
                  <a:pt x="30822" y="822"/>
                </a:cubicBezTo>
              </a:path>
            </a:pathLst>
          </a:custGeom>
          <a:noFill/>
          <a:ln cap="flat" cmpd="sng" w="66875">
            <a:solidFill>
              <a:schemeClr val="accent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18"/>
          <p:cNvSpPr/>
          <p:nvPr/>
        </p:nvSpPr>
        <p:spPr>
          <a:xfrm rot="10800000">
            <a:off x="-153629" y="100925"/>
            <a:ext cx="1527230"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5"/>
                  <a:pt x="4134" y="1217"/>
                  <a:pt x="4621" y="1217"/>
                </a:cubicBezTo>
                <a:cubicBezTo>
                  <a:pt x="5198" y="1217"/>
                  <a:pt x="5715" y="1156"/>
                  <a:pt x="6262" y="1399"/>
                </a:cubicBezTo>
                <a:cubicBezTo>
                  <a:pt x="6870" y="1673"/>
                  <a:pt x="7478" y="2007"/>
                  <a:pt x="8055" y="2372"/>
                </a:cubicBezTo>
                <a:cubicBezTo>
                  <a:pt x="8572" y="2706"/>
                  <a:pt x="8937" y="3162"/>
                  <a:pt x="9545" y="3344"/>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3"/>
                </a:cubicBezTo>
                <a:cubicBezTo>
                  <a:pt x="16110" y="578"/>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7"/>
                  <a:pt x="24378" y="4287"/>
                  <a:pt x="25138" y="4287"/>
                </a:cubicBezTo>
                <a:cubicBezTo>
                  <a:pt x="25502" y="4287"/>
                  <a:pt x="26050" y="4378"/>
                  <a:pt x="26414" y="4256"/>
                </a:cubicBezTo>
                <a:cubicBezTo>
                  <a:pt x="26870" y="4135"/>
                  <a:pt x="27296" y="3739"/>
                  <a:pt x="27721" y="3527"/>
                </a:cubicBezTo>
                <a:cubicBezTo>
                  <a:pt x="28451" y="3162"/>
                  <a:pt x="29150" y="2372"/>
                  <a:pt x="29636" y="1733"/>
                </a:cubicBezTo>
                <a:cubicBezTo>
                  <a:pt x="29910" y="1399"/>
                  <a:pt x="30123" y="1065"/>
                  <a:pt x="30335" y="730"/>
                </a:cubicBezTo>
                <a:cubicBezTo>
                  <a:pt x="30427" y="548"/>
                  <a:pt x="30548" y="305"/>
                  <a:pt x="30761" y="274"/>
                </a:cubicBezTo>
                <a:cubicBezTo>
                  <a:pt x="30822" y="457"/>
                  <a:pt x="30822" y="609"/>
                  <a:pt x="30822" y="821"/>
                </a:cubicBezTo>
              </a:path>
            </a:pathLst>
          </a:custGeom>
          <a:noFill/>
          <a:ln cap="flat" cmpd="sng" w="760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1" name="Google Shape;2051;p18"/>
          <p:cNvGrpSpPr/>
          <p:nvPr/>
        </p:nvGrpSpPr>
        <p:grpSpPr>
          <a:xfrm rot="8100000">
            <a:off x="-187771" y="4559461"/>
            <a:ext cx="722411" cy="665363"/>
            <a:chOff x="548175" y="3691725"/>
            <a:chExt cx="990925" cy="1044125"/>
          </a:xfrm>
        </p:grpSpPr>
        <p:sp>
          <p:nvSpPr>
            <p:cNvPr id="2052" name="Google Shape;2052;p18"/>
            <p:cNvSpPr/>
            <p:nvPr/>
          </p:nvSpPr>
          <p:spPr>
            <a:xfrm>
              <a:off x="803500" y="3747200"/>
              <a:ext cx="52450" cy="99575"/>
            </a:xfrm>
            <a:custGeom>
              <a:rect b="b" l="l" r="r" t="t"/>
              <a:pathLst>
                <a:path extrusionOk="0" fill="none" h="3983" w="2098">
                  <a:moveTo>
                    <a:pt x="2097" y="0"/>
                  </a:moveTo>
                  <a:cubicBezTo>
                    <a:pt x="1733" y="760"/>
                    <a:pt x="1307" y="1490"/>
                    <a:pt x="881" y="2250"/>
                  </a:cubicBezTo>
                  <a:cubicBezTo>
                    <a:pt x="578" y="2827"/>
                    <a:pt x="213" y="3374"/>
                    <a:pt x="0" y="398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18"/>
            <p:cNvSpPr/>
            <p:nvPr/>
          </p:nvSpPr>
          <p:spPr>
            <a:xfrm>
              <a:off x="773850" y="3864975"/>
              <a:ext cx="58550" cy="99575"/>
            </a:xfrm>
            <a:custGeom>
              <a:rect b="b" l="l" r="r" t="t"/>
              <a:pathLst>
                <a:path extrusionOk="0" fill="none" h="3983" w="2342">
                  <a:moveTo>
                    <a:pt x="2341" y="1"/>
                  </a:moveTo>
                  <a:cubicBezTo>
                    <a:pt x="2067" y="700"/>
                    <a:pt x="1490" y="1308"/>
                    <a:pt x="1186" y="2007"/>
                  </a:cubicBezTo>
                  <a:cubicBezTo>
                    <a:pt x="852" y="2706"/>
                    <a:pt x="517" y="3436"/>
                    <a:pt x="1" y="398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18"/>
            <p:cNvSpPr/>
            <p:nvPr/>
          </p:nvSpPr>
          <p:spPr>
            <a:xfrm>
              <a:off x="712300" y="3923500"/>
              <a:ext cx="38025" cy="64600"/>
            </a:xfrm>
            <a:custGeom>
              <a:rect b="b" l="l" r="r" t="t"/>
              <a:pathLst>
                <a:path extrusionOk="0" fill="none" h="2584" w="1521">
                  <a:moveTo>
                    <a:pt x="1520" y="0"/>
                  </a:moveTo>
                  <a:cubicBezTo>
                    <a:pt x="1216" y="487"/>
                    <a:pt x="1034" y="1034"/>
                    <a:pt x="700" y="1520"/>
                  </a:cubicBezTo>
                  <a:cubicBezTo>
                    <a:pt x="456" y="1885"/>
                    <a:pt x="244" y="2219"/>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18"/>
            <p:cNvSpPr/>
            <p:nvPr/>
          </p:nvSpPr>
          <p:spPr>
            <a:xfrm>
              <a:off x="718375" y="3829275"/>
              <a:ext cx="41075" cy="64600"/>
            </a:xfrm>
            <a:custGeom>
              <a:rect b="b" l="l" r="r" t="t"/>
              <a:pathLst>
                <a:path extrusionOk="0" fill="none" h="2584" w="1643">
                  <a:moveTo>
                    <a:pt x="1642" y="0"/>
                  </a:moveTo>
                  <a:cubicBezTo>
                    <a:pt x="1034" y="851"/>
                    <a:pt x="487" y="1702"/>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18"/>
            <p:cNvSpPr/>
            <p:nvPr/>
          </p:nvSpPr>
          <p:spPr>
            <a:xfrm>
              <a:off x="621125" y="3993400"/>
              <a:ext cx="26600" cy="53225"/>
            </a:xfrm>
            <a:custGeom>
              <a:rect b="b" l="l" r="r" t="t"/>
              <a:pathLst>
                <a:path extrusionOk="0" fill="none" h="2129" w="1064">
                  <a:moveTo>
                    <a:pt x="1064" y="1"/>
                  </a:moveTo>
                  <a:cubicBezTo>
                    <a:pt x="1003" y="335"/>
                    <a:pt x="699" y="761"/>
                    <a:pt x="517" y="1065"/>
                  </a:cubicBezTo>
                  <a:cubicBezTo>
                    <a:pt x="365" y="1429"/>
                    <a:pt x="182" y="1764"/>
                    <a:pt x="0" y="212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18"/>
            <p:cNvSpPr/>
            <p:nvPr/>
          </p:nvSpPr>
          <p:spPr>
            <a:xfrm>
              <a:off x="662150" y="4043550"/>
              <a:ext cx="32700" cy="58550"/>
            </a:xfrm>
            <a:custGeom>
              <a:rect b="b" l="l" r="r" t="t"/>
              <a:pathLst>
                <a:path extrusionOk="0" fill="none" h="2342" w="1308">
                  <a:moveTo>
                    <a:pt x="1307" y="1"/>
                  </a:moveTo>
                  <a:cubicBezTo>
                    <a:pt x="1034" y="487"/>
                    <a:pt x="578" y="882"/>
                    <a:pt x="396" y="1399"/>
                  </a:cubicBezTo>
                  <a:cubicBezTo>
                    <a:pt x="274" y="1703"/>
                    <a:pt x="244" y="209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18"/>
            <p:cNvSpPr/>
            <p:nvPr/>
          </p:nvSpPr>
          <p:spPr>
            <a:xfrm>
              <a:off x="726750" y="4043550"/>
              <a:ext cx="44075" cy="67650"/>
            </a:xfrm>
            <a:custGeom>
              <a:rect b="b" l="l" r="r" t="t"/>
              <a:pathLst>
                <a:path extrusionOk="0" fill="none" h="2706" w="1763">
                  <a:moveTo>
                    <a:pt x="1763" y="1"/>
                  </a:moveTo>
                  <a:cubicBezTo>
                    <a:pt x="973" y="761"/>
                    <a:pt x="426" y="1703"/>
                    <a:pt x="0"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18"/>
            <p:cNvSpPr/>
            <p:nvPr/>
          </p:nvSpPr>
          <p:spPr>
            <a:xfrm>
              <a:off x="827050" y="3955400"/>
              <a:ext cx="43325" cy="67675"/>
            </a:xfrm>
            <a:custGeom>
              <a:rect b="b" l="l" r="r" t="t"/>
              <a:pathLst>
                <a:path extrusionOk="0" fill="none" h="2707" w="1733">
                  <a:moveTo>
                    <a:pt x="1733" y="1"/>
                  </a:moveTo>
                  <a:cubicBezTo>
                    <a:pt x="1307" y="487"/>
                    <a:pt x="851" y="1065"/>
                    <a:pt x="578" y="1673"/>
                  </a:cubicBezTo>
                  <a:cubicBezTo>
                    <a:pt x="487" y="1855"/>
                    <a:pt x="426" y="2068"/>
                    <a:pt x="304" y="2250"/>
                  </a:cubicBezTo>
                  <a:cubicBezTo>
                    <a:pt x="213" y="2402"/>
                    <a:pt x="0" y="2524"/>
                    <a:pt x="0"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18"/>
            <p:cNvSpPr/>
            <p:nvPr/>
          </p:nvSpPr>
          <p:spPr>
            <a:xfrm>
              <a:off x="908350" y="3835350"/>
              <a:ext cx="44100" cy="76000"/>
            </a:xfrm>
            <a:custGeom>
              <a:rect b="b" l="l" r="r" t="t"/>
              <a:pathLst>
                <a:path extrusionOk="0" fill="none" h="3040" w="1764">
                  <a:moveTo>
                    <a:pt x="1764" y="0"/>
                  </a:moveTo>
                  <a:cubicBezTo>
                    <a:pt x="1399" y="699"/>
                    <a:pt x="1034" y="1429"/>
                    <a:pt x="700" y="2158"/>
                  </a:cubicBezTo>
                  <a:cubicBezTo>
                    <a:pt x="578" y="2462"/>
                    <a:pt x="457" y="3040"/>
                    <a:pt x="1" y="294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18"/>
            <p:cNvSpPr/>
            <p:nvPr/>
          </p:nvSpPr>
          <p:spPr>
            <a:xfrm>
              <a:off x="901525" y="3764675"/>
              <a:ext cx="50925" cy="76775"/>
            </a:xfrm>
            <a:custGeom>
              <a:rect b="b" l="l" r="r" t="t"/>
              <a:pathLst>
                <a:path extrusionOk="0" fill="none" h="3071" w="2037">
                  <a:moveTo>
                    <a:pt x="2037" y="1"/>
                  </a:moveTo>
                  <a:cubicBezTo>
                    <a:pt x="1489" y="457"/>
                    <a:pt x="1155" y="1095"/>
                    <a:pt x="821" y="1703"/>
                  </a:cubicBezTo>
                  <a:cubicBezTo>
                    <a:pt x="608" y="2067"/>
                    <a:pt x="0" y="2645"/>
                    <a:pt x="61" y="307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18"/>
            <p:cNvSpPr/>
            <p:nvPr/>
          </p:nvSpPr>
          <p:spPr>
            <a:xfrm>
              <a:off x="1008650" y="3762400"/>
              <a:ext cx="28900" cy="52450"/>
            </a:xfrm>
            <a:custGeom>
              <a:rect b="b" l="l" r="r" t="t"/>
              <a:pathLst>
                <a:path extrusionOk="0" fill="none" h="2098" w="1156">
                  <a:moveTo>
                    <a:pt x="1156" y="0"/>
                  </a:moveTo>
                  <a:cubicBezTo>
                    <a:pt x="882" y="456"/>
                    <a:pt x="487" y="882"/>
                    <a:pt x="305" y="1399"/>
                  </a:cubicBezTo>
                  <a:cubicBezTo>
                    <a:pt x="214" y="1611"/>
                    <a:pt x="183" y="1915"/>
                    <a:pt x="1" y="20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18"/>
            <p:cNvSpPr/>
            <p:nvPr/>
          </p:nvSpPr>
          <p:spPr>
            <a:xfrm>
              <a:off x="1084650" y="3732750"/>
              <a:ext cx="44100" cy="61600"/>
            </a:xfrm>
            <a:custGeom>
              <a:rect b="b" l="l" r="r" t="t"/>
              <a:pathLst>
                <a:path extrusionOk="0" fill="none" h="2464" w="1764">
                  <a:moveTo>
                    <a:pt x="1763" y="1"/>
                  </a:moveTo>
                  <a:cubicBezTo>
                    <a:pt x="1551" y="487"/>
                    <a:pt x="1277" y="913"/>
                    <a:pt x="943" y="1308"/>
                  </a:cubicBezTo>
                  <a:cubicBezTo>
                    <a:pt x="608" y="1703"/>
                    <a:pt x="396" y="2098"/>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18"/>
            <p:cNvSpPr/>
            <p:nvPr/>
          </p:nvSpPr>
          <p:spPr>
            <a:xfrm>
              <a:off x="1155325" y="3762400"/>
              <a:ext cx="38000" cy="49425"/>
            </a:xfrm>
            <a:custGeom>
              <a:rect b="b" l="l" r="r" t="t"/>
              <a:pathLst>
                <a:path extrusionOk="0" fill="none" h="1977" w="1520">
                  <a:moveTo>
                    <a:pt x="1520" y="0"/>
                  </a:moveTo>
                  <a:cubicBezTo>
                    <a:pt x="1216" y="365"/>
                    <a:pt x="942" y="791"/>
                    <a:pt x="639" y="1155"/>
                  </a:cubicBezTo>
                  <a:cubicBezTo>
                    <a:pt x="426" y="1429"/>
                    <a:pt x="183" y="1672"/>
                    <a:pt x="0"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18"/>
            <p:cNvSpPr/>
            <p:nvPr/>
          </p:nvSpPr>
          <p:spPr>
            <a:xfrm>
              <a:off x="969900" y="39934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18"/>
            <p:cNvSpPr/>
            <p:nvPr/>
          </p:nvSpPr>
          <p:spPr>
            <a:xfrm>
              <a:off x="929625" y="3917425"/>
              <a:ext cx="43350" cy="64600"/>
            </a:xfrm>
            <a:custGeom>
              <a:rect b="b" l="l" r="r" t="t"/>
              <a:pathLst>
                <a:path extrusionOk="0" fill="none" h="2584" w="1734">
                  <a:moveTo>
                    <a:pt x="1733" y="0"/>
                  </a:moveTo>
                  <a:cubicBezTo>
                    <a:pt x="1217" y="882"/>
                    <a:pt x="730" y="1854"/>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18"/>
            <p:cNvSpPr/>
            <p:nvPr/>
          </p:nvSpPr>
          <p:spPr>
            <a:xfrm>
              <a:off x="847550" y="4061025"/>
              <a:ext cx="40300" cy="56275"/>
            </a:xfrm>
            <a:custGeom>
              <a:rect b="b" l="l" r="r" t="t"/>
              <a:pathLst>
                <a:path extrusionOk="0" fill="none" h="2251" w="1612">
                  <a:moveTo>
                    <a:pt x="1612" y="1"/>
                  </a:moveTo>
                  <a:cubicBezTo>
                    <a:pt x="974" y="700"/>
                    <a:pt x="487" y="1429"/>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18"/>
            <p:cNvSpPr/>
            <p:nvPr/>
          </p:nvSpPr>
          <p:spPr>
            <a:xfrm>
              <a:off x="750300" y="4169700"/>
              <a:ext cx="50175" cy="64625"/>
            </a:xfrm>
            <a:custGeom>
              <a:rect b="b" l="l" r="r" t="t"/>
              <a:pathLst>
                <a:path extrusionOk="0" fill="none" h="2585" w="2007">
                  <a:moveTo>
                    <a:pt x="2006" y="0"/>
                  </a:moveTo>
                  <a:cubicBezTo>
                    <a:pt x="1307" y="852"/>
                    <a:pt x="791" y="1824"/>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18"/>
            <p:cNvSpPr/>
            <p:nvPr/>
          </p:nvSpPr>
          <p:spPr>
            <a:xfrm>
              <a:off x="747250" y="4114225"/>
              <a:ext cx="32700" cy="46375"/>
            </a:xfrm>
            <a:custGeom>
              <a:rect b="b" l="l" r="r" t="t"/>
              <a:pathLst>
                <a:path extrusionOk="0" fill="none" h="1855" w="1308">
                  <a:moveTo>
                    <a:pt x="1308" y="1"/>
                  </a:moveTo>
                  <a:cubicBezTo>
                    <a:pt x="913" y="639"/>
                    <a:pt x="517" y="1308"/>
                    <a:pt x="1"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18"/>
            <p:cNvSpPr/>
            <p:nvPr/>
          </p:nvSpPr>
          <p:spPr>
            <a:xfrm>
              <a:off x="641625" y="4222900"/>
              <a:ext cx="35750" cy="52450"/>
            </a:xfrm>
            <a:custGeom>
              <a:rect b="b" l="l" r="r" t="t"/>
              <a:pathLst>
                <a:path extrusionOk="0" fill="none" h="2098" w="1430">
                  <a:moveTo>
                    <a:pt x="1429" y="0"/>
                  </a:moveTo>
                  <a:cubicBezTo>
                    <a:pt x="1399" y="182"/>
                    <a:pt x="1004" y="699"/>
                    <a:pt x="913" y="821"/>
                  </a:cubicBezTo>
                  <a:cubicBezTo>
                    <a:pt x="791" y="973"/>
                    <a:pt x="639" y="1125"/>
                    <a:pt x="517" y="1277"/>
                  </a:cubicBezTo>
                  <a:cubicBezTo>
                    <a:pt x="335" y="1520"/>
                    <a:pt x="62" y="1763"/>
                    <a:pt x="1" y="209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18"/>
            <p:cNvSpPr/>
            <p:nvPr/>
          </p:nvSpPr>
          <p:spPr>
            <a:xfrm>
              <a:off x="615800" y="4169700"/>
              <a:ext cx="46375" cy="55500"/>
            </a:xfrm>
            <a:custGeom>
              <a:rect b="b" l="l" r="r" t="t"/>
              <a:pathLst>
                <a:path extrusionOk="0" fill="none" h="2220" w="1855">
                  <a:moveTo>
                    <a:pt x="1854" y="0"/>
                  </a:moveTo>
                  <a:cubicBezTo>
                    <a:pt x="973" y="517"/>
                    <a:pt x="699" y="1551"/>
                    <a:pt x="0"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18"/>
            <p:cNvSpPr/>
            <p:nvPr/>
          </p:nvSpPr>
          <p:spPr>
            <a:xfrm>
              <a:off x="589200" y="4114225"/>
              <a:ext cx="31950" cy="46375"/>
            </a:xfrm>
            <a:custGeom>
              <a:rect b="b" l="l" r="r" t="t"/>
              <a:pathLst>
                <a:path extrusionOk="0" fill="none" h="1855" w="1278">
                  <a:moveTo>
                    <a:pt x="1277" y="1"/>
                  </a:moveTo>
                  <a:cubicBezTo>
                    <a:pt x="973" y="456"/>
                    <a:pt x="669" y="943"/>
                    <a:pt x="335" y="1399"/>
                  </a:cubicBezTo>
                  <a:cubicBezTo>
                    <a:pt x="244" y="1551"/>
                    <a:pt x="122" y="1733"/>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18"/>
            <p:cNvSpPr/>
            <p:nvPr/>
          </p:nvSpPr>
          <p:spPr>
            <a:xfrm>
              <a:off x="630225" y="3855875"/>
              <a:ext cx="31950" cy="50175"/>
            </a:xfrm>
            <a:custGeom>
              <a:rect b="b" l="l" r="r" t="t"/>
              <a:pathLst>
                <a:path extrusionOk="0" fill="none" h="2007" w="1278">
                  <a:moveTo>
                    <a:pt x="1277" y="0"/>
                  </a:moveTo>
                  <a:cubicBezTo>
                    <a:pt x="913" y="365"/>
                    <a:pt x="487" y="760"/>
                    <a:pt x="305" y="1246"/>
                  </a:cubicBezTo>
                  <a:cubicBezTo>
                    <a:pt x="214" y="1459"/>
                    <a:pt x="31" y="1763"/>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18"/>
            <p:cNvSpPr/>
            <p:nvPr/>
          </p:nvSpPr>
          <p:spPr>
            <a:xfrm>
              <a:off x="756375" y="3756325"/>
              <a:ext cx="28900" cy="28900"/>
            </a:xfrm>
            <a:custGeom>
              <a:rect b="b" l="l" r="r" t="t"/>
              <a:pathLst>
                <a:path extrusionOk="0" fill="none" h="1156" w="1156">
                  <a:moveTo>
                    <a:pt x="1156" y="0"/>
                  </a:moveTo>
                  <a:cubicBezTo>
                    <a:pt x="608" y="243"/>
                    <a:pt x="244" y="639"/>
                    <a:pt x="0" y="11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18"/>
            <p:cNvSpPr/>
            <p:nvPr/>
          </p:nvSpPr>
          <p:spPr>
            <a:xfrm>
              <a:off x="565650" y="3982000"/>
              <a:ext cx="26600" cy="41075"/>
            </a:xfrm>
            <a:custGeom>
              <a:rect b="b" l="l" r="r" t="t"/>
              <a:pathLst>
                <a:path extrusionOk="0" fill="none" h="1643" w="1064">
                  <a:moveTo>
                    <a:pt x="1064" y="1"/>
                  </a:moveTo>
                  <a:cubicBezTo>
                    <a:pt x="760" y="305"/>
                    <a:pt x="426" y="669"/>
                    <a:pt x="243" y="1065"/>
                  </a:cubicBezTo>
                  <a:cubicBezTo>
                    <a:pt x="152" y="1247"/>
                    <a:pt x="91" y="1460"/>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18"/>
            <p:cNvSpPr/>
            <p:nvPr/>
          </p:nvSpPr>
          <p:spPr>
            <a:xfrm>
              <a:off x="548175" y="4222900"/>
              <a:ext cx="26600" cy="43325"/>
            </a:xfrm>
            <a:custGeom>
              <a:rect b="b" l="l" r="r" t="t"/>
              <a:pathLst>
                <a:path extrusionOk="0" fill="none" h="1733" w="1064">
                  <a:moveTo>
                    <a:pt x="1064" y="0"/>
                  </a:moveTo>
                  <a:cubicBezTo>
                    <a:pt x="821" y="365"/>
                    <a:pt x="517" y="760"/>
                    <a:pt x="334" y="1155"/>
                  </a:cubicBezTo>
                  <a:cubicBezTo>
                    <a:pt x="274" y="1338"/>
                    <a:pt x="182" y="1702"/>
                    <a:pt x="0" y="173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18"/>
            <p:cNvSpPr/>
            <p:nvPr/>
          </p:nvSpPr>
          <p:spPr>
            <a:xfrm>
              <a:off x="583125" y="4278350"/>
              <a:ext cx="26625" cy="41075"/>
            </a:xfrm>
            <a:custGeom>
              <a:rect b="b" l="l" r="r" t="t"/>
              <a:pathLst>
                <a:path extrusionOk="0" fill="none" h="1643" w="1065">
                  <a:moveTo>
                    <a:pt x="1064" y="1"/>
                  </a:moveTo>
                  <a:cubicBezTo>
                    <a:pt x="730" y="335"/>
                    <a:pt x="487" y="700"/>
                    <a:pt x="304" y="1126"/>
                  </a:cubicBezTo>
                  <a:cubicBezTo>
                    <a:pt x="213" y="1278"/>
                    <a:pt x="152" y="1582"/>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18"/>
            <p:cNvSpPr/>
            <p:nvPr/>
          </p:nvSpPr>
          <p:spPr>
            <a:xfrm>
              <a:off x="621125" y="4322425"/>
              <a:ext cx="58525" cy="85150"/>
            </a:xfrm>
            <a:custGeom>
              <a:rect b="b" l="l" r="r" t="t"/>
              <a:pathLst>
                <a:path extrusionOk="0" fill="none" h="3406" w="2341">
                  <a:moveTo>
                    <a:pt x="2341" y="1"/>
                  </a:moveTo>
                  <a:cubicBezTo>
                    <a:pt x="1824" y="578"/>
                    <a:pt x="1368" y="1247"/>
                    <a:pt x="973" y="1946"/>
                  </a:cubicBezTo>
                  <a:cubicBezTo>
                    <a:pt x="821" y="2220"/>
                    <a:pt x="669" y="2433"/>
                    <a:pt x="517" y="2706"/>
                  </a:cubicBezTo>
                  <a:cubicBezTo>
                    <a:pt x="334" y="2919"/>
                    <a:pt x="243" y="3223"/>
                    <a:pt x="0" y="340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18"/>
            <p:cNvSpPr/>
            <p:nvPr/>
          </p:nvSpPr>
          <p:spPr>
            <a:xfrm>
              <a:off x="618075" y="4459975"/>
              <a:ext cx="26625" cy="44100"/>
            </a:xfrm>
            <a:custGeom>
              <a:rect b="b" l="l" r="r" t="t"/>
              <a:pathLst>
                <a:path extrusionOk="0" fill="none" h="1764" w="1065">
                  <a:moveTo>
                    <a:pt x="1064" y="1"/>
                  </a:moveTo>
                  <a:cubicBezTo>
                    <a:pt x="760" y="426"/>
                    <a:pt x="578" y="760"/>
                    <a:pt x="365" y="1216"/>
                  </a:cubicBezTo>
                  <a:cubicBezTo>
                    <a:pt x="304" y="1368"/>
                    <a:pt x="152" y="1642"/>
                    <a:pt x="0"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18"/>
            <p:cNvSpPr/>
            <p:nvPr/>
          </p:nvSpPr>
          <p:spPr>
            <a:xfrm>
              <a:off x="741925" y="4275325"/>
              <a:ext cx="41075" cy="55500"/>
            </a:xfrm>
            <a:custGeom>
              <a:rect b="b" l="l" r="r" t="t"/>
              <a:pathLst>
                <a:path extrusionOk="0" fill="none" h="2220" w="1643">
                  <a:moveTo>
                    <a:pt x="1642" y="0"/>
                  </a:moveTo>
                  <a:cubicBezTo>
                    <a:pt x="1095" y="335"/>
                    <a:pt x="882" y="851"/>
                    <a:pt x="578" y="1368"/>
                  </a:cubicBezTo>
                  <a:cubicBezTo>
                    <a:pt x="426" y="1672"/>
                    <a:pt x="244" y="2037"/>
                    <a:pt x="1"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18"/>
            <p:cNvSpPr/>
            <p:nvPr/>
          </p:nvSpPr>
          <p:spPr>
            <a:xfrm>
              <a:off x="849850" y="4178825"/>
              <a:ext cx="26600" cy="41050"/>
            </a:xfrm>
            <a:custGeom>
              <a:rect b="b" l="l" r="r" t="t"/>
              <a:pathLst>
                <a:path extrusionOk="0" fill="none" h="1642" w="1064">
                  <a:moveTo>
                    <a:pt x="1064" y="0"/>
                  </a:moveTo>
                  <a:cubicBezTo>
                    <a:pt x="790" y="335"/>
                    <a:pt x="517" y="638"/>
                    <a:pt x="304" y="1034"/>
                  </a:cubicBezTo>
                  <a:cubicBezTo>
                    <a:pt x="183" y="1216"/>
                    <a:pt x="152" y="1459"/>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18"/>
            <p:cNvSpPr/>
            <p:nvPr/>
          </p:nvSpPr>
          <p:spPr>
            <a:xfrm>
              <a:off x="944075" y="4102075"/>
              <a:ext cx="49400" cy="70675"/>
            </a:xfrm>
            <a:custGeom>
              <a:rect b="b" l="l" r="r" t="t"/>
              <a:pathLst>
                <a:path extrusionOk="0" fill="none" h="2827" w="1976">
                  <a:moveTo>
                    <a:pt x="1976" y="0"/>
                  </a:moveTo>
                  <a:cubicBezTo>
                    <a:pt x="1429" y="547"/>
                    <a:pt x="1003" y="1094"/>
                    <a:pt x="639" y="1794"/>
                  </a:cubicBezTo>
                  <a:cubicBezTo>
                    <a:pt x="456" y="2098"/>
                    <a:pt x="243" y="2553"/>
                    <a:pt x="0" y="282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18"/>
            <p:cNvSpPr/>
            <p:nvPr/>
          </p:nvSpPr>
          <p:spPr>
            <a:xfrm>
              <a:off x="1052725" y="4013925"/>
              <a:ext cx="34975" cy="50175"/>
            </a:xfrm>
            <a:custGeom>
              <a:rect b="b" l="l" r="r" t="t"/>
              <a:pathLst>
                <a:path extrusionOk="0" fill="none" h="2007" w="1399">
                  <a:moveTo>
                    <a:pt x="1399" y="0"/>
                  </a:moveTo>
                  <a:cubicBezTo>
                    <a:pt x="943" y="456"/>
                    <a:pt x="609" y="851"/>
                    <a:pt x="335" y="1399"/>
                  </a:cubicBezTo>
                  <a:cubicBezTo>
                    <a:pt x="274" y="1490"/>
                    <a:pt x="274" y="1672"/>
                    <a:pt x="183" y="1763"/>
                  </a:cubicBezTo>
                  <a:cubicBezTo>
                    <a:pt x="122" y="1885"/>
                    <a:pt x="62" y="1885"/>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18"/>
            <p:cNvSpPr/>
            <p:nvPr/>
          </p:nvSpPr>
          <p:spPr>
            <a:xfrm>
              <a:off x="1149250" y="3899950"/>
              <a:ext cx="34975" cy="50175"/>
            </a:xfrm>
            <a:custGeom>
              <a:rect b="b" l="l" r="r" t="t"/>
              <a:pathLst>
                <a:path extrusionOk="0" fill="none" h="2007" w="1399">
                  <a:moveTo>
                    <a:pt x="1398" y="0"/>
                  </a:moveTo>
                  <a:cubicBezTo>
                    <a:pt x="1003" y="426"/>
                    <a:pt x="730" y="821"/>
                    <a:pt x="395" y="1307"/>
                  </a:cubicBezTo>
                  <a:cubicBezTo>
                    <a:pt x="243" y="1489"/>
                    <a:pt x="0" y="1733"/>
                    <a:pt x="0"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18"/>
            <p:cNvSpPr/>
            <p:nvPr/>
          </p:nvSpPr>
          <p:spPr>
            <a:xfrm>
              <a:off x="1102125" y="3879425"/>
              <a:ext cx="26625" cy="41050"/>
            </a:xfrm>
            <a:custGeom>
              <a:rect b="b" l="l" r="r" t="t"/>
              <a:pathLst>
                <a:path extrusionOk="0" fill="none" h="1642" w="1065">
                  <a:moveTo>
                    <a:pt x="1064" y="0"/>
                  </a:moveTo>
                  <a:cubicBezTo>
                    <a:pt x="730" y="183"/>
                    <a:pt x="517" y="699"/>
                    <a:pt x="304" y="1003"/>
                  </a:cubicBezTo>
                  <a:cubicBezTo>
                    <a:pt x="183" y="1186"/>
                    <a:pt x="31" y="1429"/>
                    <a:pt x="1"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18"/>
            <p:cNvSpPr/>
            <p:nvPr/>
          </p:nvSpPr>
          <p:spPr>
            <a:xfrm>
              <a:off x="972950" y="3697800"/>
              <a:ext cx="38775" cy="44100"/>
            </a:xfrm>
            <a:custGeom>
              <a:rect b="b" l="l" r="r" t="t"/>
              <a:pathLst>
                <a:path extrusionOk="0" fill="none" h="1764" w="1551">
                  <a:moveTo>
                    <a:pt x="1550" y="1"/>
                  </a:moveTo>
                  <a:cubicBezTo>
                    <a:pt x="1186" y="426"/>
                    <a:pt x="851" y="791"/>
                    <a:pt x="487" y="1186"/>
                  </a:cubicBezTo>
                  <a:cubicBezTo>
                    <a:pt x="365" y="1308"/>
                    <a:pt x="61" y="1612"/>
                    <a:pt x="0"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18"/>
            <p:cNvSpPr/>
            <p:nvPr/>
          </p:nvSpPr>
          <p:spPr>
            <a:xfrm>
              <a:off x="908350" y="3691725"/>
              <a:ext cx="20550" cy="23575"/>
            </a:xfrm>
            <a:custGeom>
              <a:rect b="b" l="l" r="r" t="t"/>
              <a:pathLst>
                <a:path extrusionOk="0" fill="none" h="943" w="822">
                  <a:moveTo>
                    <a:pt x="821" y="1"/>
                  </a:moveTo>
                  <a:cubicBezTo>
                    <a:pt x="457" y="213"/>
                    <a:pt x="122" y="517"/>
                    <a:pt x="1" y="94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18"/>
            <p:cNvSpPr/>
            <p:nvPr/>
          </p:nvSpPr>
          <p:spPr>
            <a:xfrm>
              <a:off x="1207000" y="3779875"/>
              <a:ext cx="38775" cy="49425"/>
            </a:xfrm>
            <a:custGeom>
              <a:rect b="b" l="l" r="r" t="t"/>
              <a:pathLst>
                <a:path extrusionOk="0" fill="none" h="1977" w="1551">
                  <a:moveTo>
                    <a:pt x="1550" y="1"/>
                  </a:moveTo>
                  <a:cubicBezTo>
                    <a:pt x="1094" y="396"/>
                    <a:pt x="730" y="821"/>
                    <a:pt x="334" y="1277"/>
                  </a:cubicBezTo>
                  <a:cubicBezTo>
                    <a:pt x="182" y="1490"/>
                    <a:pt x="0" y="1703"/>
                    <a:pt x="3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18"/>
            <p:cNvSpPr/>
            <p:nvPr/>
          </p:nvSpPr>
          <p:spPr>
            <a:xfrm>
              <a:off x="1275375" y="3814825"/>
              <a:ext cx="38025" cy="38025"/>
            </a:xfrm>
            <a:custGeom>
              <a:rect b="b" l="l" r="r" t="t"/>
              <a:pathLst>
                <a:path extrusionOk="0" fill="none" h="1521" w="1521">
                  <a:moveTo>
                    <a:pt x="1521" y="1"/>
                  </a:moveTo>
                  <a:cubicBezTo>
                    <a:pt x="1125" y="61"/>
                    <a:pt x="852" y="609"/>
                    <a:pt x="639" y="882"/>
                  </a:cubicBezTo>
                  <a:cubicBezTo>
                    <a:pt x="457" y="1065"/>
                    <a:pt x="214" y="136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18"/>
            <p:cNvSpPr/>
            <p:nvPr/>
          </p:nvSpPr>
          <p:spPr>
            <a:xfrm>
              <a:off x="1322500" y="3858900"/>
              <a:ext cx="58525" cy="61575"/>
            </a:xfrm>
            <a:custGeom>
              <a:rect b="b" l="l" r="r" t="t"/>
              <a:pathLst>
                <a:path extrusionOk="0" fill="none" h="2463" w="2341">
                  <a:moveTo>
                    <a:pt x="2341" y="1"/>
                  </a:moveTo>
                  <a:cubicBezTo>
                    <a:pt x="1976" y="274"/>
                    <a:pt x="1520" y="578"/>
                    <a:pt x="1246" y="943"/>
                  </a:cubicBezTo>
                  <a:cubicBezTo>
                    <a:pt x="1095" y="1125"/>
                    <a:pt x="973" y="1338"/>
                    <a:pt x="791" y="1520"/>
                  </a:cubicBezTo>
                  <a:cubicBezTo>
                    <a:pt x="547" y="1824"/>
                    <a:pt x="243" y="2128"/>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18"/>
            <p:cNvSpPr/>
            <p:nvPr/>
          </p:nvSpPr>
          <p:spPr>
            <a:xfrm>
              <a:off x="1325525" y="3944000"/>
              <a:ext cx="66900" cy="72975"/>
            </a:xfrm>
            <a:custGeom>
              <a:rect b="b" l="l" r="r" t="t"/>
              <a:pathLst>
                <a:path extrusionOk="0" fill="none" h="2919" w="2676">
                  <a:moveTo>
                    <a:pt x="2676" y="1"/>
                  </a:moveTo>
                  <a:cubicBezTo>
                    <a:pt x="2159" y="609"/>
                    <a:pt x="1673" y="1308"/>
                    <a:pt x="1034" y="1855"/>
                  </a:cubicBezTo>
                  <a:cubicBezTo>
                    <a:pt x="670" y="2159"/>
                    <a:pt x="335" y="2585"/>
                    <a:pt x="1" y="29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18"/>
            <p:cNvSpPr/>
            <p:nvPr/>
          </p:nvSpPr>
          <p:spPr>
            <a:xfrm>
              <a:off x="1407600" y="3958450"/>
              <a:ext cx="38025" cy="44100"/>
            </a:xfrm>
            <a:custGeom>
              <a:rect b="b" l="l" r="r" t="t"/>
              <a:pathLst>
                <a:path extrusionOk="0" fill="none" h="1764" w="1521">
                  <a:moveTo>
                    <a:pt x="1520" y="0"/>
                  </a:moveTo>
                  <a:cubicBezTo>
                    <a:pt x="1004" y="578"/>
                    <a:pt x="609" y="1307"/>
                    <a:pt x="1"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18"/>
            <p:cNvSpPr/>
            <p:nvPr/>
          </p:nvSpPr>
          <p:spPr>
            <a:xfrm>
              <a:off x="1242700" y="3970600"/>
              <a:ext cx="44100" cy="55500"/>
            </a:xfrm>
            <a:custGeom>
              <a:rect b="b" l="l" r="r" t="t"/>
              <a:pathLst>
                <a:path extrusionOk="0" fill="none" h="2220" w="1764">
                  <a:moveTo>
                    <a:pt x="1764" y="1"/>
                  </a:moveTo>
                  <a:cubicBezTo>
                    <a:pt x="1308" y="274"/>
                    <a:pt x="1034" y="791"/>
                    <a:pt x="791" y="1277"/>
                  </a:cubicBezTo>
                  <a:cubicBezTo>
                    <a:pt x="578" y="1612"/>
                    <a:pt x="274" y="1885"/>
                    <a:pt x="1"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18"/>
            <p:cNvSpPr/>
            <p:nvPr/>
          </p:nvSpPr>
          <p:spPr>
            <a:xfrm>
              <a:off x="1178875" y="3944000"/>
              <a:ext cx="49425" cy="58550"/>
            </a:xfrm>
            <a:custGeom>
              <a:rect b="b" l="l" r="r" t="t"/>
              <a:pathLst>
                <a:path extrusionOk="0" fill="none" h="2342" w="1977">
                  <a:moveTo>
                    <a:pt x="1976" y="1"/>
                  </a:moveTo>
                  <a:cubicBezTo>
                    <a:pt x="1520" y="487"/>
                    <a:pt x="1034" y="974"/>
                    <a:pt x="639" y="1521"/>
                  </a:cubicBezTo>
                  <a:cubicBezTo>
                    <a:pt x="456" y="1764"/>
                    <a:pt x="92" y="206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18"/>
            <p:cNvSpPr/>
            <p:nvPr/>
          </p:nvSpPr>
          <p:spPr>
            <a:xfrm>
              <a:off x="1117325" y="4076225"/>
              <a:ext cx="41050" cy="49425"/>
            </a:xfrm>
            <a:custGeom>
              <a:rect b="b" l="l" r="r" t="t"/>
              <a:pathLst>
                <a:path extrusionOk="0" fill="none" h="1977" w="1642">
                  <a:moveTo>
                    <a:pt x="1642" y="1"/>
                  </a:moveTo>
                  <a:cubicBezTo>
                    <a:pt x="1186" y="396"/>
                    <a:pt x="943" y="882"/>
                    <a:pt x="548" y="1308"/>
                  </a:cubicBezTo>
                  <a:cubicBezTo>
                    <a:pt x="365" y="1521"/>
                    <a:pt x="183" y="1764"/>
                    <a:pt x="0"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18"/>
            <p:cNvSpPr/>
            <p:nvPr/>
          </p:nvSpPr>
          <p:spPr>
            <a:xfrm>
              <a:off x="1198625" y="4084600"/>
              <a:ext cx="41825" cy="50175"/>
            </a:xfrm>
            <a:custGeom>
              <a:rect b="b" l="l" r="r" t="t"/>
              <a:pathLst>
                <a:path extrusionOk="0" fill="none" h="2007" w="1673">
                  <a:moveTo>
                    <a:pt x="1673" y="0"/>
                  </a:moveTo>
                  <a:cubicBezTo>
                    <a:pt x="1308" y="456"/>
                    <a:pt x="1004" y="912"/>
                    <a:pt x="639" y="1338"/>
                  </a:cubicBezTo>
                  <a:cubicBezTo>
                    <a:pt x="457" y="1520"/>
                    <a:pt x="274" y="1915"/>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18"/>
            <p:cNvSpPr/>
            <p:nvPr/>
          </p:nvSpPr>
          <p:spPr>
            <a:xfrm>
              <a:off x="1295900" y="4064075"/>
              <a:ext cx="41050" cy="50175"/>
            </a:xfrm>
            <a:custGeom>
              <a:rect b="b" l="l" r="r" t="t"/>
              <a:pathLst>
                <a:path extrusionOk="0" fill="none" h="2007" w="1642">
                  <a:moveTo>
                    <a:pt x="1642" y="0"/>
                  </a:moveTo>
                  <a:cubicBezTo>
                    <a:pt x="1247" y="487"/>
                    <a:pt x="821" y="912"/>
                    <a:pt x="456" y="1429"/>
                  </a:cubicBezTo>
                  <a:cubicBezTo>
                    <a:pt x="335" y="1611"/>
                    <a:pt x="183" y="1946"/>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18"/>
            <p:cNvSpPr/>
            <p:nvPr/>
          </p:nvSpPr>
          <p:spPr>
            <a:xfrm>
              <a:off x="1360500" y="4061025"/>
              <a:ext cx="58525" cy="61575"/>
            </a:xfrm>
            <a:custGeom>
              <a:rect b="b" l="l" r="r" t="t"/>
              <a:pathLst>
                <a:path extrusionOk="0" fill="none" h="2463" w="2341">
                  <a:moveTo>
                    <a:pt x="2341" y="1"/>
                  </a:moveTo>
                  <a:cubicBezTo>
                    <a:pt x="2006" y="214"/>
                    <a:pt x="1733" y="396"/>
                    <a:pt x="1489" y="730"/>
                  </a:cubicBezTo>
                  <a:cubicBezTo>
                    <a:pt x="1337" y="913"/>
                    <a:pt x="1216" y="1125"/>
                    <a:pt x="1064" y="1308"/>
                  </a:cubicBezTo>
                  <a:cubicBezTo>
                    <a:pt x="669" y="1703"/>
                    <a:pt x="304" y="2037"/>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18"/>
            <p:cNvSpPr/>
            <p:nvPr/>
          </p:nvSpPr>
          <p:spPr>
            <a:xfrm>
              <a:off x="1442550" y="4055725"/>
              <a:ext cx="52475" cy="58525"/>
            </a:xfrm>
            <a:custGeom>
              <a:rect b="b" l="l" r="r" t="t"/>
              <a:pathLst>
                <a:path extrusionOk="0" fill="none" h="2341" w="2099">
                  <a:moveTo>
                    <a:pt x="2098" y="0"/>
                  </a:moveTo>
                  <a:cubicBezTo>
                    <a:pt x="1825" y="456"/>
                    <a:pt x="1399" y="851"/>
                    <a:pt x="1065" y="1277"/>
                  </a:cubicBezTo>
                  <a:cubicBezTo>
                    <a:pt x="761" y="1672"/>
                    <a:pt x="396" y="2037"/>
                    <a:pt x="1"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18"/>
            <p:cNvSpPr/>
            <p:nvPr/>
          </p:nvSpPr>
          <p:spPr>
            <a:xfrm>
              <a:off x="1448625" y="4149175"/>
              <a:ext cx="41075" cy="58550"/>
            </a:xfrm>
            <a:custGeom>
              <a:rect b="b" l="l" r="r" t="t"/>
              <a:pathLst>
                <a:path extrusionOk="0" fill="none" h="2342" w="1643">
                  <a:moveTo>
                    <a:pt x="1642" y="1"/>
                  </a:moveTo>
                  <a:cubicBezTo>
                    <a:pt x="1186" y="852"/>
                    <a:pt x="396" y="1490"/>
                    <a:pt x="1"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18"/>
            <p:cNvSpPr/>
            <p:nvPr/>
          </p:nvSpPr>
          <p:spPr>
            <a:xfrm>
              <a:off x="1480550" y="4193250"/>
              <a:ext cx="58550" cy="67650"/>
            </a:xfrm>
            <a:custGeom>
              <a:rect b="b" l="l" r="r" t="t"/>
              <a:pathLst>
                <a:path extrusionOk="0" fill="none" h="2706" w="2342">
                  <a:moveTo>
                    <a:pt x="2341" y="1"/>
                  </a:moveTo>
                  <a:cubicBezTo>
                    <a:pt x="1885" y="517"/>
                    <a:pt x="1490" y="1065"/>
                    <a:pt x="1064" y="1612"/>
                  </a:cubicBezTo>
                  <a:cubicBezTo>
                    <a:pt x="760" y="2007"/>
                    <a:pt x="365" y="2341"/>
                    <a:pt x="1"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18"/>
            <p:cNvSpPr/>
            <p:nvPr/>
          </p:nvSpPr>
          <p:spPr>
            <a:xfrm>
              <a:off x="1442550" y="4389300"/>
              <a:ext cx="41075" cy="44100"/>
            </a:xfrm>
            <a:custGeom>
              <a:rect b="b" l="l" r="r" t="t"/>
              <a:pathLst>
                <a:path extrusionOk="0" fill="none" h="1764" w="1643">
                  <a:moveTo>
                    <a:pt x="1642" y="1"/>
                  </a:moveTo>
                  <a:cubicBezTo>
                    <a:pt x="1369" y="335"/>
                    <a:pt x="973" y="517"/>
                    <a:pt x="700" y="852"/>
                  </a:cubicBezTo>
                  <a:cubicBezTo>
                    <a:pt x="457" y="1156"/>
                    <a:pt x="244" y="1490"/>
                    <a:pt x="1"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18"/>
            <p:cNvSpPr/>
            <p:nvPr/>
          </p:nvSpPr>
          <p:spPr>
            <a:xfrm>
              <a:off x="1392400" y="4501000"/>
              <a:ext cx="50175" cy="50175"/>
            </a:xfrm>
            <a:custGeom>
              <a:rect b="b" l="l" r="r" t="t"/>
              <a:pathLst>
                <a:path extrusionOk="0" fill="none" h="2007" w="2007">
                  <a:moveTo>
                    <a:pt x="2007" y="1"/>
                  </a:moveTo>
                  <a:cubicBezTo>
                    <a:pt x="1581" y="426"/>
                    <a:pt x="1217" y="882"/>
                    <a:pt x="821" y="1308"/>
                  </a:cubicBezTo>
                  <a:cubicBezTo>
                    <a:pt x="578" y="1551"/>
                    <a:pt x="244" y="1733"/>
                    <a:pt x="1"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18"/>
            <p:cNvSpPr/>
            <p:nvPr/>
          </p:nvSpPr>
          <p:spPr>
            <a:xfrm>
              <a:off x="1474475" y="4295850"/>
              <a:ext cx="38025" cy="47125"/>
            </a:xfrm>
            <a:custGeom>
              <a:rect b="b" l="l" r="r" t="t"/>
              <a:pathLst>
                <a:path extrusionOk="0" fill="none" h="1885" w="1521">
                  <a:moveTo>
                    <a:pt x="1520" y="0"/>
                  </a:moveTo>
                  <a:cubicBezTo>
                    <a:pt x="1216" y="365"/>
                    <a:pt x="912" y="699"/>
                    <a:pt x="639" y="1094"/>
                  </a:cubicBezTo>
                  <a:cubicBezTo>
                    <a:pt x="426" y="1368"/>
                    <a:pt x="274" y="1641"/>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18"/>
            <p:cNvSpPr/>
            <p:nvPr/>
          </p:nvSpPr>
          <p:spPr>
            <a:xfrm>
              <a:off x="1515500" y="4105100"/>
              <a:ext cx="23600" cy="29675"/>
            </a:xfrm>
            <a:custGeom>
              <a:rect b="b" l="l" r="r" t="t"/>
              <a:pathLst>
                <a:path extrusionOk="0" fill="none" h="1187" w="944">
                  <a:moveTo>
                    <a:pt x="943" y="1"/>
                  </a:moveTo>
                  <a:cubicBezTo>
                    <a:pt x="457" y="274"/>
                    <a:pt x="122" y="639"/>
                    <a:pt x="1" y="118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18"/>
            <p:cNvSpPr/>
            <p:nvPr/>
          </p:nvSpPr>
          <p:spPr>
            <a:xfrm>
              <a:off x="1351375" y="4281400"/>
              <a:ext cx="61575" cy="72975"/>
            </a:xfrm>
            <a:custGeom>
              <a:rect b="b" l="l" r="r" t="t"/>
              <a:pathLst>
                <a:path extrusionOk="0" fill="none" h="2919" w="2463">
                  <a:moveTo>
                    <a:pt x="2462" y="1"/>
                  </a:moveTo>
                  <a:cubicBezTo>
                    <a:pt x="2128" y="274"/>
                    <a:pt x="1702" y="548"/>
                    <a:pt x="1429" y="943"/>
                  </a:cubicBezTo>
                  <a:cubicBezTo>
                    <a:pt x="1247" y="1216"/>
                    <a:pt x="1064" y="1490"/>
                    <a:pt x="851" y="1764"/>
                  </a:cubicBezTo>
                  <a:cubicBezTo>
                    <a:pt x="578" y="2128"/>
                    <a:pt x="365" y="2645"/>
                    <a:pt x="0" y="29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18"/>
            <p:cNvSpPr/>
            <p:nvPr/>
          </p:nvSpPr>
          <p:spPr>
            <a:xfrm>
              <a:off x="1333900" y="4199325"/>
              <a:ext cx="44100" cy="46375"/>
            </a:xfrm>
            <a:custGeom>
              <a:rect b="b" l="l" r="r" t="t"/>
              <a:pathLst>
                <a:path extrusionOk="0" fill="none" h="1855" w="1764">
                  <a:moveTo>
                    <a:pt x="1763" y="1"/>
                  </a:moveTo>
                  <a:cubicBezTo>
                    <a:pt x="1368" y="122"/>
                    <a:pt x="1094" y="700"/>
                    <a:pt x="821" y="1004"/>
                  </a:cubicBezTo>
                  <a:cubicBezTo>
                    <a:pt x="547" y="1277"/>
                    <a:pt x="304" y="1581"/>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18"/>
            <p:cNvSpPr/>
            <p:nvPr/>
          </p:nvSpPr>
          <p:spPr>
            <a:xfrm>
              <a:off x="1008650" y="4172750"/>
              <a:ext cx="46375" cy="58525"/>
            </a:xfrm>
            <a:custGeom>
              <a:rect b="b" l="l" r="r" t="t"/>
              <a:pathLst>
                <a:path extrusionOk="0" fill="none" h="2341" w="1855">
                  <a:moveTo>
                    <a:pt x="1855" y="0"/>
                  </a:moveTo>
                  <a:cubicBezTo>
                    <a:pt x="1277" y="790"/>
                    <a:pt x="670" y="1611"/>
                    <a:pt x="1" y="234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18"/>
            <p:cNvSpPr/>
            <p:nvPr/>
          </p:nvSpPr>
          <p:spPr>
            <a:xfrm>
              <a:off x="1114275" y="4193250"/>
              <a:ext cx="38025" cy="41075"/>
            </a:xfrm>
            <a:custGeom>
              <a:rect b="b" l="l" r="r" t="t"/>
              <a:pathLst>
                <a:path extrusionOk="0" fill="none" h="1643" w="1521">
                  <a:moveTo>
                    <a:pt x="1521" y="1"/>
                  </a:moveTo>
                  <a:cubicBezTo>
                    <a:pt x="1095" y="213"/>
                    <a:pt x="670" y="548"/>
                    <a:pt x="396" y="973"/>
                  </a:cubicBezTo>
                  <a:cubicBezTo>
                    <a:pt x="244" y="1186"/>
                    <a:pt x="183" y="1460"/>
                    <a:pt x="1"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18"/>
            <p:cNvSpPr/>
            <p:nvPr/>
          </p:nvSpPr>
          <p:spPr>
            <a:xfrm>
              <a:off x="1216875" y="4187175"/>
              <a:ext cx="31925" cy="35750"/>
            </a:xfrm>
            <a:custGeom>
              <a:rect b="b" l="l" r="r" t="t"/>
              <a:pathLst>
                <a:path extrusionOk="0" fill="none" h="1430" w="1277">
                  <a:moveTo>
                    <a:pt x="1277" y="1"/>
                  </a:moveTo>
                  <a:cubicBezTo>
                    <a:pt x="912" y="335"/>
                    <a:pt x="547" y="517"/>
                    <a:pt x="335" y="943"/>
                  </a:cubicBezTo>
                  <a:cubicBezTo>
                    <a:pt x="243" y="1156"/>
                    <a:pt x="152" y="1247"/>
                    <a:pt x="0" y="142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18"/>
            <p:cNvSpPr/>
            <p:nvPr/>
          </p:nvSpPr>
          <p:spPr>
            <a:xfrm>
              <a:off x="1286775" y="4178825"/>
              <a:ext cx="44100" cy="43325"/>
            </a:xfrm>
            <a:custGeom>
              <a:rect b="b" l="l" r="r" t="t"/>
              <a:pathLst>
                <a:path extrusionOk="0" fill="none" h="1733" w="1764">
                  <a:moveTo>
                    <a:pt x="1764" y="0"/>
                  </a:moveTo>
                  <a:cubicBezTo>
                    <a:pt x="1186" y="487"/>
                    <a:pt x="457" y="1094"/>
                    <a:pt x="1" y="173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18"/>
            <p:cNvSpPr/>
            <p:nvPr/>
          </p:nvSpPr>
          <p:spPr>
            <a:xfrm>
              <a:off x="1146200" y="4310275"/>
              <a:ext cx="58525" cy="64625"/>
            </a:xfrm>
            <a:custGeom>
              <a:rect b="b" l="l" r="r" t="t"/>
              <a:pathLst>
                <a:path extrusionOk="0" fill="none" h="2585" w="2341">
                  <a:moveTo>
                    <a:pt x="2341" y="1"/>
                  </a:moveTo>
                  <a:cubicBezTo>
                    <a:pt x="2037" y="92"/>
                    <a:pt x="1763" y="639"/>
                    <a:pt x="1611" y="852"/>
                  </a:cubicBezTo>
                  <a:cubicBezTo>
                    <a:pt x="1429" y="1064"/>
                    <a:pt x="1247" y="1247"/>
                    <a:pt x="1064" y="1429"/>
                  </a:cubicBezTo>
                  <a:cubicBezTo>
                    <a:pt x="669" y="1794"/>
                    <a:pt x="335" y="2189"/>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18"/>
            <p:cNvSpPr/>
            <p:nvPr/>
          </p:nvSpPr>
          <p:spPr>
            <a:xfrm>
              <a:off x="1102125" y="4286725"/>
              <a:ext cx="50175" cy="56250"/>
            </a:xfrm>
            <a:custGeom>
              <a:rect b="b" l="l" r="r" t="t"/>
              <a:pathLst>
                <a:path extrusionOk="0" fill="none" h="2250" w="2007">
                  <a:moveTo>
                    <a:pt x="2007" y="0"/>
                  </a:moveTo>
                  <a:cubicBezTo>
                    <a:pt x="1277" y="730"/>
                    <a:pt x="639" y="1490"/>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18"/>
            <p:cNvSpPr/>
            <p:nvPr/>
          </p:nvSpPr>
          <p:spPr>
            <a:xfrm>
              <a:off x="994225" y="4310275"/>
              <a:ext cx="49425" cy="50175"/>
            </a:xfrm>
            <a:custGeom>
              <a:rect b="b" l="l" r="r" t="t"/>
              <a:pathLst>
                <a:path extrusionOk="0" fill="none" h="2007" w="1977">
                  <a:moveTo>
                    <a:pt x="1976" y="1"/>
                  </a:moveTo>
                  <a:cubicBezTo>
                    <a:pt x="1551" y="426"/>
                    <a:pt x="1155" y="852"/>
                    <a:pt x="730" y="1247"/>
                  </a:cubicBezTo>
                  <a:cubicBezTo>
                    <a:pt x="487" y="1520"/>
                    <a:pt x="183" y="1703"/>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18"/>
            <p:cNvSpPr/>
            <p:nvPr/>
          </p:nvSpPr>
          <p:spPr>
            <a:xfrm>
              <a:off x="887825" y="4313325"/>
              <a:ext cx="41075" cy="38000"/>
            </a:xfrm>
            <a:custGeom>
              <a:rect b="b" l="l" r="r" t="t"/>
              <a:pathLst>
                <a:path extrusionOk="0" fill="none" h="1520" w="1643">
                  <a:moveTo>
                    <a:pt x="1642" y="0"/>
                  </a:moveTo>
                  <a:cubicBezTo>
                    <a:pt x="1308" y="335"/>
                    <a:pt x="974" y="699"/>
                    <a:pt x="639" y="1034"/>
                  </a:cubicBezTo>
                  <a:cubicBezTo>
                    <a:pt x="426" y="1216"/>
                    <a:pt x="214" y="133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18"/>
            <p:cNvSpPr/>
            <p:nvPr/>
          </p:nvSpPr>
          <p:spPr>
            <a:xfrm>
              <a:off x="882525" y="4234300"/>
              <a:ext cx="41050" cy="47125"/>
            </a:xfrm>
            <a:custGeom>
              <a:rect b="b" l="l" r="r" t="t"/>
              <a:pathLst>
                <a:path extrusionOk="0" fill="none" h="1885" w="1642">
                  <a:moveTo>
                    <a:pt x="1642" y="0"/>
                  </a:moveTo>
                  <a:cubicBezTo>
                    <a:pt x="1003" y="517"/>
                    <a:pt x="578" y="1307"/>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18"/>
            <p:cNvSpPr/>
            <p:nvPr/>
          </p:nvSpPr>
          <p:spPr>
            <a:xfrm>
              <a:off x="770800" y="4368800"/>
              <a:ext cx="47150" cy="53200"/>
            </a:xfrm>
            <a:custGeom>
              <a:rect b="b" l="l" r="r" t="t"/>
              <a:pathLst>
                <a:path extrusionOk="0" fill="none" h="2128" w="1886">
                  <a:moveTo>
                    <a:pt x="1886" y="0"/>
                  </a:moveTo>
                  <a:cubicBezTo>
                    <a:pt x="1399" y="426"/>
                    <a:pt x="974" y="882"/>
                    <a:pt x="579" y="1398"/>
                  </a:cubicBezTo>
                  <a:cubicBezTo>
                    <a:pt x="396" y="1641"/>
                    <a:pt x="244" y="1885"/>
                    <a:pt x="1" y="212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18"/>
            <p:cNvSpPr/>
            <p:nvPr/>
          </p:nvSpPr>
          <p:spPr>
            <a:xfrm>
              <a:off x="723700" y="4483525"/>
              <a:ext cx="41050" cy="50175"/>
            </a:xfrm>
            <a:custGeom>
              <a:rect b="b" l="l" r="r" t="t"/>
              <a:pathLst>
                <a:path extrusionOk="0" fill="none" h="2007" w="1642">
                  <a:moveTo>
                    <a:pt x="1642" y="1"/>
                  </a:moveTo>
                  <a:cubicBezTo>
                    <a:pt x="1277" y="426"/>
                    <a:pt x="943" y="791"/>
                    <a:pt x="700" y="1247"/>
                  </a:cubicBezTo>
                  <a:cubicBezTo>
                    <a:pt x="548" y="1551"/>
                    <a:pt x="274" y="1825"/>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18"/>
            <p:cNvSpPr/>
            <p:nvPr/>
          </p:nvSpPr>
          <p:spPr>
            <a:xfrm>
              <a:off x="709250" y="4583075"/>
              <a:ext cx="31950" cy="38025"/>
            </a:xfrm>
            <a:custGeom>
              <a:rect b="b" l="l" r="r" t="t"/>
              <a:pathLst>
                <a:path extrusionOk="0" fill="none" h="1521" w="1278">
                  <a:moveTo>
                    <a:pt x="1278" y="1"/>
                  </a:moveTo>
                  <a:cubicBezTo>
                    <a:pt x="974" y="457"/>
                    <a:pt x="578" y="133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18"/>
            <p:cNvSpPr/>
            <p:nvPr/>
          </p:nvSpPr>
          <p:spPr>
            <a:xfrm>
              <a:off x="694825" y="4404500"/>
              <a:ext cx="20550" cy="28900"/>
            </a:xfrm>
            <a:custGeom>
              <a:rect b="b" l="l" r="r" t="t"/>
              <a:pathLst>
                <a:path extrusionOk="0" fill="none" h="1156" w="822">
                  <a:moveTo>
                    <a:pt x="821" y="1"/>
                  </a:moveTo>
                  <a:cubicBezTo>
                    <a:pt x="456" y="335"/>
                    <a:pt x="335" y="821"/>
                    <a:pt x="0" y="115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18"/>
            <p:cNvSpPr/>
            <p:nvPr/>
          </p:nvSpPr>
          <p:spPr>
            <a:xfrm>
              <a:off x="577050" y="4404500"/>
              <a:ext cx="20525" cy="26625"/>
            </a:xfrm>
            <a:custGeom>
              <a:rect b="b" l="l" r="r" t="t"/>
              <a:pathLst>
                <a:path extrusionOk="0" fill="none" h="1065" w="821">
                  <a:moveTo>
                    <a:pt x="821" y="1"/>
                  </a:moveTo>
                  <a:cubicBezTo>
                    <a:pt x="517" y="335"/>
                    <a:pt x="304" y="730"/>
                    <a:pt x="0" y="106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18"/>
            <p:cNvSpPr/>
            <p:nvPr/>
          </p:nvSpPr>
          <p:spPr>
            <a:xfrm>
              <a:off x="873400" y="4407550"/>
              <a:ext cx="38025" cy="58525"/>
            </a:xfrm>
            <a:custGeom>
              <a:rect b="b" l="l" r="r" t="t"/>
              <a:pathLst>
                <a:path extrusionOk="0" fill="none" h="2341" w="1521">
                  <a:moveTo>
                    <a:pt x="1520" y="0"/>
                  </a:moveTo>
                  <a:cubicBezTo>
                    <a:pt x="1490" y="304"/>
                    <a:pt x="1095" y="699"/>
                    <a:pt x="943" y="943"/>
                  </a:cubicBezTo>
                  <a:cubicBezTo>
                    <a:pt x="821" y="1155"/>
                    <a:pt x="669" y="1338"/>
                    <a:pt x="548" y="1520"/>
                  </a:cubicBezTo>
                  <a:cubicBezTo>
                    <a:pt x="365" y="1733"/>
                    <a:pt x="31" y="2037"/>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18"/>
            <p:cNvSpPr/>
            <p:nvPr/>
          </p:nvSpPr>
          <p:spPr>
            <a:xfrm>
              <a:off x="955475" y="4421975"/>
              <a:ext cx="50175" cy="55500"/>
            </a:xfrm>
            <a:custGeom>
              <a:rect b="b" l="l" r="r" t="t"/>
              <a:pathLst>
                <a:path extrusionOk="0" fill="none" h="2220" w="2007">
                  <a:moveTo>
                    <a:pt x="2006" y="1"/>
                  </a:moveTo>
                  <a:cubicBezTo>
                    <a:pt x="1611" y="244"/>
                    <a:pt x="1398" y="335"/>
                    <a:pt x="1155" y="669"/>
                  </a:cubicBezTo>
                  <a:cubicBezTo>
                    <a:pt x="1034" y="882"/>
                    <a:pt x="912" y="1095"/>
                    <a:pt x="760" y="1277"/>
                  </a:cubicBezTo>
                  <a:cubicBezTo>
                    <a:pt x="517" y="1612"/>
                    <a:pt x="304" y="1946"/>
                    <a:pt x="0"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18"/>
            <p:cNvSpPr/>
            <p:nvPr/>
          </p:nvSpPr>
          <p:spPr>
            <a:xfrm>
              <a:off x="1084650" y="4415900"/>
              <a:ext cx="26625" cy="32700"/>
            </a:xfrm>
            <a:custGeom>
              <a:rect b="b" l="l" r="r" t="t"/>
              <a:pathLst>
                <a:path extrusionOk="0" fill="none" h="1308" w="1065">
                  <a:moveTo>
                    <a:pt x="1064" y="1"/>
                  </a:moveTo>
                  <a:cubicBezTo>
                    <a:pt x="730" y="365"/>
                    <a:pt x="152" y="821"/>
                    <a:pt x="0" y="130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18"/>
            <p:cNvSpPr/>
            <p:nvPr/>
          </p:nvSpPr>
          <p:spPr>
            <a:xfrm>
              <a:off x="1122650" y="4451625"/>
              <a:ext cx="44100" cy="58525"/>
            </a:xfrm>
            <a:custGeom>
              <a:rect b="b" l="l" r="r" t="t"/>
              <a:pathLst>
                <a:path extrusionOk="0" fill="none" h="2341" w="1764">
                  <a:moveTo>
                    <a:pt x="1763" y="0"/>
                  </a:moveTo>
                  <a:cubicBezTo>
                    <a:pt x="1368" y="517"/>
                    <a:pt x="1003" y="1094"/>
                    <a:pt x="578" y="1611"/>
                  </a:cubicBezTo>
                  <a:cubicBezTo>
                    <a:pt x="395" y="1854"/>
                    <a:pt x="243" y="215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18"/>
            <p:cNvSpPr/>
            <p:nvPr/>
          </p:nvSpPr>
          <p:spPr>
            <a:xfrm>
              <a:off x="1245750" y="4327750"/>
              <a:ext cx="29650" cy="32700"/>
            </a:xfrm>
            <a:custGeom>
              <a:rect b="b" l="l" r="r" t="t"/>
              <a:pathLst>
                <a:path extrusionOk="0" fill="none" h="1308" w="1186">
                  <a:moveTo>
                    <a:pt x="1186" y="1"/>
                  </a:moveTo>
                  <a:cubicBezTo>
                    <a:pt x="851" y="213"/>
                    <a:pt x="456" y="487"/>
                    <a:pt x="304" y="852"/>
                  </a:cubicBezTo>
                  <a:cubicBezTo>
                    <a:pt x="213" y="1034"/>
                    <a:pt x="183" y="1156"/>
                    <a:pt x="0" y="130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18"/>
            <p:cNvSpPr/>
            <p:nvPr/>
          </p:nvSpPr>
          <p:spPr>
            <a:xfrm>
              <a:off x="1284500" y="4418950"/>
              <a:ext cx="31950" cy="44100"/>
            </a:xfrm>
            <a:custGeom>
              <a:rect b="b" l="l" r="r" t="t"/>
              <a:pathLst>
                <a:path extrusionOk="0" fill="none" h="1764" w="1278">
                  <a:moveTo>
                    <a:pt x="1277" y="0"/>
                  </a:moveTo>
                  <a:cubicBezTo>
                    <a:pt x="943" y="395"/>
                    <a:pt x="578" y="821"/>
                    <a:pt x="304" y="1246"/>
                  </a:cubicBezTo>
                  <a:cubicBezTo>
                    <a:pt x="183" y="1398"/>
                    <a:pt x="122" y="1611"/>
                    <a:pt x="0"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18"/>
            <p:cNvSpPr/>
            <p:nvPr/>
          </p:nvSpPr>
          <p:spPr>
            <a:xfrm>
              <a:off x="1292850" y="4507100"/>
              <a:ext cx="35000" cy="49400"/>
            </a:xfrm>
            <a:custGeom>
              <a:rect b="b" l="l" r="r" t="t"/>
              <a:pathLst>
                <a:path extrusionOk="0" fill="none" h="1976" w="1400">
                  <a:moveTo>
                    <a:pt x="1399" y="0"/>
                  </a:moveTo>
                  <a:cubicBezTo>
                    <a:pt x="822" y="517"/>
                    <a:pt x="548" y="1398"/>
                    <a:pt x="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18"/>
            <p:cNvSpPr/>
            <p:nvPr/>
          </p:nvSpPr>
          <p:spPr>
            <a:xfrm>
              <a:off x="1257900" y="4627150"/>
              <a:ext cx="44100" cy="52450"/>
            </a:xfrm>
            <a:custGeom>
              <a:rect b="b" l="l" r="r" t="t"/>
              <a:pathLst>
                <a:path extrusionOk="0" fill="none" h="2098" w="1764">
                  <a:moveTo>
                    <a:pt x="1764" y="1"/>
                  </a:moveTo>
                  <a:cubicBezTo>
                    <a:pt x="1308" y="517"/>
                    <a:pt x="882" y="1034"/>
                    <a:pt x="457" y="1520"/>
                  </a:cubicBezTo>
                  <a:cubicBezTo>
                    <a:pt x="335" y="1672"/>
                    <a:pt x="31" y="1946"/>
                    <a:pt x="1" y="20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18"/>
            <p:cNvSpPr/>
            <p:nvPr/>
          </p:nvSpPr>
          <p:spPr>
            <a:xfrm>
              <a:off x="1175825" y="4636275"/>
              <a:ext cx="41075" cy="49425"/>
            </a:xfrm>
            <a:custGeom>
              <a:rect b="b" l="l" r="r" t="t"/>
              <a:pathLst>
                <a:path extrusionOk="0" fill="none" h="1977" w="1643">
                  <a:moveTo>
                    <a:pt x="1642" y="0"/>
                  </a:moveTo>
                  <a:cubicBezTo>
                    <a:pt x="1156" y="304"/>
                    <a:pt x="852" y="791"/>
                    <a:pt x="578" y="1277"/>
                  </a:cubicBezTo>
                  <a:cubicBezTo>
                    <a:pt x="426" y="1550"/>
                    <a:pt x="214" y="1763"/>
                    <a:pt x="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18"/>
            <p:cNvSpPr/>
            <p:nvPr/>
          </p:nvSpPr>
          <p:spPr>
            <a:xfrm>
              <a:off x="1175825" y="4530650"/>
              <a:ext cx="49425" cy="64600"/>
            </a:xfrm>
            <a:custGeom>
              <a:rect b="b" l="l" r="r" t="t"/>
              <a:pathLst>
                <a:path extrusionOk="0" fill="none" h="2584" w="1977">
                  <a:moveTo>
                    <a:pt x="1977" y="0"/>
                  </a:moveTo>
                  <a:cubicBezTo>
                    <a:pt x="1581" y="426"/>
                    <a:pt x="1156" y="943"/>
                    <a:pt x="822" y="1429"/>
                  </a:cubicBezTo>
                  <a:cubicBezTo>
                    <a:pt x="548" y="1824"/>
                    <a:pt x="305" y="2219"/>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18"/>
            <p:cNvSpPr/>
            <p:nvPr/>
          </p:nvSpPr>
          <p:spPr>
            <a:xfrm>
              <a:off x="1067175" y="4662100"/>
              <a:ext cx="38025" cy="47150"/>
            </a:xfrm>
            <a:custGeom>
              <a:rect b="b" l="l" r="r" t="t"/>
              <a:pathLst>
                <a:path extrusionOk="0" fill="none" h="1886" w="1521">
                  <a:moveTo>
                    <a:pt x="1520" y="1"/>
                  </a:moveTo>
                  <a:cubicBezTo>
                    <a:pt x="1186" y="426"/>
                    <a:pt x="943" y="943"/>
                    <a:pt x="578" y="1308"/>
                  </a:cubicBezTo>
                  <a:cubicBezTo>
                    <a:pt x="395" y="1521"/>
                    <a:pt x="183" y="1703"/>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18"/>
            <p:cNvSpPr/>
            <p:nvPr/>
          </p:nvSpPr>
          <p:spPr>
            <a:xfrm>
              <a:off x="1105175" y="4697825"/>
              <a:ext cx="32700" cy="38025"/>
            </a:xfrm>
            <a:custGeom>
              <a:rect b="b" l="l" r="r" t="t"/>
              <a:pathLst>
                <a:path extrusionOk="0" fill="none" h="1521" w="1308">
                  <a:moveTo>
                    <a:pt x="1307" y="0"/>
                  </a:moveTo>
                  <a:cubicBezTo>
                    <a:pt x="942" y="335"/>
                    <a:pt x="578" y="699"/>
                    <a:pt x="304" y="1125"/>
                  </a:cubicBezTo>
                  <a:cubicBezTo>
                    <a:pt x="243" y="1247"/>
                    <a:pt x="182" y="1490"/>
                    <a:pt x="0"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18"/>
            <p:cNvSpPr/>
            <p:nvPr/>
          </p:nvSpPr>
          <p:spPr>
            <a:xfrm>
              <a:off x="1061100" y="4556475"/>
              <a:ext cx="34975" cy="44100"/>
            </a:xfrm>
            <a:custGeom>
              <a:rect b="b" l="l" r="r" t="t"/>
              <a:pathLst>
                <a:path extrusionOk="0" fill="none" h="1764" w="1399">
                  <a:moveTo>
                    <a:pt x="1398" y="1"/>
                  </a:moveTo>
                  <a:cubicBezTo>
                    <a:pt x="942" y="274"/>
                    <a:pt x="578" y="730"/>
                    <a:pt x="365" y="1247"/>
                  </a:cubicBezTo>
                  <a:cubicBezTo>
                    <a:pt x="304" y="1338"/>
                    <a:pt x="274" y="1460"/>
                    <a:pt x="213" y="1551"/>
                  </a:cubicBezTo>
                  <a:cubicBezTo>
                    <a:pt x="152" y="1642"/>
                    <a:pt x="31" y="1642"/>
                    <a:pt x="0"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18"/>
            <p:cNvSpPr/>
            <p:nvPr/>
          </p:nvSpPr>
          <p:spPr>
            <a:xfrm>
              <a:off x="923550" y="4653750"/>
              <a:ext cx="41050" cy="55500"/>
            </a:xfrm>
            <a:custGeom>
              <a:rect b="b" l="l" r="r" t="t"/>
              <a:pathLst>
                <a:path extrusionOk="0" fill="none" h="2220" w="1642">
                  <a:moveTo>
                    <a:pt x="1642" y="0"/>
                  </a:moveTo>
                  <a:cubicBezTo>
                    <a:pt x="1277" y="487"/>
                    <a:pt x="912" y="1003"/>
                    <a:pt x="517" y="1520"/>
                  </a:cubicBezTo>
                  <a:cubicBezTo>
                    <a:pt x="365" y="1733"/>
                    <a:pt x="183" y="2007"/>
                    <a:pt x="1"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18"/>
            <p:cNvSpPr/>
            <p:nvPr/>
          </p:nvSpPr>
          <p:spPr>
            <a:xfrm>
              <a:off x="947100" y="4527600"/>
              <a:ext cx="44100" cy="55500"/>
            </a:xfrm>
            <a:custGeom>
              <a:rect b="b" l="l" r="r" t="t"/>
              <a:pathLst>
                <a:path extrusionOk="0" fill="none" h="2220" w="1764">
                  <a:moveTo>
                    <a:pt x="1764" y="1"/>
                  </a:moveTo>
                  <a:cubicBezTo>
                    <a:pt x="821" y="517"/>
                    <a:pt x="639" y="1490"/>
                    <a:pt x="1"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18"/>
            <p:cNvSpPr/>
            <p:nvPr/>
          </p:nvSpPr>
          <p:spPr>
            <a:xfrm>
              <a:off x="820975" y="4527600"/>
              <a:ext cx="49400" cy="64625"/>
            </a:xfrm>
            <a:custGeom>
              <a:rect b="b" l="l" r="r" t="t"/>
              <a:pathLst>
                <a:path extrusionOk="0" fill="none" h="2585" w="1976">
                  <a:moveTo>
                    <a:pt x="1976" y="1"/>
                  </a:moveTo>
                  <a:cubicBezTo>
                    <a:pt x="1398" y="487"/>
                    <a:pt x="973" y="913"/>
                    <a:pt x="517" y="1521"/>
                  </a:cubicBezTo>
                  <a:cubicBezTo>
                    <a:pt x="274" y="1855"/>
                    <a:pt x="182" y="2220"/>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18"/>
            <p:cNvSpPr/>
            <p:nvPr/>
          </p:nvSpPr>
          <p:spPr>
            <a:xfrm>
              <a:off x="827050" y="4659825"/>
              <a:ext cx="38025" cy="46375"/>
            </a:xfrm>
            <a:custGeom>
              <a:rect b="b" l="l" r="r" t="t"/>
              <a:pathLst>
                <a:path extrusionOk="0" fill="none" h="1855" w="1521">
                  <a:moveTo>
                    <a:pt x="1520" y="1"/>
                  </a:moveTo>
                  <a:cubicBezTo>
                    <a:pt x="1125" y="365"/>
                    <a:pt x="608" y="730"/>
                    <a:pt x="335" y="1186"/>
                  </a:cubicBezTo>
                  <a:cubicBezTo>
                    <a:pt x="274" y="1308"/>
                    <a:pt x="243" y="1429"/>
                    <a:pt x="183" y="1520"/>
                  </a:cubicBezTo>
                  <a:cubicBezTo>
                    <a:pt x="122" y="1642"/>
                    <a:pt x="0" y="1703"/>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18"/>
            <p:cNvSpPr/>
            <p:nvPr/>
          </p:nvSpPr>
          <p:spPr>
            <a:xfrm>
              <a:off x="772325" y="4647675"/>
              <a:ext cx="22075" cy="23575"/>
            </a:xfrm>
            <a:custGeom>
              <a:rect b="b" l="l" r="r" t="t"/>
              <a:pathLst>
                <a:path extrusionOk="0" fill="none" h="943" w="883">
                  <a:moveTo>
                    <a:pt x="882" y="0"/>
                  </a:moveTo>
                  <a:cubicBezTo>
                    <a:pt x="609" y="152"/>
                    <a:pt x="1" y="578"/>
                    <a:pt x="62" y="94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18"/>
            <p:cNvSpPr/>
            <p:nvPr/>
          </p:nvSpPr>
          <p:spPr>
            <a:xfrm>
              <a:off x="988150" y="4682625"/>
              <a:ext cx="28900" cy="38775"/>
            </a:xfrm>
            <a:custGeom>
              <a:rect b="b" l="l" r="r" t="t"/>
              <a:pathLst>
                <a:path extrusionOk="0" fill="none" h="1551" w="1156">
                  <a:moveTo>
                    <a:pt x="1155" y="0"/>
                  </a:moveTo>
                  <a:cubicBezTo>
                    <a:pt x="760" y="396"/>
                    <a:pt x="547" y="578"/>
                    <a:pt x="335" y="1034"/>
                  </a:cubicBezTo>
                  <a:cubicBezTo>
                    <a:pt x="274" y="1216"/>
                    <a:pt x="152" y="1429"/>
                    <a:pt x="0" y="155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18"/>
            <p:cNvSpPr/>
            <p:nvPr/>
          </p:nvSpPr>
          <p:spPr>
            <a:xfrm>
              <a:off x="1357450" y="4407550"/>
              <a:ext cx="23575" cy="34975"/>
            </a:xfrm>
            <a:custGeom>
              <a:rect b="b" l="l" r="r" t="t"/>
              <a:pathLst>
                <a:path extrusionOk="0" fill="none" h="1399" w="943">
                  <a:moveTo>
                    <a:pt x="943" y="0"/>
                  </a:moveTo>
                  <a:cubicBezTo>
                    <a:pt x="669" y="304"/>
                    <a:pt x="426" y="639"/>
                    <a:pt x="213" y="973"/>
                  </a:cubicBezTo>
                  <a:cubicBezTo>
                    <a:pt x="122" y="1125"/>
                    <a:pt x="0" y="1246"/>
                    <a:pt x="0" y="13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18"/>
            <p:cNvSpPr/>
            <p:nvPr/>
          </p:nvSpPr>
          <p:spPr>
            <a:xfrm>
              <a:off x="1349100" y="4603600"/>
              <a:ext cx="19775" cy="17500"/>
            </a:xfrm>
            <a:custGeom>
              <a:rect b="b" l="l" r="r" t="t"/>
              <a:pathLst>
                <a:path extrusionOk="0" fill="none" h="700" w="791">
                  <a:moveTo>
                    <a:pt x="790" y="0"/>
                  </a:moveTo>
                  <a:cubicBezTo>
                    <a:pt x="578" y="213"/>
                    <a:pt x="213" y="456"/>
                    <a:pt x="0" y="69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18"/>
            <p:cNvSpPr/>
            <p:nvPr/>
          </p:nvSpPr>
          <p:spPr>
            <a:xfrm>
              <a:off x="1005238" y="38760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4" name="Google Shape;2144;p18"/>
          <p:cNvSpPr/>
          <p:nvPr/>
        </p:nvSpPr>
        <p:spPr>
          <a:xfrm flipH="1">
            <a:off x="8039225" y="14343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45" name="Google Shape;2145;p18"/>
          <p:cNvGrpSpPr/>
          <p:nvPr/>
        </p:nvGrpSpPr>
        <p:grpSpPr>
          <a:xfrm>
            <a:off x="166525" y="156750"/>
            <a:ext cx="8770150" cy="4679600"/>
            <a:chOff x="166525" y="156750"/>
            <a:chExt cx="8770150" cy="4679600"/>
          </a:xfrm>
        </p:grpSpPr>
        <p:sp>
          <p:nvSpPr>
            <p:cNvPr id="2146" name="Google Shape;2146;p18"/>
            <p:cNvSpPr/>
            <p:nvPr/>
          </p:nvSpPr>
          <p:spPr>
            <a:xfrm flipH="1">
              <a:off x="4153025" y="38727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47" name="Google Shape;2147;p18"/>
            <p:cNvGrpSpPr/>
            <p:nvPr/>
          </p:nvGrpSpPr>
          <p:grpSpPr>
            <a:xfrm rot="10800000">
              <a:off x="166525" y="156750"/>
              <a:ext cx="8770150" cy="4679600"/>
              <a:chOff x="166525" y="220125"/>
              <a:chExt cx="8770150" cy="4679600"/>
            </a:xfrm>
          </p:grpSpPr>
          <p:grpSp>
            <p:nvGrpSpPr>
              <p:cNvPr id="2148" name="Google Shape;2148;p18"/>
              <p:cNvGrpSpPr/>
              <p:nvPr/>
            </p:nvGrpSpPr>
            <p:grpSpPr>
              <a:xfrm flipH="1" rot="10800000">
                <a:off x="166525" y="220125"/>
                <a:ext cx="8770150" cy="4679600"/>
                <a:chOff x="90325" y="232950"/>
                <a:chExt cx="8770150" cy="4679600"/>
              </a:xfrm>
            </p:grpSpPr>
            <p:sp>
              <p:nvSpPr>
                <p:cNvPr id="2149" name="Google Shape;2149;p18"/>
                <p:cNvSpPr/>
                <p:nvPr/>
              </p:nvSpPr>
              <p:spPr>
                <a:xfrm>
                  <a:off x="1935925" y="4578550"/>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18"/>
                <p:cNvSpPr/>
                <p:nvPr/>
              </p:nvSpPr>
              <p:spPr>
                <a:xfrm flipH="1">
                  <a:off x="8241350" y="1553575"/>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18"/>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18"/>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18"/>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18"/>
                <p:cNvSpPr/>
                <p:nvPr/>
              </p:nvSpPr>
              <p:spPr>
                <a:xfrm flipH="1">
                  <a:off x="8694900" y="905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18"/>
                <p:cNvSpPr/>
                <p:nvPr/>
              </p:nvSpPr>
              <p:spPr>
                <a:xfrm>
                  <a:off x="2907925" y="232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18"/>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18"/>
                <p:cNvSpPr/>
                <p:nvPr/>
              </p:nvSpPr>
              <p:spPr>
                <a:xfrm>
                  <a:off x="444550" y="3994675"/>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18"/>
                <p:cNvSpPr/>
                <p:nvPr/>
              </p:nvSpPr>
              <p:spPr>
                <a:xfrm>
                  <a:off x="7786525" y="24249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18"/>
                <p:cNvSpPr/>
                <p:nvPr/>
              </p:nvSpPr>
              <p:spPr>
                <a:xfrm>
                  <a:off x="6590900" y="311213"/>
                  <a:ext cx="103424" cy="103474"/>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18"/>
                <p:cNvSpPr/>
                <p:nvPr/>
              </p:nvSpPr>
              <p:spPr>
                <a:xfrm>
                  <a:off x="4483150" y="7942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18"/>
                <p:cNvSpPr/>
                <p:nvPr/>
              </p:nvSpPr>
              <p:spPr>
                <a:xfrm>
                  <a:off x="4205125" y="31869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2" name="Google Shape;2162;p18"/>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18"/>
              <p:cNvSpPr/>
              <p:nvPr/>
            </p:nvSpPr>
            <p:spPr>
              <a:xfrm flipH="1" rot="10800000">
                <a:off x="5245150" y="3256358"/>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4" name="Google Shape;2164;p18"/>
            <p:cNvSpPr/>
            <p:nvPr/>
          </p:nvSpPr>
          <p:spPr>
            <a:xfrm flipH="1">
              <a:off x="7978351" y="2899950"/>
              <a:ext cx="45724" cy="54865"/>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5" name="Google Shape;2165;p18"/>
          <p:cNvSpPr txBox="1"/>
          <p:nvPr>
            <p:ph type="title"/>
          </p:nvPr>
        </p:nvSpPr>
        <p:spPr>
          <a:xfrm>
            <a:off x="730336" y="1550325"/>
            <a:ext cx="2383500" cy="527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sz="23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166" name="Google Shape;2166;p18"/>
          <p:cNvSpPr txBox="1"/>
          <p:nvPr>
            <p:ph idx="1" type="subTitle"/>
          </p:nvPr>
        </p:nvSpPr>
        <p:spPr>
          <a:xfrm>
            <a:off x="730336" y="2091075"/>
            <a:ext cx="2386500" cy="665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atin typeface="Inconsolata"/>
                <a:ea typeface="Inconsolata"/>
                <a:cs typeface="Inconsolata"/>
                <a:sym typeface="Inconsolata"/>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167" name="Google Shape;2167;p18"/>
          <p:cNvSpPr txBox="1"/>
          <p:nvPr>
            <p:ph idx="2" type="title"/>
          </p:nvPr>
        </p:nvSpPr>
        <p:spPr>
          <a:xfrm>
            <a:off x="6030164" y="1550325"/>
            <a:ext cx="23835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3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168" name="Google Shape;2168;p18"/>
          <p:cNvSpPr txBox="1"/>
          <p:nvPr>
            <p:ph idx="3" type="subTitle"/>
          </p:nvPr>
        </p:nvSpPr>
        <p:spPr>
          <a:xfrm>
            <a:off x="6030137" y="2091075"/>
            <a:ext cx="2383500" cy="66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Inconsolata"/>
                <a:ea typeface="Inconsolata"/>
                <a:cs typeface="Inconsolata"/>
                <a:sym typeface="Inconsolata"/>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169" name="Google Shape;2169;p18"/>
          <p:cNvSpPr txBox="1"/>
          <p:nvPr>
            <p:ph idx="4" type="title"/>
          </p:nvPr>
        </p:nvSpPr>
        <p:spPr>
          <a:xfrm>
            <a:off x="730336" y="3251325"/>
            <a:ext cx="2383500" cy="527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sz="23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170" name="Google Shape;2170;p18"/>
          <p:cNvSpPr txBox="1"/>
          <p:nvPr>
            <p:ph idx="5" type="subTitle"/>
          </p:nvPr>
        </p:nvSpPr>
        <p:spPr>
          <a:xfrm>
            <a:off x="730336" y="3792078"/>
            <a:ext cx="2386500" cy="665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atin typeface="Inconsolata"/>
                <a:ea typeface="Inconsolata"/>
                <a:cs typeface="Inconsolata"/>
                <a:sym typeface="Inconsolata"/>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171" name="Google Shape;2171;p18"/>
          <p:cNvSpPr txBox="1"/>
          <p:nvPr>
            <p:ph idx="6" type="title"/>
          </p:nvPr>
        </p:nvSpPr>
        <p:spPr>
          <a:xfrm>
            <a:off x="6030164" y="3251325"/>
            <a:ext cx="23835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3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172" name="Google Shape;2172;p18"/>
          <p:cNvSpPr txBox="1"/>
          <p:nvPr>
            <p:ph idx="7" type="subTitle"/>
          </p:nvPr>
        </p:nvSpPr>
        <p:spPr>
          <a:xfrm>
            <a:off x="6030137" y="3792076"/>
            <a:ext cx="2383500" cy="66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Inconsolata"/>
                <a:ea typeface="Inconsolata"/>
                <a:cs typeface="Inconsolata"/>
                <a:sym typeface="Inconsolata"/>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173" name="Google Shape;2173;p18"/>
          <p:cNvSpPr txBox="1"/>
          <p:nvPr>
            <p:ph idx="8"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latin typeface="Lora SemiBold"/>
                <a:ea typeface="Lora SemiBold"/>
                <a:cs typeface="Lora SemiBold"/>
                <a:sym typeface="Lora SemiBold"/>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2174" name="Shape 2174"/>
        <p:cNvGrpSpPr/>
        <p:nvPr/>
      </p:nvGrpSpPr>
      <p:grpSpPr>
        <a:xfrm>
          <a:off x="0" y="0"/>
          <a:ext cx="0" cy="0"/>
          <a:chOff x="0" y="0"/>
          <a:chExt cx="0" cy="0"/>
        </a:xfrm>
      </p:grpSpPr>
      <p:pic>
        <p:nvPicPr>
          <p:cNvPr id="2175" name="Google Shape;2175;p19"/>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76" name="Google Shape;2176;p19"/>
          <p:cNvSpPr txBox="1"/>
          <p:nvPr>
            <p:ph type="title"/>
          </p:nvPr>
        </p:nvSpPr>
        <p:spPr>
          <a:xfrm>
            <a:off x="3578948" y="3618450"/>
            <a:ext cx="1986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3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grpSp>
        <p:nvGrpSpPr>
          <p:cNvPr id="2177" name="Google Shape;2177;p19"/>
          <p:cNvGrpSpPr/>
          <p:nvPr/>
        </p:nvGrpSpPr>
        <p:grpSpPr>
          <a:xfrm flipH="1">
            <a:off x="-194098" y="-354651"/>
            <a:ext cx="890544" cy="1035876"/>
            <a:chOff x="548175" y="3691725"/>
            <a:chExt cx="990925" cy="1044125"/>
          </a:xfrm>
        </p:grpSpPr>
        <p:sp>
          <p:nvSpPr>
            <p:cNvPr id="2178" name="Google Shape;2178;p19"/>
            <p:cNvSpPr/>
            <p:nvPr/>
          </p:nvSpPr>
          <p:spPr>
            <a:xfrm>
              <a:off x="803500" y="3747200"/>
              <a:ext cx="52450" cy="99575"/>
            </a:xfrm>
            <a:custGeom>
              <a:rect b="b" l="l" r="r" t="t"/>
              <a:pathLst>
                <a:path extrusionOk="0" fill="none" h="3983" w="2098">
                  <a:moveTo>
                    <a:pt x="2097" y="0"/>
                  </a:moveTo>
                  <a:cubicBezTo>
                    <a:pt x="1733" y="760"/>
                    <a:pt x="1307" y="1490"/>
                    <a:pt x="881" y="2250"/>
                  </a:cubicBezTo>
                  <a:cubicBezTo>
                    <a:pt x="578" y="2827"/>
                    <a:pt x="213" y="3374"/>
                    <a:pt x="0" y="398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19"/>
            <p:cNvSpPr/>
            <p:nvPr/>
          </p:nvSpPr>
          <p:spPr>
            <a:xfrm>
              <a:off x="773850" y="3864975"/>
              <a:ext cx="58550" cy="99575"/>
            </a:xfrm>
            <a:custGeom>
              <a:rect b="b" l="l" r="r" t="t"/>
              <a:pathLst>
                <a:path extrusionOk="0" fill="none" h="3983" w="2342">
                  <a:moveTo>
                    <a:pt x="2341" y="1"/>
                  </a:moveTo>
                  <a:cubicBezTo>
                    <a:pt x="2067" y="700"/>
                    <a:pt x="1490" y="1308"/>
                    <a:pt x="1186" y="2007"/>
                  </a:cubicBezTo>
                  <a:cubicBezTo>
                    <a:pt x="852" y="2706"/>
                    <a:pt x="517" y="3436"/>
                    <a:pt x="1" y="398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19"/>
            <p:cNvSpPr/>
            <p:nvPr/>
          </p:nvSpPr>
          <p:spPr>
            <a:xfrm>
              <a:off x="712300" y="3923500"/>
              <a:ext cx="38025" cy="64600"/>
            </a:xfrm>
            <a:custGeom>
              <a:rect b="b" l="l" r="r" t="t"/>
              <a:pathLst>
                <a:path extrusionOk="0" fill="none" h="2584" w="1521">
                  <a:moveTo>
                    <a:pt x="1520" y="0"/>
                  </a:moveTo>
                  <a:cubicBezTo>
                    <a:pt x="1216" y="487"/>
                    <a:pt x="1034" y="1034"/>
                    <a:pt x="700" y="1520"/>
                  </a:cubicBezTo>
                  <a:cubicBezTo>
                    <a:pt x="456" y="1885"/>
                    <a:pt x="244" y="2219"/>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19"/>
            <p:cNvSpPr/>
            <p:nvPr/>
          </p:nvSpPr>
          <p:spPr>
            <a:xfrm>
              <a:off x="718375" y="3829275"/>
              <a:ext cx="41075" cy="64600"/>
            </a:xfrm>
            <a:custGeom>
              <a:rect b="b" l="l" r="r" t="t"/>
              <a:pathLst>
                <a:path extrusionOk="0" fill="none" h="2584" w="1643">
                  <a:moveTo>
                    <a:pt x="1642" y="0"/>
                  </a:moveTo>
                  <a:cubicBezTo>
                    <a:pt x="1034" y="851"/>
                    <a:pt x="487" y="1702"/>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19"/>
            <p:cNvSpPr/>
            <p:nvPr/>
          </p:nvSpPr>
          <p:spPr>
            <a:xfrm>
              <a:off x="621125" y="3993400"/>
              <a:ext cx="26600" cy="53225"/>
            </a:xfrm>
            <a:custGeom>
              <a:rect b="b" l="l" r="r" t="t"/>
              <a:pathLst>
                <a:path extrusionOk="0" fill="none" h="2129" w="1064">
                  <a:moveTo>
                    <a:pt x="1064" y="1"/>
                  </a:moveTo>
                  <a:cubicBezTo>
                    <a:pt x="1003" y="335"/>
                    <a:pt x="699" y="761"/>
                    <a:pt x="517" y="1065"/>
                  </a:cubicBezTo>
                  <a:cubicBezTo>
                    <a:pt x="365" y="1429"/>
                    <a:pt x="182" y="1764"/>
                    <a:pt x="0" y="212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19"/>
            <p:cNvSpPr/>
            <p:nvPr/>
          </p:nvSpPr>
          <p:spPr>
            <a:xfrm>
              <a:off x="662150" y="4043550"/>
              <a:ext cx="32700" cy="58550"/>
            </a:xfrm>
            <a:custGeom>
              <a:rect b="b" l="l" r="r" t="t"/>
              <a:pathLst>
                <a:path extrusionOk="0" fill="none" h="2342" w="1308">
                  <a:moveTo>
                    <a:pt x="1307" y="1"/>
                  </a:moveTo>
                  <a:cubicBezTo>
                    <a:pt x="1034" y="487"/>
                    <a:pt x="578" y="882"/>
                    <a:pt x="396" y="1399"/>
                  </a:cubicBezTo>
                  <a:cubicBezTo>
                    <a:pt x="274" y="1703"/>
                    <a:pt x="244" y="209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19"/>
            <p:cNvSpPr/>
            <p:nvPr/>
          </p:nvSpPr>
          <p:spPr>
            <a:xfrm>
              <a:off x="726750" y="4043550"/>
              <a:ext cx="44075" cy="67650"/>
            </a:xfrm>
            <a:custGeom>
              <a:rect b="b" l="l" r="r" t="t"/>
              <a:pathLst>
                <a:path extrusionOk="0" fill="none" h="2706" w="1763">
                  <a:moveTo>
                    <a:pt x="1763" y="1"/>
                  </a:moveTo>
                  <a:cubicBezTo>
                    <a:pt x="973" y="761"/>
                    <a:pt x="426" y="1703"/>
                    <a:pt x="0"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19"/>
            <p:cNvSpPr/>
            <p:nvPr/>
          </p:nvSpPr>
          <p:spPr>
            <a:xfrm>
              <a:off x="827050" y="3955400"/>
              <a:ext cx="43325" cy="67675"/>
            </a:xfrm>
            <a:custGeom>
              <a:rect b="b" l="l" r="r" t="t"/>
              <a:pathLst>
                <a:path extrusionOk="0" fill="none" h="2707" w="1733">
                  <a:moveTo>
                    <a:pt x="1733" y="1"/>
                  </a:moveTo>
                  <a:cubicBezTo>
                    <a:pt x="1307" y="487"/>
                    <a:pt x="851" y="1065"/>
                    <a:pt x="578" y="1673"/>
                  </a:cubicBezTo>
                  <a:cubicBezTo>
                    <a:pt x="487" y="1855"/>
                    <a:pt x="426" y="2068"/>
                    <a:pt x="304" y="2250"/>
                  </a:cubicBezTo>
                  <a:cubicBezTo>
                    <a:pt x="213" y="2402"/>
                    <a:pt x="0" y="2524"/>
                    <a:pt x="0"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19"/>
            <p:cNvSpPr/>
            <p:nvPr/>
          </p:nvSpPr>
          <p:spPr>
            <a:xfrm>
              <a:off x="908350" y="3835350"/>
              <a:ext cx="44100" cy="76000"/>
            </a:xfrm>
            <a:custGeom>
              <a:rect b="b" l="l" r="r" t="t"/>
              <a:pathLst>
                <a:path extrusionOk="0" fill="none" h="3040" w="1764">
                  <a:moveTo>
                    <a:pt x="1764" y="0"/>
                  </a:moveTo>
                  <a:cubicBezTo>
                    <a:pt x="1399" y="699"/>
                    <a:pt x="1034" y="1429"/>
                    <a:pt x="700" y="2158"/>
                  </a:cubicBezTo>
                  <a:cubicBezTo>
                    <a:pt x="578" y="2462"/>
                    <a:pt x="457" y="3040"/>
                    <a:pt x="1" y="294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19"/>
            <p:cNvSpPr/>
            <p:nvPr/>
          </p:nvSpPr>
          <p:spPr>
            <a:xfrm>
              <a:off x="901525" y="3764675"/>
              <a:ext cx="50925" cy="76775"/>
            </a:xfrm>
            <a:custGeom>
              <a:rect b="b" l="l" r="r" t="t"/>
              <a:pathLst>
                <a:path extrusionOk="0" fill="none" h="3071" w="2037">
                  <a:moveTo>
                    <a:pt x="2037" y="1"/>
                  </a:moveTo>
                  <a:cubicBezTo>
                    <a:pt x="1489" y="457"/>
                    <a:pt x="1155" y="1095"/>
                    <a:pt x="821" y="1703"/>
                  </a:cubicBezTo>
                  <a:cubicBezTo>
                    <a:pt x="608" y="2067"/>
                    <a:pt x="0" y="2645"/>
                    <a:pt x="61" y="307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19"/>
            <p:cNvSpPr/>
            <p:nvPr/>
          </p:nvSpPr>
          <p:spPr>
            <a:xfrm>
              <a:off x="1008650" y="3762400"/>
              <a:ext cx="28900" cy="52450"/>
            </a:xfrm>
            <a:custGeom>
              <a:rect b="b" l="l" r="r" t="t"/>
              <a:pathLst>
                <a:path extrusionOk="0" fill="none" h="2098" w="1156">
                  <a:moveTo>
                    <a:pt x="1156" y="0"/>
                  </a:moveTo>
                  <a:cubicBezTo>
                    <a:pt x="882" y="456"/>
                    <a:pt x="487" y="882"/>
                    <a:pt x="305" y="1399"/>
                  </a:cubicBezTo>
                  <a:cubicBezTo>
                    <a:pt x="214" y="1611"/>
                    <a:pt x="183" y="1915"/>
                    <a:pt x="1" y="20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19"/>
            <p:cNvSpPr/>
            <p:nvPr/>
          </p:nvSpPr>
          <p:spPr>
            <a:xfrm>
              <a:off x="1084650" y="3732750"/>
              <a:ext cx="44100" cy="61600"/>
            </a:xfrm>
            <a:custGeom>
              <a:rect b="b" l="l" r="r" t="t"/>
              <a:pathLst>
                <a:path extrusionOk="0" fill="none" h="2464" w="1764">
                  <a:moveTo>
                    <a:pt x="1763" y="1"/>
                  </a:moveTo>
                  <a:cubicBezTo>
                    <a:pt x="1551" y="487"/>
                    <a:pt x="1277" y="913"/>
                    <a:pt x="943" y="1308"/>
                  </a:cubicBezTo>
                  <a:cubicBezTo>
                    <a:pt x="608" y="1703"/>
                    <a:pt x="396" y="2098"/>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19"/>
            <p:cNvSpPr/>
            <p:nvPr/>
          </p:nvSpPr>
          <p:spPr>
            <a:xfrm>
              <a:off x="1155325" y="3762400"/>
              <a:ext cx="38000" cy="49425"/>
            </a:xfrm>
            <a:custGeom>
              <a:rect b="b" l="l" r="r" t="t"/>
              <a:pathLst>
                <a:path extrusionOk="0" fill="none" h="1977" w="1520">
                  <a:moveTo>
                    <a:pt x="1520" y="0"/>
                  </a:moveTo>
                  <a:cubicBezTo>
                    <a:pt x="1216" y="365"/>
                    <a:pt x="942" y="791"/>
                    <a:pt x="639" y="1155"/>
                  </a:cubicBezTo>
                  <a:cubicBezTo>
                    <a:pt x="426" y="1429"/>
                    <a:pt x="183" y="1672"/>
                    <a:pt x="0"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19"/>
            <p:cNvSpPr/>
            <p:nvPr/>
          </p:nvSpPr>
          <p:spPr>
            <a:xfrm>
              <a:off x="969900" y="39934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19"/>
            <p:cNvSpPr/>
            <p:nvPr/>
          </p:nvSpPr>
          <p:spPr>
            <a:xfrm>
              <a:off x="929625" y="3917425"/>
              <a:ext cx="43350" cy="64600"/>
            </a:xfrm>
            <a:custGeom>
              <a:rect b="b" l="l" r="r" t="t"/>
              <a:pathLst>
                <a:path extrusionOk="0" fill="none" h="2584" w="1734">
                  <a:moveTo>
                    <a:pt x="1733" y="0"/>
                  </a:moveTo>
                  <a:cubicBezTo>
                    <a:pt x="1217" y="882"/>
                    <a:pt x="730" y="1854"/>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19"/>
            <p:cNvSpPr/>
            <p:nvPr/>
          </p:nvSpPr>
          <p:spPr>
            <a:xfrm>
              <a:off x="847550" y="4061025"/>
              <a:ext cx="40300" cy="56275"/>
            </a:xfrm>
            <a:custGeom>
              <a:rect b="b" l="l" r="r" t="t"/>
              <a:pathLst>
                <a:path extrusionOk="0" fill="none" h="2251" w="1612">
                  <a:moveTo>
                    <a:pt x="1612" y="1"/>
                  </a:moveTo>
                  <a:cubicBezTo>
                    <a:pt x="974" y="700"/>
                    <a:pt x="487" y="1429"/>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19"/>
            <p:cNvSpPr/>
            <p:nvPr/>
          </p:nvSpPr>
          <p:spPr>
            <a:xfrm>
              <a:off x="750300" y="4169700"/>
              <a:ext cx="50175" cy="64625"/>
            </a:xfrm>
            <a:custGeom>
              <a:rect b="b" l="l" r="r" t="t"/>
              <a:pathLst>
                <a:path extrusionOk="0" fill="none" h="2585" w="2007">
                  <a:moveTo>
                    <a:pt x="2006" y="0"/>
                  </a:moveTo>
                  <a:cubicBezTo>
                    <a:pt x="1307" y="852"/>
                    <a:pt x="791" y="1824"/>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19"/>
            <p:cNvSpPr/>
            <p:nvPr/>
          </p:nvSpPr>
          <p:spPr>
            <a:xfrm>
              <a:off x="747250" y="4114225"/>
              <a:ext cx="32700" cy="46375"/>
            </a:xfrm>
            <a:custGeom>
              <a:rect b="b" l="l" r="r" t="t"/>
              <a:pathLst>
                <a:path extrusionOk="0" fill="none" h="1855" w="1308">
                  <a:moveTo>
                    <a:pt x="1308" y="1"/>
                  </a:moveTo>
                  <a:cubicBezTo>
                    <a:pt x="913" y="639"/>
                    <a:pt x="517" y="1308"/>
                    <a:pt x="1"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19"/>
            <p:cNvSpPr/>
            <p:nvPr/>
          </p:nvSpPr>
          <p:spPr>
            <a:xfrm>
              <a:off x="641625" y="4222900"/>
              <a:ext cx="35750" cy="52450"/>
            </a:xfrm>
            <a:custGeom>
              <a:rect b="b" l="l" r="r" t="t"/>
              <a:pathLst>
                <a:path extrusionOk="0" fill="none" h="2098" w="1430">
                  <a:moveTo>
                    <a:pt x="1429" y="0"/>
                  </a:moveTo>
                  <a:cubicBezTo>
                    <a:pt x="1399" y="182"/>
                    <a:pt x="1004" y="699"/>
                    <a:pt x="913" y="821"/>
                  </a:cubicBezTo>
                  <a:cubicBezTo>
                    <a:pt x="791" y="973"/>
                    <a:pt x="639" y="1125"/>
                    <a:pt x="517" y="1277"/>
                  </a:cubicBezTo>
                  <a:cubicBezTo>
                    <a:pt x="335" y="1520"/>
                    <a:pt x="62" y="1763"/>
                    <a:pt x="1" y="209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19"/>
            <p:cNvSpPr/>
            <p:nvPr/>
          </p:nvSpPr>
          <p:spPr>
            <a:xfrm>
              <a:off x="615800" y="4169700"/>
              <a:ext cx="46375" cy="55500"/>
            </a:xfrm>
            <a:custGeom>
              <a:rect b="b" l="l" r="r" t="t"/>
              <a:pathLst>
                <a:path extrusionOk="0" fill="none" h="2220" w="1855">
                  <a:moveTo>
                    <a:pt x="1854" y="0"/>
                  </a:moveTo>
                  <a:cubicBezTo>
                    <a:pt x="973" y="517"/>
                    <a:pt x="699" y="1551"/>
                    <a:pt x="0"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19"/>
            <p:cNvSpPr/>
            <p:nvPr/>
          </p:nvSpPr>
          <p:spPr>
            <a:xfrm>
              <a:off x="589200" y="4114225"/>
              <a:ext cx="31950" cy="46375"/>
            </a:xfrm>
            <a:custGeom>
              <a:rect b="b" l="l" r="r" t="t"/>
              <a:pathLst>
                <a:path extrusionOk="0" fill="none" h="1855" w="1278">
                  <a:moveTo>
                    <a:pt x="1277" y="1"/>
                  </a:moveTo>
                  <a:cubicBezTo>
                    <a:pt x="973" y="456"/>
                    <a:pt x="669" y="943"/>
                    <a:pt x="335" y="1399"/>
                  </a:cubicBezTo>
                  <a:cubicBezTo>
                    <a:pt x="244" y="1551"/>
                    <a:pt x="122" y="1733"/>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19"/>
            <p:cNvSpPr/>
            <p:nvPr/>
          </p:nvSpPr>
          <p:spPr>
            <a:xfrm>
              <a:off x="630225" y="3855875"/>
              <a:ext cx="31950" cy="50175"/>
            </a:xfrm>
            <a:custGeom>
              <a:rect b="b" l="l" r="r" t="t"/>
              <a:pathLst>
                <a:path extrusionOk="0" fill="none" h="2007" w="1278">
                  <a:moveTo>
                    <a:pt x="1277" y="0"/>
                  </a:moveTo>
                  <a:cubicBezTo>
                    <a:pt x="913" y="365"/>
                    <a:pt x="487" y="760"/>
                    <a:pt x="305" y="1246"/>
                  </a:cubicBezTo>
                  <a:cubicBezTo>
                    <a:pt x="214" y="1459"/>
                    <a:pt x="31" y="1763"/>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19"/>
            <p:cNvSpPr/>
            <p:nvPr/>
          </p:nvSpPr>
          <p:spPr>
            <a:xfrm>
              <a:off x="756375" y="3756325"/>
              <a:ext cx="28900" cy="28900"/>
            </a:xfrm>
            <a:custGeom>
              <a:rect b="b" l="l" r="r" t="t"/>
              <a:pathLst>
                <a:path extrusionOk="0" fill="none" h="1156" w="1156">
                  <a:moveTo>
                    <a:pt x="1156" y="0"/>
                  </a:moveTo>
                  <a:cubicBezTo>
                    <a:pt x="608" y="243"/>
                    <a:pt x="244" y="639"/>
                    <a:pt x="0" y="11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19"/>
            <p:cNvSpPr/>
            <p:nvPr/>
          </p:nvSpPr>
          <p:spPr>
            <a:xfrm>
              <a:off x="565650" y="3982000"/>
              <a:ext cx="26600" cy="41075"/>
            </a:xfrm>
            <a:custGeom>
              <a:rect b="b" l="l" r="r" t="t"/>
              <a:pathLst>
                <a:path extrusionOk="0" fill="none" h="1643" w="1064">
                  <a:moveTo>
                    <a:pt x="1064" y="1"/>
                  </a:moveTo>
                  <a:cubicBezTo>
                    <a:pt x="760" y="305"/>
                    <a:pt x="426" y="669"/>
                    <a:pt x="243" y="1065"/>
                  </a:cubicBezTo>
                  <a:cubicBezTo>
                    <a:pt x="152" y="1247"/>
                    <a:pt x="91" y="1460"/>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19"/>
            <p:cNvSpPr/>
            <p:nvPr/>
          </p:nvSpPr>
          <p:spPr>
            <a:xfrm>
              <a:off x="548175" y="4222900"/>
              <a:ext cx="26600" cy="43325"/>
            </a:xfrm>
            <a:custGeom>
              <a:rect b="b" l="l" r="r" t="t"/>
              <a:pathLst>
                <a:path extrusionOk="0" fill="none" h="1733" w="1064">
                  <a:moveTo>
                    <a:pt x="1064" y="0"/>
                  </a:moveTo>
                  <a:cubicBezTo>
                    <a:pt x="821" y="365"/>
                    <a:pt x="517" y="760"/>
                    <a:pt x="334" y="1155"/>
                  </a:cubicBezTo>
                  <a:cubicBezTo>
                    <a:pt x="274" y="1338"/>
                    <a:pt x="182" y="1702"/>
                    <a:pt x="0" y="173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19"/>
            <p:cNvSpPr/>
            <p:nvPr/>
          </p:nvSpPr>
          <p:spPr>
            <a:xfrm>
              <a:off x="583125" y="4278350"/>
              <a:ext cx="26625" cy="41075"/>
            </a:xfrm>
            <a:custGeom>
              <a:rect b="b" l="l" r="r" t="t"/>
              <a:pathLst>
                <a:path extrusionOk="0" fill="none" h="1643" w="1065">
                  <a:moveTo>
                    <a:pt x="1064" y="1"/>
                  </a:moveTo>
                  <a:cubicBezTo>
                    <a:pt x="730" y="335"/>
                    <a:pt x="487" y="700"/>
                    <a:pt x="304" y="1126"/>
                  </a:cubicBezTo>
                  <a:cubicBezTo>
                    <a:pt x="213" y="1278"/>
                    <a:pt x="152" y="1582"/>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19"/>
            <p:cNvSpPr/>
            <p:nvPr/>
          </p:nvSpPr>
          <p:spPr>
            <a:xfrm>
              <a:off x="621125" y="4322425"/>
              <a:ext cx="58525" cy="85150"/>
            </a:xfrm>
            <a:custGeom>
              <a:rect b="b" l="l" r="r" t="t"/>
              <a:pathLst>
                <a:path extrusionOk="0" fill="none" h="3406" w="2341">
                  <a:moveTo>
                    <a:pt x="2341" y="1"/>
                  </a:moveTo>
                  <a:cubicBezTo>
                    <a:pt x="1824" y="578"/>
                    <a:pt x="1368" y="1247"/>
                    <a:pt x="973" y="1946"/>
                  </a:cubicBezTo>
                  <a:cubicBezTo>
                    <a:pt x="821" y="2220"/>
                    <a:pt x="669" y="2433"/>
                    <a:pt x="517" y="2706"/>
                  </a:cubicBezTo>
                  <a:cubicBezTo>
                    <a:pt x="334" y="2919"/>
                    <a:pt x="243" y="3223"/>
                    <a:pt x="0" y="340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19"/>
            <p:cNvSpPr/>
            <p:nvPr/>
          </p:nvSpPr>
          <p:spPr>
            <a:xfrm>
              <a:off x="618075" y="4459975"/>
              <a:ext cx="26625" cy="44100"/>
            </a:xfrm>
            <a:custGeom>
              <a:rect b="b" l="l" r="r" t="t"/>
              <a:pathLst>
                <a:path extrusionOk="0" fill="none" h="1764" w="1065">
                  <a:moveTo>
                    <a:pt x="1064" y="1"/>
                  </a:moveTo>
                  <a:cubicBezTo>
                    <a:pt x="760" y="426"/>
                    <a:pt x="578" y="760"/>
                    <a:pt x="365" y="1216"/>
                  </a:cubicBezTo>
                  <a:cubicBezTo>
                    <a:pt x="304" y="1368"/>
                    <a:pt x="152" y="1642"/>
                    <a:pt x="0"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19"/>
            <p:cNvSpPr/>
            <p:nvPr/>
          </p:nvSpPr>
          <p:spPr>
            <a:xfrm>
              <a:off x="741925" y="4275325"/>
              <a:ext cx="41075" cy="55500"/>
            </a:xfrm>
            <a:custGeom>
              <a:rect b="b" l="l" r="r" t="t"/>
              <a:pathLst>
                <a:path extrusionOk="0" fill="none" h="2220" w="1643">
                  <a:moveTo>
                    <a:pt x="1642" y="0"/>
                  </a:moveTo>
                  <a:cubicBezTo>
                    <a:pt x="1095" y="335"/>
                    <a:pt x="882" y="851"/>
                    <a:pt x="578" y="1368"/>
                  </a:cubicBezTo>
                  <a:cubicBezTo>
                    <a:pt x="426" y="1672"/>
                    <a:pt x="244" y="2037"/>
                    <a:pt x="1"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19"/>
            <p:cNvSpPr/>
            <p:nvPr/>
          </p:nvSpPr>
          <p:spPr>
            <a:xfrm>
              <a:off x="849850" y="4178825"/>
              <a:ext cx="26600" cy="41050"/>
            </a:xfrm>
            <a:custGeom>
              <a:rect b="b" l="l" r="r" t="t"/>
              <a:pathLst>
                <a:path extrusionOk="0" fill="none" h="1642" w="1064">
                  <a:moveTo>
                    <a:pt x="1064" y="0"/>
                  </a:moveTo>
                  <a:cubicBezTo>
                    <a:pt x="790" y="335"/>
                    <a:pt x="517" y="638"/>
                    <a:pt x="304" y="1034"/>
                  </a:cubicBezTo>
                  <a:cubicBezTo>
                    <a:pt x="183" y="1216"/>
                    <a:pt x="152" y="1459"/>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19"/>
            <p:cNvSpPr/>
            <p:nvPr/>
          </p:nvSpPr>
          <p:spPr>
            <a:xfrm>
              <a:off x="944075" y="4102075"/>
              <a:ext cx="49400" cy="70675"/>
            </a:xfrm>
            <a:custGeom>
              <a:rect b="b" l="l" r="r" t="t"/>
              <a:pathLst>
                <a:path extrusionOk="0" fill="none" h="2827" w="1976">
                  <a:moveTo>
                    <a:pt x="1976" y="0"/>
                  </a:moveTo>
                  <a:cubicBezTo>
                    <a:pt x="1429" y="547"/>
                    <a:pt x="1003" y="1094"/>
                    <a:pt x="639" y="1794"/>
                  </a:cubicBezTo>
                  <a:cubicBezTo>
                    <a:pt x="456" y="2098"/>
                    <a:pt x="243" y="2553"/>
                    <a:pt x="0" y="282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19"/>
            <p:cNvSpPr/>
            <p:nvPr/>
          </p:nvSpPr>
          <p:spPr>
            <a:xfrm>
              <a:off x="1052725" y="4013925"/>
              <a:ext cx="34975" cy="50175"/>
            </a:xfrm>
            <a:custGeom>
              <a:rect b="b" l="l" r="r" t="t"/>
              <a:pathLst>
                <a:path extrusionOk="0" fill="none" h="2007" w="1399">
                  <a:moveTo>
                    <a:pt x="1399" y="0"/>
                  </a:moveTo>
                  <a:cubicBezTo>
                    <a:pt x="943" y="456"/>
                    <a:pt x="609" y="851"/>
                    <a:pt x="335" y="1399"/>
                  </a:cubicBezTo>
                  <a:cubicBezTo>
                    <a:pt x="274" y="1490"/>
                    <a:pt x="274" y="1672"/>
                    <a:pt x="183" y="1763"/>
                  </a:cubicBezTo>
                  <a:cubicBezTo>
                    <a:pt x="122" y="1885"/>
                    <a:pt x="62" y="1885"/>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19"/>
            <p:cNvSpPr/>
            <p:nvPr/>
          </p:nvSpPr>
          <p:spPr>
            <a:xfrm>
              <a:off x="1149250" y="3899950"/>
              <a:ext cx="34975" cy="50175"/>
            </a:xfrm>
            <a:custGeom>
              <a:rect b="b" l="l" r="r" t="t"/>
              <a:pathLst>
                <a:path extrusionOk="0" fill="none" h="2007" w="1399">
                  <a:moveTo>
                    <a:pt x="1398" y="0"/>
                  </a:moveTo>
                  <a:cubicBezTo>
                    <a:pt x="1003" y="426"/>
                    <a:pt x="730" y="821"/>
                    <a:pt x="395" y="1307"/>
                  </a:cubicBezTo>
                  <a:cubicBezTo>
                    <a:pt x="243" y="1489"/>
                    <a:pt x="0" y="1733"/>
                    <a:pt x="0"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19"/>
            <p:cNvSpPr/>
            <p:nvPr/>
          </p:nvSpPr>
          <p:spPr>
            <a:xfrm>
              <a:off x="1102125" y="3879425"/>
              <a:ext cx="26625" cy="41050"/>
            </a:xfrm>
            <a:custGeom>
              <a:rect b="b" l="l" r="r" t="t"/>
              <a:pathLst>
                <a:path extrusionOk="0" fill="none" h="1642" w="1065">
                  <a:moveTo>
                    <a:pt x="1064" y="0"/>
                  </a:moveTo>
                  <a:cubicBezTo>
                    <a:pt x="730" y="183"/>
                    <a:pt x="517" y="699"/>
                    <a:pt x="304" y="1003"/>
                  </a:cubicBezTo>
                  <a:cubicBezTo>
                    <a:pt x="183" y="1186"/>
                    <a:pt x="31" y="1429"/>
                    <a:pt x="1"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19"/>
            <p:cNvSpPr/>
            <p:nvPr/>
          </p:nvSpPr>
          <p:spPr>
            <a:xfrm>
              <a:off x="972950" y="3697800"/>
              <a:ext cx="38775" cy="44100"/>
            </a:xfrm>
            <a:custGeom>
              <a:rect b="b" l="l" r="r" t="t"/>
              <a:pathLst>
                <a:path extrusionOk="0" fill="none" h="1764" w="1551">
                  <a:moveTo>
                    <a:pt x="1550" y="1"/>
                  </a:moveTo>
                  <a:cubicBezTo>
                    <a:pt x="1186" y="426"/>
                    <a:pt x="851" y="791"/>
                    <a:pt x="487" y="1186"/>
                  </a:cubicBezTo>
                  <a:cubicBezTo>
                    <a:pt x="365" y="1308"/>
                    <a:pt x="61" y="1612"/>
                    <a:pt x="0"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19"/>
            <p:cNvSpPr/>
            <p:nvPr/>
          </p:nvSpPr>
          <p:spPr>
            <a:xfrm>
              <a:off x="908350" y="3691725"/>
              <a:ext cx="20550" cy="23575"/>
            </a:xfrm>
            <a:custGeom>
              <a:rect b="b" l="l" r="r" t="t"/>
              <a:pathLst>
                <a:path extrusionOk="0" fill="none" h="943" w="822">
                  <a:moveTo>
                    <a:pt x="821" y="1"/>
                  </a:moveTo>
                  <a:cubicBezTo>
                    <a:pt x="457" y="213"/>
                    <a:pt x="122" y="517"/>
                    <a:pt x="1" y="94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19"/>
            <p:cNvSpPr/>
            <p:nvPr/>
          </p:nvSpPr>
          <p:spPr>
            <a:xfrm>
              <a:off x="1207000" y="3779875"/>
              <a:ext cx="38775" cy="49425"/>
            </a:xfrm>
            <a:custGeom>
              <a:rect b="b" l="l" r="r" t="t"/>
              <a:pathLst>
                <a:path extrusionOk="0" fill="none" h="1977" w="1551">
                  <a:moveTo>
                    <a:pt x="1550" y="1"/>
                  </a:moveTo>
                  <a:cubicBezTo>
                    <a:pt x="1094" y="396"/>
                    <a:pt x="730" y="821"/>
                    <a:pt x="334" y="1277"/>
                  </a:cubicBezTo>
                  <a:cubicBezTo>
                    <a:pt x="182" y="1490"/>
                    <a:pt x="0" y="1703"/>
                    <a:pt x="3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19"/>
            <p:cNvSpPr/>
            <p:nvPr/>
          </p:nvSpPr>
          <p:spPr>
            <a:xfrm>
              <a:off x="1275375" y="3814825"/>
              <a:ext cx="38025" cy="38025"/>
            </a:xfrm>
            <a:custGeom>
              <a:rect b="b" l="l" r="r" t="t"/>
              <a:pathLst>
                <a:path extrusionOk="0" fill="none" h="1521" w="1521">
                  <a:moveTo>
                    <a:pt x="1521" y="1"/>
                  </a:moveTo>
                  <a:cubicBezTo>
                    <a:pt x="1125" y="61"/>
                    <a:pt x="852" y="609"/>
                    <a:pt x="639" y="882"/>
                  </a:cubicBezTo>
                  <a:cubicBezTo>
                    <a:pt x="457" y="1065"/>
                    <a:pt x="214" y="136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19"/>
            <p:cNvSpPr/>
            <p:nvPr/>
          </p:nvSpPr>
          <p:spPr>
            <a:xfrm>
              <a:off x="1322500" y="3858900"/>
              <a:ext cx="58525" cy="61575"/>
            </a:xfrm>
            <a:custGeom>
              <a:rect b="b" l="l" r="r" t="t"/>
              <a:pathLst>
                <a:path extrusionOk="0" fill="none" h="2463" w="2341">
                  <a:moveTo>
                    <a:pt x="2341" y="1"/>
                  </a:moveTo>
                  <a:cubicBezTo>
                    <a:pt x="1976" y="274"/>
                    <a:pt x="1520" y="578"/>
                    <a:pt x="1246" y="943"/>
                  </a:cubicBezTo>
                  <a:cubicBezTo>
                    <a:pt x="1095" y="1125"/>
                    <a:pt x="973" y="1338"/>
                    <a:pt x="791" y="1520"/>
                  </a:cubicBezTo>
                  <a:cubicBezTo>
                    <a:pt x="547" y="1824"/>
                    <a:pt x="243" y="2128"/>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19"/>
            <p:cNvSpPr/>
            <p:nvPr/>
          </p:nvSpPr>
          <p:spPr>
            <a:xfrm>
              <a:off x="1325525" y="3944000"/>
              <a:ext cx="66900" cy="72975"/>
            </a:xfrm>
            <a:custGeom>
              <a:rect b="b" l="l" r="r" t="t"/>
              <a:pathLst>
                <a:path extrusionOk="0" fill="none" h="2919" w="2676">
                  <a:moveTo>
                    <a:pt x="2676" y="1"/>
                  </a:moveTo>
                  <a:cubicBezTo>
                    <a:pt x="2159" y="609"/>
                    <a:pt x="1673" y="1308"/>
                    <a:pt x="1034" y="1855"/>
                  </a:cubicBezTo>
                  <a:cubicBezTo>
                    <a:pt x="670" y="2159"/>
                    <a:pt x="335" y="2585"/>
                    <a:pt x="1" y="29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19"/>
            <p:cNvSpPr/>
            <p:nvPr/>
          </p:nvSpPr>
          <p:spPr>
            <a:xfrm>
              <a:off x="1407600" y="3958450"/>
              <a:ext cx="38025" cy="44100"/>
            </a:xfrm>
            <a:custGeom>
              <a:rect b="b" l="l" r="r" t="t"/>
              <a:pathLst>
                <a:path extrusionOk="0" fill="none" h="1764" w="1521">
                  <a:moveTo>
                    <a:pt x="1520" y="0"/>
                  </a:moveTo>
                  <a:cubicBezTo>
                    <a:pt x="1004" y="578"/>
                    <a:pt x="609" y="1307"/>
                    <a:pt x="1"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19"/>
            <p:cNvSpPr/>
            <p:nvPr/>
          </p:nvSpPr>
          <p:spPr>
            <a:xfrm>
              <a:off x="1242700" y="3970600"/>
              <a:ext cx="44100" cy="55500"/>
            </a:xfrm>
            <a:custGeom>
              <a:rect b="b" l="l" r="r" t="t"/>
              <a:pathLst>
                <a:path extrusionOk="0" fill="none" h="2220" w="1764">
                  <a:moveTo>
                    <a:pt x="1764" y="1"/>
                  </a:moveTo>
                  <a:cubicBezTo>
                    <a:pt x="1308" y="274"/>
                    <a:pt x="1034" y="791"/>
                    <a:pt x="791" y="1277"/>
                  </a:cubicBezTo>
                  <a:cubicBezTo>
                    <a:pt x="578" y="1612"/>
                    <a:pt x="274" y="1885"/>
                    <a:pt x="1"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19"/>
            <p:cNvSpPr/>
            <p:nvPr/>
          </p:nvSpPr>
          <p:spPr>
            <a:xfrm>
              <a:off x="1178875" y="3944000"/>
              <a:ext cx="49425" cy="58550"/>
            </a:xfrm>
            <a:custGeom>
              <a:rect b="b" l="l" r="r" t="t"/>
              <a:pathLst>
                <a:path extrusionOk="0" fill="none" h="2342" w="1977">
                  <a:moveTo>
                    <a:pt x="1976" y="1"/>
                  </a:moveTo>
                  <a:cubicBezTo>
                    <a:pt x="1520" y="487"/>
                    <a:pt x="1034" y="974"/>
                    <a:pt x="639" y="1521"/>
                  </a:cubicBezTo>
                  <a:cubicBezTo>
                    <a:pt x="456" y="1764"/>
                    <a:pt x="92" y="206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19"/>
            <p:cNvSpPr/>
            <p:nvPr/>
          </p:nvSpPr>
          <p:spPr>
            <a:xfrm>
              <a:off x="1117325" y="4076225"/>
              <a:ext cx="41050" cy="49425"/>
            </a:xfrm>
            <a:custGeom>
              <a:rect b="b" l="l" r="r" t="t"/>
              <a:pathLst>
                <a:path extrusionOk="0" fill="none" h="1977" w="1642">
                  <a:moveTo>
                    <a:pt x="1642" y="1"/>
                  </a:moveTo>
                  <a:cubicBezTo>
                    <a:pt x="1186" y="396"/>
                    <a:pt x="943" y="882"/>
                    <a:pt x="548" y="1308"/>
                  </a:cubicBezTo>
                  <a:cubicBezTo>
                    <a:pt x="365" y="1521"/>
                    <a:pt x="183" y="1764"/>
                    <a:pt x="0"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19"/>
            <p:cNvSpPr/>
            <p:nvPr/>
          </p:nvSpPr>
          <p:spPr>
            <a:xfrm>
              <a:off x="1198625" y="4084600"/>
              <a:ext cx="41825" cy="50175"/>
            </a:xfrm>
            <a:custGeom>
              <a:rect b="b" l="l" r="r" t="t"/>
              <a:pathLst>
                <a:path extrusionOk="0" fill="none" h="2007" w="1673">
                  <a:moveTo>
                    <a:pt x="1673" y="0"/>
                  </a:moveTo>
                  <a:cubicBezTo>
                    <a:pt x="1308" y="456"/>
                    <a:pt x="1004" y="912"/>
                    <a:pt x="639" y="1338"/>
                  </a:cubicBezTo>
                  <a:cubicBezTo>
                    <a:pt x="457" y="1520"/>
                    <a:pt x="274" y="1915"/>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19"/>
            <p:cNvSpPr/>
            <p:nvPr/>
          </p:nvSpPr>
          <p:spPr>
            <a:xfrm>
              <a:off x="1295900" y="4064075"/>
              <a:ext cx="41050" cy="50175"/>
            </a:xfrm>
            <a:custGeom>
              <a:rect b="b" l="l" r="r" t="t"/>
              <a:pathLst>
                <a:path extrusionOk="0" fill="none" h="2007" w="1642">
                  <a:moveTo>
                    <a:pt x="1642" y="0"/>
                  </a:moveTo>
                  <a:cubicBezTo>
                    <a:pt x="1247" y="487"/>
                    <a:pt x="821" y="912"/>
                    <a:pt x="456" y="1429"/>
                  </a:cubicBezTo>
                  <a:cubicBezTo>
                    <a:pt x="335" y="1611"/>
                    <a:pt x="183" y="1946"/>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19"/>
            <p:cNvSpPr/>
            <p:nvPr/>
          </p:nvSpPr>
          <p:spPr>
            <a:xfrm>
              <a:off x="1360500" y="4061025"/>
              <a:ext cx="58525" cy="61575"/>
            </a:xfrm>
            <a:custGeom>
              <a:rect b="b" l="l" r="r" t="t"/>
              <a:pathLst>
                <a:path extrusionOk="0" fill="none" h="2463" w="2341">
                  <a:moveTo>
                    <a:pt x="2341" y="1"/>
                  </a:moveTo>
                  <a:cubicBezTo>
                    <a:pt x="2006" y="214"/>
                    <a:pt x="1733" y="396"/>
                    <a:pt x="1489" y="730"/>
                  </a:cubicBezTo>
                  <a:cubicBezTo>
                    <a:pt x="1337" y="913"/>
                    <a:pt x="1216" y="1125"/>
                    <a:pt x="1064" y="1308"/>
                  </a:cubicBezTo>
                  <a:cubicBezTo>
                    <a:pt x="669" y="1703"/>
                    <a:pt x="304" y="2037"/>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19"/>
            <p:cNvSpPr/>
            <p:nvPr/>
          </p:nvSpPr>
          <p:spPr>
            <a:xfrm>
              <a:off x="1442550" y="4055725"/>
              <a:ext cx="52475" cy="58525"/>
            </a:xfrm>
            <a:custGeom>
              <a:rect b="b" l="l" r="r" t="t"/>
              <a:pathLst>
                <a:path extrusionOk="0" fill="none" h="2341" w="2099">
                  <a:moveTo>
                    <a:pt x="2098" y="0"/>
                  </a:moveTo>
                  <a:cubicBezTo>
                    <a:pt x="1825" y="456"/>
                    <a:pt x="1399" y="851"/>
                    <a:pt x="1065" y="1277"/>
                  </a:cubicBezTo>
                  <a:cubicBezTo>
                    <a:pt x="761" y="1672"/>
                    <a:pt x="396" y="2037"/>
                    <a:pt x="1"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19"/>
            <p:cNvSpPr/>
            <p:nvPr/>
          </p:nvSpPr>
          <p:spPr>
            <a:xfrm>
              <a:off x="1448625" y="4149175"/>
              <a:ext cx="41075" cy="58550"/>
            </a:xfrm>
            <a:custGeom>
              <a:rect b="b" l="l" r="r" t="t"/>
              <a:pathLst>
                <a:path extrusionOk="0" fill="none" h="2342" w="1643">
                  <a:moveTo>
                    <a:pt x="1642" y="1"/>
                  </a:moveTo>
                  <a:cubicBezTo>
                    <a:pt x="1186" y="852"/>
                    <a:pt x="396" y="1490"/>
                    <a:pt x="1"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19"/>
            <p:cNvSpPr/>
            <p:nvPr/>
          </p:nvSpPr>
          <p:spPr>
            <a:xfrm>
              <a:off x="1480550" y="4193250"/>
              <a:ext cx="58550" cy="67650"/>
            </a:xfrm>
            <a:custGeom>
              <a:rect b="b" l="l" r="r" t="t"/>
              <a:pathLst>
                <a:path extrusionOk="0" fill="none" h="2706" w="2342">
                  <a:moveTo>
                    <a:pt x="2341" y="1"/>
                  </a:moveTo>
                  <a:cubicBezTo>
                    <a:pt x="1885" y="517"/>
                    <a:pt x="1490" y="1065"/>
                    <a:pt x="1064" y="1612"/>
                  </a:cubicBezTo>
                  <a:cubicBezTo>
                    <a:pt x="760" y="2007"/>
                    <a:pt x="365" y="2341"/>
                    <a:pt x="1"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19"/>
            <p:cNvSpPr/>
            <p:nvPr/>
          </p:nvSpPr>
          <p:spPr>
            <a:xfrm>
              <a:off x="1442550" y="4389300"/>
              <a:ext cx="41075" cy="44100"/>
            </a:xfrm>
            <a:custGeom>
              <a:rect b="b" l="l" r="r" t="t"/>
              <a:pathLst>
                <a:path extrusionOk="0" fill="none" h="1764" w="1643">
                  <a:moveTo>
                    <a:pt x="1642" y="1"/>
                  </a:moveTo>
                  <a:cubicBezTo>
                    <a:pt x="1369" y="335"/>
                    <a:pt x="973" y="517"/>
                    <a:pt x="700" y="852"/>
                  </a:cubicBezTo>
                  <a:cubicBezTo>
                    <a:pt x="457" y="1156"/>
                    <a:pt x="244" y="1490"/>
                    <a:pt x="1"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19"/>
            <p:cNvSpPr/>
            <p:nvPr/>
          </p:nvSpPr>
          <p:spPr>
            <a:xfrm>
              <a:off x="1392400" y="4501000"/>
              <a:ext cx="50175" cy="50175"/>
            </a:xfrm>
            <a:custGeom>
              <a:rect b="b" l="l" r="r" t="t"/>
              <a:pathLst>
                <a:path extrusionOk="0" fill="none" h="2007" w="2007">
                  <a:moveTo>
                    <a:pt x="2007" y="1"/>
                  </a:moveTo>
                  <a:cubicBezTo>
                    <a:pt x="1581" y="426"/>
                    <a:pt x="1217" y="882"/>
                    <a:pt x="821" y="1308"/>
                  </a:cubicBezTo>
                  <a:cubicBezTo>
                    <a:pt x="578" y="1551"/>
                    <a:pt x="244" y="1733"/>
                    <a:pt x="1"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19"/>
            <p:cNvSpPr/>
            <p:nvPr/>
          </p:nvSpPr>
          <p:spPr>
            <a:xfrm>
              <a:off x="1474475" y="4295850"/>
              <a:ext cx="38025" cy="47125"/>
            </a:xfrm>
            <a:custGeom>
              <a:rect b="b" l="l" r="r" t="t"/>
              <a:pathLst>
                <a:path extrusionOk="0" fill="none" h="1885" w="1521">
                  <a:moveTo>
                    <a:pt x="1520" y="0"/>
                  </a:moveTo>
                  <a:cubicBezTo>
                    <a:pt x="1216" y="365"/>
                    <a:pt x="912" y="699"/>
                    <a:pt x="639" y="1094"/>
                  </a:cubicBezTo>
                  <a:cubicBezTo>
                    <a:pt x="426" y="1368"/>
                    <a:pt x="274" y="1641"/>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19"/>
            <p:cNvSpPr/>
            <p:nvPr/>
          </p:nvSpPr>
          <p:spPr>
            <a:xfrm>
              <a:off x="1515500" y="4105100"/>
              <a:ext cx="23600" cy="29675"/>
            </a:xfrm>
            <a:custGeom>
              <a:rect b="b" l="l" r="r" t="t"/>
              <a:pathLst>
                <a:path extrusionOk="0" fill="none" h="1187" w="944">
                  <a:moveTo>
                    <a:pt x="943" y="1"/>
                  </a:moveTo>
                  <a:cubicBezTo>
                    <a:pt x="457" y="274"/>
                    <a:pt x="122" y="639"/>
                    <a:pt x="1" y="118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19"/>
            <p:cNvSpPr/>
            <p:nvPr/>
          </p:nvSpPr>
          <p:spPr>
            <a:xfrm>
              <a:off x="1351375" y="4281400"/>
              <a:ext cx="61575" cy="72975"/>
            </a:xfrm>
            <a:custGeom>
              <a:rect b="b" l="l" r="r" t="t"/>
              <a:pathLst>
                <a:path extrusionOk="0" fill="none" h="2919" w="2463">
                  <a:moveTo>
                    <a:pt x="2462" y="1"/>
                  </a:moveTo>
                  <a:cubicBezTo>
                    <a:pt x="2128" y="274"/>
                    <a:pt x="1702" y="548"/>
                    <a:pt x="1429" y="943"/>
                  </a:cubicBezTo>
                  <a:cubicBezTo>
                    <a:pt x="1247" y="1216"/>
                    <a:pt x="1064" y="1490"/>
                    <a:pt x="851" y="1764"/>
                  </a:cubicBezTo>
                  <a:cubicBezTo>
                    <a:pt x="578" y="2128"/>
                    <a:pt x="365" y="2645"/>
                    <a:pt x="0" y="29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19"/>
            <p:cNvSpPr/>
            <p:nvPr/>
          </p:nvSpPr>
          <p:spPr>
            <a:xfrm>
              <a:off x="1333900" y="4199325"/>
              <a:ext cx="44100" cy="46375"/>
            </a:xfrm>
            <a:custGeom>
              <a:rect b="b" l="l" r="r" t="t"/>
              <a:pathLst>
                <a:path extrusionOk="0" fill="none" h="1855" w="1764">
                  <a:moveTo>
                    <a:pt x="1763" y="1"/>
                  </a:moveTo>
                  <a:cubicBezTo>
                    <a:pt x="1368" y="122"/>
                    <a:pt x="1094" y="700"/>
                    <a:pt x="821" y="1004"/>
                  </a:cubicBezTo>
                  <a:cubicBezTo>
                    <a:pt x="547" y="1277"/>
                    <a:pt x="304" y="1581"/>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19"/>
            <p:cNvSpPr/>
            <p:nvPr/>
          </p:nvSpPr>
          <p:spPr>
            <a:xfrm>
              <a:off x="1008650" y="4172750"/>
              <a:ext cx="46375" cy="58525"/>
            </a:xfrm>
            <a:custGeom>
              <a:rect b="b" l="l" r="r" t="t"/>
              <a:pathLst>
                <a:path extrusionOk="0" fill="none" h="2341" w="1855">
                  <a:moveTo>
                    <a:pt x="1855" y="0"/>
                  </a:moveTo>
                  <a:cubicBezTo>
                    <a:pt x="1277" y="790"/>
                    <a:pt x="670" y="1611"/>
                    <a:pt x="1" y="234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19"/>
            <p:cNvSpPr/>
            <p:nvPr/>
          </p:nvSpPr>
          <p:spPr>
            <a:xfrm>
              <a:off x="1114275" y="4193250"/>
              <a:ext cx="38025" cy="41075"/>
            </a:xfrm>
            <a:custGeom>
              <a:rect b="b" l="l" r="r" t="t"/>
              <a:pathLst>
                <a:path extrusionOk="0" fill="none" h="1643" w="1521">
                  <a:moveTo>
                    <a:pt x="1521" y="1"/>
                  </a:moveTo>
                  <a:cubicBezTo>
                    <a:pt x="1095" y="213"/>
                    <a:pt x="670" y="548"/>
                    <a:pt x="396" y="973"/>
                  </a:cubicBezTo>
                  <a:cubicBezTo>
                    <a:pt x="244" y="1186"/>
                    <a:pt x="183" y="1460"/>
                    <a:pt x="1"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19"/>
            <p:cNvSpPr/>
            <p:nvPr/>
          </p:nvSpPr>
          <p:spPr>
            <a:xfrm>
              <a:off x="1216875" y="4187175"/>
              <a:ext cx="31925" cy="35750"/>
            </a:xfrm>
            <a:custGeom>
              <a:rect b="b" l="l" r="r" t="t"/>
              <a:pathLst>
                <a:path extrusionOk="0" fill="none" h="1430" w="1277">
                  <a:moveTo>
                    <a:pt x="1277" y="1"/>
                  </a:moveTo>
                  <a:cubicBezTo>
                    <a:pt x="912" y="335"/>
                    <a:pt x="547" y="517"/>
                    <a:pt x="335" y="943"/>
                  </a:cubicBezTo>
                  <a:cubicBezTo>
                    <a:pt x="243" y="1156"/>
                    <a:pt x="152" y="1247"/>
                    <a:pt x="0" y="142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19"/>
            <p:cNvSpPr/>
            <p:nvPr/>
          </p:nvSpPr>
          <p:spPr>
            <a:xfrm>
              <a:off x="1286775" y="4178825"/>
              <a:ext cx="44100" cy="43325"/>
            </a:xfrm>
            <a:custGeom>
              <a:rect b="b" l="l" r="r" t="t"/>
              <a:pathLst>
                <a:path extrusionOk="0" fill="none" h="1733" w="1764">
                  <a:moveTo>
                    <a:pt x="1764" y="0"/>
                  </a:moveTo>
                  <a:cubicBezTo>
                    <a:pt x="1186" y="487"/>
                    <a:pt x="457" y="1094"/>
                    <a:pt x="1" y="173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19"/>
            <p:cNvSpPr/>
            <p:nvPr/>
          </p:nvSpPr>
          <p:spPr>
            <a:xfrm>
              <a:off x="1146200" y="4310275"/>
              <a:ext cx="58525" cy="64625"/>
            </a:xfrm>
            <a:custGeom>
              <a:rect b="b" l="l" r="r" t="t"/>
              <a:pathLst>
                <a:path extrusionOk="0" fill="none" h="2585" w="2341">
                  <a:moveTo>
                    <a:pt x="2341" y="1"/>
                  </a:moveTo>
                  <a:cubicBezTo>
                    <a:pt x="2037" y="92"/>
                    <a:pt x="1763" y="639"/>
                    <a:pt x="1611" y="852"/>
                  </a:cubicBezTo>
                  <a:cubicBezTo>
                    <a:pt x="1429" y="1064"/>
                    <a:pt x="1247" y="1247"/>
                    <a:pt x="1064" y="1429"/>
                  </a:cubicBezTo>
                  <a:cubicBezTo>
                    <a:pt x="669" y="1794"/>
                    <a:pt x="335" y="2189"/>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19"/>
            <p:cNvSpPr/>
            <p:nvPr/>
          </p:nvSpPr>
          <p:spPr>
            <a:xfrm>
              <a:off x="1102125" y="4286725"/>
              <a:ext cx="50175" cy="56250"/>
            </a:xfrm>
            <a:custGeom>
              <a:rect b="b" l="l" r="r" t="t"/>
              <a:pathLst>
                <a:path extrusionOk="0" fill="none" h="2250" w="2007">
                  <a:moveTo>
                    <a:pt x="2007" y="0"/>
                  </a:moveTo>
                  <a:cubicBezTo>
                    <a:pt x="1277" y="730"/>
                    <a:pt x="639" y="1490"/>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19"/>
            <p:cNvSpPr/>
            <p:nvPr/>
          </p:nvSpPr>
          <p:spPr>
            <a:xfrm>
              <a:off x="994225" y="4310275"/>
              <a:ext cx="49425" cy="50175"/>
            </a:xfrm>
            <a:custGeom>
              <a:rect b="b" l="l" r="r" t="t"/>
              <a:pathLst>
                <a:path extrusionOk="0" fill="none" h="2007" w="1977">
                  <a:moveTo>
                    <a:pt x="1976" y="1"/>
                  </a:moveTo>
                  <a:cubicBezTo>
                    <a:pt x="1551" y="426"/>
                    <a:pt x="1155" y="852"/>
                    <a:pt x="730" y="1247"/>
                  </a:cubicBezTo>
                  <a:cubicBezTo>
                    <a:pt x="487" y="1520"/>
                    <a:pt x="183" y="1703"/>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19"/>
            <p:cNvSpPr/>
            <p:nvPr/>
          </p:nvSpPr>
          <p:spPr>
            <a:xfrm>
              <a:off x="887825" y="4313325"/>
              <a:ext cx="41075" cy="38000"/>
            </a:xfrm>
            <a:custGeom>
              <a:rect b="b" l="l" r="r" t="t"/>
              <a:pathLst>
                <a:path extrusionOk="0" fill="none" h="1520" w="1643">
                  <a:moveTo>
                    <a:pt x="1642" y="0"/>
                  </a:moveTo>
                  <a:cubicBezTo>
                    <a:pt x="1308" y="335"/>
                    <a:pt x="974" y="699"/>
                    <a:pt x="639" y="1034"/>
                  </a:cubicBezTo>
                  <a:cubicBezTo>
                    <a:pt x="426" y="1216"/>
                    <a:pt x="214" y="133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19"/>
            <p:cNvSpPr/>
            <p:nvPr/>
          </p:nvSpPr>
          <p:spPr>
            <a:xfrm>
              <a:off x="882525" y="4234300"/>
              <a:ext cx="41050" cy="47125"/>
            </a:xfrm>
            <a:custGeom>
              <a:rect b="b" l="l" r="r" t="t"/>
              <a:pathLst>
                <a:path extrusionOk="0" fill="none" h="1885" w="1642">
                  <a:moveTo>
                    <a:pt x="1642" y="0"/>
                  </a:moveTo>
                  <a:cubicBezTo>
                    <a:pt x="1003" y="517"/>
                    <a:pt x="578" y="1307"/>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19"/>
            <p:cNvSpPr/>
            <p:nvPr/>
          </p:nvSpPr>
          <p:spPr>
            <a:xfrm>
              <a:off x="770800" y="4368800"/>
              <a:ext cx="47150" cy="53200"/>
            </a:xfrm>
            <a:custGeom>
              <a:rect b="b" l="l" r="r" t="t"/>
              <a:pathLst>
                <a:path extrusionOk="0" fill="none" h="2128" w="1886">
                  <a:moveTo>
                    <a:pt x="1886" y="0"/>
                  </a:moveTo>
                  <a:cubicBezTo>
                    <a:pt x="1399" y="426"/>
                    <a:pt x="974" y="882"/>
                    <a:pt x="579" y="1398"/>
                  </a:cubicBezTo>
                  <a:cubicBezTo>
                    <a:pt x="396" y="1641"/>
                    <a:pt x="244" y="1885"/>
                    <a:pt x="1" y="212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19"/>
            <p:cNvSpPr/>
            <p:nvPr/>
          </p:nvSpPr>
          <p:spPr>
            <a:xfrm>
              <a:off x="723700" y="4483525"/>
              <a:ext cx="41050" cy="50175"/>
            </a:xfrm>
            <a:custGeom>
              <a:rect b="b" l="l" r="r" t="t"/>
              <a:pathLst>
                <a:path extrusionOk="0" fill="none" h="2007" w="1642">
                  <a:moveTo>
                    <a:pt x="1642" y="1"/>
                  </a:moveTo>
                  <a:cubicBezTo>
                    <a:pt x="1277" y="426"/>
                    <a:pt x="943" y="791"/>
                    <a:pt x="700" y="1247"/>
                  </a:cubicBezTo>
                  <a:cubicBezTo>
                    <a:pt x="548" y="1551"/>
                    <a:pt x="274" y="1825"/>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19"/>
            <p:cNvSpPr/>
            <p:nvPr/>
          </p:nvSpPr>
          <p:spPr>
            <a:xfrm>
              <a:off x="709250" y="4583075"/>
              <a:ext cx="31950" cy="38025"/>
            </a:xfrm>
            <a:custGeom>
              <a:rect b="b" l="l" r="r" t="t"/>
              <a:pathLst>
                <a:path extrusionOk="0" fill="none" h="1521" w="1278">
                  <a:moveTo>
                    <a:pt x="1278" y="1"/>
                  </a:moveTo>
                  <a:cubicBezTo>
                    <a:pt x="974" y="457"/>
                    <a:pt x="578" y="133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19"/>
            <p:cNvSpPr/>
            <p:nvPr/>
          </p:nvSpPr>
          <p:spPr>
            <a:xfrm>
              <a:off x="694825" y="4404500"/>
              <a:ext cx="20550" cy="28900"/>
            </a:xfrm>
            <a:custGeom>
              <a:rect b="b" l="l" r="r" t="t"/>
              <a:pathLst>
                <a:path extrusionOk="0" fill="none" h="1156" w="822">
                  <a:moveTo>
                    <a:pt x="821" y="1"/>
                  </a:moveTo>
                  <a:cubicBezTo>
                    <a:pt x="456" y="335"/>
                    <a:pt x="335" y="821"/>
                    <a:pt x="0" y="115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19"/>
            <p:cNvSpPr/>
            <p:nvPr/>
          </p:nvSpPr>
          <p:spPr>
            <a:xfrm>
              <a:off x="577050" y="4404500"/>
              <a:ext cx="20525" cy="26625"/>
            </a:xfrm>
            <a:custGeom>
              <a:rect b="b" l="l" r="r" t="t"/>
              <a:pathLst>
                <a:path extrusionOk="0" fill="none" h="1065" w="821">
                  <a:moveTo>
                    <a:pt x="821" y="1"/>
                  </a:moveTo>
                  <a:cubicBezTo>
                    <a:pt x="517" y="335"/>
                    <a:pt x="304" y="730"/>
                    <a:pt x="0" y="106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19"/>
            <p:cNvSpPr/>
            <p:nvPr/>
          </p:nvSpPr>
          <p:spPr>
            <a:xfrm>
              <a:off x="873400" y="4407550"/>
              <a:ext cx="38025" cy="58525"/>
            </a:xfrm>
            <a:custGeom>
              <a:rect b="b" l="l" r="r" t="t"/>
              <a:pathLst>
                <a:path extrusionOk="0" fill="none" h="2341" w="1521">
                  <a:moveTo>
                    <a:pt x="1520" y="0"/>
                  </a:moveTo>
                  <a:cubicBezTo>
                    <a:pt x="1490" y="304"/>
                    <a:pt x="1095" y="699"/>
                    <a:pt x="943" y="943"/>
                  </a:cubicBezTo>
                  <a:cubicBezTo>
                    <a:pt x="821" y="1155"/>
                    <a:pt x="669" y="1338"/>
                    <a:pt x="548" y="1520"/>
                  </a:cubicBezTo>
                  <a:cubicBezTo>
                    <a:pt x="365" y="1733"/>
                    <a:pt x="31" y="2037"/>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19"/>
            <p:cNvSpPr/>
            <p:nvPr/>
          </p:nvSpPr>
          <p:spPr>
            <a:xfrm>
              <a:off x="955475" y="4421975"/>
              <a:ext cx="50175" cy="55500"/>
            </a:xfrm>
            <a:custGeom>
              <a:rect b="b" l="l" r="r" t="t"/>
              <a:pathLst>
                <a:path extrusionOk="0" fill="none" h="2220" w="2007">
                  <a:moveTo>
                    <a:pt x="2006" y="1"/>
                  </a:moveTo>
                  <a:cubicBezTo>
                    <a:pt x="1611" y="244"/>
                    <a:pt x="1398" y="335"/>
                    <a:pt x="1155" y="669"/>
                  </a:cubicBezTo>
                  <a:cubicBezTo>
                    <a:pt x="1034" y="882"/>
                    <a:pt x="912" y="1095"/>
                    <a:pt x="760" y="1277"/>
                  </a:cubicBezTo>
                  <a:cubicBezTo>
                    <a:pt x="517" y="1612"/>
                    <a:pt x="304" y="1946"/>
                    <a:pt x="0"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19"/>
            <p:cNvSpPr/>
            <p:nvPr/>
          </p:nvSpPr>
          <p:spPr>
            <a:xfrm>
              <a:off x="1084650" y="4415900"/>
              <a:ext cx="26625" cy="32700"/>
            </a:xfrm>
            <a:custGeom>
              <a:rect b="b" l="l" r="r" t="t"/>
              <a:pathLst>
                <a:path extrusionOk="0" fill="none" h="1308" w="1065">
                  <a:moveTo>
                    <a:pt x="1064" y="1"/>
                  </a:moveTo>
                  <a:cubicBezTo>
                    <a:pt x="730" y="365"/>
                    <a:pt x="152" y="821"/>
                    <a:pt x="0" y="130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19"/>
            <p:cNvSpPr/>
            <p:nvPr/>
          </p:nvSpPr>
          <p:spPr>
            <a:xfrm>
              <a:off x="1122650" y="4451625"/>
              <a:ext cx="44100" cy="58525"/>
            </a:xfrm>
            <a:custGeom>
              <a:rect b="b" l="l" r="r" t="t"/>
              <a:pathLst>
                <a:path extrusionOk="0" fill="none" h="2341" w="1764">
                  <a:moveTo>
                    <a:pt x="1763" y="0"/>
                  </a:moveTo>
                  <a:cubicBezTo>
                    <a:pt x="1368" y="517"/>
                    <a:pt x="1003" y="1094"/>
                    <a:pt x="578" y="1611"/>
                  </a:cubicBezTo>
                  <a:cubicBezTo>
                    <a:pt x="395" y="1854"/>
                    <a:pt x="243" y="215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19"/>
            <p:cNvSpPr/>
            <p:nvPr/>
          </p:nvSpPr>
          <p:spPr>
            <a:xfrm>
              <a:off x="1245750" y="4327750"/>
              <a:ext cx="29650" cy="32700"/>
            </a:xfrm>
            <a:custGeom>
              <a:rect b="b" l="l" r="r" t="t"/>
              <a:pathLst>
                <a:path extrusionOk="0" fill="none" h="1308" w="1186">
                  <a:moveTo>
                    <a:pt x="1186" y="1"/>
                  </a:moveTo>
                  <a:cubicBezTo>
                    <a:pt x="851" y="213"/>
                    <a:pt x="456" y="487"/>
                    <a:pt x="304" y="852"/>
                  </a:cubicBezTo>
                  <a:cubicBezTo>
                    <a:pt x="213" y="1034"/>
                    <a:pt x="183" y="1156"/>
                    <a:pt x="0" y="130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19"/>
            <p:cNvSpPr/>
            <p:nvPr/>
          </p:nvSpPr>
          <p:spPr>
            <a:xfrm>
              <a:off x="1284500" y="4418950"/>
              <a:ext cx="31950" cy="44100"/>
            </a:xfrm>
            <a:custGeom>
              <a:rect b="b" l="l" r="r" t="t"/>
              <a:pathLst>
                <a:path extrusionOk="0" fill="none" h="1764" w="1278">
                  <a:moveTo>
                    <a:pt x="1277" y="0"/>
                  </a:moveTo>
                  <a:cubicBezTo>
                    <a:pt x="943" y="395"/>
                    <a:pt x="578" y="821"/>
                    <a:pt x="304" y="1246"/>
                  </a:cubicBezTo>
                  <a:cubicBezTo>
                    <a:pt x="183" y="1398"/>
                    <a:pt x="122" y="1611"/>
                    <a:pt x="0"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19"/>
            <p:cNvSpPr/>
            <p:nvPr/>
          </p:nvSpPr>
          <p:spPr>
            <a:xfrm>
              <a:off x="1292850" y="4507100"/>
              <a:ext cx="35000" cy="49400"/>
            </a:xfrm>
            <a:custGeom>
              <a:rect b="b" l="l" r="r" t="t"/>
              <a:pathLst>
                <a:path extrusionOk="0" fill="none" h="1976" w="1400">
                  <a:moveTo>
                    <a:pt x="1399" y="0"/>
                  </a:moveTo>
                  <a:cubicBezTo>
                    <a:pt x="822" y="517"/>
                    <a:pt x="548" y="1398"/>
                    <a:pt x="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19"/>
            <p:cNvSpPr/>
            <p:nvPr/>
          </p:nvSpPr>
          <p:spPr>
            <a:xfrm>
              <a:off x="1257900" y="4627150"/>
              <a:ext cx="44100" cy="52450"/>
            </a:xfrm>
            <a:custGeom>
              <a:rect b="b" l="l" r="r" t="t"/>
              <a:pathLst>
                <a:path extrusionOk="0" fill="none" h="2098" w="1764">
                  <a:moveTo>
                    <a:pt x="1764" y="1"/>
                  </a:moveTo>
                  <a:cubicBezTo>
                    <a:pt x="1308" y="517"/>
                    <a:pt x="882" y="1034"/>
                    <a:pt x="457" y="1520"/>
                  </a:cubicBezTo>
                  <a:cubicBezTo>
                    <a:pt x="335" y="1672"/>
                    <a:pt x="31" y="1946"/>
                    <a:pt x="1" y="20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19"/>
            <p:cNvSpPr/>
            <p:nvPr/>
          </p:nvSpPr>
          <p:spPr>
            <a:xfrm>
              <a:off x="1175825" y="4636275"/>
              <a:ext cx="41075" cy="49425"/>
            </a:xfrm>
            <a:custGeom>
              <a:rect b="b" l="l" r="r" t="t"/>
              <a:pathLst>
                <a:path extrusionOk="0" fill="none" h="1977" w="1643">
                  <a:moveTo>
                    <a:pt x="1642" y="0"/>
                  </a:moveTo>
                  <a:cubicBezTo>
                    <a:pt x="1156" y="304"/>
                    <a:pt x="852" y="791"/>
                    <a:pt x="578" y="1277"/>
                  </a:cubicBezTo>
                  <a:cubicBezTo>
                    <a:pt x="426" y="1550"/>
                    <a:pt x="214" y="1763"/>
                    <a:pt x="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19"/>
            <p:cNvSpPr/>
            <p:nvPr/>
          </p:nvSpPr>
          <p:spPr>
            <a:xfrm>
              <a:off x="1175825" y="4530650"/>
              <a:ext cx="49425" cy="64600"/>
            </a:xfrm>
            <a:custGeom>
              <a:rect b="b" l="l" r="r" t="t"/>
              <a:pathLst>
                <a:path extrusionOk="0" fill="none" h="2584" w="1977">
                  <a:moveTo>
                    <a:pt x="1977" y="0"/>
                  </a:moveTo>
                  <a:cubicBezTo>
                    <a:pt x="1581" y="426"/>
                    <a:pt x="1156" y="943"/>
                    <a:pt x="822" y="1429"/>
                  </a:cubicBezTo>
                  <a:cubicBezTo>
                    <a:pt x="548" y="1824"/>
                    <a:pt x="305" y="2219"/>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19"/>
            <p:cNvSpPr/>
            <p:nvPr/>
          </p:nvSpPr>
          <p:spPr>
            <a:xfrm>
              <a:off x="1067175" y="4662100"/>
              <a:ext cx="38025" cy="47150"/>
            </a:xfrm>
            <a:custGeom>
              <a:rect b="b" l="l" r="r" t="t"/>
              <a:pathLst>
                <a:path extrusionOk="0" fill="none" h="1886" w="1521">
                  <a:moveTo>
                    <a:pt x="1520" y="1"/>
                  </a:moveTo>
                  <a:cubicBezTo>
                    <a:pt x="1186" y="426"/>
                    <a:pt x="943" y="943"/>
                    <a:pt x="578" y="1308"/>
                  </a:cubicBezTo>
                  <a:cubicBezTo>
                    <a:pt x="395" y="1521"/>
                    <a:pt x="183" y="1703"/>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19"/>
            <p:cNvSpPr/>
            <p:nvPr/>
          </p:nvSpPr>
          <p:spPr>
            <a:xfrm>
              <a:off x="1105175" y="4697825"/>
              <a:ext cx="32700" cy="38025"/>
            </a:xfrm>
            <a:custGeom>
              <a:rect b="b" l="l" r="r" t="t"/>
              <a:pathLst>
                <a:path extrusionOk="0" fill="none" h="1521" w="1308">
                  <a:moveTo>
                    <a:pt x="1307" y="0"/>
                  </a:moveTo>
                  <a:cubicBezTo>
                    <a:pt x="942" y="335"/>
                    <a:pt x="578" y="699"/>
                    <a:pt x="304" y="1125"/>
                  </a:cubicBezTo>
                  <a:cubicBezTo>
                    <a:pt x="243" y="1247"/>
                    <a:pt x="182" y="1490"/>
                    <a:pt x="0"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19"/>
            <p:cNvSpPr/>
            <p:nvPr/>
          </p:nvSpPr>
          <p:spPr>
            <a:xfrm>
              <a:off x="1061100" y="4556475"/>
              <a:ext cx="34975" cy="44100"/>
            </a:xfrm>
            <a:custGeom>
              <a:rect b="b" l="l" r="r" t="t"/>
              <a:pathLst>
                <a:path extrusionOk="0" fill="none" h="1764" w="1399">
                  <a:moveTo>
                    <a:pt x="1398" y="1"/>
                  </a:moveTo>
                  <a:cubicBezTo>
                    <a:pt x="942" y="274"/>
                    <a:pt x="578" y="730"/>
                    <a:pt x="365" y="1247"/>
                  </a:cubicBezTo>
                  <a:cubicBezTo>
                    <a:pt x="304" y="1338"/>
                    <a:pt x="274" y="1460"/>
                    <a:pt x="213" y="1551"/>
                  </a:cubicBezTo>
                  <a:cubicBezTo>
                    <a:pt x="152" y="1642"/>
                    <a:pt x="31" y="1642"/>
                    <a:pt x="0"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19"/>
            <p:cNvSpPr/>
            <p:nvPr/>
          </p:nvSpPr>
          <p:spPr>
            <a:xfrm>
              <a:off x="923550" y="4653750"/>
              <a:ext cx="41050" cy="55500"/>
            </a:xfrm>
            <a:custGeom>
              <a:rect b="b" l="l" r="r" t="t"/>
              <a:pathLst>
                <a:path extrusionOk="0" fill="none" h="2220" w="1642">
                  <a:moveTo>
                    <a:pt x="1642" y="0"/>
                  </a:moveTo>
                  <a:cubicBezTo>
                    <a:pt x="1277" y="487"/>
                    <a:pt x="912" y="1003"/>
                    <a:pt x="517" y="1520"/>
                  </a:cubicBezTo>
                  <a:cubicBezTo>
                    <a:pt x="365" y="1733"/>
                    <a:pt x="183" y="2007"/>
                    <a:pt x="1"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19"/>
            <p:cNvSpPr/>
            <p:nvPr/>
          </p:nvSpPr>
          <p:spPr>
            <a:xfrm>
              <a:off x="947100" y="4527600"/>
              <a:ext cx="44100" cy="55500"/>
            </a:xfrm>
            <a:custGeom>
              <a:rect b="b" l="l" r="r" t="t"/>
              <a:pathLst>
                <a:path extrusionOk="0" fill="none" h="2220" w="1764">
                  <a:moveTo>
                    <a:pt x="1764" y="1"/>
                  </a:moveTo>
                  <a:cubicBezTo>
                    <a:pt x="821" y="517"/>
                    <a:pt x="639" y="1490"/>
                    <a:pt x="1"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19"/>
            <p:cNvSpPr/>
            <p:nvPr/>
          </p:nvSpPr>
          <p:spPr>
            <a:xfrm>
              <a:off x="820975" y="4527600"/>
              <a:ext cx="49400" cy="64625"/>
            </a:xfrm>
            <a:custGeom>
              <a:rect b="b" l="l" r="r" t="t"/>
              <a:pathLst>
                <a:path extrusionOk="0" fill="none" h="2585" w="1976">
                  <a:moveTo>
                    <a:pt x="1976" y="1"/>
                  </a:moveTo>
                  <a:cubicBezTo>
                    <a:pt x="1398" y="487"/>
                    <a:pt x="973" y="913"/>
                    <a:pt x="517" y="1521"/>
                  </a:cubicBezTo>
                  <a:cubicBezTo>
                    <a:pt x="274" y="1855"/>
                    <a:pt x="182" y="2220"/>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19"/>
            <p:cNvSpPr/>
            <p:nvPr/>
          </p:nvSpPr>
          <p:spPr>
            <a:xfrm>
              <a:off x="827050" y="4659825"/>
              <a:ext cx="38025" cy="46375"/>
            </a:xfrm>
            <a:custGeom>
              <a:rect b="b" l="l" r="r" t="t"/>
              <a:pathLst>
                <a:path extrusionOk="0" fill="none" h="1855" w="1521">
                  <a:moveTo>
                    <a:pt x="1520" y="1"/>
                  </a:moveTo>
                  <a:cubicBezTo>
                    <a:pt x="1125" y="365"/>
                    <a:pt x="608" y="730"/>
                    <a:pt x="335" y="1186"/>
                  </a:cubicBezTo>
                  <a:cubicBezTo>
                    <a:pt x="274" y="1308"/>
                    <a:pt x="243" y="1429"/>
                    <a:pt x="183" y="1520"/>
                  </a:cubicBezTo>
                  <a:cubicBezTo>
                    <a:pt x="122" y="1642"/>
                    <a:pt x="0" y="1703"/>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19"/>
            <p:cNvSpPr/>
            <p:nvPr/>
          </p:nvSpPr>
          <p:spPr>
            <a:xfrm>
              <a:off x="772325" y="4647675"/>
              <a:ext cx="22075" cy="23575"/>
            </a:xfrm>
            <a:custGeom>
              <a:rect b="b" l="l" r="r" t="t"/>
              <a:pathLst>
                <a:path extrusionOk="0" fill="none" h="943" w="883">
                  <a:moveTo>
                    <a:pt x="882" y="0"/>
                  </a:moveTo>
                  <a:cubicBezTo>
                    <a:pt x="609" y="152"/>
                    <a:pt x="1" y="578"/>
                    <a:pt x="62" y="94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19"/>
            <p:cNvSpPr/>
            <p:nvPr/>
          </p:nvSpPr>
          <p:spPr>
            <a:xfrm>
              <a:off x="988150" y="4682625"/>
              <a:ext cx="28900" cy="38775"/>
            </a:xfrm>
            <a:custGeom>
              <a:rect b="b" l="l" r="r" t="t"/>
              <a:pathLst>
                <a:path extrusionOk="0" fill="none" h="1551" w="1156">
                  <a:moveTo>
                    <a:pt x="1155" y="0"/>
                  </a:moveTo>
                  <a:cubicBezTo>
                    <a:pt x="760" y="396"/>
                    <a:pt x="547" y="578"/>
                    <a:pt x="335" y="1034"/>
                  </a:cubicBezTo>
                  <a:cubicBezTo>
                    <a:pt x="274" y="1216"/>
                    <a:pt x="152" y="1429"/>
                    <a:pt x="0" y="155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19"/>
            <p:cNvSpPr/>
            <p:nvPr/>
          </p:nvSpPr>
          <p:spPr>
            <a:xfrm>
              <a:off x="1357450" y="4407550"/>
              <a:ext cx="23575" cy="34975"/>
            </a:xfrm>
            <a:custGeom>
              <a:rect b="b" l="l" r="r" t="t"/>
              <a:pathLst>
                <a:path extrusionOk="0" fill="none" h="1399" w="943">
                  <a:moveTo>
                    <a:pt x="943" y="0"/>
                  </a:moveTo>
                  <a:cubicBezTo>
                    <a:pt x="669" y="304"/>
                    <a:pt x="426" y="639"/>
                    <a:pt x="213" y="973"/>
                  </a:cubicBezTo>
                  <a:cubicBezTo>
                    <a:pt x="122" y="1125"/>
                    <a:pt x="0" y="1246"/>
                    <a:pt x="0" y="13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19"/>
            <p:cNvSpPr/>
            <p:nvPr/>
          </p:nvSpPr>
          <p:spPr>
            <a:xfrm>
              <a:off x="1349100" y="4603600"/>
              <a:ext cx="19775" cy="17500"/>
            </a:xfrm>
            <a:custGeom>
              <a:rect b="b" l="l" r="r" t="t"/>
              <a:pathLst>
                <a:path extrusionOk="0" fill="none" h="700" w="791">
                  <a:moveTo>
                    <a:pt x="790" y="0"/>
                  </a:moveTo>
                  <a:cubicBezTo>
                    <a:pt x="578" y="213"/>
                    <a:pt x="213" y="456"/>
                    <a:pt x="0" y="69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19"/>
            <p:cNvSpPr/>
            <p:nvPr/>
          </p:nvSpPr>
          <p:spPr>
            <a:xfrm>
              <a:off x="1005238" y="38760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0" name="Google Shape;2270;p19"/>
          <p:cNvGrpSpPr/>
          <p:nvPr/>
        </p:nvGrpSpPr>
        <p:grpSpPr>
          <a:xfrm>
            <a:off x="326612" y="67530"/>
            <a:ext cx="8817284" cy="4921221"/>
            <a:chOff x="326612" y="67530"/>
            <a:chExt cx="8817284" cy="4921221"/>
          </a:xfrm>
        </p:grpSpPr>
        <p:grpSp>
          <p:nvGrpSpPr>
            <p:cNvPr id="2271" name="Google Shape;2271;p19"/>
            <p:cNvGrpSpPr/>
            <p:nvPr/>
          </p:nvGrpSpPr>
          <p:grpSpPr>
            <a:xfrm rot="10800000">
              <a:off x="1295979" y="315536"/>
              <a:ext cx="7489445" cy="4355304"/>
              <a:chOff x="84651" y="220125"/>
              <a:chExt cx="8260224" cy="4679600"/>
            </a:xfrm>
          </p:grpSpPr>
          <p:grpSp>
            <p:nvGrpSpPr>
              <p:cNvPr id="2272" name="Google Shape;2272;p19"/>
              <p:cNvGrpSpPr/>
              <p:nvPr/>
            </p:nvGrpSpPr>
            <p:grpSpPr>
              <a:xfrm flipH="1" rot="10800000">
                <a:off x="84651" y="220125"/>
                <a:ext cx="7964653" cy="4679600"/>
                <a:chOff x="8451" y="232950"/>
                <a:chExt cx="7964653" cy="4679600"/>
              </a:xfrm>
            </p:grpSpPr>
            <p:sp>
              <p:nvSpPr>
                <p:cNvPr id="2273" name="Google Shape;2273;p19"/>
                <p:cNvSpPr/>
                <p:nvPr/>
              </p:nvSpPr>
              <p:spPr>
                <a:xfrm>
                  <a:off x="993156" y="3130750"/>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19"/>
                <p:cNvSpPr/>
                <p:nvPr/>
              </p:nvSpPr>
              <p:spPr>
                <a:xfrm flipH="1">
                  <a:off x="7913855" y="1471701"/>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19"/>
                <p:cNvSpPr/>
                <p:nvPr/>
              </p:nvSpPr>
              <p:spPr>
                <a:xfrm>
                  <a:off x="8451" y="2038251"/>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19"/>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19"/>
                <p:cNvSpPr/>
                <p:nvPr/>
              </p:nvSpPr>
              <p:spPr>
                <a:xfrm>
                  <a:off x="2907925" y="232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19"/>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19"/>
                <p:cNvSpPr/>
                <p:nvPr/>
              </p:nvSpPr>
              <p:spPr>
                <a:xfrm>
                  <a:off x="444550" y="3994675"/>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19"/>
                <p:cNvSpPr/>
                <p:nvPr/>
              </p:nvSpPr>
              <p:spPr>
                <a:xfrm>
                  <a:off x="4646898" y="630527"/>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19"/>
                <p:cNvSpPr/>
                <p:nvPr/>
              </p:nvSpPr>
              <p:spPr>
                <a:xfrm>
                  <a:off x="3584177" y="41013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82" name="Google Shape;2282;p19"/>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3" name="Google Shape;2283;p19"/>
            <p:cNvGrpSpPr/>
            <p:nvPr/>
          </p:nvGrpSpPr>
          <p:grpSpPr>
            <a:xfrm rot="10800000">
              <a:off x="326612" y="67530"/>
              <a:ext cx="8817284" cy="4921221"/>
              <a:chOff x="90325" y="143925"/>
              <a:chExt cx="8770150" cy="4768625"/>
            </a:xfrm>
          </p:grpSpPr>
          <p:sp>
            <p:nvSpPr>
              <p:cNvPr id="2284" name="Google Shape;2284;p19"/>
              <p:cNvSpPr/>
              <p:nvPr/>
            </p:nvSpPr>
            <p:spPr>
              <a:xfrm flipH="1">
                <a:off x="8019838" y="1701249"/>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19"/>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19"/>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19"/>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19"/>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19"/>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19"/>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19"/>
              <p:cNvSpPr/>
              <p:nvPr/>
            </p:nvSpPr>
            <p:spPr>
              <a:xfrm>
                <a:off x="223038" y="4068512"/>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19"/>
              <p:cNvSpPr/>
              <p:nvPr/>
            </p:nvSpPr>
            <p:spPr>
              <a:xfrm>
                <a:off x="8008037" y="2794111"/>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19"/>
              <p:cNvSpPr/>
              <p:nvPr/>
            </p:nvSpPr>
            <p:spPr>
              <a:xfrm>
                <a:off x="4852336" y="27741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294" name="Google Shape;2294;p19"/>
          <p:cNvSpPr/>
          <p:nvPr/>
        </p:nvSpPr>
        <p:spPr>
          <a:xfrm flipH="1" rot="716873">
            <a:off x="422331" y="3744771"/>
            <a:ext cx="249715" cy="275062"/>
          </a:xfrm>
          <a:custGeom>
            <a:rect b="b" l="l" r="r" t="t"/>
            <a:pathLst>
              <a:path extrusionOk="0" h="11014" w="10242">
                <a:moveTo>
                  <a:pt x="4204" y="0"/>
                </a:moveTo>
                <a:lnTo>
                  <a:pt x="4204" y="0"/>
                </a:lnTo>
                <a:cubicBezTo>
                  <a:pt x="3804" y="133"/>
                  <a:pt x="3370" y="300"/>
                  <a:pt x="2970" y="567"/>
                </a:cubicBezTo>
                <a:cubicBezTo>
                  <a:pt x="568" y="2102"/>
                  <a:pt x="1" y="5537"/>
                  <a:pt x="1735" y="8206"/>
                </a:cubicBezTo>
                <a:cubicBezTo>
                  <a:pt x="2881" y="10003"/>
                  <a:pt x="4783" y="11013"/>
                  <a:pt x="6636" y="11013"/>
                </a:cubicBezTo>
                <a:cubicBezTo>
                  <a:pt x="7535" y="11013"/>
                  <a:pt x="8423" y="10775"/>
                  <a:pt x="9207" y="10274"/>
                </a:cubicBezTo>
                <a:cubicBezTo>
                  <a:pt x="9608" y="10007"/>
                  <a:pt x="9941" y="9707"/>
                  <a:pt x="10242" y="9373"/>
                </a:cubicBezTo>
                <a:lnTo>
                  <a:pt x="10242" y="9373"/>
                </a:lnTo>
                <a:cubicBezTo>
                  <a:pt x="9797" y="9499"/>
                  <a:pt x="9340" y="9561"/>
                  <a:pt x="8881" y="9561"/>
                </a:cubicBezTo>
                <a:cubicBezTo>
                  <a:pt x="7031" y="9561"/>
                  <a:pt x="5153" y="8562"/>
                  <a:pt x="4004" y="6772"/>
                </a:cubicBezTo>
                <a:cubicBezTo>
                  <a:pt x="2536" y="4503"/>
                  <a:pt x="2703" y="1735"/>
                  <a:pt x="42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19"/>
          <p:cNvSpPr/>
          <p:nvPr/>
        </p:nvSpPr>
        <p:spPr>
          <a:xfrm>
            <a:off x="7830226" y="4790100"/>
            <a:ext cx="1393994"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6"/>
                  <a:pt x="4134" y="1217"/>
                  <a:pt x="4621" y="1217"/>
                </a:cubicBezTo>
                <a:cubicBezTo>
                  <a:pt x="5198" y="1217"/>
                  <a:pt x="5715" y="1156"/>
                  <a:pt x="6262" y="1399"/>
                </a:cubicBezTo>
                <a:cubicBezTo>
                  <a:pt x="6870" y="1673"/>
                  <a:pt x="7478" y="2007"/>
                  <a:pt x="8055" y="2372"/>
                </a:cubicBezTo>
                <a:cubicBezTo>
                  <a:pt x="8572" y="2706"/>
                  <a:pt x="8937" y="3162"/>
                  <a:pt x="9545" y="3345"/>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4"/>
                </a:cubicBezTo>
                <a:cubicBezTo>
                  <a:pt x="16110" y="579"/>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8"/>
                  <a:pt x="24378" y="4287"/>
                  <a:pt x="25138" y="4287"/>
                </a:cubicBezTo>
                <a:cubicBezTo>
                  <a:pt x="25502" y="4287"/>
                  <a:pt x="26050" y="4378"/>
                  <a:pt x="26414" y="4256"/>
                </a:cubicBezTo>
                <a:cubicBezTo>
                  <a:pt x="26870" y="4135"/>
                  <a:pt x="27296" y="3740"/>
                  <a:pt x="27721" y="3527"/>
                </a:cubicBezTo>
                <a:cubicBezTo>
                  <a:pt x="28451" y="3162"/>
                  <a:pt x="29150" y="2372"/>
                  <a:pt x="29636" y="1734"/>
                </a:cubicBezTo>
                <a:cubicBezTo>
                  <a:pt x="29910" y="1430"/>
                  <a:pt x="30123" y="1065"/>
                  <a:pt x="30335" y="730"/>
                </a:cubicBezTo>
                <a:cubicBezTo>
                  <a:pt x="30427" y="548"/>
                  <a:pt x="30548" y="305"/>
                  <a:pt x="30761" y="275"/>
                </a:cubicBezTo>
                <a:cubicBezTo>
                  <a:pt x="30822" y="457"/>
                  <a:pt x="30822" y="609"/>
                  <a:pt x="30822" y="822"/>
                </a:cubicBezTo>
              </a:path>
            </a:pathLst>
          </a:custGeom>
          <a:noFill/>
          <a:ln cap="flat" cmpd="sng" w="66875">
            <a:solidFill>
              <a:schemeClr val="accent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19"/>
          <p:cNvSpPr/>
          <p:nvPr/>
        </p:nvSpPr>
        <p:spPr>
          <a:xfrm>
            <a:off x="7830226" y="4966400"/>
            <a:ext cx="1393994"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5"/>
                  <a:pt x="4134" y="1217"/>
                  <a:pt x="4621" y="1217"/>
                </a:cubicBezTo>
                <a:cubicBezTo>
                  <a:pt x="5198" y="1217"/>
                  <a:pt x="5715" y="1156"/>
                  <a:pt x="6262" y="1399"/>
                </a:cubicBezTo>
                <a:cubicBezTo>
                  <a:pt x="6870" y="1673"/>
                  <a:pt x="7478" y="2007"/>
                  <a:pt x="8055" y="2372"/>
                </a:cubicBezTo>
                <a:cubicBezTo>
                  <a:pt x="8572" y="2706"/>
                  <a:pt x="8937" y="3162"/>
                  <a:pt x="9545" y="3344"/>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3"/>
                </a:cubicBezTo>
                <a:cubicBezTo>
                  <a:pt x="16110" y="578"/>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7"/>
                  <a:pt x="24378" y="4287"/>
                  <a:pt x="25138" y="4287"/>
                </a:cubicBezTo>
                <a:cubicBezTo>
                  <a:pt x="25502" y="4287"/>
                  <a:pt x="26050" y="4378"/>
                  <a:pt x="26414" y="4256"/>
                </a:cubicBezTo>
                <a:cubicBezTo>
                  <a:pt x="26870" y="4135"/>
                  <a:pt x="27296" y="3739"/>
                  <a:pt x="27721" y="3527"/>
                </a:cubicBezTo>
                <a:cubicBezTo>
                  <a:pt x="28451" y="3162"/>
                  <a:pt x="29150" y="2372"/>
                  <a:pt x="29636" y="1733"/>
                </a:cubicBezTo>
                <a:cubicBezTo>
                  <a:pt x="29910" y="1399"/>
                  <a:pt x="30123" y="1065"/>
                  <a:pt x="30335" y="730"/>
                </a:cubicBezTo>
                <a:cubicBezTo>
                  <a:pt x="30427" y="548"/>
                  <a:pt x="30548" y="305"/>
                  <a:pt x="30761" y="274"/>
                </a:cubicBezTo>
                <a:cubicBezTo>
                  <a:pt x="30822" y="457"/>
                  <a:pt x="30822" y="609"/>
                  <a:pt x="30822" y="821"/>
                </a:cubicBezTo>
              </a:path>
            </a:pathLst>
          </a:custGeom>
          <a:noFill/>
          <a:ln cap="flat" cmpd="sng" w="760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19"/>
          <p:cNvSpPr/>
          <p:nvPr/>
        </p:nvSpPr>
        <p:spPr>
          <a:xfrm rot="6277424">
            <a:off x="7896999" y="179029"/>
            <a:ext cx="297782" cy="245133"/>
          </a:xfrm>
          <a:custGeom>
            <a:rect b="b" l="l" r="r" t="t"/>
            <a:pathLst>
              <a:path extrusionOk="0" h="19244" w="22160">
                <a:moveTo>
                  <a:pt x="10828" y="1"/>
                </a:moveTo>
                <a:cubicBezTo>
                  <a:pt x="10457" y="1"/>
                  <a:pt x="10146" y="296"/>
                  <a:pt x="10001" y="702"/>
                </a:cubicBezTo>
                <a:cubicBezTo>
                  <a:pt x="9454" y="2070"/>
                  <a:pt x="10609" y="3985"/>
                  <a:pt x="11125" y="5201"/>
                </a:cubicBezTo>
                <a:cubicBezTo>
                  <a:pt x="11581" y="6356"/>
                  <a:pt x="12281" y="7389"/>
                  <a:pt x="12767" y="8514"/>
                </a:cubicBezTo>
                <a:cubicBezTo>
                  <a:pt x="13192" y="9486"/>
                  <a:pt x="13891" y="10246"/>
                  <a:pt x="14287" y="11249"/>
                </a:cubicBezTo>
                <a:cubicBezTo>
                  <a:pt x="14378" y="11553"/>
                  <a:pt x="14469" y="11857"/>
                  <a:pt x="14621" y="12161"/>
                </a:cubicBezTo>
                <a:cubicBezTo>
                  <a:pt x="14773" y="12404"/>
                  <a:pt x="15077" y="12526"/>
                  <a:pt x="15229" y="12799"/>
                </a:cubicBezTo>
                <a:cubicBezTo>
                  <a:pt x="15381" y="13043"/>
                  <a:pt x="15624" y="13711"/>
                  <a:pt x="15594" y="14015"/>
                </a:cubicBezTo>
                <a:cubicBezTo>
                  <a:pt x="15411" y="13529"/>
                  <a:pt x="14955" y="13195"/>
                  <a:pt x="14591" y="12860"/>
                </a:cubicBezTo>
                <a:cubicBezTo>
                  <a:pt x="13922" y="12192"/>
                  <a:pt x="13405" y="11462"/>
                  <a:pt x="12767" y="10793"/>
                </a:cubicBezTo>
                <a:cubicBezTo>
                  <a:pt x="11156" y="9061"/>
                  <a:pt x="9302" y="7723"/>
                  <a:pt x="7326" y="6447"/>
                </a:cubicBezTo>
                <a:cubicBezTo>
                  <a:pt x="6622" y="5992"/>
                  <a:pt x="2995" y="3771"/>
                  <a:pt x="1158" y="3771"/>
                </a:cubicBezTo>
                <a:cubicBezTo>
                  <a:pt x="538" y="3771"/>
                  <a:pt x="123" y="4024"/>
                  <a:pt x="92" y="4684"/>
                </a:cubicBezTo>
                <a:cubicBezTo>
                  <a:pt x="1" y="6112"/>
                  <a:pt x="973" y="6903"/>
                  <a:pt x="1794" y="7967"/>
                </a:cubicBezTo>
                <a:cubicBezTo>
                  <a:pt x="2037" y="8331"/>
                  <a:pt x="2341" y="8544"/>
                  <a:pt x="2675" y="8787"/>
                </a:cubicBezTo>
                <a:cubicBezTo>
                  <a:pt x="2979" y="9030"/>
                  <a:pt x="3131" y="9304"/>
                  <a:pt x="3375" y="9547"/>
                </a:cubicBezTo>
                <a:cubicBezTo>
                  <a:pt x="3800" y="10033"/>
                  <a:pt x="4438" y="10429"/>
                  <a:pt x="4955" y="10793"/>
                </a:cubicBezTo>
                <a:cubicBezTo>
                  <a:pt x="5624" y="11249"/>
                  <a:pt x="6262" y="11553"/>
                  <a:pt x="6840" y="12161"/>
                </a:cubicBezTo>
                <a:cubicBezTo>
                  <a:pt x="7296" y="12587"/>
                  <a:pt x="7812" y="12860"/>
                  <a:pt x="8299" y="13255"/>
                </a:cubicBezTo>
                <a:cubicBezTo>
                  <a:pt x="9028" y="13803"/>
                  <a:pt x="9849" y="14198"/>
                  <a:pt x="10578" y="14775"/>
                </a:cubicBezTo>
                <a:cubicBezTo>
                  <a:pt x="10532" y="14782"/>
                  <a:pt x="10487" y="14785"/>
                  <a:pt x="10444" y="14785"/>
                </a:cubicBezTo>
                <a:cubicBezTo>
                  <a:pt x="10091" y="14785"/>
                  <a:pt x="9836" y="14586"/>
                  <a:pt x="9484" y="14532"/>
                </a:cubicBezTo>
                <a:cubicBezTo>
                  <a:pt x="9366" y="14510"/>
                  <a:pt x="9224" y="14500"/>
                  <a:pt x="9076" y="14500"/>
                </a:cubicBezTo>
                <a:cubicBezTo>
                  <a:pt x="8807" y="14500"/>
                  <a:pt x="8515" y="14534"/>
                  <a:pt x="8299" y="14593"/>
                </a:cubicBezTo>
                <a:cubicBezTo>
                  <a:pt x="7934" y="14684"/>
                  <a:pt x="7508" y="14866"/>
                  <a:pt x="7144" y="15018"/>
                </a:cubicBezTo>
                <a:cubicBezTo>
                  <a:pt x="6779" y="15140"/>
                  <a:pt x="6019" y="15201"/>
                  <a:pt x="5745" y="15535"/>
                </a:cubicBezTo>
                <a:cubicBezTo>
                  <a:pt x="5533" y="15809"/>
                  <a:pt x="5745" y="16447"/>
                  <a:pt x="5958" y="16660"/>
                </a:cubicBezTo>
                <a:cubicBezTo>
                  <a:pt x="6293" y="17024"/>
                  <a:pt x="6931" y="17237"/>
                  <a:pt x="7387" y="17420"/>
                </a:cubicBezTo>
                <a:cubicBezTo>
                  <a:pt x="8329" y="17815"/>
                  <a:pt x="9302" y="17845"/>
                  <a:pt x="10274" y="18028"/>
                </a:cubicBezTo>
                <a:cubicBezTo>
                  <a:pt x="10551" y="18083"/>
                  <a:pt x="10834" y="18101"/>
                  <a:pt x="11121" y="18101"/>
                </a:cubicBezTo>
                <a:cubicBezTo>
                  <a:pt x="11679" y="18101"/>
                  <a:pt x="12248" y="18032"/>
                  <a:pt x="12805" y="18032"/>
                </a:cubicBezTo>
                <a:cubicBezTo>
                  <a:pt x="13059" y="18032"/>
                  <a:pt x="13311" y="18046"/>
                  <a:pt x="13557" y="18088"/>
                </a:cubicBezTo>
                <a:cubicBezTo>
                  <a:pt x="14287" y="18179"/>
                  <a:pt x="14925" y="18301"/>
                  <a:pt x="15685" y="18301"/>
                </a:cubicBezTo>
                <a:lnTo>
                  <a:pt x="17326" y="18301"/>
                </a:lnTo>
                <a:cubicBezTo>
                  <a:pt x="17853" y="18301"/>
                  <a:pt x="18380" y="18288"/>
                  <a:pt x="18907" y="18288"/>
                </a:cubicBezTo>
                <a:cubicBezTo>
                  <a:pt x="19170" y="18288"/>
                  <a:pt x="19434" y="18291"/>
                  <a:pt x="19697" y="18301"/>
                </a:cubicBezTo>
                <a:cubicBezTo>
                  <a:pt x="20123" y="18301"/>
                  <a:pt x="20244" y="18453"/>
                  <a:pt x="20609" y="18544"/>
                </a:cubicBezTo>
                <a:cubicBezTo>
                  <a:pt x="20699" y="18564"/>
                  <a:pt x="20790" y="18571"/>
                  <a:pt x="20882" y="18571"/>
                </a:cubicBezTo>
                <a:cubicBezTo>
                  <a:pt x="21134" y="18571"/>
                  <a:pt x="21391" y="18518"/>
                  <a:pt x="21643" y="18518"/>
                </a:cubicBezTo>
                <a:cubicBezTo>
                  <a:pt x="21735" y="18518"/>
                  <a:pt x="21826" y="18525"/>
                  <a:pt x="21916" y="18544"/>
                </a:cubicBezTo>
                <a:cubicBezTo>
                  <a:pt x="21916" y="18643"/>
                  <a:pt x="21906" y="18742"/>
                  <a:pt x="21882" y="18838"/>
                </a:cubicBezTo>
                <a:lnTo>
                  <a:pt x="21882" y="18838"/>
                </a:lnTo>
                <a:lnTo>
                  <a:pt x="22159" y="18301"/>
                </a:lnTo>
                <a:cubicBezTo>
                  <a:pt x="21825" y="16569"/>
                  <a:pt x="20761" y="14927"/>
                  <a:pt x="19849" y="13438"/>
                </a:cubicBezTo>
                <a:cubicBezTo>
                  <a:pt x="18846" y="11705"/>
                  <a:pt x="18177" y="9760"/>
                  <a:pt x="17235" y="7997"/>
                </a:cubicBezTo>
                <a:cubicBezTo>
                  <a:pt x="16840" y="7267"/>
                  <a:pt x="16323" y="6599"/>
                  <a:pt x="15928" y="5869"/>
                </a:cubicBezTo>
                <a:cubicBezTo>
                  <a:pt x="15502" y="5140"/>
                  <a:pt x="15047" y="4441"/>
                  <a:pt x="14560" y="3772"/>
                </a:cubicBezTo>
                <a:cubicBezTo>
                  <a:pt x="13740" y="2617"/>
                  <a:pt x="12949" y="1401"/>
                  <a:pt x="11825" y="520"/>
                </a:cubicBezTo>
                <a:cubicBezTo>
                  <a:pt x="11490" y="246"/>
                  <a:pt x="11338" y="3"/>
                  <a:pt x="10882" y="3"/>
                </a:cubicBezTo>
                <a:cubicBezTo>
                  <a:pt x="10864" y="2"/>
                  <a:pt x="10846" y="1"/>
                  <a:pt x="10828" y="1"/>
                </a:cubicBezTo>
                <a:close/>
                <a:moveTo>
                  <a:pt x="21882" y="18838"/>
                </a:moveTo>
                <a:lnTo>
                  <a:pt x="21673" y="19243"/>
                </a:lnTo>
                <a:cubicBezTo>
                  <a:pt x="21781" y="19117"/>
                  <a:pt x="21847" y="18980"/>
                  <a:pt x="21882" y="1883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19"/>
          <p:cNvSpPr txBox="1"/>
          <p:nvPr>
            <p:ph idx="2" type="title"/>
          </p:nvPr>
        </p:nvSpPr>
        <p:spPr>
          <a:xfrm>
            <a:off x="1101175" y="1783113"/>
            <a:ext cx="1986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3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299" name="Google Shape;2299;p19"/>
          <p:cNvSpPr txBox="1"/>
          <p:nvPr>
            <p:ph idx="1" type="subTitle"/>
          </p:nvPr>
        </p:nvSpPr>
        <p:spPr>
          <a:xfrm>
            <a:off x="1101175" y="2293438"/>
            <a:ext cx="19860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atin typeface="Inconsolata"/>
                <a:ea typeface="Inconsolata"/>
                <a:cs typeface="Inconsolata"/>
                <a:sym typeface="Inconsolata"/>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300" name="Google Shape;2300;p19"/>
          <p:cNvSpPr txBox="1"/>
          <p:nvPr>
            <p:ph idx="3" type="title"/>
          </p:nvPr>
        </p:nvSpPr>
        <p:spPr>
          <a:xfrm>
            <a:off x="3578948" y="1783113"/>
            <a:ext cx="1986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3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301" name="Google Shape;2301;p19"/>
          <p:cNvSpPr txBox="1"/>
          <p:nvPr>
            <p:ph idx="4" type="subTitle"/>
          </p:nvPr>
        </p:nvSpPr>
        <p:spPr>
          <a:xfrm>
            <a:off x="3578948" y="2293438"/>
            <a:ext cx="19860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atin typeface="Inconsolata"/>
                <a:ea typeface="Inconsolata"/>
                <a:cs typeface="Inconsolata"/>
                <a:sym typeface="Inconsolata"/>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302" name="Google Shape;2302;p19"/>
          <p:cNvSpPr txBox="1"/>
          <p:nvPr>
            <p:ph idx="5" type="title"/>
          </p:nvPr>
        </p:nvSpPr>
        <p:spPr>
          <a:xfrm>
            <a:off x="1101175" y="3618450"/>
            <a:ext cx="1986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3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303" name="Google Shape;2303;p19"/>
          <p:cNvSpPr txBox="1"/>
          <p:nvPr>
            <p:ph idx="6" type="subTitle"/>
          </p:nvPr>
        </p:nvSpPr>
        <p:spPr>
          <a:xfrm>
            <a:off x="1101175" y="4128775"/>
            <a:ext cx="19860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atin typeface="Inconsolata"/>
                <a:ea typeface="Inconsolata"/>
                <a:cs typeface="Inconsolata"/>
                <a:sym typeface="Inconsolata"/>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304" name="Google Shape;2304;p19"/>
          <p:cNvSpPr txBox="1"/>
          <p:nvPr>
            <p:ph idx="7" type="subTitle"/>
          </p:nvPr>
        </p:nvSpPr>
        <p:spPr>
          <a:xfrm>
            <a:off x="3578948" y="4128775"/>
            <a:ext cx="19860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atin typeface="Inconsolata"/>
                <a:ea typeface="Inconsolata"/>
                <a:cs typeface="Inconsolata"/>
                <a:sym typeface="Inconsolata"/>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305" name="Google Shape;2305;p19"/>
          <p:cNvSpPr txBox="1"/>
          <p:nvPr>
            <p:ph idx="8" type="title"/>
          </p:nvPr>
        </p:nvSpPr>
        <p:spPr>
          <a:xfrm>
            <a:off x="6056727" y="1783113"/>
            <a:ext cx="1986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3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306" name="Google Shape;2306;p19"/>
          <p:cNvSpPr txBox="1"/>
          <p:nvPr>
            <p:ph idx="9" type="subTitle"/>
          </p:nvPr>
        </p:nvSpPr>
        <p:spPr>
          <a:xfrm>
            <a:off x="6056727" y="2293438"/>
            <a:ext cx="19860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atin typeface="Inconsolata"/>
                <a:ea typeface="Inconsolata"/>
                <a:cs typeface="Inconsolata"/>
                <a:sym typeface="Inconsolata"/>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307" name="Google Shape;2307;p19"/>
          <p:cNvSpPr txBox="1"/>
          <p:nvPr>
            <p:ph idx="13" type="title"/>
          </p:nvPr>
        </p:nvSpPr>
        <p:spPr>
          <a:xfrm>
            <a:off x="6056727" y="3618450"/>
            <a:ext cx="1986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3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308" name="Google Shape;2308;p19"/>
          <p:cNvSpPr txBox="1"/>
          <p:nvPr>
            <p:ph idx="14" type="subTitle"/>
          </p:nvPr>
        </p:nvSpPr>
        <p:spPr>
          <a:xfrm>
            <a:off x="6056727" y="4128775"/>
            <a:ext cx="19860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atin typeface="Inconsolata"/>
                <a:ea typeface="Inconsolata"/>
                <a:cs typeface="Inconsolata"/>
                <a:sym typeface="Inconsolata"/>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309" name="Google Shape;2309;p19"/>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latin typeface="Lora SemiBold"/>
                <a:ea typeface="Lora SemiBold"/>
                <a:cs typeface="Lora SemiBold"/>
                <a:sym typeface="Lora SemiBold"/>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2310" name="Shape 2310"/>
        <p:cNvGrpSpPr/>
        <p:nvPr/>
      </p:nvGrpSpPr>
      <p:grpSpPr>
        <a:xfrm>
          <a:off x="0" y="0"/>
          <a:ext cx="0" cy="0"/>
          <a:chOff x="0" y="0"/>
          <a:chExt cx="0" cy="0"/>
        </a:xfrm>
      </p:grpSpPr>
      <p:pic>
        <p:nvPicPr>
          <p:cNvPr id="2311" name="Google Shape;2311;p20"/>
          <p:cNvPicPr preferRelativeResize="0"/>
          <p:nvPr/>
        </p:nvPicPr>
        <p:blipFill>
          <a:blip r:embed="rId2">
            <a:alphaModFix/>
          </a:blip>
          <a:stretch>
            <a:fillRect/>
          </a:stretch>
        </p:blipFill>
        <p:spPr>
          <a:xfrm>
            <a:off x="0" y="0"/>
            <a:ext cx="9144000" cy="5143500"/>
          </a:xfrm>
          <a:prstGeom prst="rect">
            <a:avLst/>
          </a:prstGeom>
          <a:noFill/>
          <a:ln>
            <a:noFill/>
          </a:ln>
        </p:spPr>
      </p:pic>
      <p:sp>
        <p:nvSpPr>
          <p:cNvPr id="2312" name="Google Shape;2312;p20"/>
          <p:cNvSpPr/>
          <p:nvPr/>
        </p:nvSpPr>
        <p:spPr>
          <a:xfrm flipH="1" rot="-426618">
            <a:off x="207037" y="235588"/>
            <a:ext cx="522140" cy="177473"/>
          </a:xfrm>
          <a:custGeom>
            <a:rect b="b" l="l" r="r" t="t"/>
            <a:pathLst>
              <a:path extrusionOk="0" h="9405" w="13944">
                <a:moveTo>
                  <a:pt x="0" y="1"/>
                </a:moveTo>
                <a:lnTo>
                  <a:pt x="0" y="1"/>
                </a:lnTo>
                <a:cubicBezTo>
                  <a:pt x="2936" y="1802"/>
                  <a:pt x="5504" y="4170"/>
                  <a:pt x="7539" y="6972"/>
                </a:cubicBezTo>
                <a:cubicBezTo>
                  <a:pt x="8006" y="7573"/>
                  <a:pt x="8473" y="8273"/>
                  <a:pt x="9240" y="8507"/>
                </a:cubicBezTo>
                <a:cubicBezTo>
                  <a:pt x="9040" y="7640"/>
                  <a:pt x="8640" y="6839"/>
                  <a:pt x="8040" y="6172"/>
                </a:cubicBezTo>
                <a:lnTo>
                  <a:pt x="8040" y="6172"/>
                </a:lnTo>
                <a:cubicBezTo>
                  <a:pt x="9941" y="6672"/>
                  <a:pt x="11475" y="8040"/>
                  <a:pt x="13076" y="9141"/>
                </a:cubicBezTo>
                <a:cubicBezTo>
                  <a:pt x="13287" y="9272"/>
                  <a:pt x="13519" y="9404"/>
                  <a:pt x="13755" y="9404"/>
                </a:cubicBezTo>
                <a:cubicBezTo>
                  <a:pt x="13818" y="9404"/>
                  <a:pt x="13881" y="9395"/>
                  <a:pt x="13944" y="9374"/>
                </a:cubicBezTo>
                <a:cubicBezTo>
                  <a:pt x="13944" y="8907"/>
                  <a:pt x="13610" y="8540"/>
                  <a:pt x="13310" y="8207"/>
                </a:cubicBezTo>
                <a:cubicBezTo>
                  <a:pt x="11509" y="6239"/>
                  <a:pt x="9674" y="4270"/>
                  <a:pt x="7506" y="2703"/>
                </a:cubicBezTo>
                <a:cubicBezTo>
                  <a:pt x="5371" y="1168"/>
                  <a:pt x="2669" y="13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2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latin typeface="Lora SemiBold"/>
                <a:ea typeface="Lora SemiBold"/>
                <a:cs typeface="Lora SemiBold"/>
                <a:sym typeface="Lora SemiBold"/>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314" name="Google Shape;2314;p20"/>
          <p:cNvGrpSpPr/>
          <p:nvPr/>
        </p:nvGrpSpPr>
        <p:grpSpPr>
          <a:xfrm flipH="1" rot="10800000">
            <a:off x="378491" y="764507"/>
            <a:ext cx="7995204" cy="3515620"/>
            <a:chOff x="-563011" y="781450"/>
            <a:chExt cx="9568220" cy="4207300"/>
          </a:xfrm>
        </p:grpSpPr>
        <p:sp>
          <p:nvSpPr>
            <p:cNvPr id="2315" name="Google Shape;2315;p20"/>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20"/>
            <p:cNvSpPr/>
            <p:nvPr/>
          </p:nvSpPr>
          <p:spPr>
            <a:xfrm flipH="1" rot="10800000">
              <a:off x="6007150" y="1198958"/>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7" name="Google Shape;2317;p20"/>
            <p:cNvGrpSpPr/>
            <p:nvPr/>
          </p:nvGrpSpPr>
          <p:grpSpPr>
            <a:xfrm flipH="1" rot="10800000">
              <a:off x="-563011" y="1133348"/>
              <a:ext cx="9568220" cy="3855402"/>
              <a:chOff x="-639211" y="143925"/>
              <a:chExt cx="9568220" cy="3855402"/>
            </a:xfrm>
          </p:grpSpPr>
          <p:sp>
            <p:nvSpPr>
              <p:cNvPr id="2318" name="Google Shape;2318;p20"/>
              <p:cNvSpPr/>
              <p:nvPr/>
            </p:nvSpPr>
            <p:spPr>
              <a:xfrm>
                <a:off x="1402525" y="3130750"/>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20"/>
              <p:cNvSpPr/>
              <p:nvPr/>
            </p:nvSpPr>
            <p:spPr>
              <a:xfrm>
                <a:off x="-639211" y="2028933"/>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20"/>
              <p:cNvSpPr/>
              <p:nvPr/>
            </p:nvSpPr>
            <p:spPr>
              <a:xfrm flipH="1">
                <a:off x="8877284"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20"/>
              <p:cNvSpPr/>
              <p:nvPr/>
            </p:nvSpPr>
            <p:spPr>
              <a:xfrm>
                <a:off x="2907925" y="1509637"/>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20"/>
              <p:cNvSpPr/>
              <p:nvPr/>
            </p:nvSpPr>
            <p:spPr>
              <a:xfrm>
                <a:off x="4939110" y="1067851"/>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20"/>
              <p:cNvSpPr/>
              <p:nvPr/>
            </p:nvSpPr>
            <p:spPr>
              <a:xfrm>
                <a:off x="3502303" y="3937577"/>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24" name="Google Shape;2324;p20"/>
          <p:cNvGrpSpPr/>
          <p:nvPr/>
        </p:nvGrpSpPr>
        <p:grpSpPr>
          <a:xfrm rot="10800000">
            <a:off x="26390" y="67520"/>
            <a:ext cx="9050795" cy="4921221"/>
            <a:chOff x="166525" y="220125"/>
            <a:chExt cx="8770150" cy="4768625"/>
          </a:xfrm>
        </p:grpSpPr>
        <p:grpSp>
          <p:nvGrpSpPr>
            <p:cNvPr id="2325" name="Google Shape;2325;p20"/>
            <p:cNvGrpSpPr/>
            <p:nvPr/>
          </p:nvGrpSpPr>
          <p:grpSpPr>
            <a:xfrm flipH="1" rot="10800000">
              <a:off x="166525" y="220125"/>
              <a:ext cx="8770150" cy="4768625"/>
              <a:chOff x="90325" y="143925"/>
              <a:chExt cx="8770150" cy="4768625"/>
            </a:xfrm>
          </p:grpSpPr>
          <p:sp>
            <p:nvSpPr>
              <p:cNvPr id="2326" name="Google Shape;2326;p20"/>
              <p:cNvSpPr/>
              <p:nvPr/>
            </p:nvSpPr>
            <p:spPr>
              <a:xfrm flipH="1">
                <a:off x="8019838" y="1701249"/>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20"/>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20"/>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20"/>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20"/>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20"/>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20"/>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20"/>
              <p:cNvSpPr/>
              <p:nvPr/>
            </p:nvSpPr>
            <p:spPr>
              <a:xfrm>
                <a:off x="223038" y="4068512"/>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20"/>
              <p:cNvSpPr/>
              <p:nvPr/>
            </p:nvSpPr>
            <p:spPr>
              <a:xfrm>
                <a:off x="6605130" y="2277251"/>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20"/>
              <p:cNvSpPr/>
              <p:nvPr/>
            </p:nvSpPr>
            <p:spPr>
              <a:xfrm>
                <a:off x="4852336" y="27741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6" name="Google Shape;2336;p20"/>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7" name="Google Shape;2337;p20"/>
          <p:cNvGrpSpPr/>
          <p:nvPr/>
        </p:nvGrpSpPr>
        <p:grpSpPr>
          <a:xfrm>
            <a:off x="26390" y="67520"/>
            <a:ext cx="9050795" cy="4921221"/>
            <a:chOff x="26390" y="67520"/>
            <a:chExt cx="9050795" cy="4921221"/>
          </a:xfrm>
        </p:grpSpPr>
        <p:grpSp>
          <p:nvGrpSpPr>
            <p:cNvPr id="2338" name="Google Shape;2338;p20"/>
            <p:cNvGrpSpPr/>
            <p:nvPr/>
          </p:nvGrpSpPr>
          <p:grpSpPr>
            <a:xfrm flipH="1">
              <a:off x="576600" y="385431"/>
              <a:ext cx="8056418" cy="4438159"/>
              <a:chOff x="166525" y="220125"/>
              <a:chExt cx="8656300" cy="4768625"/>
            </a:xfrm>
          </p:grpSpPr>
          <p:grpSp>
            <p:nvGrpSpPr>
              <p:cNvPr id="2339" name="Google Shape;2339;p20"/>
              <p:cNvGrpSpPr/>
              <p:nvPr/>
            </p:nvGrpSpPr>
            <p:grpSpPr>
              <a:xfrm flipH="1" rot="10800000">
                <a:off x="166525" y="220125"/>
                <a:ext cx="8656300" cy="4768625"/>
                <a:chOff x="90325" y="143925"/>
                <a:chExt cx="8656300" cy="4768625"/>
              </a:xfrm>
            </p:grpSpPr>
            <p:sp>
              <p:nvSpPr>
                <p:cNvPr id="2340" name="Google Shape;2340;p20"/>
                <p:cNvSpPr/>
                <p:nvPr/>
              </p:nvSpPr>
              <p:spPr>
                <a:xfrm>
                  <a:off x="2221264" y="3703867"/>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20"/>
                <p:cNvSpPr/>
                <p:nvPr/>
              </p:nvSpPr>
              <p:spPr>
                <a:xfrm flipH="1">
                  <a:off x="8241350" y="1553575"/>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20"/>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20"/>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20"/>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20"/>
                <p:cNvSpPr/>
                <p:nvPr/>
              </p:nvSpPr>
              <p:spPr>
                <a:xfrm>
                  <a:off x="2907925" y="232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20"/>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20"/>
                <p:cNvSpPr/>
                <p:nvPr/>
              </p:nvSpPr>
              <p:spPr>
                <a:xfrm>
                  <a:off x="444550" y="3994675"/>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20"/>
                <p:cNvSpPr/>
                <p:nvPr/>
              </p:nvSpPr>
              <p:spPr>
                <a:xfrm>
                  <a:off x="4483150" y="7942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20"/>
                <p:cNvSpPr/>
                <p:nvPr/>
              </p:nvSpPr>
              <p:spPr>
                <a:xfrm>
                  <a:off x="3502303" y="3937577"/>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0" name="Google Shape;2350;p20"/>
              <p:cNvSpPr/>
              <p:nvPr/>
            </p:nvSpPr>
            <p:spPr>
              <a:xfrm flipH="1" rot="10800000">
                <a:off x="7392538" y="1272693"/>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20"/>
              <p:cNvSpPr/>
              <p:nvPr/>
            </p:nvSpPr>
            <p:spPr>
              <a:xfrm flipH="1" rot="10800000">
                <a:off x="6007150" y="1198958"/>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2" name="Google Shape;2352;p20"/>
            <p:cNvGrpSpPr/>
            <p:nvPr/>
          </p:nvGrpSpPr>
          <p:grpSpPr>
            <a:xfrm rot="10800000">
              <a:off x="26390" y="67520"/>
              <a:ext cx="9050795" cy="4921221"/>
              <a:chOff x="166525" y="220125"/>
              <a:chExt cx="8770150" cy="4768625"/>
            </a:xfrm>
          </p:grpSpPr>
          <p:grpSp>
            <p:nvGrpSpPr>
              <p:cNvPr id="2353" name="Google Shape;2353;p20"/>
              <p:cNvGrpSpPr/>
              <p:nvPr/>
            </p:nvGrpSpPr>
            <p:grpSpPr>
              <a:xfrm flipH="1" rot="10800000">
                <a:off x="166525" y="220125"/>
                <a:ext cx="8770150" cy="4768625"/>
                <a:chOff x="90325" y="143925"/>
                <a:chExt cx="8770150" cy="4768625"/>
              </a:xfrm>
            </p:grpSpPr>
            <p:sp>
              <p:nvSpPr>
                <p:cNvPr id="2354" name="Google Shape;2354;p20"/>
                <p:cNvSpPr/>
                <p:nvPr/>
              </p:nvSpPr>
              <p:spPr>
                <a:xfrm flipH="1">
                  <a:off x="8019838" y="1701249"/>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20"/>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20"/>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20"/>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20"/>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20"/>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20"/>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20"/>
                <p:cNvSpPr/>
                <p:nvPr/>
              </p:nvSpPr>
              <p:spPr>
                <a:xfrm>
                  <a:off x="223038" y="4068512"/>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20"/>
                <p:cNvSpPr/>
                <p:nvPr/>
              </p:nvSpPr>
              <p:spPr>
                <a:xfrm>
                  <a:off x="6605130" y="2277251"/>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20"/>
                <p:cNvSpPr/>
                <p:nvPr/>
              </p:nvSpPr>
              <p:spPr>
                <a:xfrm>
                  <a:off x="4852336" y="27741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4" name="Google Shape;2364;p20"/>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5" name="Google Shape;2365;p20"/>
            <p:cNvGrpSpPr/>
            <p:nvPr/>
          </p:nvGrpSpPr>
          <p:grpSpPr>
            <a:xfrm flipH="1" rot="10800000">
              <a:off x="378491" y="764507"/>
              <a:ext cx="7995204" cy="3515620"/>
              <a:chOff x="-563011" y="781450"/>
              <a:chExt cx="9568220" cy="4207300"/>
            </a:xfrm>
          </p:grpSpPr>
          <p:sp>
            <p:nvSpPr>
              <p:cNvPr id="2366" name="Google Shape;2366;p20"/>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20"/>
              <p:cNvSpPr/>
              <p:nvPr/>
            </p:nvSpPr>
            <p:spPr>
              <a:xfrm flipH="1" rot="10800000">
                <a:off x="6007150" y="1198958"/>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68" name="Google Shape;2368;p20"/>
              <p:cNvGrpSpPr/>
              <p:nvPr/>
            </p:nvGrpSpPr>
            <p:grpSpPr>
              <a:xfrm flipH="1" rot="10800000">
                <a:off x="-563011" y="1133348"/>
                <a:ext cx="9568220" cy="3855402"/>
                <a:chOff x="-639211" y="143925"/>
                <a:chExt cx="9568220" cy="3855402"/>
              </a:xfrm>
            </p:grpSpPr>
            <p:sp>
              <p:nvSpPr>
                <p:cNvPr id="2369" name="Google Shape;2369;p20"/>
                <p:cNvSpPr/>
                <p:nvPr/>
              </p:nvSpPr>
              <p:spPr>
                <a:xfrm>
                  <a:off x="1402525" y="3130750"/>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20"/>
                <p:cNvSpPr/>
                <p:nvPr/>
              </p:nvSpPr>
              <p:spPr>
                <a:xfrm>
                  <a:off x="-639211" y="2028933"/>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20"/>
                <p:cNvSpPr/>
                <p:nvPr/>
              </p:nvSpPr>
              <p:spPr>
                <a:xfrm flipH="1">
                  <a:off x="8877284"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20"/>
                <p:cNvSpPr/>
                <p:nvPr/>
              </p:nvSpPr>
              <p:spPr>
                <a:xfrm>
                  <a:off x="2907925" y="1509637"/>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20"/>
                <p:cNvSpPr/>
                <p:nvPr/>
              </p:nvSpPr>
              <p:spPr>
                <a:xfrm>
                  <a:off x="4939110" y="1067851"/>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20"/>
                <p:cNvSpPr/>
                <p:nvPr/>
              </p:nvSpPr>
              <p:spPr>
                <a:xfrm>
                  <a:off x="3502303" y="3937577"/>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TITLE_ONLY_1_2">
    <p:spTree>
      <p:nvGrpSpPr>
        <p:cNvPr id="2375" name="Shape 2375"/>
        <p:cNvGrpSpPr/>
        <p:nvPr/>
      </p:nvGrpSpPr>
      <p:grpSpPr>
        <a:xfrm>
          <a:off x="0" y="0"/>
          <a:ext cx="0" cy="0"/>
          <a:chOff x="0" y="0"/>
          <a:chExt cx="0" cy="0"/>
        </a:xfrm>
      </p:grpSpPr>
      <p:pic>
        <p:nvPicPr>
          <p:cNvPr id="2376" name="Google Shape;2376;p21"/>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377" name="Google Shape;2377;p21"/>
          <p:cNvGrpSpPr/>
          <p:nvPr/>
        </p:nvGrpSpPr>
        <p:grpSpPr>
          <a:xfrm>
            <a:off x="26390" y="67520"/>
            <a:ext cx="9050795" cy="4921221"/>
            <a:chOff x="26390" y="67520"/>
            <a:chExt cx="9050795" cy="4921221"/>
          </a:xfrm>
        </p:grpSpPr>
        <p:grpSp>
          <p:nvGrpSpPr>
            <p:cNvPr id="2378" name="Google Shape;2378;p21"/>
            <p:cNvGrpSpPr/>
            <p:nvPr/>
          </p:nvGrpSpPr>
          <p:grpSpPr>
            <a:xfrm flipH="1">
              <a:off x="576600" y="385431"/>
              <a:ext cx="8056418" cy="4438159"/>
              <a:chOff x="166525" y="220125"/>
              <a:chExt cx="8656300" cy="4768625"/>
            </a:xfrm>
          </p:grpSpPr>
          <p:grpSp>
            <p:nvGrpSpPr>
              <p:cNvPr id="2379" name="Google Shape;2379;p21"/>
              <p:cNvGrpSpPr/>
              <p:nvPr/>
            </p:nvGrpSpPr>
            <p:grpSpPr>
              <a:xfrm flipH="1" rot="10800000">
                <a:off x="166525" y="220125"/>
                <a:ext cx="8656300" cy="4768625"/>
                <a:chOff x="90325" y="143925"/>
                <a:chExt cx="8656300" cy="4768625"/>
              </a:xfrm>
            </p:grpSpPr>
            <p:sp>
              <p:nvSpPr>
                <p:cNvPr id="2380" name="Google Shape;2380;p21"/>
                <p:cNvSpPr/>
                <p:nvPr/>
              </p:nvSpPr>
              <p:spPr>
                <a:xfrm>
                  <a:off x="2221264" y="3703867"/>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21"/>
                <p:cNvSpPr/>
                <p:nvPr/>
              </p:nvSpPr>
              <p:spPr>
                <a:xfrm flipH="1">
                  <a:off x="8241350" y="1553575"/>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21"/>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21"/>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21"/>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21"/>
                <p:cNvSpPr/>
                <p:nvPr/>
              </p:nvSpPr>
              <p:spPr>
                <a:xfrm>
                  <a:off x="2907925" y="232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21"/>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21"/>
                <p:cNvSpPr/>
                <p:nvPr/>
              </p:nvSpPr>
              <p:spPr>
                <a:xfrm>
                  <a:off x="444550" y="3994675"/>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21"/>
                <p:cNvSpPr/>
                <p:nvPr/>
              </p:nvSpPr>
              <p:spPr>
                <a:xfrm>
                  <a:off x="4483150" y="7942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21"/>
                <p:cNvSpPr/>
                <p:nvPr/>
              </p:nvSpPr>
              <p:spPr>
                <a:xfrm>
                  <a:off x="3502303" y="3937577"/>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0" name="Google Shape;2390;p21"/>
              <p:cNvSpPr/>
              <p:nvPr/>
            </p:nvSpPr>
            <p:spPr>
              <a:xfrm flipH="1" rot="10800000">
                <a:off x="7392538" y="1272693"/>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21"/>
              <p:cNvSpPr/>
              <p:nvPr/>
            </p:nvSpPr>
            <p:spPr>
              <a:xfrm flipH="1" rot="10800000">
                <a:off x="6007150" y="1198958"/>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2" name="Google Shape;2392;p21"/>
            <p:cNvGrpSpPr/>
            <p:nvPr/>
          </p:nvGrpSpPr>
          <p:grpSpPr>
            <a:xfrm rot="10800000">
              <a:off x="26390" y="67520"/>
              <a:ext cx="9050795" cy="4921221"/>
              <a:chOff x="166525" y="220125"/>
              <a:chExt cx="8770150" cy="4768625"/>
            </a:xfrm>
          </p:grpSpPr>
          <p:grpSp>
            <p:nvGrpSpPr>
              <p:cNvPr id="2393" name="Google Shape;2393;p21"/>
              <p:cNvGrpSpPr/>
              <p:nvPr/>
            </p:nvGrpSpPr>
            <p:grpSpPr>
              <a:xfrm flipH="1" rot="10800000">
                <a:off x="166525" y="220125"/>
                <a:ext cx="8770150" cy="4768625"/>
                <a:chOff x="90325" y="143925"/>
                <a:chExt cx="8770150" cy="4768625"/>
              </a:xfrm>
            </p:grpSpPr>
            <p:sp>
              <p:nvSpPr>
                <p:cNvPr id="2394" name="Google Shape;2394;p21"/>
                <p:cNvSpPr/>
                <p:nvPr/>
              </p:nvSpPr>
              <p:spPr>
                <a:xfrm flipH="1">
                  <a:off x="8019838" y="1701249"/>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21"/>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21"/>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21"/>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21"/>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21"/>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21"/>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21"/>
                <p:cNvSpPr/>
                <p:nvPr/>
              </p:nvSpPr>
              <p:spPr>
                <a:xfrm>
                  <a:off x="223038" y="4068512"/>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21"/>
                <p:cNvSpPr/>
                <p:nvPr/>
              </p:nvSpPr>
              <p:spPr>
                <a:xfrm>
                  <a:off x="6605130" y="2277251"/>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21"/>
                <p:cNvSpPr/>
                <p:nvPr/>
              </p:nvSpPr>
              <p:spPr>
                <a:xfrm>
                  <a:off x="4852336" y="27741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4" name="Google Shape;2404;p21"/>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5" name="Google Shape;2405;p21"/>
            <p:cNvGrpSpPr/>
            <p:nvPr/>
          </p:nvGrpSpPr>
          <p:grpSpPr>
            <a:xfrm flipH="1" rot="10800000">
              <a:off x="378491" y="764507"/>
              <a:ext cx="7995204" cy="3515620"/>
              <a:chOff x="-563011" y="781450"/>
              <a:chExt cx="9568220" cy="4207300"/>
            </a:xfrm>
          </p:grpSpPr>
          <p:sp>
            <p:nvSpPr>
              <p:cNvPr id="2406" name="Google Shape;2406;p21"/>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21"/>
              <p:cNvSpPr/>
              <p:nvPr/>
            </p:nvSpPr>
            <p:spPr>
              <a:xfrm flipH="1" rot="10800000">
                <a:off x="6007150" y="1198958"/>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8" name="Google Shape;2408;p21"/>
              <p:cNvGrpSpPr/>
              <p:nvPr/>
            </p:nvGrpSpPr>
            <p:grpSpPr>
              <a:xfrm flipH="1" rot="10800000">
                <a:off x="-563011" y="1133348"/>
                <a:ext cx="9568220" cy="3855402"/>
                <a:chOff x="-639211" y="143925"/>
                <a:chExt cx="9568220" cy="3855402"/>
              </a:xfrm>
            </p:grpSpPr>
            <p:sp>
              <p:nvSpPr>
                <p:cNvPr id="2409" name="Google Shape;2409;p21"/>
                <p:cNvSpPr/>
                <p:nvPr/>
              </p:nvSpPr>
              <p:spPr>
                <a:xfrm>
                  <a:off x="1402525" y="3130750"/>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21"/>
                <p:cNvSpPr/>
                <p:nvPr/>
              </p:nvSpPr>
              <p:spPr>
                <a:xfrm>
                  <a:off x="-639211" y="2028933"/>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21"/>
                <p:cNvSpPr/>
                <p:nvPr/>
              </p:nvSpPr>
              <p:spPr>
                <a:xfrm flipH="1">
                  <a:off x="8877284"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21"/>
                <p:cNvSpPr/>
                <p:nvPr/>
              </p:nvSpPr>
              <p:spPr>
                <a:xfrm>
                  <a:off x="2907925" y="1509637"/>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21"/>
                <p:cNvSpPr/>
                <p:nvPr/>
              </p:nvSpPr>
              <p:spPr>
                <a:xfrm>
                  <a:off x="4939110" y="1067851"/>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21"/>
                <p:cNvSpPr/>
                <p:nvPr/>
              </p:nvSpPr>
              <p:spPr>
                <a:xfrm>
                  <a:off x="3502303" y="3937577"/>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2415" name="Google Shape;2415;p21"/>
          <p:cNvSpPr/>
          <p:nvPr/>
        </p:nvSpPr>
        <p:spPr>
          <a:xfrm flipH="1" rot="-426618">
            <a:off x="207037" y="235588"/>
            <a:ext cx="522140" cy="177473"/>
          </a:xfrm>
          <a:custGeom>
            <a:rect b="b" l="l" r="r" t="t"/>
            <a:pathLst>
              <a:path extrusionOk="0" h="9405" w="13944">
                <a:moveTo>
                  <a:pt x="0" y="1"/>
                </a:moveTo>
                <a:lnTo>
                  <a:pt x="0" y="1"/>
                </a:lnTo>
                <a:cubicBezTo>
                  <a:pt x="2936" y="1802"/>
                  <a:pt x="5504" y="4170"/>
                  <a:pt x="7539" y="6972"/>
                </a:cubicBezTo>
                <a:cubicBezTo>
                  <a:pt x="8006" y="7573"/>
                  <a:pt x="8473" y="8273"/>
                  <a:pt x="9240" y="8507"/>
                </a:cubicBezTo>
                <a:cubicBezTo>
                  <a:pt x="9040" y="7640"/>
                  <a:pt x="8640" y="6839"/>
                  <a:pt x="8040" y="6172"/>
                </a:cubicBezTo>
                <a:lnTo>
                  <a:pt x="8040" y="6172"/>
                </a:lnTo>
                <a:cubicBezTo>
                  <a:pt x="9941" y="6672"/>
                  <a:pt x="11475" y="8040"/>
                  <a:pt x="13076" y="9141"/>
                </a:cubicBezTo>
                <a:cubicBezTo>
                  <a:pt x="13287" y="9272"/>
                  <a:pt x="13519" y="9404"/>
                  <a:pt x="13755" y="9404"/>
                </a:cubicBezTo>
                <a:cubicBezTo>
                  <a:pt x="13818" y="9404"/>
                  <a:pt x="13881" y="9395"/>
                  <a:pt x="13944" y="9374"/>
                </a:cubicBezTo>
                <a:cubicBezTo>
                  <a:pt x="13944" y="8907"/>
                  <a:pt x="13610" y="8540"/>
                  <a:pt x="13310" y="8207"/>
                </a:cubicBezTo>
                <a:cubicBezTo>
                  <a:pt x="11509" y="6239"/>
                  <a:pt x="9674" y="4270"/>
                  <a:pt x="7506" y="2703"/>
                </a:cubicBezTo>
                <a:cubicBezTo>
                  <a:pt x="5371" y="1168"/>
                  <a:pt x="2669" y="13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2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latin typeface="Lora SemiBold"/>
                <a:ea typeface="Lora SemiBold"/>
                <a:cs typeface="Lora SemiBold"/>
                <a:sym typeface="Lora SemiBold"/>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417" name="Google Shape;2417;p21"/>
          <p:cNvGrpSpPr/>
          <p:nvPr/>
        </p:nvGrpSpPr>
        <p:grpSpPr>
          <a:xfrm flipH="1" rot="10800000">
            <a:off x="378491" y="764507"/>
            <a:ext cx="7995204" cy="3515620"/>
            <a:chOff x="-563011" y="781450"/>
            <a:chExt cx="9568220" cy="4207300"/>
          </a:xfrm>
        </p:grpSpPr>
        <p:sp>
          <p:nvSpPr>
            <p:cNvPr id="2418" name="Google Shape;2418;p21"/>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21"/>
            <p:cNvSpPr/>
            <p:nvPr/>
          </p:nvSpPr>
          <p:spPr>
            <a:xfrm flipH="1" rot="10800000">
              <a:off x="6007150" y="1198958"/>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20" name="Google Shape;2420;p21"/>
            <p:cNvGrpSpPr/>
            <p:nvPr/>
          </p:nvGrpSpPr>
          <p:grpSpPr>
            <a:xfrm flipH="1" rot="10800000">
              <a:off x="-563011" y="1133348"/>
              <a:ext cx="9568220" cy="3855402"/>
              <a:chOff x="-639211" y="143925"/>
              <a:chExt cx="9568220" cy="3855402"/>
            </a:xfrm>
          </p:grpSpPr>
          <p:sp>
            <p:nvSpPr>
              <p:cNvPr id="2421" name="Google Shape;2421;p21"/>
              <p:cNvSpPr/>
              <p:nvPr/>
            </p:nvSpPr>
            <p:spPr>
              <a:xfrm>
                <a:off x="1402525" y="3130750"/>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21"/>
              <p:cNvSpPr/>
              <p:nvPr/>
            </p:nvSpPr>
            <p:spPr>
              <a:xfrm>
                <a:off x="-639211" y="2028933"/>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21"/>
              <p:cNvSpPr/>
              <p:nvPr/>
            </p:nvSpPr>
            <p:spPr>
              <a:xfrm flipH="1">
                <a:off x="8877284"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21"/>
              <p:cNvSpPr/>
              <p:nvPr/>
            </p:nvSpPr>
            <p:spPr>
              <a:xfrm>
                <a:off x="2907925" y="1509637"/>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21"/>
              <p:cNvSpPr/>
              <p:nvPr/>
            </p:nvSpPr>
            <p:spPr>
              <a:xfrm>
                <a:off x="4939110" y="1067851"/>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21"/>
              <p:cNvSpPr/>
              <p:nvPr/>
            </p:nvSpPr>
            <p:spPr>
              <a:xfrm>
                <a:off x="3502303" y="3937577"/>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27" name="Google Shape;2427;p21"/>
          <p:cNvGrpSpPr/>
          <p:nvPr/>
        </p:nvGrpSpPr>
        <p:grpSpPr>
          <a:xfrm rot="10800000">
            <a:off x="26390" y="67520"/>
            <a:ext cx="9050795" cy="4921221"/>
            <a:chOff x="166525" y="220125"/>
            <a:chExt cx="8770150" cy="4768625"/>
          </a:xfrm>
        </p:grpSpPr>
        <p:grpSp>
          <p:nvGrpSpPr>
            <p:cNvPr id="2428" name="Google Shape;2428;p21"/>
            <p:cNvGrpSpPr/>
            <p:nvPr/>
          </p:nvGrpSpPr>
          <p:grpSpPr>
            <a:xfrm flipH="1" rot="10800000">
              <a:off x="166525" y="220125"/>
              <a:ext cx="8770150" cy="4768625"/>
              <a:chOff x="90325" y="143925"/>
              <a:chExt cx="8770150" cy="4768625"/>
            </a:xfrm>
          </p:grpSpPr>
          <p:sp>
            <p:nvSpPr>
              <p:cNvPr id="2429" name="Google Shape;2429;p21"/>
              <p:cNvSpPr/>
              <p:nvPr/>
            </p:nvSpPr>
            <p:spPr>
              <a:xfrm flipH="1">
                <a:off x="8019838" y="1701249"/>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21"/>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21"/>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21"/>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21"/>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21"/>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21"/>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21"/>
              <p:cNvSpPr/>
              <p:nvPr/>
            </p:nvSpPr>
            <p:spPr>
              <a:xfrm>
                <a:off x="223038" y="4068512"/>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21"/>
              <p:cNvSpPr/>
              <p:nvPr/>
            </p:nvSpPr>
            <p:spPr>
              <a:xfrm>
                <a:off x="6605130" y="2277251"/>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21"/>
              <p:cNvSpPr/>
              <p:nvPr/>
            </p:nvSpPr>
            <p:spPr>
              <a:xfrm>
                <a:off x="4852336" y="27741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9" name="Google Shape;2439;p21"/>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40" name="Google Shape;2440;p21"/>
          <p:cNvSpPr txBox="1"/>
          <p:nvPr>
            <p:ph idx="1" type="body"/>
          </p:nvPr>
        </p:nvSpPr>
        <p:spPr>
          <a:xfrm>
            <a:off x="720000" y="1848675"/>
            <a:ext cx="7704000" cy="2783400"/>
          </a:xfrm>
          <a:prstGeom prst="rect">
            <a:avLst/>
          </a:prstGeom>
        </p:spPr>
        <p:txBody>
          <a:bodyPr anchorCtr="0" anchor="t" bIns="91425" lIns="91425" spcFirstLastPara="1" rIns="91425" wrap="square" tIns="91425">
            <a:noAutofit/>
          </a:bodyPr>
          <a:lstStyle>
            <a:lvl1pPr indent="-317500" lvl="0" marL="457200" marR="50800" rtl="0">
              <a:lnSpc>
                <a:spcPct val="100000"/>
              </a:lnSpc>
              <a:spcBef>
                <a:spcPts val="0"/>
              </a:spcBef>
              <a:spcAft>
                <a:spcPts val="0"/>
              </a:spcAft>
              <a:buSzPts val="1400"/>
              <a:buFont typeface="Inconsolata"/>
              <a:buChar char="●"/>
              <a:defRPr sz="1400">
                <a:latin typeface="Inconsolata"/>
                <a:ea typeface="Inconsolata"/>
                <a:cs typeface="Inconsolata"/>
                <a:sym typeface="Inconsolata"/>
              </a:defRPr>
            </a:lvl1pPr>
            <a:lvl2pPr indent="-317500" lvl="1" marL="914400" rtl="0">
              <a:lnSpc>
                <a:spcPct val="115000"/>
              </a:lnSpc>
              <a:spcBef>
                <a:spcPts val="0"/>
              </a:spcBef>
              <a:spcAft>
                <a:spcPts val="0"/>
              </a:spcAft>
              <a:buSzPts val="1400"/>
              <a:buFont typeface="Inconsolata"/>
              <a:buChar char="○"/>
              <a:defRPr>
                <a:latin typeface="Inconsolata"/>
                <a:ea typeface="Inconsolata"/>
                <a:cs typeface="Inconsolata"/>
                <a:sym typeface="Inconsolata"/>
              </a:defRPr>
            </a:lvl2pPr>
            <a:lvl3pPr indent="-317500" lvl="2" marL="1371600" rtl="0">
              <a:lnSpc>
                <a:spcPct val="115000"/>
              </a:lnSpc>
              <a:spcBef>
                <a:spcPts val="1600"/>
              </a:spcBef>
              <a:spcAft>
                <a:spcPts val="0"/>
              </a:spcAft>
              <a:buSzPts val="1400"/>
              <a:buFont typeface="Inconsolata"/>
              <a:buChar char="■"/>
              <a:defRPr>
                <a:latin typeface="Inconsolata"/>
                <a:ea typeface="Inconsolata"/>
                <a:cs typeface="Inconsolata"/>
                <a:sym typeface="Inconsolata"/>
              </a:defRPr>
            </a:lvl3pPr>
            <a:lvl4pPr indent="-317500" lvl="3" marL="1828800" rtl="0">
              <a:lnSpc>
                <a:spcPct val="115000"/>
              </a:lnSpc>
              <a:spcBef>
                <a:spcPts val="1600"/>
              </a:spcBef>
              <a:spcAft>
                <a:spcPts val="0"/>
              </a:spcAft>
              <a:buSzPts val="1400"/>
              <a:buFont typeface="Inconsolata"/>
              <a:buChar char="●"/>
              <a:defRPr>
                <a:latin typeface="Inconsolata"/>
                <a:ea typeface="Inconsolata"/>
                <a:cs typeface="Inconsolata"/>
                <a:sym typeface="Inconsolata"/>
              </a:defRPr>
            </a:lvl4pPr>
            <a:lvl5pPr indent="-317500" lvl="4" marL="2286000" rtl="0">
              <a:lnSpc>
                <a:spcPct val="115000"/>
              </a:lnSpc>
              <a:spcBef>
                <a:spcPts val="1600"/>
              </a:spcBef>
              <a:spcAft>
                <a:spcPts val="0"/>
              </a:spcAft>
              <a:buSzPts val="1400"/>
              <a:buFont typeface="Inconsolata"/>
              <a:buChar char="○"/>
              <a:defRPr>
                <a:latin typeface="Inconsolata"/>
                <a:ea typeface="Inconsolata"/>
                <a:cs typeface="Inconsolata"/>
                <a:sym typeface="Inconsolata"/>
              </a:defRPr>
            </a:lvl5pPr>
            <a:lvl6pPr indent="-317500" lvl="5" marL="2743200" rtl="0">
              <a:lnSpc>
                <a:spcPct val="115000"/>
              </a:lnSpc>
              <a:spcBef>
                <a:spcPts val="1600"/>
              </a:spcBef>
              <a:spcAft>
                <a:spcPts val="0"/>
              </a:spcAft>
              <a:buSzPts val="1400"/>
              <a:buFont typeface="Inconsolata"/>
              <a:buChar char="■"/>
              <a:defRPr>
                <a:latin typeface="Inconsolata"/>
                <a:ea typeface="Inconsolata"/>
                <a:cs typeface="Inconsolata"/>
                <a:sym typeface="Inconsolata"/>
              </a:defRPr>
            </a:lvl6pPr>
            <a:lvl7pPr indent="-317500" lvl="6" marL="3200400" rtl="0">
              <a:lnSpc>
                <a:spcPct val="115000"/>
              </a:lnSpc>
              <a:spcBef>
                <a:spcPts val="1600"/>
              </a:spcBef>
              <a:spcAft>
                <a:spcPts val="0"/>
              </a:spcAft>
              <a:buSzPts val="1400"/>
              <a:buFont typeface="Inconsolata"/>
              <a:buChar char="●"/>
              <a:defRPr>
                <a:latin typeface="Inconsolata"/>
                <a:ea typeface="Inconsolata"/>
                <a:cs typeface="Inconsolata"/>
                <a:sym typeface="Inconsolata"/>
              </a:defRPr>
            </a:lvl7pPr>
            <a:lvl8pPr indent="-317500" lvl="7" marL="3657600" rtl="0">
              <a:lnSpc>
                <a:spcPct val="115000"/>
              </a:lnSpc>
              <a:spcBef>
                <a:spcPts val="1600"/>
              </a:spcBef>
              <a:spcAft>
                <a:spcPts val="0"/>
              </a:spcAft>
              <a:buSzPts val="1400"/>
              <a:buFont typeface="Inconsolata"/>
              <a:buChar char="○"/>
              <a:defRPr>
                <a:latin typeface="Inconsolata"/>
                <a:ea typeface="Inconsolata"/>
                <a:cs typeface="Inconsolata"/>
                <a:sym typeface="Inconsolata"/>
              </a:defRPr>
            </a:lvl8pPr>
            <a:lvl9pPr indent="-317500" lvl="8" marL="4114800" rtl="0">
              <a:lnSpc>
                <a:spcPct val="115000"/>
              </a:lnSpc>
              <a:spcBef>
                <a:spcPts val="1600"/>
              </a:spcBef>
              <a:spcAft>
                <a:spcPts val="1600"/>
              </a:spcAft>
              <a:buSzPts val="1400"/>
              <a:buFont typeface="Inconsolata"/>
              <a:buChar char="■"/>
              <a:defRPr>
                <a:latin typeface="Inconsolata"/>
                <a:ea typeface="Inconsolata"/>
                <a:cs typeface="Inconsolata"/>
                <a:sym typeface="Inconsolata"/>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IG_NUMBER_1">
    <p:spTree>
      <p:nvGrpSpPr>
        <p:cNvPr id="2441" name="Shape 2441"/>
        <p:cNvGrpSpPr/>
        <p:nvPr/>
      </p:nvGrpSpPr>
      <p:grpSpPr>
        <a:xfrm>
          <a:off x="0" y="0"/>
          <a:ext cx="0" cy="0"/>
          <a:chOff x="0" y="0"/>
          <a:chExt cx="0" cy="0"/>
        </a:xfrm>
      </p:grpSpPr>
      <p:pic>
        <p:nvPicPr>
          <p:cNvPr id="2442" name="Google Shape;2442;p22"/>
          <p:cNvPicPr preferRelativeResize="0"/>
          <p:nvPr/>
        </p:nvPicPr>
        <p:blipFill>
          <a:blip r:embed="rId2">
            <a:alphaModFix/>
          </a:blip>
          <a:stretch>
            <a:fillRect/>
          </a:stretch>
        </p:blipFill>
        <p:spPr>
          <a:xfrm>
            <a:off x="0" y="0"/>
            <a:ext cx="9144000" cy="5143500"/>
          </a:xfrm>
          <a:prstGeom prst="rect">
            <a:avLst/>
          </a:prstGeom>
          <a:noFill/>
          <a:ln>
            <a:noFill/>
          </a:ln>
        </p:spPr>
      </p:pic>
      <p:sp>
        <p:nvSpPr>
          <p:cNvPr id="2443" name="Google Shape;2443;p22"/>
          <p:cNvSpPr/>
          <p:nvPr/>
        </p:nvSpPr>
        <p:spPr>
          <a:xfrm flipH="1" rot="-426618">
            <a:off x="435637" y="387988"/>
            <a:ext cx="522140" cy="177473"/>
          </a:xfrm>
          <a:custGeom>
            <a:rect b="b" l="l" r="r" t="t"/>
            <a:pathLst>
              <a:path extrusionOk="0" h="9405" w="13944">
                <a:moveTo>
                  <a:pt x="0" y="1"/>
                </a:moveTo>
                <a:lnTo>
                  <a:pt x="0" y="1"/>
                </a:lnTo>
                <a:cubicBezTo>
                  <a:pt x="2936" y="1802"/>
                  <a:pt x="5504" y="4170"/>
                  <a:pt x="7539" y="6972"/>
                </a:cubicBezTo>
                <a:cubicBezTo>
                  <a:pt x="8006" y="7573"/>
                  <a:pt x="8473" y="8273"/>
                  <a:pt x="9240" y="8507"/>
                </a:cubicBezTo>
                <a:cubicBezTo>
                  <a:pt x="9040" y="7640"/>
                  <a:pt x="8640" y="6839"/>
                  <a:pt x="8040" y="6172"/>
                </a:cubicBezTo>
                <a:lnTo>
                  <a:pt x="8040" y="6172"/>
                </a:lnTo>
                <a:cubicBezTo>
                  <a:pt x="9941" y="6672"/>
                  <a:pt x="11475" y="8040"/>
                  <a:pt x="13076" y="9141"/>
                </a:cubicBezTo>
                <a:cubicBezTo>
                  <a:pt x="13287" y="9272"/>
                  <a:pt x="13519" y="9404"/>
                  <a:pt x="13755" y="9404"/>
                </a:cubicBezTo>
                <a:cubicBezTo>
                  <a:pt x="13818" y="9404"/>
                  <a:pt x="13881" y="9395"/>
                  <a:pt x="13944" y="9374"/>
                </a:cubicBezTo>
                <a:cubicBezTo>
                  <a:pt x="13944" y="8907"/>
                  <a:pt x="13610" y="8540"/>
                  <a:pt x="13310" y="8207"/>
                </a:cubicBezTo>
                <a:cubicBezTo>
                  <a:pt x="11509" y="6239"/>
                  <a:pt x="9674" y="4270"/>
                  <a:pt x="7506" y="2703"/>
                </a:cubicBezTo>
                <a:cubicBezTo>
                  <a:pt x="5371" y="1168"/>
                  <a:pt x="2669" y="13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4" name="Google Shape;2444;p22"/>
          <p:cNvGrpSpPr/>
          <p:nvPr/>
        </p:nvGrpSpPr>
        <p:grpSpPr>
          <a:xfrm>
            <a:off x="53551" y="83194"/>
            <a:ext cx="9050795" cy="4892797"/>
            <a:chOff x="53551" y="83194"/>
            <a:chExt cx="9050795" cy="4892797"/>
          </a:xfrm>
        </p:grpSpPr>
        <p:grpSp>
          <p:nvGrpSpPr>
            <p:cNvPr id="2445" name="Google Shape;2445;p22"/>
            <p:cNvGrpSpPr/>
            <p:nvPr/>
          </p:nvGrpSpPr>
          <p:grpSpPr>
            <a:xfrm>
              <a:off x="497717" y="385431"/>
              <a:ext cx="8361218" cy="4590559"/>
              <a:chOff x="166525" y="220125"/>
              <a:chExt cx="8983795" cy="4932373"/>
            </a:xfrm>
          </p:grpSpPr>
          <p:grpSp>
            <p:nvGrpSpPr>
              <p:cNvPr id="2446" name="Google Shape;2446;p22"/>
              <p:cNvGrpSpPr/>
              <p:nvPr/>
            </p:nvGrpSpPr>
            <p:grpSpPr>
              <a:xfrm flipH="1" rot="10800000">
                <a:off x="166525" y="220125"/>
                <a:ext cx="8983795" cy="4932373"/>
                <a:chOff x="90325" y="-19823"/>
                <a:chExt cx="8983795" cy="4932373"/>
              </a:xfrm>
            </p:grpSpPr>
            <p:sp>
              <p:nvSpPr>
                <p:cNvPr id="2447" name="Google Shape;2447;p22"/>
                <p:cNvSpPr/>
                <p:nvPr/>
              </p:nvSpPr>
              <p:spPr>
                <a:xfrm>
                  <a:off x="1566273" y="4440732"/>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22"/>
                <p:cNvSpPr/>
                <p:nvPr/>
              </p:nvSpPr>
              <p:spPr>
                <a:xfrm flipH="1">
                  <a:off x="8241350" y="1553575"/>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22"/>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22"/>
                <p:cNvSpPr/>
                <p:nvPr/>
              </p:nvSpPr>
              <p:spPr>
                <a:xfrm>
                  <a:off x="467245" y="506497"/>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22"/>
                <p:cNvSpPr/>
                <p:nvPr/>
              </p:nvSpPr>
              <p:spPr>
                <a:xfrm flipH="1">
                  <a:off x="9022395" y="-19823"/>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22"/>
                <p:cNvSpPr/>
                <p:nvPr/>
              </p:nvSpPr>
              <p:spPr>
                <a:xfrm>
                  <a:off x="2907925" y="232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22"/>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22"/>
                <p:cNvSpPr/>
                <p:nvPr/>
              </p:nvSpPr>
              <p:spPr>
                <a:xfrm>
                  <a:off x="444550" y="3994675"/>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22"/>
                <p:cNvSpPr/>
                <p:nvPr/>
              </p:nvSpPr>
              <p:spPr>
                <a:xfrm>
                  <a:off x="4483150" y="7942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22"/>
                <p:cNvSpPr/>
                <p:nvPr/>
              </p:nvSpPr>
              <p:spPr>
                <a:xfrm>
                  <a:off x="3502303" y="3937577"/>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7" name="Google Shape;2457;p22"/>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22"/>
              <p:cNvSpPr/>
              <p:nvPr/>
            </p:nvSpPr>
            <p:spPr>
              <a:xfrm flipH="1" rot="10800000">
                <a:off x="6007150" y="1198958"/>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9" name="Google Shape;2459;p22"/>
            <p:cNvGrpSpPr/>
            <p:nvPr/>
          </p:nvGrpSpPr>
          <p:grpSpPr>
            <a:xfrm flipH="1" rot="10800000">
              <a:off x="53551" y="83194"/>
              <a:ext cx="9050795" cy="4326260"/>
              <a:chOff x="166525" y="781450"/>
              <a:chExt cx="8770150" cy="4192112"/>
            </a:xfrm>
          </p:grpSpPr>
          <p:grpSp>
            <p:nvGrpSpPr>
              <p:cNvPr id="2460" name="Google Shape;2460;p22"/>
              <p:cNvGrpSpPr/>
              <p:nvPr/>
            </p:nvGrpSpPr>
            <p:grpSpPr>
              <a:xfrm flipH="1" rot="10800000">
                <a:off x="166525" y="884660"/>
                <a:ext cx="8770150" cy="4088902"/>
                <a:chOff x="90325" y="159113"/>
                <a:chExt cx="8770150" cy="4088902"/>
              </a:xfrm>
            </p:grpSpPr>
            <p:sp>
              <p:nvSpPr>
                <p:cNvPr id="2461" name="Google Shape;2461;p22"/>
                <p:cNvSpPr/>
                <p:nvPr/>
              </p:nvSpPr>
              <p:spPr>
                <a:xfrm flipH="1">
                  <a:off x="8019838" y="1701249"/>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22"/>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22"/>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22"/>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22"/>
                <p:cNvSpPr/>
                <p:nvPr/>
              </p:nvSpPr>
              <p:spPr>
                <a:xfrm flipH="1">
                  <a:off x="1385016" y="3983460"/>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22"/>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22"/>
                <p:cNvSpPr/>
                <p:nvPr/>
              </p:nvSpPr>
              <p:spPr>
                <a:xfrm>
                  <a:off x="6648813" y="4140415"/>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22"/>
                <p:cNvSpPr/>
                <p:nvPr/>
              </p:nvSpPr>
              <p:spPr>
                <a:xfrm>
                  <a:off x="223038" y="4068512"/>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22"/>
                <p:cNvSpPr/>
                <p:nvPr/>
              </p:nvSpPr>
              <p:spPr>
                <a:xfrm>
                  <a:off x="7786525" y="24249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22"/>
                <p:cNvSpPr/>
                <p:nvPr/>
              </p:nvSpPr>
              <p:spPr>
                <a:xfrm>
                  <a:off x="4852336" y="27741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1" name="Google Shape;2471;p22"/>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472" name="Google Shape;2472;p22"/>
          <p:cNvSpPr/>
          <p:nvPr/>
        </p:nvSpPr>
        <p:spPr>
          <a:xfrm flipH="1">
            <a:off x="6870530" y="4613575"/>
            <a:ext cx="1845005" cy="92212"/>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6"/>
                  <a:pt x="4134" y="1217"/>
                  <a:pt x="4621" y="1217"/>
                </a:cubicBezTo>
                <a:cubicBezTo>
                  <a:pt x="5198" y="1217"/>
                  <a:pt x="5715" y="1156"/>
                  <a:pt x="6262" y="1399"/>
                </a:cubicBezTo>
                <a:cubicBezTo>
                  <a:pt x="6870" y="1673"/>
                  <a:pt x="7478" y="2007"/>
                  <a:pt x="8055" y="2372"/>
                </a:cubicBezTo>
                <a:cubicBezTo>
                  <a:pt x="8572" y="2706"/>
                  <a:pt x="8937" y="3162"/>
                  <a:pt x="9545" y="3345"/>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4"/>
                </a:cubicBezTo>
                <a:cubicBezTo>
                  <a:pt x="16110" y="579"/>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8"/>
                  <a:pt x="24378" y="4287"/>
                  <a:pt x="25138" y="4287"/>
                </a:cubicBezTo>
                <a:cubicBezTo>
                  <a:pt x="25502" y="4287"/>
                  <a:pt x="26050" y="4378"/>
                  <a:pt x="26414" y="4256"/>
                </a:cubicBezTo>
                <a:cubicBezTo>
                  <a:pt x="26870" y="4135"/>
                  <a:pt x="27296" y="3740"/>
                  <a:pt x="27721" y="3527"/>
                </a:cubicBezTo>
                <a:cubicBezTo>
                  <a:pt x="28451" y="3162"/>
                  <a:pt x="29150" y="2372"/>
                  <a:pt x="29636" y="1734"/>
                </a:cubicBezTo>
                <a:cubicBezTo>
                  <a:pt x="29910" y="1430"/>
                  <a:pt x="30123" y="1065"/>
                  <a:pt x="30335" y="730"/>
                </a:cubicBezTo>
                <a:cubicBezTo>
                  <a:pt x="30427" y="548"/>
                  <a:pt x="30548" y="305"/>
                  <a:pt x="30761" y="275"/>
                </a:cubicBezTo>
                <a:cubicBezTo>
                  <a:pt x="30822" y="457"/>
                  <a:pt x="30822" y="609"/>
                  <a:pt x="30822" y="822"/>
                </a:cubicBezTo>
              </a:path>
            </a:pathLst>
          </a:custGeom>
          <a:noFill/>
          <a:ln cap="flat" cmpd="sng" w="66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22"/>
          <p:cNvSpPr/>
          <p:nvPr/>
        </p:nvSpPr>
        <p:spPr>
          <a:xfrm flipH="1">
            <a:off x="6870530" y="4762111"/>
            <a:ext cx="1845005" cy="92212"/>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5"/>
                  <a:pt x="4134" y="1217"/>
                  <a:pt x="4621" y="1217"/>
                </a:cubicBezTo>
                <a:cubicBezTo>
                  <a:pt x="5198" y="1217"/>
                  <a:pt x="5715" y="1156"/>
                  <a:pt x="6262" y="1399"/>
                </a:cubicBezTo>
                <a:cubicBezTo>
                  <a:pt x="6870" y="1673"/>
                  <a:pt x="7478" y="2007"/>
                  <a:pt x="8055" y="2372"/>
                </a:cubicBezTo>
                <a:cubicBezTo>
                  <a:pt x="8572" y="2706"/>
                  <a:pt x="8937" y="3162"/>
                  <a:pt x="9545" y="3344"/>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3"/>
                </a:cubicBezTo>
                <a:cubicBezTo>
                  <a:pt x="16110" y="578"/>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7"/>
                  <a:pt x="24378" y="4287"/>
                  <a:pt x="25138" y="4287"/>
                </a:cubicBezTo>
                <a:cubicBezTo>
                  <a:pt x="25502" y="4287"/>
                  <a:pt x="26050" y="4378"/>
                  <a:pt x="26414" y="4256"/>
                </a:cubicBezTo>
                <a:cubicBezTo>
                  <a:pt x="26870" y="4135"/>
                  <a:pt x="27296" y="3739"/>
                  <a:pt x="27721" y="3527"/>
                </a:cubicBezTo>
                <a:cubicBezTo>
                  <a:pt x="28451" y="3162"/>
                  <a:pt x="29150" y="2372"/>
                  <a:pt x="29636" y="1733"/>
                </a:cubicBezTo>
                <a:cubicBezTo>
                  <a:pt x="29910" y="1399"/>
                  <a:pt x="30123" y="1065"/>
                  <a:pt x="30335" y="730"/>
                </a:cubicBezTo>
                <a:cubicBezTo>
                  <a:pt x="30427" y="548"/>
                  <a:pt x="30548" y="305"/>
                  <a:pt x="30761" y="274"/>
                </a:cubicBezTo>
                <a:cubicBezTo>
                  <a:pt x="30822" y="457"/>
                  <a:pt x="30822" y="609"/>
                  <a:pt x="30822" y="821"/>
                </a:cubicBezTo>
              </a:path>
            </a:pathLst>
          </a:custGeom>
          <a:noFill/>
          <a:ln cap="flat" cmpd="sng" w="76000">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74" name="Google Shape;2474;p22"/>
          <p:cNvGrpSpPr/>
          <p:nvPr/>
        </p:nvGrpSpPr>
        <p:grpSpPr>
          <a:xfrm flipH="1" rot="2838564">
            <a:off x="-98925" y="4647799"/>
            <a:ext cx="665986" cy="572800"/>
            <a:chOff x="548175" y="3691725"/>
            <a:chExt cx="990925" cy="1044125"/>
          </a:xfrm>
        </p:grpSpPr>
        <p:sp>
          <p:nvSpPr>
            <p:cNvPr id="2475" name="Google Shape;2475;p22"/>
            <p:cNvSpPr/>
            <p:nvPr/>
          </p:nvSpPr>
          <p:spPr>
            <a:xfrm>
              <a:off x="803500" y="3747200"/>
              <a:ext cx="52450" cy="99575"/>
            </a:xfrm>
            <a:custGeom>
              <a:rect b="b" l="l" r="r" t="t"/>
              <a:pathLst>
                <a:path extrusionOk="0" fill="none" h="3983" w="2098">
                  <a:moveTo>
                    <a:pt x="2097" y="0"/>
                  </a:moveTo>
                  <a:cubicBezTo>
                    <a:pt x="1733" y="760"/>
                    <a:pt x="1307" y="1490"/>
                    <a:pt x="881" y="2250"/>
                  </a:cubicBezTo>
                  <a:cubicBezTo>
                    <a:pt x="578" y="2827"/>
                    <a:pt x="213" y="3374"/>
                    <a:pt x="0" y="398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22"/>
            <p:cNvSpPr/>
            <p:nvPr/>
          </p:nvSpPr>
          <p:spPr>
            <a:xfrm>
              <a:off x="773850" y="3864975"/>
              <a:ext cx="58550" cy="99575"/>
            </a:xfrm>
            <a:custGeom>
              <a:rect b="b" l="l" r="r" t="t"/>
              <a:pathLst>
                <a:path extrusionOk="0" fill="none" h="3983" w="2342">
                  <a:moveTo>
                    <a:pt x="2341" y="1"/>
                  </a:moveTo>
                  <a:cubicBezTo>
                    <a:pt x="2067" y="700"/>
                    <a:pt x="1490" y="1308"/>
                    <a:pt x="1186" y="2007"/>
                  </a:cubicBezTo>
                  <a:cubicBezTo>
                    <a:pt x="852" y="2706"/>
                    <a:pt x="517" y="3436"/>
                    <a:pt x="1" y="398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22"/>
            <p:cNvSpPr/>
            <p:nvPr/>
          </p:nvSpPr>
          <p:spPr>
            <a:xfrm>
              <a:off x="712300" y="3923500"/>
              <a:ext cx="38025" cy="64600"/>
            </a:xfrm>
            <a:custGeom>
              <a:rect b="b" l="l" r="r" t="t"/>
              <a:pathLst>
                <a:path extrusionOk="0" fill="none" h="2584" w="1521">
                  <a:moveTo>
                    <a:pt x="1520" y="0"/>
                  </a:moveTo>
                  <a:cubicBezTo>
                    <a:pt x="1216" y="487"/>
                    <a:pt x="1034" y="1034"/>
                    <a:pt x="700" y="1520"/>
                  </a:cubicBezTo>
                  <a:cubicBezTo>
                    <a:pt x="456" y="1885"/>
                    <a:pt x="244" y="2219"/>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22"/>
            <p:cNvSpPr/>
            <p:nvPr/>
          </p:nvSpPr>
          <p:spPr>
            <a:xfrm>
              <a:off x="718375" y="3829275"/>
              <a:ext cx="41075" cy="64600"/>
            </a:xfrm>
            <a:custGeom>
              <a:rect b="b" l="l" r="r" t="t"/>
              <a:pathLst>
                <a:path extrusionOk="0" fill="none" h="2584" w="1643">
                  <a:moveTo>
                    <a:pt x="1642" y="0"/>
                  </a:moveTo>
                  <a:cubicBezTo>
                    <a:pt x="1034" y="851"/>
                    <a:pt x="487" y="1702"/>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22"/>
            <p:cNvSpPr/>
            <p:nvPr/>
          </p:nvSpPr>
          <p:spPr>
            <a:xfrm>
              <a:off x="621125" y="3993400"/>
              <a:ext cx="26600" cy="53225"/>
            </a:xfrm>
            <a:custGeom>
              <a:rect b="b" l="l" r="r" t="t"/>
              <a:pathLst>
                <a:path extrusionOk="0" fill="none" h="2129" w="1064">
                  <a:moveTo>
                    <a:pt x="1064" y="1"/>
                  </a:moveTo>
                  <a:cubicBezTo>
                    <a:pt x="1003" y="335"/>
                    <a:pt x="699" y="761"/>
                    <a:pt x="517" y="1065"/>
                  </a:cubicBezTo>
                  <a:cubicBezTo>
                    <a:pt x="365" y="1429"/>
                    <a:pt x="182" y="1764"/>
                    <a:pt x="0" y="212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22"/>
            <p:cNvSpPr/>
            <p:nvPr/>
          </p:nvSpPr>
          <p:spPr>
            <a:xfrm>
              <a:off x="662150" y="4043550"/>
              <a:ext cx="32700" cy="58550"/>
            </a:xfrm>
            <a:custGeom>
              <a:rect b="b" l="l" r="r" t="t"/>
              <a:pathLst>
                <a:path extrusionOk="0" fill="none" h="2342" w="1308">
                  <a:moveTo>
                    <a:pt x="1307" y="1"/>
                  </a:moveTo>
                  <a:cubicBezTo>
                    <a:pt x="1034" y="487"/>
                    <a:pt x="578" y="882"/>
                    <a:pt x="396" y="1399"/>
                  </a:cubicBezTo>
                  <a:cubicBezTo>
                    <a:pt x="274" y="1703"/>
                    <a:pt x="244" y="209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22"/>
            <p:cNvSpPr/>
            <p:nvPr/>
          </p:nvSpPr>
          <p:spPr>
            <a:xfrm>
              <a:off x="726750" y="4043550"/>
              <a:ext cx="44075" cy="67650"/>
            </a:xfrm>
            <a:custGeom>
              <a:rect b="b" l="l" r="r" t="t"/>
              <a:pathLst>
                <a:path extrusionOk="0" fill="none" h="2706" w="1763">
                  <a:moveTo>
                    <a:pt x="1763" y="1"/>
                  </a:moveTo>
                  <a:cubicBezTo>
                    <a:pt x="973" y="761"/>
                    <a:pt x="426" y="1703"/>
                    <a:pt x="0"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22"/>
            <p:cNvSpPr/>
            <p:nvPr/>
          </p:nvSpPr>
          <p:spPr>
            <a:xfrm>
              <a:off x="827050" y="3955400"/>
              <a:ext cx="43325" cy="67675"/>
            </a:xfrm>
            <a:custGeom>
              <a:rect b="b" l="l" r="r" t="t"/>
              <a:pathLst>
                <a:path extrusionOk="0" fill="none" h="2707" w="1733">
                  <a:moveTo>
                    <a:pt x="1733" y="1"/>
                  </a:moveTo>
                  <a:cubicBezTo>
                    <a:pt x="1307" y="487"/>
                    <a:pt x="851" y="1065"/>
                    <a:pt x="578" y="1673"/>
                  </a:cubicBezTo>
                  <a:cubicBezTo>
                    <a:pt x="487" y="1855"/>
                    <a:pt x="426" y="2068"/>
                    <a:pt x="304" y="2250"/>
                  </a:cubicBezTo>
                  <a:cubicBezTo>
                    <a:pt x="213" y="2402"/>
                    <a:pt x="0" y="2524"/>
                    <a:pt x="0"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22"/>
            <p:cNvSpPr/>
            <p:nvPr/>
          </p:nvSpPr>
          <p:spPr>
            <a:xfrm>
              <a:off x="908350" y="3835350"/>
              <a:ext cx="44100" cy="76000"/>
            </a:xfrm>
            <a:custGeom>
              <a:rect b="b" l="l" r="r" t="t"/>
              <a:pathLst>
                <a:path extrusionOk="0" fill="none" h="3040" w="1764">
                  <a:moveTo>
                    <a:pt x="1764" y="0"/>
                  </a:moveTo>
                  <a:cubicBezTo>
                    <a:pt x="1399" y="699"/>
                    <a:pt x="1034" y="1429"/>
                    <a:pt x="700" y="2158"/>
                  </a:cubicBezTo>
                  <a:cubicBezTo>
                    <a:pt x="578" y="2462"/>
                    <a:pt x="457" y="3040"/>
                    <a:pt x="1" y="294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22"/>
            <p:cNvSpPr/>
            <p:nvPr/>
          </p:nvSpPr>
          <p:spPr>
            <a:xfrm>
              <a:off x="901525" y="3764675"/>
              <a:ext cx="50925" cy="76775"/>
            </a:xfrm>
            <a:custGeom>
              <a:rect b="b" l="l" r="r" t="t"/>
              <a:pathLst>
                <a:path extrusionOk="0" fill="none" h="3071" w="2037">
                  <a:moveTo>
                    <a:pt x="2037" y="1"/>
                  </a:moveTo>
                  <a:cubicBezTo>
                    <a:pt x="1489" y="457"/>
                    <a:pt x="1155" y="1095"/>
                    <a:pt x="821" y="1703"/>
                  </a:cubicBezTo>
                  <a:cubicBezTo>
                    <a:pt x="608" y="2067"/>
                    <a:pt x="0" y="2645"/>
                    <a:pt x="61" y="307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22"/>
            <p:cNvSpPr/>
            <p:nvPr/>
          </p:nvSpPr>
          <p:spPr>
            <a:xfrm>
              <a:off x="1008650" y="3762400"/>
              <a:ext cx="28900" cy="52450"/>
            </a:xfrm>
            <a:custGeom>
              <a:rect b="b" l="l" r="r" t="t"/>
              <a:pathLst>
                <a:path extrusionOk="0" fill="none" h="2098" w="1156">
                  <a:moveTo>
                    <a:pt x="1156" y="0"/>
                  </a:moveTo>
                  <a:cubicBezTo>
                    <a:pt x="882" y="456"/>
                    <a:pt x="487" y="882"/>
                    <a:pt x="305" y="1399"/>
                  </a:cubicBezTo>
                  <a:cubicBezTo>
                    <a:pt x="214" y="1611"/>
                    <a:pt x="183" y="1915"/>
                    <a:pt x="1" y="20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22"/>
            <p:cNvSpPr/>
            <p:nvPr/>
          </p:nvSpPr>
          <p:spPr>
            <a:xfrm>
              <a:off x="1084650" y="3732750"/>
              <a:ext cx="44100" cy="61600"/>
            </a:xfrm>
            <a:custGeom>
              <a:rect b="b" l="l" r="r" t="t"/>
              <a:pathLst>
                <a:path extrusionOk="0" fill="none" h="2464" w="1764">
                  <a:moveTo>
                    <a:pt x="1763" y="1"/>
                  </a:moveTo>
                  <a:cubicBezTo>
                    <a:pt x="1551" y="487"/>
                    <a:pt x="1277" y="913"/>
                    <a:pt x="943" y="1308"/>
                  </a:cubicBezTo>
                  <a:cubicBezTo>
                    <a:pt x="608" y="1703"/>
                    <a:pt x="396" y="2098"/>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22"/>
            <p:cNvSpPr/>
            <p:nvPr/>
          </p:nvSpPr>
          <p:spPr>
            <a:xfrm>
              <a:off x="1155325" y="3762400"/>
              <a:ext cx="38000" cy="49425"/>
            </a:xfrm>
            <a:custGeom>
              <a:rect b="b" l="l" r="r" t="t"/>
              <a:pathLst>
                <a:path extrusionOk="0" fill="none" h="1977" w="1520">
                  <a:moveTo>
                    <a:pt x="1520" y="0"/>
                  </a:moveTo>
                  <a:cubicBezTo>
                    <a:pt x="1216" y="365"/>
                    <a:pt x="942" y="791"/>
                    <a:pt x="639" y="1155"/>
                  </a:cubicBezTo>
                  <a:cubicBezTo>
                    <a:pt x="426" y="1429"/>
                    <a:pt x="183" y="1672"/>
                    <a:pt x="0"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22"/>
            <p:cNvSpPr/>
            <p:nvPr/>
          </p:nvSpPr>
          <p:spPr>
            <a:xfrm>
              <a:off x="969900" y="39934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22"/>
            <p:cNvSpPr/>
            <p:nvPr/>
          </p:nvSpPr>
          <p:spPr>
            <a:xfrm>
              <a:off x="929625" y="3917425"/>
              <a:ext cx="43350" cy="64600"/>
            </a:xfrm>
            <a:custGeom>
              <a:rect b="b" l="l" r="r" t="t"/>
              <a:pathLst>
                <a:path extrusionOk="0" fill="none" h="2584" w="1734">
                  <a:moveTo>
                    <a:pt x="1733" y="0"/>
                  </a:moveTo>
                  <a:cubicBezTo>
                    <a:pt x="1217" y="882"/>
                    <a:pt x="730" y="1854"/>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22"/>
            <p:cNvSpPr/>
            <p:nvPr/>
          </p:nvSpPr>
          <p:spPr>
            <a:xfrm>
              <a:off x="847550" y="4061025"/>
              <a:ext cx="40300" cy="56275"/>
            </a:xfrm>
            <a:custGeom>
              <a:rect b="b" l="l" r="r" t="t"/>
              <a:pathLst>
                <a:path extrusionOk="0" fill="none" h="2251" w="1612">
                  <a:moveTo>
                    <a:pt x="1612" y="1"/>
                  </a:moveTo>
                  <a:cubicBezTo>
                    <a:pt x="974" y="700"/>
                    <a:pt x="487" y="1429"/>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22"/>
            <p:cNvSpPr/>
            <p:nvPr/>
          </p:nvSpPr>
          <p:spPr>
            <a:xfrm>
              <a:off x="750300" y="4169700"/>
              <a:ext cx="50175" cy="64625"/>
            </a:xfrm>
            <a:custGeom>
              <a:rect b="b" l="l" r="r" t="t"/>
              <a:pathLst>
                <a:path extrusionOk="0" fill="none" h="2585" w="2007">
                  <a:moveTo>
                    <a:pt x="2006" y="0"/>
                  </a:moveTo>
                  <a:cubicBezTo>
                    <a:pt x="1307" y="852"/>
                    <a:pt x="791" y="1824"/>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22"/>
            <p:cNvSpPr/>
            <p:nvPr/>
          </p:nvSpPr>
          <p:spPr>
            <a:xfrm>
              <a:off x="747250" y="4114225"/>
              <a:ext cx="32700" cy="46375"/>
            </a:xfrm>
            <a:custGeom>
              <a:rect b="b" l="l" r="r" t="t"/>
              <a:pathLst>
                <a:path extrusionOk="0" fill="none" h="1855" w="1308">
                  <a:moveTo>
                    <a:pt x="1308" y="1"/>
                  </a:moveTo>
                  <a:cubicBezTo>
                    <a:pt x="913" y="639"/>
                    <a:pt x="517" y="1308"/>
                    <a:pt x="1"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22"/>
            <p:cNvSpPr/>
            <p:nvPr/>
          </p:nvSpPr>
          <p:spPr>
            <a:xfrm>
              <a:off x="641625" y="4222900"/>
              <a:ext cx="35750" cy="52450"/>
            </a:xfrm>
            <a:custGeom>
              <a:rect b="b" l="l" r="r" t="t"/>
              <a:pathLst>
                <a:path extrusionOk="0" fill="none" h="2098" w="1430">
                  <a:moveTo>
                    <a:pt x="1429" y="0"/>
                  </a:moveTo>
                  <a:cubicBezTo>
                    <a:pt x="1399" y="182"/>
                    <a:pt x="1004" y="699"/>
                    <a:pt x="913" y="821"/>
                  </a:cubicBezTo>
                  <a:cubicBezTo>
                    <a:pt x="791" y="973"/>
                    <a:pt x="639" y="1125"/>
                    <a:pt x="517" y="1277"/>
                  </a:cubicBezTo>
                  <a:cubicBezTo>
                    <a:pt x="335" y="1520"/>
                    <a:pt x="62" y="1763"/>
                    <a:pt x="1" y="209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22"/>
            <p:cNvSpPr/>
            <p:nvPr/>
          </p:nvSpPr>
          <p:spPr>
            <a:xfrm>
              <a:off x="615800" y="4169700"/>
              <a:ext cx="46375" cy="55500"/>
            </a:xfrm>
            <a:custGeom>
              <a:rect b="b" l="l" r="r" t="t"/>
              <a:pathLst>
                <a:path extrusionOk="0" fill="none" h="2220" w="1855">
                  <a:moveTo>
                    <a:pt x="1854" y="0"/>
                  </a:moveTo>
                  <a:cubicBezTo>
                    <a:pt x="973" y="517"/>
                    <a:pt x="699" y="1551"/>
                    <a:pt x="0"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22"/>
            <p:cNvSpPr/>
            <p:nvPr/>
          </p:nvSpPr>
          <p:spPr>
            <a:xfrm>
              <a:off x="589200" y="4114225"/>
              <a:ext cx="31950" cy="46375"/>
            </a:xfrm>
            <a:custGeom>
              <a:rect b="b" l="l" r="r" t="t"/>
              <a:pathLst>
                <a:path extrusionOk="0" fill="none" h="1855" w="1278">
                  <a:moveTo>
                    <a:pt x="1277" y="1"/>
                  </a:moveTo>
                  <a:cubicBezTo>
                    <a:pt x="973" y="456"/>
                    <a:pt x="669" y="943"/>
                    <a:pt x="335" y="1399"/>
                  </a:cubicBezTo>
                  <a:cubicBezTo>
                    <a:pt x="244" y="1551"/>
                    <a:pt x="122" y="1733"/>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22"/>
            <p:cNvSpPr/>
            <p:nvPr/>
          </p:nvSpPr>
          <p:spPr>
            <a:xfrm>
              <a:off x="630225" y="3855875"/>
              <a:ext cx="31950" cy="50175"/>
            </a:xfrm>
            <a:custGeom>
              <a:rect b="b" l="l" r="r" t="t"/>
              <a:pathLst>
                <a:path extrusionOk="0" fill="none" h="2007" w="1278">
                  <a:moveTo>
                    <a:pt x="1277" y="0"/>
                  </a:moveTo>
                  <a:cubicBezTo>
                    <a:pt x="913" y="365"/>
                    <a:pt x="487" y="760"/>
                    <a:pt x="305" y="1246"/>
                  </a:cubicBezTo>
                  <a:cubicBezTo>
                    <a:pt x="214" y="1459"/>
                    <a:pt x="31" y="1763"/>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22"/>
            <p:cNvSpPr/>
            <p:nvPr/>
          </p:nvSpPr>
          <p:spPr>
            <a:xfrm>
              <a:off x="756375" y="3756325"/>
              <a:ext cx="28900" cy="28900"/>
            </a:xfrm>
            <a:custGeom>
              <a:rect b="b" l="l" r="r" t="t"/>
              <a:pathLst>
                <a:path extrusionOk="0" fill="none" h="1156" w="1156">
                  <a:moveTo>
                    <a:pt x="1156" y="0"/>
                  </a:moveTo>
                  <a:cubicBezTo>
                    <a:pt x="608" y="243"/>
                    <a:pt x="244" y="639"/>
                    <a:pt x="0" y="11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22"/>
            <p:cNvSpPr/>
            <p:nvPr/>
          </p:nvSpPr>
          <p:spPr>
            <a:xfrm>
              <a:off x="565650" y="3982000"/>
              <a:ext cx="26600" cy="41075"/>
            </a:xfrm>
            <a:custGeom>
              <a:rect b="b" l="l" r="r" t="t"/>
              <a:pathLst>
                <a:path extrusionOk="0" fill="none" h="1643" w="1064">
                  <a:moveTo>
                    <a:pt x="1064" y="1"/>
                  </a:moveTo>
                  <a:cubicBezTo>
                    <a:pt x="760" y="305"/>
                    <a:pt x="426" y="669"/>
                    <a:pt x="243" y="1065"/>
                  </a:cubicBezTo>
                  <a:cubicBezTo>
                    <a:pt x="152" y="1247"/>
                    <a:pt x="91" y="1460"/>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22"/>
            <p:cNvSpPr/>
            <p:nvPr/>
          </p:nvSpPr>
          <p:spPr>
            <a:xfrm>
              <a:off x="548175" y="4222900"/>
              <a:ext cx="26600" cy="43325"/>
            </a:xfrm>
            <a:custGeom>
              <a:rect b="b" l="l" r="r" t="t"/>
              <a:pathLst>
                <a:path extrusionOk="0" fill="none" h="1733" w="1064">
                  <a:moveTo>
                    <a:pt x="1064" y="0"/>
                  </a:moveTo>
                  <a:cubicBezTo>
                    <a:pt x="821" y="365"/>
                    <a:pt x="517" y="760"/>
                    <a:pt x="334" y="1155"/>
                  </a:cubicBezTo>
                  <a:cubicBezTo>
                    <a:pt x="274" y="1338"/>
                    <a:pt x="182" y="1702"/>
                    <a:pt x="0" y="173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22"/>
            <p:cNvSpPr/>
            <p:nvPr/>
          </p:nvSpPr>
          <p:spPr>
            <a:xfrm>
              <a:off x="583125" y="4278350"/>
              <a:ext cx="26625" cy="41075"/>
            </a:xfrm>
            <a:custGeom>
              <a:rect b="b" l="l" r="r" t="t"/>
              <a:pathLst>
                <a:path extrusionOk="0" fill="none" h="1643" w="1065">
                  <a:moveTo>
                    <a:pt x="1064" y="1"/>
                  </a:moveTo>
                  <a:cubicBezTo>
                    <a:pt x="730" y="335"/>
                    <a:pt x="487" y="700"/>
                    <a:pt x="304" y="1126"/>
                  </a:cubicBezTo>
                  <a:cubicBezTo>
                    <a:pt x="213" y="1278"/>
                    <a:pt x="152" y="1582"/>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22"/>
            <p:cNvSpPr/>
            <p:nvPr/>
          </p:nvSpPr>
          <p:spPr>
            <a:xfrm>
              <a:off x="621125" y="4322425"/>
              <a:ext cx="58525" cy="85150"/>
            </a:xfrm>
            <a:custGeom>
              <a:rect b="b" l="l" r="r" t="t"/>
              <a:pathLst>
                <a:path extrusionOk="0" fill="none" h="3406" w="2341">
                  <a:moveTo>
                    <a:pt x="2341" y="1"/>
                  </a:moveTo>
                  <a:cubicBezTo>
                    <a:pt x="1824" y="578"/>
                    <a:pt x="1368" y="1247"/>
                    <a:pt x="973" y="1946"/>
                  </a:cubicBezTo>
                  <a:cubicBezTo>
                    <a:pt x="821" y="2220"/>
                    <a:pt x="669" y="2433"/>
                    <a:pt x="517" y="2706"/>
                  </a:cubicBezTo>
                  <a:cubicBezTo>
                    <a:pt x="334" y="2919"/>
                    <a:pt x="243" y="3223"/>
                    <a:pt x="0" y="340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22"/>
            <p:cNvSpPr/>
            <p:nvPr/>
          </p:nvSpPr>
          <p:spPr>
            <a:xfrm>
              <a:off x="618075" y="4459975"/>
              <a:ext cx="26625" cy="44100"/>
            </a:xfrm>
            <a:custGeom>
              <a:rect b="b" l="l" r="r" t="t"/>
              <a:pathLst>
                <a:path extrusionOk="0" fill="none" h="1764" w="1065">
                  <a:moveTo>
                    <a:pt x="1064" y="1"/>
                  </a:moveTo>
                  <a:cubicBezTo>
                    <a:pt x="760" y="426"/>
                    <a:pt x="578" y="760"/>
                    <a:pt x="365" y="1216"/>
                  </a:cubicBezTo>
                  <a:cubicBezTo>
                    <a:pt x="304" y="1368"/>
                    <a:pt x="152" y="1642"/>
                    <a:pt x="0"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22"/>
            <p:cNvSpPr/>
            <p:nvPr/>
          </p:nvSpPr>
          <p:spPr>
            <a:xfrm>
              <a:off x="741925" y="4275325"/>
              <a:ext cx="41075" cy="55500"/>
            </a:xfrm>
            <a:custGeom>
              <a:rect b="b" l="l" r="r" t="t"/>
              <a:pathLst>
                <a:path extrusionOk="0" fill="none" h="2220" w="1643">
                  <a:moveTo>
                    <a:pt x="1642" y="0"/>
                  </a:moveTo>
                  <a:cubicBezTo>
                    <a:pt x="1095" y="335"/>
                    <a:pt x="882" y="851"/>
                    <a:pt x="578" y="1368"/>
                  </a:cubicBezTo>
                  <a:cubicBezTo>
                    <a:pt x="426" y="1672"/>
                    <a:pt x="244" y="2037"/>
                    <a:pt x="1"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22"/>
            <p:cNvSpPr/>
            <p:nvPr/>
          </p:nvSpPr>
          <p:spPr>
            <a:xfrm>
              <a:off x="849850" y="4178825"/>
              <a:ext cx="26600" cy="41050"/>
            </a:xfrm>
            <a:custGeom>
              <a:rect b="b" l="l" r="r" t="t"/>
              <a:pathLst>
                <a:path extrusionOk="0" fill="none" h="1642" w="1064">
                  <a:moveTo>
                    <a:pt x="1064" y="0"/>
                  </a:moveTo>
                  <a:cubicBezTo>
                    <a:pt x="790" y="335"/>
                    <a:pt x="517" y="638"/>
                    <a:pt x="304" y="1034"/>
                  </a:cubicBezTo>
                  <a:cubicBezTo>
                    <a:pt x="183" y="1216"/>
                    <a:pt x="152" y="1459"/>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22"/>
            <p:cNvSpPr/>
            <p:nvPr/>
          </p:nvSpPr>
          <p:spPr>
            <a:xfrm>
              <a:off x="944075" y="4102075"/>
              <a:ext cx="49400" cy="70675"/>
            </a:xfrm>
            <a:custGeom>
              <a:rect b="b" l="l" r="r" t="t"/>
              <a:pathLst>
                <a:path extrusionOk="0" fill="none" h="2827" w="1976">
                  <a:moveTo>
                    <a:pt x="1976" y="0"/>
                  </a:moveTo>
                  <a:cubicBezTo>
                    <a:pt x="1429" y="547"/>
                    <a:pt x="1003" y="1094"/>
                    <a:pt x="639" y="1794"/>
                  </a:cubicBezTo>
                  <a:cubicBezTo>
                    <a:pt x="456" y="2098"/>
                    <a:pt x="243" y="2553"/>
                    <a:pt x="0" y="282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22"/>
            <p:cNvSpPr/>
            <p:nvPr/>
          </p:nvSpPr>
          <p:spPr>
            <a:xfrm>
              <a:off x="1052725" y="4013925"/>
              <a:ext cx="34975" cy="50175"/>
            </a:xfrm>
            <a:custGeom>
              <a:rect b="b" l="l" r="r" t="t"/>
              <a:pathLst>
                <a:path extrusionOk="0" fill="none" h="2007" w="1399">
                  <a:moveTo>
                    <a:pt x="1399" y="0"/>
                  </a:moveTo>
                  <a:cubicBezTo>
                    <a:pt x="943" y="456"/>
                    <a:pt x="609" y="851"/>
                    <a:pt x="335" y="1399"/>
                  </a:cubicBezTo>
                  <a:cubicBezTo>
                    <a:pt x="274" y="1490"/>
                    <a:pt x="274" y="1672"/>
                    <a:pt x="183" y="1763"/>
                  </a:cubicBezTo>
                  <a:cubicBezTo>
                    <a:pt x="122" y="1885"/>
                    <a:pt x="62" y="1885"/>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22"/>
            <p:cNvSpPr/>
            <p:nvPr/>
          </p:nvSpPr>
          <p:spPr>
            <a:xfrm>
              <a:off x="1149250" y="3899950"/>
              <a:ext cx="34975" cy="50175"/>
            </a:xfrm>
            <a:custGeom>
              <a:rect b="b" l="l" r="r" t="t"/>
              <a:pathLst>
                <a:path extrusionOk="0" fill="none" h="2007" w="1399">
                  <a:moveTo>
                    <a:pt x="1398" y="0"/>
                  </a:moveTo>
                  <a:cubicBezTo>
                    <a:pt x="1003" y="426"/>
                    <a:pt x="730" y="821"/>
                    <a:pt x="395" y="1307"/>
                  </a:cubicBezTo>
                  <a:cubicBezTo>
                    <a:pt x="243" y="1489"/>
                    <a:pt x="0" y="1733"/>
                    <a:pt x="0"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22"/>
            <p:cNvSpPr/>
            <p:nvPr/>
          </p:nvSpPr>
          <p:spPr>
            <a:xfrm>
              <a:off x="1102125" y="3879425"/>
              <a:ext cx="26625" cy="41050"/>
            </a:xfrm>
            <a:custGeom>
              <a:rect b="b" l="l" r="r" t="t"/>
              <a:pathLst>
                <a:path extrusionOk="0" fill="none" h="1642" w="1065">
                  <a:moveTo>
                    <a:pt x="1064" y="0"/>
                  </a:moveTo>
                  <a:cubicBezTo>
                    <a:pt x="730" y="183"/>
                    <a:pt x="517" y="699"/>
                    <a:pt x="304" y="1003"/>
                  </a:cubicBezTo>
                  <a:cubicBezTo>
                    <a:pt x="183" y="1186"/>
                    <a:pt x="31" y="1429"/>
                    <a:pt x="1"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22"/>
            <p:cNvSpPr/>
            <p:nvPr/>
          </p:nvSpPr>
          <p:spPr>
            <a:xfrm>
              <a:off x="972950" y="3697800"/>
              <a:ext cx="38775" cy="44100"/>
            </a:xfrm>
            <a:custGeom>
              <a:rect b="b" l="l" r="r" t="t"/>
              <a:pathLst>
                <a:path extrusionOk="0" fill="none" h="1764" w="1551">
                  <a:moveTo>
                    <a:pt x="1550" y="1"/>
                  </a:moveTo>
                  <a:cubicBezTo>
                    <a:pt x="1186" y="426"/>
                    <a:pt x="851" y="791"/>
                    <a:pt x="487" y="1186"/>
                  </a:cubicBezTo>
                  <a:cubicBezTo>
                    <a:pt x="365" y="1308"/>
                    <a:pt x="61" y="1612"/>
                    <a:pt x="0"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22"/>
            <p:cNvSpPr/>
            <p:nvPr/>
          </p:nvSpPr>
          <p:spPr>
            <a:xfrm>
              <a:off x="908350" y="3691725"/>
              <a:ext cx="20550" cy="23575"/>
            </a:xfrm>
            <a:custGeom>
              <a:rect b="b" l="l" r="r" t="t"/>
              <a:pathLst>
                <a:path extrusionOk="0" fill="none" h="943" w="822">
                  <a:moveTo>
                    <a:pt x="821" y="1"/>
                  </a:moveTo>
                  <a:cubicBezTo>
                    <a:pt x="457" y="213"/>
                    <a:pt x="122" y="517"/>
                    <a:pt x="1" y="94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22"/>
            <p:cNvSpPr/>
            <p:nvPr/>
          </p:nvSpPr>
          <p:spPr>
            <a:xfrm>
              <a:off x="1207000" y="3779875"/>
              <a:ext cx="38775" cy="49425"/>
            </a:xfrm>
            <a:custGeom>
              <a:rect b="b" l="l" r="r" t="t"/>
              <a:pathLst>
                <a:path extrusionOk="0" fill="none" h="1977" w="1551">
                  <a:moveTo>
                    <a:pt x="1550" y="1"/>
                  </a:moveTo>
                  <a:cubicBezTo>
                    <a:pt x="1094" y="396"/>
                    <a:pt x="730" y="821"/>
                    <a:pt x="334" y="1277"/>
                  </a:cubicBezTo>
                  <a:cubicBezTo>
                    <a:pt x="182" y="1490"/>
                    <a:pt x="0" y="1703"/>
                    <a:pt x="3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22"/>
            <p:cNvSpPr/>
            <p:nvPr/>
          </p:nvSpPr>
          <p:spPr>
            <a:xfrm>
              <a:off x="1275375" y="3814825"/>
              <a:ext cx="38025" cy="38025"/>
            </a:xfrm>
            <a:custGeom>
              <a:rect b="b" l="l" r="r" t="t"/>
              <a:pathLst>
                <a:path extrusionOk="0" fill="none" h="1521" w="1521">
                  <a:moveTo>
                    <a:pt x="1521" y="1"/>
                  </a:moveTo>
                  <a:cubicBezTo>
                    <a:pt x="1125" y="61"/>
                    <a:pt x="852" y="609"/>
                    <a:pt x="639" y="882"/>
                  </a:cubicBezTo>
                  <a:cubicBezTo>
                    <a:pt x="457" y="1065"/>
                    <a:pt x="214" y="136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22"/>
            <p:cNvSpPr/>
            <p:nvPr/>
          </p:nvSpPr>
          <p:spPr>
            <a:xfrm>
              <a:off x="1322500" y="3858900"/>
              <a:ext cx="58525" cy="61575"/>
            </a:xfrm>
            <a:custGeom>
              <a:rect b="b" l="l" r="r" t="t"/>
              <a:pathLst>
                <a:path extrusionOk="0" fill="none" h="2463" w="2341">
                  <a:moveTo>
                    <a:pt x="2341" y="1"/>
                  </a:moveTo>
                  <a:cubicBezTo>
                    <a:pt x="1976" y="274"/>
                    <a:pt x="1520" y="578"/>
                    <a:pt x="1246" y="943"/>
                  </a:cubicBezTo>
                  <a:cubicBezTo>
                    <a:pt x="1095" y="1125"/>
                    <a:pt x="973" y="1338"/>
                    <a:pt x="791" y="1520"/>
                  </a:cubicBezTo>
                  <a:cubicBezTo>
                    <a:pt x="547" y="1824"/>
                    <a:pt x="243" y="2128"/>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22"/>
            <p:cNvSpPr/>
            <p:nvPr/>
          </p:nvSpPr>
          <p:spPr>
            <a:xfrm>
              <a:off x="1325525" y="3944000"/>
              <a:ext cx="66900" cy="72975"/>
            </a:xfrm>
            <a:custGeom>
              <a:rect b="b" l="l" r="r" t="t"/>
              <a:pathLst>
                <a:path extrusionOk="0" fill="none" h="2919" w="2676">
                  <a:moveTo>
                    <a:pt x="2676" y="1"/>
                  </a:moveTo>
                  <a:cubicBezTo>
                    <a:pt x="2159" y="609"/>
                    <a:pt x="1673" y="1308"/>
                    <a:pt x="1034" y="1855"/>
                  </a:cubicBezTo>
                  <a:cubicBezTo>
                    <a:pt x="670" y="2159"/>
                    <a:pt x="335" y="2585"/>
                    <a:pt x="1" y="29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22"/>
            <p:cNvSpPr/>
            <p:nvPr/>
          </p:nvSpPr>
          <p:spPr>
            <a:xfrm>
              <a:off x="1407600" y="3958450"/>
              <a:ext cx="38025" cy="44100"/>
            </a:xfrm>
            <a:custGeom>
              <a:rect b="b" l="l" r="r" t="t"/>
              <a:pathLst>
                <a:path extrusionOk="0" fill="none" h="1764" w="1521">
                  <a:moveTo>
                    <a:pt x="1520" y="0"/>
                  </a:moveTo>
                  <a:cubicBezTo>
                    <a:pt x="1004" y="578"/>
                    <a:pt x="609" y="1307"/>
                    <a:pt x="1"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22"/>
            <p:cNvSpPr/>
            <p:nvPr/>
          </p:nvSpPr>
          <p:spPr>
            <a:xfrm>
              <a:off x="1242700" y="3970600"/>
              <a:ext cx="44100" cy="55500"/>
            </a:xfrm>
            <a:custGeom>
              <a:rect b="b" l="l" r="r" t="t"/>
              <a:pathLst>
                <a:path extrusionOk="0" fill="none" h="2220" w="1764">
                  <a:moveTo>
                    <a:pt x="1764" y="1"/>
                  </a:moveTo>
                  <a:cubicBezTo>
                    <a:pt x="1308" y="274"/>
                    <a:pt x="1034" y="791"/>
                    <a:pt x="791" y="1277"/>
                  </a:cubicBezTo>
                  <a:cubicBezTo>
                    <a:pt x="578" y="1612"/>
                    <a:pt x="274" y="1885"/>
                    <a:pt x="1"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22"/>
            <p:cNvSpPr/>
            <p:nvPr/>
          </p:nvSpPr>
          <p:spPr>
            <a:xfrm>
              <a:off x="1178875" y="3944000"/>
              <a:ext cx="49425" cy="58550"/>
            </a:xfrm>
            <a:custGeom>
              <a:rect b="b" l="l" r="r" t="t"/>
              <a:pathLst>
                <a:path extrusionOk="0" fill="none" h="2342" w="1977">
                  <a:moveTo>
                    <a:pt x="1976" y="1"/>
                  </a:moveTo>
                  <a:cubicBezTo>
                    <a:pt x="1520" y="487"/>
                    <a:pt x="1034" y="974"/>
                    <a:pt x="639" y="1521"/>
                  </a:cubicBezTo>
                  <a:cubicBezTo>
                    <a:pt x="456" y="1764"/>
                    <a:pt x="92" y="206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22"/>
            <p:cNvSpPr/>
            <p:nvPr/>
          </p:nvSpPr>
          <p:spPr>
            <a:xfrm>
              <a:off x="1117325" y="4076225"/>
              <a:ext cx="41050" cy="49425"/>
            </a:xfrm>
            <a:custGeom>
              <a:rect b="b" l="l" r="r" t="t"/>
              <a:pathLst>
                <a:path extrusionOk="0" fill="none" h="1977" w="1642">
                  <a:moveTo>
                    <a:pt x="1642" y="1"/>
                  </a:moveTo>
                  <a:cubicBezTo>
                    <a:pt x="1186" y="396"/>
                    <a:pt x="943" y="882"/>
                    <a:pt x="548" y="1308"/>
                  </a:cubicBezTo>
                  <a:cubicBezTo>
                    <a:pt x="365" y="1521"/>
                    <a:pt x="183" y="1764"/>
                    <a:pt x="0"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22"/>
            <p:cNvSpPr/>
            <p:nvPr/>
          </p:nvSpPr>
          <p:spPr>
            <a:xfrm>
              <a:off x="1198625" y="4084600"/>
              <a:ext cx="41825" cy="50175"/>
            </a:xfrm>
            <a:custGeom>
              <a:rect b="b" l="l" r="r" t="t"/>
              <a:pathLst>
                <a:path extrusionOk="0" fill="none" h="2007" w="1673">
                  <a:moveTo>
                    <a:pt x="1673" y="0"/>
                  </a:moveTo>
                  <a:cubicBezTo>
                    <a:pt x="1308" y="456"/>
                    <a:pt x="1004" y="912"/>
                    <a:pt x="639" y="1338"/>
                  </a:cubicBezTo>
                  <a:cubicBezTo>
                    <a:pt x="457" y="1520"/>
                    <a:pt x="274" y="1915"/>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22"/>
            <p:cNvSpPr/>
            <p:nvPr/>
          </p:nvSpPr>
          <p:spPr>
            <a:xfrm>
              <a:off x="1295900" y="4064075"/>
              <a:ext cx="41050" cy="50175"/>
            </a:xfrm>
            <a:custGeom>
              <a:rect b="b" l="l" r="r" t="t"/>
              <a:pathLst>
                <a:path extrusionOk="0" fill="none" h="2007" w="1642">
                  <a:moveTo>
                    <a:pt x="1642" y="0"/>
                  </a:moveTo>
                  <a:cubicBezTo>
                    <a:pt x="1247" y="487"/>
                    <a:pt x="821" y="912"/>
                    <a:pt x="456" y="1429"/>
                  </a:cubicBezTo>
                  <a:cubicBezTo>
                    <a:pt x="335" y="1611"/>
                    <a:pt x="183" y="1946"/>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22"/>
            <p:cNvSpPr/>
            <p:nvPr/>
          </p:nvSpPr>
          <p:spPr>
            <a:xfrm>
              <a:off x="1360500" y="4061025"/>
              <a:ext cx="58525" cy="61575"/>
            </a:xfrm>
            <a:custGeom>
              <a:rect b="b" l="l" r="r" t="t"/>
              <a:pathLst>
                <a:path extrusionOk="0" fill="none" h="2463" w="2341">
                  <a:moveTo>
                    <a:pt x="2341" y="1"/>
                  </a:moveTo>
                  <a:cubicBezTo>
                    <a:pt x="2006" y="214"/>
                    <a:pt x="1733" y="396"/>
                    <a:pt x="1489" y="730"/>
                  </a:cubicBezTo>
                  <a:cubicBezTo>
                    <a:pt x="1337" y="913"/>
                    <a:pt x="1216" y="1125"/>
                    <a:pt x="1064" y="1308"/>
                  </a:cubicBezTo>
                  <a:cubicBezTo>
                    <a:pt x="669" y="1703"/>
                    <a:pt x="304" y="2037"/>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22"/>
            <p:cNvSpPr/>
            <p:nvPr/>
          </p:nvSpPr>
          <p:spPr>
            <a:xfrm>
              <a:off x="1442550" y="4055725"/>
              <a:ext cx="52475" cy="58525"/>
            </a:xfrm>
            <a:custGeom>
              <a:rect b="b" l="l" r="r" t="t"/>
              <a:pathLst>
                <a:path extrusionOk="0" fill="none" h="2341" w="2099">
                  <a:moveTo>
                    <a:pt x="2098" y="0"/>
                  </a:moveTo>
                  <a:cubicBezTo>
                    <a:pt x="1825" y="456"/>
                    <a:pt x="1399" y="851"/>
                    <a:pt x="1065" y="1277"/>
                  </a:cubicBezTo>
                  <a:cubicBezTo>
                    <a:pt x="761" y="1672"/>
                    <a:pt x="396" y="2037"/>
                    <a:pt x="1"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22"/>
            <p:cNvSpPr/>
            <p:nvPr/>
          </p:nvSpPr>
          <p:spPr>
            <a:xfrm>
              <a:off x="1448625" y="4149175"/>
              <a:ext cx="41075" cy="58550"/>
            </a:xfrm>
            <a:custGeom>
              <a:rect b="b" l="l" r="r" t="t"/>
              <a:pathLst>
                <a:path extrusionOk="0" fill="none" h="2342" w="1643">
                  <a:moveTo>
                    <a:pt x="1642" y="1"/>
                  </a:moveTo>
                  <a:cubicBezTo>
                    <a:pt x="1186" y="852"/>
                    <a:pt x="396" y="1490"/>
                    <a:pt x="1"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22"/>
            <p:cNvSpPr/>
            <p:nvPr/>
          </p:nvSpPr>
          <p:spPr>
            <a:xfrm>
              <a:off x="1480550" y="4193250"/>
              <a:ext cx="58550" cy="67650"/>
            </a:xfrm>
            <a:custGeom>
              <a:rect b="b" l="l" r="r" t="t"/>
              <a:pathLst>
                <a:path extrusionOk="0" fill="none" h="2706" w="2342">
                  <a:moveTo>
                    <a:pt x="2341" y="1"/>
                  </a:moveTo>
                  <a:cubicBezTo>
                    <a:pt x="1885" y="517"/>
                    <a:pt x="1490" y="1065"/>
                    <a:pt x="1064" y="1612"/>
                  </a:cubicBezTo>
                  <a:cubicBezTo>
                    <a:pt x="760" y="2007"/>
                    <a:pt x="365" y="2341"/>
                    <a:pt x="1"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22"/>
            <p:cNvSpPr/>
            <p:nvPr/>
          </p:nvSpPr>
          <p:spPr>
            <a:xfrm>
              <a:off x="1442550" y="4389300"/>
              <a:ext cx="41075" cy="44100"/>
            </a:xfrm>
            <a:custGeom>
              <a:rect b="b" l="l" r="r" t="t"/>
              <a:pathLst>
                <a:path extrusionOk="0" fill="none" h="1764" w="1643">
                  <a:moveTo>
                    <a:pt x="1642" y="1"/>
                  </a:moveTo>
                  <a:cubicBezTo>
                    <a:pt x="1369" y="335"/>
                    <a:pt x="973" y="517"/>
                    <a:pt x="700" y="852"/>
                  </a:cubicBezTo>
                  <a:cubicBezTo>
                    <a:pt x="457" y="1156"/>
                    <a:pt x="244" y="1490"/>
                    <a:pt x="1"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22"/>
            <p:cNvSpPr/>
            <p:nvPr/>
          </p:nvSpPr>
          <p:spPr>
            <a:xfrm>
              <a:off x="1392400" y="4501000"/>
              <a:ext cx="50175" cy="50175"/>
            </a:xfrm>
            <a:custGeom>
              <a:rect b="b" l="l" r="r" t="t"/>
              <a:pathLst>
                <a:path extrusionOk="0" fill="none" h="2007" w="2007">
                  <a:moveTo>
                    <a:pt x="2007" y="1"/>
                  </a:moveTo>
                  <a:cubicBezTo>
                    <a:pt x="1581" y="426"/>
                    <a:pt x="1217" y="882"/>
                    <a:pt x="821" y="1308"/>
                  </a:cubicBezTo>
                  <a:cubicBezTo>
                    <a:pt x="578" y="1551"/>
                    <a:pt x="244" y="1733"/>
                    <a:pt x="1"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22"/>
            <p:cNvSpPr/>
            <p:nvPr/>
          </p:nvSpPr>
          <p:spPr>
            <a:xfrm>
              <a:off x="1474475" y="4295850"/>
              <a:ext cx="38025" cy="47125"/>
            </a:xfrm>
            <a:custGeom>
              <a:rect b="b" l="l" r="r" t="t"/>
              <a:pathLst>
                <a:path extrusionOk="0" fill="none" h="1885" w="1521">
                  <a:moveTo>
                    <a:pt x="1520" y="0"/>
                  </a:moveTo>
                  <a:cubicBezTo>
                    <a:pt x="1216" y="365"/>
                    <a:pt x="912" y="699"/>
                    <a:pt x="639" y="1094"/>
                  </a:cubicBezTo>
                  <a:cubicBezTo>
                    <a:pt x="426" y="1368"/>
                    <a:pt x="274" y="1641"/>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22"/>
            <p:cNvSpPr/>
            <p:nvPr/>
          </p:nvSpPr>
          <p:spPr>
            <a:xfrm>
              <a:off x="1515500" y="4105100"/>
              <a:ext cx="23600" cy="29675"/>
            </a:xfrm>
            <a:custGeom>
              <a:rect b="b" l="l" r="r" t="t"/>
              <a:pathLst>
                <a:path extrusionOk="0" fill="none" h="1187" w="944">
                  <a:moveTo>
                    <a:pt x="943" y="1"/>
                  </a:moveTo>
                  <a:cubicBezTo>
                    <a:pt x="457" y="274"/>
                    <a:pt x="122" y="639"/>
                    <a:pt x="1" y="118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22"/>
            <p:cNvSpPr/>
            <p:nvPr/>
          </p:nvSpPr>
          <p:spPr>
            <a:xfrm>
              <a:off x="1351375" y="4281400"/>
              <a:ext cx="61575" cy="72975"/>
            </a:xfrm>
            <a:custGeom>
              <a:rect b="b" l="l" r="r" t="t"/>
              <a:pathLst>
                <a:path extrusionOk="0" fill="none" h="2919" w="2463">
                  <a:moveTo>
                    <a:pt x="2462" y="1"/>
                  </a:moveTo>
                  <a:cubicBezTo>
                    <a:pt x="2128" y="274"/>
                    <a:pt x="1702" y="548"/>
                    <a:pt x="1429" y="943"/>
                  </a:cubicBezTo>
                  <a:cubicBezTo>
                    <a:pt x="1247" y="1216"/>
                    <a:pt x="1064" y="1490"/>
                    <a:pt x="851" y="1764"/>
                  </a:cubicBezTo>
                  <a:cubicBezTo>
                    <a:pt x="578" y="2128"/>
                    <a:pt x="365" y="2645"/>
                    <a:pt x="0" y="29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22"/>
            <p:cNvSpPr/>
            <p:nvPr/>
          </p:nvSpPr>
          <p:spPr>
            <a:xfrm>
              <a:off x="1333900" y="4199325"/>
              <a:ext cx="44100" cy="46375"/>
            </a:xfrm>
            <a:custGeom>
              <a:rect b="b" l="l" r="r" t="t"/>
              <a:pathLst>
                <a:path extrusionOk="0" fill="none" h="1855" w="1764">
                  <a:moveTo>
                    <a:pt x="1763" y="1"/>
                  </a:moveTo>
                  <a:cubicBezTo>
                    <a:pt x="1368" y="122"/>
                    <a:pt x="1094" y="700"/>
                    <a:pt x="821" y="1004"/>
                  </a:cubicBezTo>
                  <a:cubicBezTo>
                    <a:pt x="547" y="1277"/>
                    <a:pt x="304" y="1581"/>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22"/>
            <p:cNvSpPr/>
            <p:nvPr/>
          </p:nvSpPr>
          <p:spPr>
            <a:xfrm>
              <a:off x="1008650" y="4172750"/>
              <a:ext cx="46375" cy="58525"/>
            </a:xfrm>
            <a:custGeom>
              <a:rect b="b" l="l" r="r" t="t"/>
              <a:pathLst>
                <a:path extrusionOk="0" fill="none" h="2341" w="1855">
                  <a:moveTo>
                    <a:pt x="1855" y="0"/>
                  </a:moveTo>
                  <a:cubicBezTo>
                    <a:pt x="1277" y="790"/>
                    <a:pt x="670" y="1611"/>
                    <a:pt x="1" y="234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22"/>
            <p:cNvSpPr/>
            <p:nvPr/>
          </p:nvSpPr>
          <p:spPr>
            <a:xfrm>
              <a:off x="1114275" y="4193250"/>
              <a:ext cx="38025" cy="41075"/>
            </a:xfrm>
            <a:custGeom>
              <a:rect b="b" l="l" r="r" t="t"/>
              <a:pathLst>
                <a:path extrusionOk="0" fill="none" h="1643" w="1521">
                  <a:moveTo>
                    <a:pt x="1521" y="1"/>
                  </a:moveTo>
                  <a:cubicBezTo>
                    <a:pt x="1095" y="213"/>
                    <a:pt x="670" y="548"/>
                    <a:pt x="396" y="973"/>
                  </a:cubicBezTo>
                  <a:cubicBezTo>
                    <a:pt x="244" y="1186"/>
                    <a:pt x="183" y="1460"/>
                    <a:pt x="1"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22"/>
            <p:cNvSpPr/>
            <p:nvPr/>
          </p:nvSpPr>
          <p:spPr>
            <a:xfrm>
              <a:off x="1216875" y="4187175"/>
              <a:ext cx="31925" cy="35750"/>
            </a:xfrm>
            <a:custGeom>
              <a:rect b="b" l="l" r="r" t="t"/>
              <a:pathLst>
                <a:path extrusionOk="0" fill="none" h="1430" w="1277">
                  <a:moveTo>
                    <a:pt x="1277" y="1"/>
                  </a:moveTo>
                  <a:cubicBezTo>
                    <a:pt x="912" y="335"/>
                    <a:pt x="547" y="517"/>
                    <a:pt x="335" y="943"/>
                  </a:cubicBezTo>
                  <a:cubicBezTo>
                    <a:pt x="243" y="1156"/>
                    <a:pt x="152" y="1247"/>
                    <a:pt x="0" y="142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22"/>
            <p:cNvSpPr/>
            <p:nvPr/>
          </p:nvSpPr>
          <p:spPr>
            <a:xfrm>
              <a:off x="1286775" y="4178825"/>
              <a:ext cx="44100" cy="43325"/>
            </a:xfrm>
            <a:custGeom>
              <a:rect b="b" l="l" r="r" t="t"/>
              <a:pathLst>
                <a:path extrusionOk="0" fill="none" h="1733" w="1764">
                  <a:moveTo>
                    <a:pt x="1764" y="0"/>
                  </a:moveTo>
                  <a:cubicBezTo>
                    <a:pt x="1186" y="487"/>
                    <a:pt x="457" y="1094"/>
                    <a:pt x="1" y="173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22"/>
            <p:cNvSpPr/>
            <p:nvPr/>
          </p:nvSpPr>
          <p:spPr>
            <a:xfrm>
              <a:off x="1146200" y="4310275"/>
              <a:ext cx="58525" cy="64625"/>
            </a:xfrm>
            <a:custGeom>
              <a:rect b="b" l="l" r="r" t="t"/>
              <a:pathLst>
                <a:path extrusionOk="0" fill="none" h="2585" w="2341">
                  <a:moveTo>
                    <a:pt x="2341" y="1"/>
                  </a:moveTo>
                  <a:cubicBezTo>
                    <a:pt x="2037" y="92"/>
                    <a:pt x="1763" y="639"/>
                    <a:pt x="1611" y="852"/>
                  </a:cubicBezTo>
                  <a:cubicBezTo>
                    <a:pt x="1429" y="1064"/>
                    <a:pt x="1247" y="1247"/>
                    <a:pt x="1064" y="1429"/>
                  </a:cubicBezTo>
                  <a:cubicBezTo>
                    <a:pt x="669" y="1794"/>
                    <a:pt x="335" y="2189"/>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22"/>
            <p:cNvSpPr/>
            <p:nvPr/>
          </p:nvSpPr>
          <p:spPr>
            <a:xfrm>
              <a:off x="1102125" y="4286725"/>
              <a:ext cx="50175" cy="56250"/>
            </a:xfrm>
            <a:custGeom>
              <a:rect b="b" l="l" r="r" t="t"/>
              <a:pathLst>
                <a:path extrusionOk="0" fill="none" h="2250" w="2007">
                  <a:moveTo>
                    <a:pt x="2007" y="0"/>
                  </a:moveTo>
                  <a:cubicBezTo>
                    <a:pt x="1277" y="730"/>
                    <a:pt x="639" y="1490"/>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22"/>
            <p:cNvSpPr/>
            <p:nvPr/>
          </p:nvSpPr>
          <p:spPr>
            <a:xfrm>
              <a:off x="994225" y="4310275"/>
              <a:ext cx="49425" cy="50175"/>
            </a:xfrm>
            <a:custGeom>
              <a:rect b="b" l="l" r="r" t="t"/>
              <a:pathLst>
                <a:path extrusionOk="0" fill="none" h="2007" w="1977">
                  <a:moveTo>
                    <a:pt x="1976" y="1"/>
                  </a:moveTo>
                  <a:cubicBezTo>
                    <a:pt x="1551" y="426"/>
                    <a:pt x="1155" y="852"/>
                    <a:pt x="730" y="1247"/>
                  </a:cubicBezTo>
                  <a:cubicBezTo>
                    <a:pt x="487" y="1520"/>
                    <a:pt x="183" y="1703"/>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22"/>
            <p:cNvSpPr/>
            <p:nvPr/>
          </p:nvSpPr>
          <p:spPr>
            <a:xfrm>
              <a:off x="887825" y="4313325"/>
              <a:ext cx="41075" cy="38000"/>
            </a:xfrm>
            <a:custGeom>
              <a:rect b="b" l="l" r="r" t="t"/>
              <a:pathLst>
                <a:path extrusionOk="0" fill="none" h="1520" w="1643">
                  <a:moveTo>
                    <a:pt x="1642" y="0"/>
                  </a:moveTo>
                  <a:cubicBezTo>
                    <a:pt x="1308" y="335"/>
                    <a:pt x="974" y="699"/>
                    <a:pt x="639" y="1034"/>
                  </a:cubicBezTo>
                  <a:cubicBezTo>
                    <a:pt x="426" y="1216"/>
                    <a:pt x="214" y="133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22"/>
            <p:cNvSpPr/>
            <p:nvPr/>
          </p:nvSpPr>
          <p:spPr>
            <a:xfrm>
              <a:off x="882525" y="4234300"/>
              <a:ext cx="41050" cy="47125"/>
            </a:xfrm>
            <a:custGeom>
              <a:rect b="b" l="l" r="r" t="t"/>
              <a:pathLst>
                <a:path extrusionOk="0" fill="none" h="1885" w="1642">
                  <a:moveTo>
                    <a:pt x="1642" y="0"/>
                  </a:moveTo>
                  <a:cubicBezTo>
                    <a:pt x="1003" y="517"/>
                    <a:pt x="578" y="1307"/>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22"/>
            <p:cNvSpPr/>
            <p:nvPr/>
          </p:nvSpPr>
          <p:spPr>
            <a:xfrm>
              <a:off x="770800" y="4368800"/>
              <a:ext cx="47150" cy="53200"/>
            </a:xfrm>
            <a:custGeom>
              <a:rect b="b" l="l" r="r" t="t"/>
              <a:pathLst>
                <a:path extrusionOk="0" fill="none" h="2128" w="1886">
                  <a:moveTo>
                    <a:pt x="1886" y="0"/>
                  </a:moveTo>
                  <a:cubicBezTo>
                    <a:pt x="1399" y="426"/>
                    <a:pt x="974" y="882"/>
                    <a:pt x="579" y="1398"/>
                  </a:cubicBezTo>
                  <a:cubicBezTo>
                    <a:pt x="396" y="1641"/>
                    <a:pt x="244" y="1885"/>
                    <a:pt x="1" y="212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22"/>
            <p:cNvSpPr/>
            <p:nvPr/>
          </p:nvSpPr>
          <p:spPr>
            <a:xfrm>
              <a:off x="723700" y="4483525"/>
              <a:ext cx="41050" cy="50175"/>
            </a:xfrm>
            <a:custGeom>
              <a:rect b="b" l="l" r="r" t="t"/>
              <a:pathLst>
                <a:path extrusionOk="0" fill="none" h="2007" w="1642">
                  <a:moveTo>
                    <a:pt x="1642" y="1"/>
                  </a:moveTo>
                  <a:cubicBezTo>
                    <a:pt x="1277" y="426"/>
                    <a:pt x="943" y="791"/>
                    <a:pt x="700" y="1247"/>
                  </a:cubicBezTo>
                  <a:cubicBezTo>
                    <a:pt x="548" y="1551"/>
                    <a:pt x="274" y="1825"/>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22"/>
            <p:cNvSpPr/>
            <p:nvPr/>
          </p:nvSpPr>
          <p:spPr>
            <a:xfrm>
              <a:off x="709250" y="4583075"/>
              <a:ext cx="31950" cy="38025"/>
            </a:xfrm>
            <a:custGeom>
              <a:rect b="b" l="l" r="r" t="t"/>
              <a:pathLst>
                <a:path extrusionOk="0" fill="none" h="1521" w="1278">
                  <a:moveTo>
                    <a:pt x="1278" y="1"/>
                  </a:moveTo>
                  <a:cubicBezTo>
                    <a:pt x="974" y="457"/>
                    <a:pt x="578" y="133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22"/>
            <p:cNvSpPr/>
            <p:nvPr/>
          </p:nvSpPr>
          <p:spPr>
            <a:xfrm>
              <a:off x="694825" y="4404500"/>
              <a:ext cx="20550" cy="28900"/>
            </a:xfrm>
            <a:custGeom>
              <a:rect b="b" l="l" r="r" t="t"/>
              <a:pathLst>
                <a:path extrusionOk="0" fill="none" h="1156" w="822">
                  <a:moveTo>
                    <a:pt x="821" y="1"/>
                  </a:moveTo>
                  <a:cubicBezTo>
                    <a:pt x="456" y="335"/>
                    <a:pt x="335" y="821"/>
                    <a:pt x="0" y="115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22"/>
            <p:cNvSpPr/>
            <p:nvPr/>
          </p:nvSpPr>
          <p:spPr>
            <a:xfrm>
              <a:off x="577050" y="4404500"/>
              <a:ext cx="20525" cy="26625"/>
            </a:xfrm>
            <a:custGeom>
              <a:rect b="b" l="l" r="r" t="t"/>
              <a:pathLst>
                <a:path extrusionOk="0" fill="none" h="1065" w="821">
                  <a:moveTo>
                    <a:pt x="821" y="1"/>
                  </a:moveTo>
                  <a:cubicBezTo>
                    <a:pt x="517" y="335"/>
                    <a:pt x="304" y="730"/>
                    <a:pt x="0" y="106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22"/>
            <p:cNvSpPr/>
            <p:nvPr/>
          </p:nvSpPr>
          <p:spPr>
            <a:xfrm>
              <a:off x="873400" y="4407550"/>
              <a:ext cx="38025" cy="58525"/>
            </a:xfrm>
            <a:custGeom>
              <a:rect b="b" l="l" r="r" t="t"/>
              <a:pathLst>
                <a:path extrusionOk="0" fill="none" h="2341" w="1521">
                  <a:moveTo>
                    <a:pt x="1520" y="0"/>
                  </a:moveTo>
                  <a:cubicBezTo>
                    <a:pt x="1490" y="304"/>
                    <a:pt x="1095" y="699"/>
                    <a:pt x="943" y="943"/>
                  </a:cubicBezTo>
                  <a:cubicBezTo>
                    <a:pt x="821" y="1155"/>
                    <a:pt x="669" y="1338"/>
                    <a:pt x="548" y="1520"/>
                  </a:cubicBezTo>
                  <a:cubicBezTo>
                    <a:pt x="365" y="1733"/>
                    <a:pt x="31" y="2037"/>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22"/>
            <p:cNvSpPr/>
            <p:nvPr/>
          </p:nvSpPr>
          <p:spPr>
            <a:xfrm>
              <a:off x="955475" y="4421975"/>
              <a:ext cx="50175" cy="55500"/>
            </a:xfrm>
            <a:custGeom>
              <a:rect b="b" l="l" r="r" t="t"/>
              <a:pathLst>
                <a:path extrusionOk="0" fill="none" h="2220" w="2007">
                  <a:moveTo>
                    <a:pt x="2006" y="1"/>
                  </a:moveTo>
                  <a:cubicBezTo>
                    <a:pt x="1611" y="244"/>
                    <a:pt x="1398" y="335"/>
                    <a:pt x="1155" y="669"/>
                  </a:cubicBezTo>
                  <a:cubicBezTo>
                    <a:pt x="1034" y="882"/>
                    <a:pt x="912" y="1095"/>
                    <a:pt x="760" y="1277"/>
                  </a:cubicBezTo>
                  <a:cubicBezTo>
                    <a:pt x="517" y="1612"/>
                    <a:pt x="304" y="1946"/>
                    <a:pt x="0"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22"/>
            <p:cNvSpPr/>
            <p:nvPr/>
          </p:nvSpPr>
          <p:spPr>
            <a:xfrm>
              <a:off x="1084650" y="4415900"/>
              <a:ext cx="26625" cy="32700"/>
            </a:xfrm>
            <a:custGeom>
              <a:rect b="b" l="l" r="r" t="t"/>
              <a:pathLst>
                <a:path extrusionOk="0" fill="none" h="1308" w="1065">
                  <a:moveTo>
                    <a:pt x="1064" y="1"/>
                  </a:moveTo>
                  <a:cubicBezTo>
                    <a:pt x="730" y="365"/>
                    <a:pt x="152" y="821"/>
                    <a:pt x="0" y="130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22"/>
            <p:cNvSpPr/>
            <p:nvPr/>
          </p:nvSpPr>
          <p:spPr>
            <a:xfrm>
              <a:off x="1122650" y="4451625"/>
              <a:ext cx="44100" cy="58525"/>
            </a:xfrm>
            <a:custGeom>
              <a:rect b="b" l="l" r="r" t="t"/>
              <a:pathLst>
                <a:path extrusionOk="0" fill="none" h="2341" w="1764">
                  <a:moveTo>
                    <a:pt x="1763" y="0"/>
                  </a:moveTo>
                  <a:cubicBezTo>
                    <a:pt x="1368" y="517"/>
                    <a:pt x="1003" y="1094"/>
                    <a:pt x="578" y="1611"/>
                  </a:cubicBezTo>
                  <a:cubicBezTo>
                    <a:pt x="395" y="1854"/>
                    <a:pt x="243" y="215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22"/>
            <p:cNvSpPr/>
            <p:nvPr/>
          </p:nvSpPr>
          <p:spPr>
            <a:xfrm>
              <a:off x="1245750" y="4327750"/>
              <a:ext cx="29650" cy="32700"/>
            </a:xfrm>
            <a:custGeom>
              <a:rect b="b" l="l" r="r" t="t"/>
              <a:pathLst>
                <a:path extrusionOk="0" fill="none" h="1308" w="1186">
                  <a:moveTo>
                    <a:pt x="1186" y="1"/>
                  </a:moveTo>
                  <a:cubicBezTo>
                    <a:pt x="851" y="213"/>
                    <a:pt x="456" y="487"/>
                    <a:pt x="304" y="852"/>
                  </a:cubicBezTo>
                  <a:cubicBezTo>
                    <a:pt x="213" y="1034"/>
                    <a:pt x="183" y="1156"/>
                    <a:pt x="0" y="130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22"/>
            <p:cNvSpPr/>
            <p:nvPr/>
          </p:nvSpPr>
          <p:spPr>
            <a:xfrm>
              <a:off x="1284500" y="4418950"/>
              <a:ext cx="31950" cy="44100"/>
            </a:xfrm>
            <a:custGeom>
              <a:rect b="b" l="l" r="r" t="t"/>
              <a:pathLst>
                <a:path extrusionOk="0" fill="none" h="1764" w="1278">
                  <a:moveTo>
                    <a:pt x="1277" y="0"/>
                  </a:moveTo>
                  <a:cubicBezTo>
                    <a:pt x="943" y="395"/>
                    <a:pt x="578" y="821"/>
                    <a:pt x="304" y="1246"/>
                  </a:cubicBezTo>
                  <a:cubicBezTo>
                    <a:pt x="183" y="1398"/>
                    <a:pt x="122" y="1611"/>
                    <a:pt x="0"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22"/>
            <p:cNvSpPr/>
            <p:nvPr/>
          </p:nvSpPr>
          <p:spPr>
            <a:xfrm>
              <a:off x="1292850" y="4507100"/>
              <a:ext cx="35000" cy="49400"/>
            </a:xfrm>
            <a:custGeom>
              <a:rect b="b" l="l" r="r" t="t"/>
              <a:pathLst>
                <a:path extrusionOk="0" fill="none" h="1976" w="1400">
                  <a:moveTo>
                    <a:pt x="1399" y="0"/>
                  </a:moveTo>
                  <a:cubicBezTo>
                    <a:pt x="822" y="517"/>
                    <a:pt x="548" y="1398"/>
                    <a:pt x="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22"/>
            <p:cNvSpPr/>
            <p:nvPr/>
          </p:nvSpPr>
          <p:spPr>
            <a:xfrm>
              <a:off x="1257900" y="4627150"/>
              <a:ext cx="44100" cy="52450"/>
            </a:xfrm>
            <a:custGeom>
              <a:rect b="b" l="l" r="r" t="t"/>
              <a:pathLst>
                <a:path extrusionOk="0" fill="none" h="2098" w="1764">
                  <a:moveTo>
                    <a:pt x="1764" y="1"/>
                  </a:moveTo>
                  <a:cubicBezTo>
                    <a:pt x="1308" y="517"/>
                    <a:pt x="882" y="1034"/>
                    <a:pt x="457" y="1520"/>
                  </a:cubicBezTo>
                  <a:cubicBezTo>
                    <a:pt x="335" y="1672"/>
                    <a:pt x="31" y="1946"/>
                    <a:pt x="1" y="20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22"/>
            <p:cNvSpPr/>
            <p:nvPr/>
          </p:nvSpPr>
          <p:spPr>
            <a:xfrm>
              <a:off x="1175825" y="4636275"/>
              <a:ext cx="41075" cy="49425"/>
            </a:xfrm>
            <a:custGeom>
              <a:rect b="b" l="l" r="r" t="t"/>
              <a:pathLst>
                <a:path extrusionOk="0" fill="none" h="1977" w="1643">
                  <a:moveTo>
                    <a:pt x="1642" y="0"/>
                  </a:moveTo>
                  <a:cubicBezTo>
                    <a:pt x="1156" y="304"/>
                    <a:pt x="852" y="791"/>
                    <a:pt x="578" y="1277"/>
                  </a:cubicBezTo>
                  <a:cubicBezTo>
                    <a:pt x="426" y="1550"/>
                    <a:pt x="214" y="1763"/>
                    <a:pt x="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22"/>
            <p:cNvSpPr/>
            <p:nvPr/>
          </p:nvSpPr>
          <p:spPr>
            <a:xfrm>
              <a:off x="1175825" y="4530650"/>
              <a:ext cx="49425" cy="64600"/>
            </a:xfrm>
            <a:custGeom>
              <a:rect b="b" l="l" r="r" t="t"/>
              <a:pathLst>
                <a:path extrusionOk="0" fill="none" h="2584" w="1977">
                  <a:moveTo>
                    <a:pt x="1977" y="0"/>
                  </a:moveTo>
                  <a:cubicBezTo>
                    <a:pt x="1581" y="426"/>
                    <a:pt x="1156" y="943"/>
                    <a:pt x="822" y="1429"/>
                  </a:cubicBezTo>
                  <a:cubicBezTo>
                    <a:pt x="548" y="1824"/>
                    <a:pt x="305" y="2219"/>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22"/>
            <p:cNvSpPr/>
            <p:nvPr/>
          </p:nvSpPr>
          <p:spPr>
            <a:xfrm>
              <a:off x="1067175" y="4662100"/>
              <a:ext cx="38025" cy="47150"/>
            </a:xfrm>
            <a:custGeom>
              <a:rect b="b" l="l" r="r" t="t"/>
              <a:pathLst>
                <a:path extrusionOk="0" fill="none" h="1886" w="1521">
                  <a:moveTo>
                    <a:pt x="1520" y="1"/>
                  </a:moveTo>
                  <a:cubicBezTo>
                    <a:pt x="1186" y="426"/>
                    <a:pt x="943" y="943"/>
                    <a:pt x="578" y="1308"/>
                  </a:cubicBezTo>
                  <a:cubicBezTo>
                    <a:pt x="395" y="1521"/>
                    <a:pt x="183" y="1703"/>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22"/>
            <p:cNvSpPr/>
            <p:nvPr/>
          </p:nvSpPr>
          <p:spPr>
            <a:xfrm>
              <a:off x="1105175" y="4697825"/>
              <a:ext cx="32700" cy="38025"/>
            </a:xfrm>
            <a:custGeom>
              <a:rect b="b" l="l" r="r" t="t"/>
              <a:pathLst>
                <a:path extrusionOk="0" fill="none" h="1521" w="1308">
                  <a:moveTo>
                    <a:pt x="1307" y="0"/>
                  </a:moveTo>
                  <a:cubicBezTo>
                    <a:pt x="942" y="335"/>
                    <a:pt x="578" y="699"/>
                    <a:pt x="304" y="1125"/>
                  </a:cubicBezTo>
                  <a:cubicBezTo>
                    <a:pt x="243" y="1247"/>
                    <a:pt x="182" y="1490"/>
                    <a:pt x="0"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22"/>
            <p:cNvSpPr/>
            <p:nvPr/>
          </p:nvSpPr>
          <p:spPr>
            <a:xfrm>
              <a:off x="1061100" y="4556475"/>
              <a:ext cx="34975" cy="44100"/>
            </a:xfrm>
            <a:custGeom>
              <a:rect b="b" l="l" r="r" t="t"/>
              <a:pathLst>
                <a:path extrusionOk="0" fill="none" h="1764" w="1399">
                  <a:moveTo>
                    <a:pt x="1398" y="1"/>
                  </a:moveTo>
                  <a:cubicBezTo>
                    <a:pt x="942" y="274"/>
                    <a:pt x="578" y="730"/>
                    <a:pt x="365" y="1247"/>
                  </a:cubicBezTo>
                  <a:cubicBezTo>
                    <a:pt x="304" y="1338"/>
                    <a:pt x="274" y="1460"/>
                    <a:pt x="213" y="1551"/>
                  </a:cubicBezTo>
                  <a:cubicBezTo>
                    <a:pt x="152" y="1642"/>
                    <a:pt x="31" y="1642"/>
                    <a:pt x="0"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22"/>
            <p:cNvSpPr/>
            <p:nvPr/>
          </p:nvSpPr>
          <p:spPr>
            <a:xfrm>
              <a:off x="923550" y="4653750"/>
              <a:ext cx="41050" cy="55500"/>
            </a:xfrm>
            <a:custGeom>
              <a:rect b="b" l="l" r="r" t="t"/>
              <a:pathLst>
                <a:path extrusionOk="0" fill="none" h="2220" w="1642">
                  <a:moveTo>
                    <a:pt x="1642" y="0"/>
                  </a:moveTo>
                  <a:cubicBezTo>
                    <a:pt x="1277" y="487"/>
                    <a:pt x="912" y="1003"/>
                    <a:pt x="517" y="1520"/>
                  </a:cubicBezTo>
                  <a:cubicBezTo>
                    <a:pt x="365" y="1733"/>
                    <a:pt x="183" y="2007"/>
                    <a:pt x="1"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22"/>
            <p:cNvSpPr/>
            <p:nvPr/>
          </p:nvSpPr>
          <p:spPr>
            <a:xfrm>
              <a:off x="947100" y="4527600"/>
              <a:ext cx="44100" cy="55500"/>
            </a:xfrm>
            <a:custGeom>
              <a:rect b="b" l="l" r="r" t="t"/>
              <a:pathLst>
                <a:path extrusionOk="0" fill="none" h="2220" w="1764">
                  <a:moveTo>
                    <a:pt x="1764" y="1"/>
                  </a:moveTo>
                  <a:cubicBezTo>
                    <a:pt x="821" y="517"/>
                    <a:pt x="639" y="1490"/>
                    <a:pt x="1"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22"/>
            <p:cNvSpPr/>
            <p:nvPr/>
          </p:nvSpPr>
          <p:spPr>
            <a:xfrm>
              <a:off x="820975" y="4527600"/>
              <a:ext cx="49400" cy="64625"/>
            </a:xfrm>
            <a:custGeom>
              <a:rect b="b" l="l" r="r" t="t"/>
              <a:pathLst>
                <a:path extrusionOk="0" fill="none" h="2585" w="1976">
                  <a:moveTo>
                    <a:pt x="1976" y="1"/>
                  </a:moveTo>
                  <a:cubicBezTo>
                    <a:pt x="1398" y="487"/>
                    <a:pt x="973" y="913"/>
                    <a:pt x="517" y="1521"/>
                  </a:cubicBezTo>
                  <a:cubicBezTo>
                    <a:pt x="274" y="1855"/>
                    <a:pt x="182" y="2220"/>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22"/>
            <p:cNvSpPr/>
            <p:nvPr/>
          </p:nvSpPr>
          <p:spPr>
            <a:xfrm>
              <a:off x="827050" y="4659825"/>
              <a:ext cx="38025" cy="46375"/>
            </a:xfrm>
            <a:custGeom>
              <a:rect b="b" l="l" r="r" t="t"/>
              <a:pathLst>
                <a:path extrusionOk="0" fill="none" h="1855" w="1521">
                  <a:moveTo>
                    <a:pt x="1520" y="1"/>
                  </a:moveTo>
                  <a:cubicBezTo>
                    <a:pt x="1125" y="365"/>
                    <a:pt x="608" y="730"/>
                    <a:pt x="335" y="1186"/>
                  </a:cubicBezTo>
                  <a:cubicBezTo>
                    <a:pt x="274" y="1308"/>
                    <a:pt x="243" y="1429"/>
                    <a:pt x="183" y="1520"/>
                  </a:cubicBezTo>
                  <a:cubicBezTo>
                    <a:pt x="122" y="1642"/>
                    <a:pt x="0" y="1703"/>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22"/>
            <p:cNvSpPr/>
            <p:nvPr/>
          </p:nvSpPr>
          <p:spPr>
            <a:xfrm>
              <a:off x="772325" y="4647675"/>
              <a:ext cx="22075" cy="23575"/>
            </a:xfrm>
            <a:custGeom>
              <a:rect b="b" l="l" r="r" t="t"/>
              <a:pathLst>
                <a:path extrusionOk="0" fill="none" h="943" w="883">
                  <a:moveTo>
                    <a:pt x="882" y="0"/>
                  </a:moveTo>
                  <a:cubicBezTo>
                    <a:pt x="609" y="152"/>
                    <a:pt x="1" y="578"/>
                    <a:pt x="62" y="94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22"/>
            <p:cNvSpPr/>
            <p:nvPr/>
          </p:nvSpPr>
          <p:spPr>
            <a:xfrm>
              <a:off x="988150" y="4682625"/>
              <a:ext cx="28900" cy="38775"/>
            </a:xfrm>
            <a:custGeom>
              <a:rect b="b" l="l" r="r" t="t"/>
              <a:pathLst>
                <a:path extrusionOk="0" fill="none" h="1551" w="1156">
                  <a:moveTo>
                    <a:pt x="1155" y="0"/>
                  </a:moveTo>
                  <a:cubicBezTo>
                    <a:pt x="760" y="396"/>
                    <a:pt x="547" y="578"/>
                    <a:pt x="335" y="1034"/>
                  </a:cubicBezTo>
                  <a:cubicBezTo>
                    <a:pt x="274" y="1216"/>
                    <a:pt x="152" y="1429"/>
                    <a:pt x="0" y="155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22"/>
            <p:cNvSpPr/>
            <p:nvPr/>
          </p:nvSpPr>
          <p:spPr>
            <a:xfrm>
              <a:off x="1357450" y="4407550"/>
              <a:ext cx="23575" cy="34975"/>
            </a:xfrm>
            <a:custGeom>
              <a:rect b="b" l="l" r="r" t="t"/>
              <a:pathLst>
                <a:path extrusionOk="0" fill="none" h="1399" w="943">
                  <a:moveTo>
                    <a:pt x="943" y="0"/>
                  </a:moveTo>
                  <a:cubicBezTo>
                    <a:pt x="669" y="304"/>
                    <a:pt x="426" y="639"/>
                    <a:pt x="213" y="973"/>
                  </a:cubicBezTo>
                  <a:cubicBezTo>
                    <a:pt x="122" y="1125"/>
                    <a:pt x="0" y="1246"/>
                    <a:pt x="0" y="13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22"/>
            <p:cNvSpPr/>
            <p:nvPr/>
          </p:nvSpPr>
          <p:spPr>
            <a:xfrm>
              <a:off x="1349100" y="4603600"/>
              <a:ext cx="19775" cy="17500"/>
            </a:xfrm>
            <a:custGeom>
              <a:rect b="b" l="l" r="r" t="t"/>
              <a:pathLst>
                <a:path extrusionOk="0" fill="none" h="700" w="791">
                  <a:moveTo>
                    <a:pt x="790" y="0"/>
                  </a:moveTo>
                  <a:cubicBezTo>
                    <a:pt x="578" y="213"/>
                    <a:pt x="213" y="456"/>
                    <a:pt x="0" y="69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22"/>
            <p:cNvSpPr/>
            <p:nvPr/>
          </p:nvSpPr>
          <p:spPr>
            <a:xfrm>
              <a:off x="1005238" y="38760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7" name="Google Shape;2567;p22"/>
          <p:cNvSpPr/>
          <p:nvPr/>
        </p:nvSpPr>
        <p:spPr>
          <a:xfrm flipH="1" rot="698890">
            <a:off x="8740694" y="145455"/>
            <a:ext cx="256048" cy="275348"/>
          </a:xfrm>
          <a:custGeom>
            <a:rect b="b" l="l" r="r" t="t"/>
            <a:pathLst>
              <a:path extrusionOk="0" h="11014" w="10242">
                <a:moveTo>
                  <a:pt x="4204" y="0"/>
                </a:moveTo>
                <a:lnTo>
                  <a:pt x="4204" y="0"/>
                </a:lnTo>
                <a:cubicBezTo>
                  <a:pt x="3804" y="133"/>
                  <a:pt x="3370" y="300"/>
                  <a:pt x="2970" y="567"/>
                </a:cubicBezTo>
                <a:cubicBezTo>
                  <a:pt x="568" y="2102"/>
                  <a:pt x="1" y="5537"/>
                  <a:pt x="1735" y="8206"/>
                </a:cubicBezTo>
                <a:cubicBezTo>
                  <a:pt x="2881" y="10003"/>
                  <a:pt x="4783" y="11013"/>
                  <a:pt x="6636" y="11013"/>
                </a:cubicBezTo>
                <a:cubicBezTo>
                  <a:pt x="7535" y="11013"/>
                  <a:pt x="8423" y="10775"/>
                  <a:pt x="9207" y="10274"/>
                </a:cubicBezTo>
                <a:cubicBezTo>
                  <a:pt x="9608" y="10007"/>
                  <a:pt x="9941" y="9707"/>
                  <a:pt x="10242" y="9373"/>
                </a:cubicBezTo>
                <a:lnTo>
                  <a:pt x="10242" y="9373"/>
                </a:lnTo>
                <a:cubicBezTo>
                  <a:pt x="9797" y="9499"/>
                  <a:pt x="9340" y="9561"/>
                  <a:pt x="8881" y="9561"/>
                </a:cubicBezTo>
                <a:cubicBezTo>
                  <a:pt x="7031" y="9561"/>
                  <a:pt x="5153" y="8562"/>
                  <a:pt x="4004" y="6772"/>
                </a:cubicBezTo>
                <a:cubicBezTo>
                  <a:pt x="2536" y="4503"/>
                  <a:pt x="2703" y="1735"/>
                  <a:pt x="42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22"/>
          <p:cNvSpPr/>
          <p:nvPr/>
        </p:nvSpPr>
        <p:spPr>
          <a:xfrm flipH="1">
            <a:off x="1798507" y="4705775"/>
            <a:ext cx="427004" cy="204871"/>
          </a:xfrm>
          <a:custGeom>
            <a:rect b="b" l="l" r="r" t="t"/>
            <a:pathLst>
              <a:path extrusionOk="0" h="15500" w="29576">
                <a:moveTo>
                  <a:pt x="9334" y="1"/>
                </a:moveTo>
                <a:cubicBezTo>
                  <a:pt x="9281" y="1"/>
                  <a:pt x="9229" y="8"/>
                  <a:pt x="9180" y="23"/>
                </a:cubicBezTo>
                <a:cubicBezTo>
                  <a:pt x="8815" y="145"/>
                  <a:pt x="8724" y="1057"/>
                  <a:pt x="8724" y="1452"/>
                </a:cubicBezTo>
                <a:cubicBezTo>
                  <a:pt x="8785" y="2333"/>
                  <a:pt x="8846" y="3276"/>
                  <a:pt x="8907" y="4157"/>
                </a:cubicBezTo>
                <a:cubicBezTo>
                  <a:pt x="8967" y="5282"/>
                  <a:pt x="9423" y="6649"/>
                  <a:pt x="9818" y="7713"/>
                </a:cubicBezTo>
                <a:cubicBezTo>
                  <a:pt x="10153" y="8625"/>
                  <a:pt x="10669" y="9507"/>
                  <a:pt x="10761" y="10510"/>
                </a:cubicBezTo>
                <a:cubicBezTo>
                  <a:pt x="10691" y="10516"/>
                  <a:pt x="10619" y="10519"/>
                  <a:pt x="10546" y="10519"/>
                </a:cubicBezTo>
                <a:cubicBezTo>
                  <a:pt x="9945" y="10519"/>
                  <a:pt x="9229" y="10317"/>
                  <a:pt x="8633" y="10236"/>
                </a:cubicBezTo>
                <a:cubicBezTo>
                  <a:pt x="7630" y="10084"/>
                  <a:pt x="6596" y="9963"/>
                  <a:pt x="5593" y="9780"/>
                </a:cubicBezTo>
                <a:cubicBezTo>
                  <a:pt x="5048" y="9698"/>
                  <a:pt x="4448" y="9641"/>
                  <a:pt x="3845" y="9641"/>
                </a:cubicBezTo>
                <a:cubicBezTo>
                  <a:pt x="3103" y="9641"/>
                  <a:pt x="2357" y="9728"/>
                  <a:pt x="1703" y="9963"/>
                </a:cubicBezTo>
                <a:cubicBezTo>
                  <a:pt x="1399" y="10054"/>
                  <a:pt x="517" y="10358"/>
                  <a:pt x="305" y="10570"/>
                </a:cubicBezTo>
                <a:cubicBezTo>
                  <a:pt x="1" y="10844"/>
                  <a:pt x="61" y="10783"/>
                  <a:pt x="244" y="11087"/>
                </a:cubicBezTo>
                <a:cubicBezTo>
                  <a:pt x="396" y="11391"/>
                  <a:pt x="912" y="11513"/>
                  <a:pt x="1186" y="11665"/>
                </a:cubicBezTo>
                <a:cubicBezTo>
                  <a:pt x="1885" y="12029"/>
                  <a:pt x="2584" y="12455"/>
                  <a:pt x="3223" y="12941"/>
                </a:cubicBezTo>
                <a:cubicBezTo>
                  <a:pt x="4013" y="13519"/>
                  <a:pt x="4834" y="14005"/>
                  <a:pt x="5685" y="14461"/>
                </a:cubicBezTo>
                <a:cubicBezTo>
                  <a:pt x="6566" y="14947"/>
                  <a:pt x="7539" y="14978"/>
                  <a:pt x="8481" y="15099"/>
                </a:cubicBezTo>
                <a:cubicBezTo>
                  <a:pt x="9970" y="15312"/>
                  <a:pt x="11399" y="15434"/>
                  <a:pt x="12888" y="15495"/>
                </a:cubicBezTo>
                <a:cubicBezTo>
                  <a:pt x="12961" y="15498"/>
                  <a:pt x="13033" y="15500"/>
                  <a:pt x="13105" y="15500"/>
                </a:cubicBezTo>
                <a:cubicBezTo>
                  <a:pt x="14026" y="15500"/>
                  <a:pt x="14931" y="15228"/>
                  <a:pt x="15863" y="15228"/>
                </a:cubicBezTo>
                <a:cubicBezTo>
                  <a:pt x="16085" y="15228"/>
                  <a:pt x="16310" y="15243"/>
                  <a:pt x="16536" y="15282"/>
                </a:cubicBezTo>
                <a:cubicBezTo>
                  <a:pt x="16718" y="15251"/>
                  <a:pt x="16688" y="15191"/>
                  <a:pt x="16627" y="15099"/>
                </a:cubicBezTo>
                <a:cubicBezTo>
                  <a:pt x="17995" y="15069"/>
                  <a:pt x="19363" y="14552"/>
                  <a:pt x="20639" y="14036"/>
                </a:cubicBezTo>
                <a:cubicBezTo>
                  <a:pt x="22250" y="13397"/>
                  <a:pt x="23952" y="12212"/>
                  <a:pt x="25320" y="11057"/>
                </a:cubicBezTo>
                <a:cubicBezTo>
                  <a:pt x="25807" y="10662"/>
                  <a:pt x="26354" y="10327"/>
                  <a:pt x="26840" y="9932"/>
                </a:cubicBezTo>
                <a:cubicBezTo>
                  <a:pt x="27387" y="9507"/>
                  <a:pt x="27661" y="8899"/>
                  <a:pt x="28117" y="8382"/>
                </a:cubicBezTo>
                <a:cubicBezTo>
                  <a:pt x="28694" y="7744"/>
                  <a:pt x="29576" y="6984"/>
                  <a:pt x="29120" y="6102"/>
                </a:cubicBezTo>
                <a:cubicBezTo>
                  <a:pt x="28824" y="5551"/>
                  <a:pt x="28248" y="5395"/>
                  <a:pt x="27639" y="5395"/>
                </a:cubicBezTo>
                <a:cubicBezTo>
                  <a:pt x="27308" y="5395"/>
                  <a:pt x="26968" y="5441"/>
                  <a:pt x="26658" y="5494"/>
                </a:cubicBezTo>
                <a:cubicBezTo>
                  <a:pt x="25776" y="5646"/>
                  <a:pt x="25077" y="5768"/>
                  <a:pt x="24256" y="6072"/>
                </a:cubicBezTo>
                <a:cubicBezTo>
                  <a:pt x="23922" y="6224"/>
                  <a:pt x="23071" y="6589"/>
                  <a:pt x="22706" y="6619"/>
                </a:cubicBezTo>
                <a:cubicBezTo>
                  <a:pt x="22980" y="6011"/>
                  <a:pt x="23618" y="5525"/>
                  <a:pt x="23861" y="4856"/>
                </a:cubicBezTo>
                <a:cubicBezTo>
                  <a:pt x="24074" y="4279"/>
                  <a:pt x="24165" y="3549"/>
                  <a:pt x="24196" y="2941"/>
                </a:cubicBezTo>
                <a:cubicBezTo>
                  <a:pt x="24226" y="2455"/>
                  <a:pt x="24165" y="1695"/>
                  <a:pt x="23679" y="1421"/>
                </a:cubicBezTo>
                <a:cubicBezTo>
                  <a:pt x="23576" y="1367"/>
                  <a:pt x="23458" y="1344"/>
                  <a:pt x="23331" y="1344"/>
                </a:cubicBezTo>
                <a:cubicBezTo>
                  <a:pt x="22897" y="1344"/>
                  <a:pt x="22367" y="1608"/>
                  <a:pt x="22037" y="1725"/>
                </a:cubicBezTo>
                <a:cubicBezTo>
                  <a:pt x="20335" y="2394"/>
                  <a:pt x="18542" y="3610"/>
                  <a:pt x="17235" y="4886"/>
                </a:cubicBezTo>
                <a:cubicBezTo>
                  <a:pt x="17005" y="5117"/>
                  <a:pt x="15982" y="6112"/>
                  <a:pt x="15488" y="6112"/>
                </a:cubicBezTo>
                <a:cubicBezTo>
                  <a:pt x="15461" y="6112"/>
                  <a:pt x="15435" y="6109"/>
                  <a:pt x="15411" y="6102"/>
                </a:cubicBezTo>
                <a:cubicBezTo>
                  <a:pt x="15107" y="6011"/>
                  <a:pt x="14803" y="5373"/>
                  <a:pt x="14682" y="5130"/>
                </a:cubicBezTo>
                <a:cubicBezTo>
                  <a:pt x="14043" y="4157"/>
                  <a:pt x="13496" y="3124"/>
                  <a:pt x="12615" y="2242"/>
                </a:cubicBezTo>
                <a:cubicBezTo>
                  <a:pt x="12068" y="1695"/>
                  <a:pt x="11460" y="1148"/>
                  <a:pt x="10791" y="753"/>
                </a:cubicBezTo>
                <a:cubicBezTo>
                  <a:pt x="10463" y="561"/>
                  <a:pt x="9815" y="1"/>
                  <a:pt x="9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9" name="Google Shape;2569;p22"/>
          <p:cNvGrpSpPr/>
          <p:nvPr/>
        </p:nvGrpSpPr>
        <p:grpSpPr>
          <a:xfrm flipH="1" rot="-5400000">
            <a:off x="475299" y="2487538"/>
            <a:ext cx="914314" cy="444971"/>
            <a:chOff x="2378750" y="627850"/>
            <a:chExt cx="1312350" cy="638775"/>
          </a:xfrm>
        </p:grpSpPr>
        <p:sp>
          <p:nvSpPr>
            <p:cNvPr id="2570" name="Google Shape;2570;p22"/>
            <p:cNvSpPr/>
            <p:nvPr/>
          </p:nvSpPr>
          <p:spPr>
            <a:xfrm>
              <a:off x="2514775" y="795425"/>
              <a:ext cx="1070400" cy="471200"/>
            </a:xfrm>
            <a:custGeom>
              <a:rect b="b" l="l" r="r" t="t"/>
              <a:pathLst>
                <a:path extrusionOk="0" h="18848" w="42816">
                  <a:moveTo>
                    <a:pt x="20996" y="1"/>
                  </a:moveTo>
                  <a:cubicBezTo>
                    <a:pt x="12718" y="1"/>
                    <a:pt x="4488" y="3311"/>
                    <a:pt x="0" y="10258"/>
                  </a:cubicBezTo>
                  <a:cubicBezTo>
                    <a:pt x="182" y="12508"/>
                    <a:pt x="5775" y="15030"/>
                    <a:pt x="7660" y="15851"/>
                  </a:cubicBezTo>
                  <a:cubicBezTo>
                    <a:pt x="11550" y="17553"/>
                    <a:pt x="15684" y="18587"/>
                    <a:pt x="19940" y="18769"/>
                  </a:cubicBezTo>
                  <a:cubicBezTo>
                    <a:pt x="20924" y="18819"/>
                    <a:pt x="21933" y="18848"/>
                    <a:pt x="22955" y="18848"/>
                  </a:cubicBezTo>
                  <a:cubicBezTo>
                    <a:pt x="28811" y="18848"/>
                    <a:pt x="35104" y="17899"/>
                    <a:pt x="39788" y="14483"/>
                  </a:cubicBezTo>
                  <a:cubicBezTo>
                    <a:pt x="40730" y="13784"/>
                    <a:pt x="41521" y="12994"/>
                    <a:pt x="42129" y="12021"/>
                  </a:cubicBezTo>
                  <a:cubicBezTo>
                    <a:pt x="42417" y="11473"/>
                    <a:pt x="42815" y="9665"/>
                    <a:pt x="42335" y="9665"/>
                  </a:cubicBezTo>
                  <a:cubicBezTo>
                    <a:pt x="42309" y="9665"/>
                    <a:pt x="42281" y="9670"/>
                    <a:pt x="42250" y="9681"/>
                  </a:cubicBezTo>
                  <a:cubicBezTo>
                    <a:pt x="40487" y="8070"/>
                    <a:pt x="39119" y="6064"/>
                    <a:pt x="37052" y="4666"/>
                  </a:cubicBezTo>
                  <a:cubicBezTo>
                    <a:pt x="32498" y="1592"/>
                    <a:pt x="26735" y="1"/>
                    <a:pt x="2099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22"/>
            <p:cNvSpPr/>
            <p:nvPr/>
          </p:nvSpPr>
          <p:spPr>
            <a:xfrm>
              <a:off x="2764775" y="792475"/>
              <a:ext cx="549425" cy="443075"/>
            </a:xfrm>
            <a:custGeom>
              <a:rect b="b" l="l" r="r" t="t"/>
              <a:pathLst>
                <a:path extrusionOk="0" h="17723" w="21977">
                  <a:moveTo>
                    <a:pt x="11877" y="0"/>
                  </a:moveTo>
                  <a:cubicBezTo>
                    <a:pt x="6662" y="0"/>
                    <a:pt x="2098" y="1258"/>
                    <a:pt x="2098" y="1258"/>
                  </a:cubicBezTo>
                  <a:cubicBezTo>
                    <a:pt x="0" y="4419"/>
                    <a:pt x="426" y="8613"/>
                    <a:pt x="1854" y="12079"/>
                  </a:cubicBezTo>
                  <a:cubicBezTo>
                    <a:pt x="2888" y="14662"/>
                    <a:pt x="5350" y="16455"/>
                    <a:pt x="8025" y="17215"/>
                  </a:cubicBezTo>
                  <a:cubicBezTo>
                    <a:pt x="9160" y="17532"/>
                    <a:pt x="10472" y="17723"/>
                    <a:pt x="11793" y="17723"/>
                  </a:cubicBezTo>
                  <a:cubicBezTo>
                    <a:pt x="13514" y="17723"/>
                    <a:pt x="15251" y="17399"/>
                    <a:pt x="16627" y="16607"/>
                  </a:cubicBezTo>
                  <a:cubicBezTo>
                    <a:pt x="19058" y="15179"/>
                    <a:pt x="20305" y="11896"/>
                    <a:pt x="20943" y="9252"/>
                  </a:cubicBezTo>
                  <a:cubicBezTo>
                    <a:pt x="21156" y="8431"/>
                    <a:pt x="21976" y="2382"/>
                    <a:pt x="21338" y="2018"/>
                  </a:cubicBezTo>
                  <a:cubicBezTo>
                    <a:pt x="18546" y="477"/>
                    <a:pt x="15088" y="0"/>
                    <a:pt x="118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22"/>
            <p:cNvSpPr/>
            <p:nvPr/>
          </p:nvSpPr>
          <p:spPr>
            <a:xfrm>
              <a:off x="2378750" y="905225"/>
              <a:ext cx="159600" cy="117025"/>
            </a:xfrm>
            <a:custGeom>
              <a:rect b="b" l="l" r="r" t="t"/>
              <a:pathLst>
                <a:path extrusionOk="0" h="4681" w="6384">
                  <a:moveTo>
                    <a:pt x="973" y="0"/>
                  </a:moveTo>
                  <a:cubicBezTo>
                    <a:pt x="669" y="365"/>
                    <a:pt x="335" y="973"/>
                    <a:pt x="0" y="1368"/>
                  </a:cubicBezTo>
                  <a:cubicBezTo>
                    <a:pt x="1550" y="2432"/>
                    <a:pt x="3101" y="3830"/>
                    <a:pt x="4772" y="4681"/>
                  </a:cubicBezTo>
                  <a:cubicBezTo>
                    <a:pt x="5289" y="3982"/>
                    <a:pt x="6019" y="3344"/>
                    <a:pt x="6383" y="2584"/>
                  </a:cubicBezTo>
                  <a:cubicBezTo>
                    <a:pt x="5228" y="1611"/>
                    <a:pt x="2523" y="365"/>
                    <a:pt x="9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22"/>
            <p:cNvSpPr/>
            <p:nvPr/>
          </p:nvSpPr>
          <p:spPr>
            <a:xfrm>
              <a:off x="2473725" y="795800"/>
              <a:ext cx="164175" cy="133750"/>
            </a:xfrm>
            <a:custGeom>
              <a:rect b="b" l="l" r="r" t="t"/>
              <a:pathLst>
                <a:path extrusionOk="0" h="5350" w="6567">
                  <a:moveTo>
                    <a:pt x="1976" y="0"/>
                  </a:moveTo>
                  <a:lnTo>
                    <a:pt x="1" y="1976"/>
                  </a:lnTo>
                  <a:lnTo>
                    <a:pt x="4378" y="5350"/>
                  </a:lnTo>
                  <a:lnTo>
                    <a:pt x="6566" y="3678"/>
                  </a:lnTo>
                  <a:lnTo>
                    <a:pt x="19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22"/>
            <p:cNvSpPr/>
            <p:nvPr/>
          </p:nvSpPr>
          <p:spPr>
            <a:xfrm>
              <a:off x="2579350" y="715250"/>
              <a:ext cx="150500" cy="147425"/>
            </a:xfrm>
            <a:custGeom>
              <a:rect b="b" l="l" r="r" t="t"/>
              <a:pathLst>
                <a:path extrusionOk="0" h="5897" w="6020">
                  <a:moveTo>
                    <a:pt x="2341" y="0"/>
                  </a:moveTo>
                  <a:lnTo>
                    <a:pt x="1" y="1611"/>
                  </a:lnTo>
                  <a:lnTo>
                    <a:pt x="3739" y="5897"/>
                  </a:lnTo>
                  <a:lnTo>
                    <a:pt x="6019" y="4620"/>
                  </a:lnTo>
                  <a:lnTo>
                    <a:pt x="23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22"/>
            <p:cNvSpPr/>
            <p:nvPr/>
          </p:nvSpPr>
          <p:spPr>
            <a:xfrm>
              <a:off x="2703975" y="664325"/>
              <a:ext cx="129975" cy="152775"/>
            </a:xfrm>
            <a:custGeom>
              <a:rect b="b" l="l" r="r" t="t"/>
              <a:pathLst>
                <a:path extrusionOk="0" h="6111" w="5199">
                  <a:moveTo>
                    <a:pt x="2280" y="1"/>
                  </a:moveTo>
                  <a:lnTo>
                    <a:pt x="1" y="943"/>
                  </a:lnTo>
                  <a:lnTo>
                    <a:pt x="2706" y="6110"/>
                  </a:lnTo>
                  <a:lnTo>
                    <a:pt x="5198" y="5259"/>
                  </a:lnTo>
                  <a:lnTo>
                    <a:pt x="22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22"/>
            <p:cNvSpPr/>
            <p:nvPr/>
          </p:nvSpPr>
          <p:spPr>
            <a:xfrm>
              <a:off x="2857475" y="635450"/>
              <a:ext cx="93500" cy="153525"/>
            </a:xfrm>
            <a:custGeom>
              <a:rect b="b" l="l" r="r" t="t"/>
              <a:pathLst>
                <a:path extrusionOk="0" h="6141" w="3740">
                  <a:moveTo>
                    <a:pt x="2189" y="1"/>
                  </a:moveTo>
                  <a:lnTo>
                    <a:pt x="1" y="487"/>
                  </a:lnTo>
                  <a:lnTo>
                    <a:pt x="1460" y="6141"/>
                  </a:lnTo>
                  <a:lnTo>
                    <a:pt x="3739" y="5685"/>
                  </a:lnTo>
                  <a:lnTo>
                    <a:pt x="21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22"/>
            <p:cNvSpPr/>
            <p:nvPr/>
          </p:nvSpPr>
          <p:spPr>
            <a:xfrm>
              <a:off x="3010975" y="627850"/>
              <a:ext cx="54750" cy="148200"/>
            </a:xfrm>
            <a:custGeom>
              <a:rect b="b" l="l" r="r" t="t"/>
              <a:pathLst>
                <a:path extrusionOk="0" h="5928" w="2190">
                  <a:moveTo>
                    <a:pt x="1" y="1"/>
                  </a:moveTo>
                  <a:lnTo>
                    <a:pt x="1" y="5928"/>
                  </a:lnTo>
                  <a:lnTo>
                    <a:pt x="2189" y="5928"/>
                  </a:lnTo>
                  <a:lnTo>
                    <a:pt x="2189" y="30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22"/>
            <p:cNvSpPr/>
            <p:nvPr/>
          </p:nvSpPr>
          <p:spPr>
            <a:xfrm>
              <a:off x="3128000" y="635450"/>
              <a:ext cx="104125" cy="153525"/>
            </a:xfrm>
            <a:custGeom>
              <a:rect b="b" l="l" r="r" t="t"/>
              <a:pathLst>
                <a:path extrusionOk="0" h="6141" w="4165">
                  <a:moveTo>
                    <a:pt x="1763" y="1"/>
                  </a:moveTo>
                  <a:lnTo>
                    <a:pt x="0" y="5624"/>
                  </a:lnTo>
                  <a:lnTo>
                    <a:pt x="2858" y="6141"/>
                  </a:lnTo>
                  <a:lnTo>
                    <a:pt x="4165" y="487"/>
                  </a:lnTo>
                  <a:lnTo>
                    <a:pt x="1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22"/>
            <p:cNvSpPr/>
            <p:nvPr/>
          </p:nvSpPr>
          <p:spPr>
            <a:xfrm>
              <a:off x="3261750" y="674975"/>
              <a:ext cx="120850" cy="152000"/>
            </a:xfrm>
            <a:custGeom>
              <a:rect b="b" l="l" r="r" t="t"/>
              <a:pathLst>
                <a:path extrusionOk="0" h="6080" w="4834">
                  <a:moveTo>
                    <a:pt x="2401" y="0"/>
                  </a:moveTo>
                  <a:lnTo>
                    <a:pt x="0" y="5137"/>
                  </a:lnTo>
                  <a:lnTo>
                    <a:pt x="2553" y="6079"/>
                  </a:lnTo>
                  <a:lnTo>
                    <a:pt x="4833" y="1064"/>
                  </a:lnTo>
                  <a:lnTo>
                    <a:pt x="24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22"/>
            <p:cNvSpPr/>
            <p:nvPr/>
          </p:nvSpPr>
          <p:spPr>
            <a:xfrm>
              <a:off x="3373450" y="730450"/>
              <a:ext cx="118550" cy="151225"/>
            </a:xfrm>
            <a:custGeom>
              <a:rect b="b" l="l" r="r" t="t"/>
              <a:pathLst>
                <a:path extrusionOk="0" h="6049" w="4742">
                  <a:moveTo>
                    <a:pt x="2827" y="0"/>
                  </a:moveTo>
                  <a:lnTo>
                    <a:pt x="0" y="4894"/>
                  </a:lnTo>
                  <a:lnTo>
                    <a:pt x="1946" y="6049"/>
                  </a:lnTo>
                  <a:lnTo>
                    <a:pt x="4742" y="1368"/>
                  </a:lnTo>
                  <a:lnTo>
                    <a:pt x="2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22"/>
            <p:cNvSpPr/>
            <p:nvPr/>
          </p:nvSpPr>
          <p:spPr>
            <a:xfrm>
              <a:off x="3477550" y="817075"/>
              <a:ext cx="123875" cy="132225"/>
            </a:xfrm>
            <a:custGeom>
              <a:rect b="b" l="l" r="r" t="t"/>
              <a:pathLst>
                <a:path extrusionOk="0" h="5289" w="4955">
                  <a:moveTo>
                    <a:pt x="3283" y="0"/>
                  </a:moveTo>
                  <a:lnTo>
                    <a:pt x="0" y="3921"/>
                  </a:lnTo>
                  <a:lnTo>
                    <a:pt x="1581" y="5289"/>
                  </a:lnTo>
                  <a:lnTo>
                    <a:pt x="4955" y="1216"/>
                  </a:lnTo>
                  <a:lnTo>
                    <a:pt x="32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22"/>
            <p:cNvSpPr/>
            <p:nvPr/>
          </p:nvSpPr>
          <p:spPr>
            <a:xfrm>
              <a:off x="3563425" y="929525"/>
              <a:ext cx="127675" cy="101850"/>
            </a:xfrm>
            <a:custGeom>
              <a:rect b="b" l="l" r="r" t="t"/>
              <a:pathLst>
                <a:path extrusionOk="0" h="4074" w="5107">
                  <a:moveTo>
                    <a:pt x="3708" y="1"/>
                  </a:moveTo>
                  <a:lnTo>
                    <a:pt x="0" y="2189"/>
                  </a:lnTo>
                  <a:lnTo>
                    <a:pt x="1246" y="4074"/>
                  </a:lnTo>
                  <a:lnTo>
                    <a:pt x="5107" y="1308"/>
                  </a:lnTo>
                  <a:lnTo>
                    <a:pt x="37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22"/>
            <p:cNvSpPr/>
            <p:nvPr/>
          </p:nvSpPr>
          <p:spPr>
            <a:xfrm>
              <a:off x="2908400" y="837225"/>
              <a:ext cx="263700" cy="286250"/>
            </a:xfrm>
            <a:custGeom>
              <a:rect b="b" l="l" r="r" t="t"/>
              <a:pathLst>
                <a:path extrusionOk="0" h="11450" w="10548">
                  <a:moveTo>
                    <a:pt x="7074" y="1"/>
                  </a:moveTo>
                  <a:cubicBezTo>
                    <a:pt x="6525" y="1"/>
                    <a:pt x="5982" y="23"/>
                    <a:pt x="5471" y="45"/>
                  </a:cubicBezTo>
                  <a:cubicBezTo>
                    <a:pt x="4137" y="130"/>
                    <a:pt x="2697" y="507"/>
                    <a:pt x="1399" y="507"/>
                  </a:cubicBezTo>
                  <a:cubicBezTo>
                    <a:pt x="1307" y="507"/>
                    <a:pt x="1215" y="505"/>
                    <a:pt x="1125" y="501"/>
                  </a:cubicBezTo>
                  <a:lnTo>
                    <a:pt x="1125" y="501"/>
                  </a:lnTo>
                  <a:cubicBezTo>
                    <a:pt x="0" y="3510"/>
                    <a:pt x="1064" y="8495"/>
                    <a:pt x="3739" y="10501"/>
                  </a:cubicBezTo>
                  <a:cubicBezTo>
                    <a:pt x="4511" y="11091"/>
                    <a:pt x="5515" y="11449"/>
                    <a:pt x="6495" y="11449"/>
                  </a:cubicBezTo>
                  <a:cubicBezTo>
                    <a:pt x="6980" y="11449"/>
                    <a:pt x="7460" y="11361"/>
                    <a:pt x="7903" y="11170"/>
                  </a:cubicBezTo>
                  <a:cubicBezTo>
                    <a:pt x="9605" y="10471"/>
                    <a:pt x="10031" y="8769"/>
                    <a:pt x="10183" y="7067"/>
                  </a:cubicBezTo>
                  <a:cubicBezTo>
                    <a:pt x="10395" y="4817"/>
                    <a:pt x="10547" y="2416"/>
                    <a:pt x="9848" y="319"/>
                  </a:cubicBezTo>
                  <a:cubicBezTo>
                    <a:pt x="8999" y="68"/>
                    <a:pt x="8028" y="1"/>
                    <a:pt x="7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4" name="Google Shape;2584;p22"/>
          <p:cNvSpPr txBox="1"/>
          <p:nvPr>
            <p:ph hasCustomPrompt="1" type="title"/>
          </p:nvPr>
        </p:nvSpPr>
        <p:spPr>
          <a:xfrm>
            <a:off x="709925" y="529925"/>
            <a:ext cx="7724100" cy="1103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7200"/>
              <a:buNone/>
              <a:defRPr sz="72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2585" name="Google Shape;2585;p22"/>
          <p:cNvSpPr txBox="1"/>
          <p:nvPr>
            <p:ph idx="1" type="subTitle"/>
          </p:nvPr>
        </p:nvSpPr>
        <p:spPr>
          <a:xfrm>
            <a:off x="709950" y="1404925"/>
            <a:ext cx="77241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500">
                <a:latin typeface="Inconsolata"/>
                <a:ea typeface="Inconsolata"/>
                <a:cs typeface="Inconsolata"/>
                <a:sym typeface="Inconsolata"/>
              </a:defRPr>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
        <p:nvSpPr>
          <p:cNvPr id="2586" name="Google Shape;2586;p22"/>
          <p:cNvSpPr txBox="1"/>
          <p:nvPr>
            <p:ph hasCustomPrompt="1" idx="2" type="title"/>
          </p:nvPr>
        </p:nvSpPr>
        <p:spPr>
          <a:xfrm>
            <a:off x="709925" y="1885700"/>
            <a:ext cx="7724100" cy="1103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7200"/>
              <a:buNone/>
              <a:defRPr sz="72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2587" name="Google Shape;2587;p22"/>
          <p:cNvSpPr txBox="1"/>
          <p:nvPr>
            <p:ph idx="3" type="subTitle"/>
          </p:nvPr>
        </p:nvSpPr>
        <p:spPr>
          <a:xfrm>
            <a:off x="709950" y="2760700"/>
            <a:ext cx="77241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500">
                <a:latin typeface="Inconsolata"/>
                <a:ea typeface="Inconsolata"/>
                <a:cs typeface="Inconsolata"/>
                <a:sym typeface="Inconsolata"/>
              </a:defRPr>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
        <p:nvSpPr>
          <p:cNvPr id="2588" name="Google Shape;2588;p22"/>
          <p:cNvSpPr txBox="1"/>
          <p:nvPr>
            <p:ph hasCustomPrompt="1" idx="4" type="title"/>
          </p:nvPr>
        </p:nvSpPr>
        <p:spPr>
          <a:xfrm>
            <a:off x="709925" y="3241475"/>
            <a:ext cx="7724100" cy="1103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7200"/>
              <a:buNone/>
              <a:defRPr sz="72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2589" name="Google Shape;2589;p22"/>
          <p:cNvSpPr txBox="1"/>
          <p:nvPr>
            <p:ph idx="5" type="subTitle"/>
          </p:nvPr>
        </p:nvSpPr>
        <p:spPr>
          <a:xfrm>
            <a:off x="709950" y="4116475"/>
            <a:ext cx="77241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500">
                <a:latin typeface="Inconsolata"/>
                <a:ea typeface="Inconsolata"/>
                <a:cs typeface="Inconsolata"/>
                <a:sym typeface="Inconsolata"/>
              </a:defRPr>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2590" name="Shape 2590"/>
        <p:cNvGrpSpPr/>
        <p:nvPr/>
      </p:nvGrpSpPr>
      <p:grpSpPr>
        <a:xfrm>
          <a:off x="0" y="0"/>
          <a:ext cx="0" cy="0"/>
          <a:chOff x="0" y="0"/>
          <a:chExt cx="0" cy="0"/>
        </a:xfrm>
      </p:grpSpPr>
      <p:pic>
        <p:nvPicPr>
          <p:cNvPr id="2591" name="Google Shape;2591;p23"/>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592" name="Google Shape;2592;p23"/>
          <p:cNvGrpSpPr/>
          <p:nvPr/>
        </p:nvGrpSpPr>
        <p:grpSpPr>
          <a:xfrm>
            <a:off x="53551" y="67520"/>
            <a:ext cx="9050795" cy="4921221"/>
            <a:chOff x="53551" y="67520"/>
            <a:chExt cx="9050795" cy="4921221"/>
          </a:xfrm>
        </p:grpSpPr>
        <p:grpSp>
          <p:nvGrpSpPr>
            <p:cNvPr id="2593" name="Google Shape;2593;p23"/>
            <p:cNvGrpSpPr/>
            <p:nvPr/>
          </p:nvGrpSpPr>
          <p:grpSpPr>
            <a:xfrm flipH="1" rot="10800000">
              <a:off x="77396" y="67520"/>
              <a:ext cx="8999788" cy="4921221"/>
              <a:chOff x="215950" y="220125"/>
              <a:chExt cx="8720725" cy="4768625"/>
            </a:xfrm>
          </p:grpSpPr>
          <p:grpSp>
            <p:nvGrpSpPr>
              <p:cNvPr id="2594" name="Google Shape;2594;p23"/>
              <p:cNvGrpSpPr/>
              <p:nvPr/>
            </p:nvGrpSpPr>
            <p:grpSpPr>
              <a:xfrm flipH="1" rot="10800000">
                <a:off x="215950" y="220125"/>
                <a:ext cx="8720725" cy="4768625"/>
                <a:chOff x="139750" y="143925"/>
                <a:chExt cx="8720725" cy="4768625"/>
              </a:xfrm>
            </p:grpSpPr>
            <p:sp>
              <p:nvSpPr>
                <p:cNvPr id="2595" name="Google Shape;2595;p23"/>
                <p:cNvSpPr/>
                <p:nvPr/>
              </p:nvSpPr>
              <p:spPr>
                <a:xfrm flipH="1">
                  <a:off x="8019838" y="1701249"/>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23"/>
                <p:cNvSpPr/>
                <p:nvPr/>
              </p:nvSpPr>
              <p:spPr>
                <a:xfrm>
                  <a:off x="607185" y="1307916"/>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23"/>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23"/>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23"/>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23"/>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23"/>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23"/>
                <p:cNvSpPr/>
                <p:nvPr/>
              </p:nvSpPr>
              <p:spPr>
                <a:xfrm>
                  <a:off x="223038" y="4068512"/>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23"/>
                <p:cNvSpPr/>
                <p:nvPr/>
              </p:nvSpPr>
              <p:spPr>
                <a:xfrm>
                  <a:off x="6457455" y="294178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23"/>
                <p:cNvSpPr/>
                <p:nvPr/>
              </p:nvSpPr>
              <p:spPr>
                <a:xfrm>
                  <a:off x="4852336" y="27741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05" name="Google Shape;2605;p23"/>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6" name="Google Shape;2606;p23"/>
            <p:cNvGrpSpPr/>
            <p:nvPr/>
          </p:nvGrpSpPr>
          <p:grpSpPr>
            <a:xfrm>
              <a:off x="90325" y="83202"/>
              <a:ext cx="6487347" cy="4754641"/>
              <a:chOff x="215950" y="781450"/>
              <a:chExt cx="8720725" cy="4607210"/>
            </a:xfrm>
          </p:grpSpPr>
          <p:grpSp>
            <p:nvGrpSpPr>
              <p:cNvPr id="2607" name="Google Shape;2607;p23"/>
              <p:cNvGrpSpPr/>
              <p:nvPr/>
            </p:nvGrpSpPr>
            <p:grpSpPr>
              <a:xfrm flipH="1" rot="10800000">
                <a:off x="215950" y="884660"/>
                <a:ext cx="8720725" cy="4504001"/>
                <a:chOff x="139750" y="-255985"/>
                <a:chExt cx="8720725" cy="4504001"/>
              </a:xfrm>
            </p:grpSpPr>
            <p:sp>
              <p:nvSpPr>
                <p:cNvPr id="2608" name="Google Shape;2608;p23"/>
                <p:cNvSpPr/>
                <p:nvPr/>
              </p:nvSpPr>
              <p:spPr>
                <a:xfrm flipH="1">
                  <a:off x="7814972" y="-70844"/>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23"/>
                <p:cNvSpPr/>
                <p:nvPr/>
              </p:nvSpPr>
              <p:spPr>
                <a:xfrm>
                  <a:off x="602491" y="1529427"/>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23"/>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23"/>
                <p:cNvSpPr/>
                <p:nvPr/>
              </p:nvSpPr>
              <p:spPr>
                <a:xfrm>
                  <a:off x="139750" y="-25598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23"/>
                <p:cNvSpPr/>
                <p:nvPr/>
              </p:nvSpPr>
              <p:spPr>
                <a:xfrm flipH="1">
                  <a:off x="1385016" y="3983460"/>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23"/>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23"/>
                <p:cNvSpPr/>
                <p:nvPr/>
              </p:nvSpPr>
              <p:spPr>
                <a:xfrm>
                  <a:off x="6648813" y="4140415"/>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23"/>
                <p:cNvSpPr/>
                <p:nvPr/>
              </p:nvSpPr>
              <p:spPr>
                <a:xfrm>
                  <a:off x="223038" y="3699326"/>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23"/>
                <p:cNvSpPr/>
                <p:nvPr/>
              </p:nvSpPr>
              <p:spPr>
                <a:xfrm>
                  <a:off x="6250028" y="2720274"/>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23"/>
                <p:cNvSpPr/>
                <p:nvPr/>
              </p:nvSpPr>
              <p:spPr>
                <a:xfrm>
                  <a:off x="4852336" y="-239446"/>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8" name="Google Shape;2618;p23"/>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9" name="Google Shape;2619;p23"/>
            <p:cNvGrpSpPr/>
            <p:nvPr/>
          </p:nvGrpSpPr>
          <p:grpSpPr>
            <a:xfrm flipH="1">
              <a:off x="53551" y="83194"/>
              <a:ext cx="9050795" cy="4326260"/>
              <a:chOff x="166525" y="781450"/>
              <a:chExt cx="8770150" cy="4192112"/>
            </a:xfrm>
          </p:grpSpPr>
          <p:grpSp>
            <p:nvGrpSpPr>
              <p:cNvPr id="2620" name="Google Shape;2620;p23"/>
              <p:cNvGrpSpPr/>
              <p:nvPr/>
            </p:nvGrpSpPr>
            <p:grpSpPr>
              <a:xfrm flipH="1" rot="10800000">
                <a:off x="166525" y="965739"/>
                <a:ext cx="8770150" cy="4007823"/>
                <a:chOff x="90325" y="159113"/>
                <a:chExt cx="8770150" cy="4007823"/>
              </a:xfrm>
            </p:grpSpPr>
            <p:sp>
              <p:nvSpPr>
                <p:cNvPr id="2621" name="Google Shape;2621;p23"/>
                <p:cNvSpPr/>
                <p:nvPr/>
              </p:nvSpPr>
              <p:spPr>
                <a:xfrm flipH="1">
                  <a:off x="8019838" y="1701249"/>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23"/>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23"/>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23"/>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23"/>
                <p:cNvSpPr/>
                <p:nvPr/>
              </p:nvSpPr>
              <p:spPr>
                <a:xfrm flipH="1">
                  <a:off x="1385016" y="3983460"/>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23"/>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23"/>
                <p:cNvSpPr/>
                <p:nvPr/>
              </p:nvSpPr>
              <p:spPr>
                <a:xfrm>
                  <a:off x="6796488" y="3032857"/>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23"/>
                <p:cNvSpPr/>
                <p:nvPr/>
              </p:nvSpPr>
              <p:spPr>
                <a:xfrm>
                  <a:off x="223038" y="4068512"/>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23"/>
                <p:cNvSpPr/>
                <p:nvPr/>
              </p:nvSpPr>
              <p:spPr>
                <a:xfrm>
                  <a:off x="7786525" y="24249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23"/>
                <p:cNvSpPr/>
                <p:nvPr/>
              </p:nvSpPr>
              <p:spPr>
                <a:xfrm>
                  <a:off x="4852336" y="27741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1" name="Google Shape;2631;p23"/>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32" name="Google Shape;2632;p23"/>
          <p:cNvGrpSpPr/>
          <p:nvPr/>
        </p:nvGrpSpPr>
        <p:grpSpPr>
          <a:xfrm flipH="1" rot="2843971">
            <a:off x="5385919" y="665778"/>
            <a:ext cx="1746359" cy="1458462"/>
            <a:chOff x="6386777" y="1073351"/>
            <a:chExt cx="1692311" cy="1413324"/>
          </a:xfrm>
        </p:grpSpPr>
        <p:sp>
          <p:nvSpPr>
            <p:cNvPr id="2633" name="Google Shape;2633;p23"/>
            <p:cNvSpPr/>
            <p:nvPr/>
          </p:nvSpPr>
          <p:spPr>
            <a:xfrm flipH="1">
              <a:off x="8019838" y="1701249"/>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23"/>
            <p:cNvSpPr/>
            <p:nvPr/>
          </p:nvSpPr>
          <p:spPr>
            <a:xfrm>
              <a:off x="7786525" y="24249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23"/>
            <p:cNvSpPr/>
            <p:nvPr/>
          </p:nvSpPr>
          <p:spPr>
            <a:xfrm>
              <a:off x="6386777" y="1073351"/>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6" name="Google Shape;2636;p23"/>
          <p:cNvGrpSpPr/>
          <p:nvPr/>
        </p:nvGrpSpPr>
        <p:grpSpPr>
          <a:xfrm flipH="1" rot="10800000">
            <a:off x="7707210" y="805433"/>
            <a:ext cx="481986" cy="507862"/>
            <a:chOff x="548175" y="3691725"/>
            <a:chExt cx="990925" cy="1044125"/>
          </a:xfrm>
        </p:grpSpPr>
        <p:sp>
          <p:nvSpPr>
            <p:cNvPr id="2637" name="Google Shape;2637;p23"/>
            <p:cNvSpPr/>
            <p:nvPr/>
          </p:nvSpPr>
          <p:spPr>
            <a:xfrm>
              <a:off x="803500" y="3747200"/>
              <a:ext cx="52450" cy="99575"/>
            </a:xfrm>
            <a:custGeom>
              <a:rect b="b" l="l" r="r" t="t"/>
              <a:pathLst>
                <a:path extrusionOk="0" fill="none" h="3983" w="2098">
                  <a:moveTo>
                    <a:pt x="2097" y="0"/>
                  </a:moveTo>
                  <a:cubicBezTo>
                    <a:pt x="1733" y="760"/>
                    <a:pt x="1307" y="1490"/>
                    <a:pt x="881" y="2250"/>
                  </a:cubicBezTo>
                  <a:cubicBezTo>
                    <a:pt x="578" y="2827"/>
                    <a:pt x="213" y="3374"/>
                    <a:pt x="0" y="398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23"/>
            <p:cNvSpPr/>
            <p:nvPr/>
          </p:nvSpPr>
          <p:spPr>
            <a:xfrm>
              <a:off x="773850" y="3864975"/>
              <a:ext cx="58550" cy="99575"/>
            </a:xfrm>
            <a:custGeom>
              <a:rect b="b" l="l" r="r" t="t"/>
              <a:pathLst>
                <a:path extrusionOk="0" fill="none" h="3983" w="2342">
                  <a:moveTo>
                    <a:pt x="2341" y="1"/>
                  </a:moveTo>
                  <a:cubicBezTo>
                    <a:pt x="2067" y="700"/>
                    <a:pt x="1490" y="1308"/>
                    <a:pt x="1186" y="2007"/>
                  </a:cubicBezTo>
                  <a:cubicBezTo>
                    <a:pt x="852" y="2706"/>
                    <a:pt x="517" y="3436"/>
                    <a:pt x="1" y="398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23"/>
            <p:cNvSpPr/>
            <p:nvPr/>
          </p:nvSpPr>
          <p:spPr>
            <a:xfrm>
              <a:off x="712300" y="3923500"/>
              <a:ext cx="38025" cy="64600"/>
            </a:xfrm>
            <a:custGeom>
              <a:rect b="b" l="l" r="r" t="t"/>
              <a:pathLst>
                <a:path extrusionOk="0" fill="none" h="2584" w="1521">
                  <a:moveTo>
                    <a:pt x="1520" y="0"/>
                  </a:moveTo>
                  <a:cubicBezTo>
                    <a:pt x="1216" y="487"/>
                    <a:pt x="1034" y="1034"/>
                    <a:pt x="700" y="1520"/>
                  </a:cubicBezTo>
                  <a:cubicBezTo>
                    <a:pt x="456" y="1885"/>
                    <a:pt x="244" y="2219"/>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23"/>
            <p:cNvSpPr/>
            <p:nvPr/>
          </p:nvSpPr>
          <p:spPr>
            <a:xfrm>
              <a:off x="718375" y="3829275"/>
              <a:ext cx="41075" cy="64600"/>
            </a:xfrm>
            <a:custGeom>
              <a:rect b="b" l="l" r="r" t="t"/>
              <a:pathLst>
                <a:path extrusionOk="0" fill="none" h="2584" w="1643">
                  <a:moveTo>
                    <a:pt x="1642" y="0"/>
                  </a:moveTo>
                  <a:cubicBezTo>
                    <a:pt x="1034" y="851"/>
                    <a:pt x="487" y="1702"/>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23"/>
            <p:cNvSpPr/>
            <p:nvPr/>
          </p:nvSpPr>
          <p:spPr>
            <a:xfrm>
              <a:off x="621125" y="3993400"/>
              <a:ext cx="26600" cy="53225"/>
            </a:xfrm>
            <a:custGeom>
              <a:rect b="b" l="l" r="r" t="t"/>
              <a:pathLst>
                <a:path extrusionOk="0" fill="none" h="2129" w="1064">
                  <a:moveTo>
                    <a:pt x="1064" y="1"/>
                  </a:moveTo>
                  <a:cubicBezTo>
                    <a:pt x="1003" y="335"/>
                    <a:pt x="699" y="761"/>
                    <a:pt x="517" y="1065"/>
                  </a:cubicBezTo>
                  <a:cubicBezTo>
                    <a:pt x="365" y="1429"/>
                    <a:pt x="182" y="1764"/>
                    <a:pt x="0" y="212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23"/>
            <p:cNvSpPr/>
            <p:nvPr/>
          </p:nvSpPr>
          <p:spPr>
            <a:xfrm>
              <a:off x="662150" y="4043550"/>
              <a:ext cx="32700" cy="58550"/>
            </a:xfrm>
            <a:custGeom>
              <a:rect b="b" l="l" r="r" t="t"/>
              <a:pathLst>
                <a:path extrusionOk="0" fill="none" h="2342" w="1308">
                  <a:moveTo>
                    <a:pt x="1307" y="1"/>
                  </a:moveTo>
                  <a:cubicBezTo>
                    <a:pt x="1034" y="487"/>
                    <a:pt x="578" y="882"/>
                    <a:pt x="396" y="1399"/>
                  </a:cubicBezTo>
                  <a:cubicBezTo>
                    <a:pt x="274" y="1703"/>
                    <a:pt x="244" y="209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23"/>
            <p:cNvSpPr/>
            <p:nvPr/>
          </p:nvSpPr>
          <p:spPr>
            <a:xfrm>
              <a:off x="726750" y="4043550"/>
              <a:ext cx="44075" cy="67650"/>
            </a:xfrm>
            <a:custGeom>
              <a:rect b="b" l="l" r="r" t="t"/>
              <a:pathLst>
                <a:path extrusionOk="0" fill="none" h="2706" w="1763">
                  <a:moveTo>
                    <a:pt x="1763" y="1"/>
                  </a:moveTo>
                  <a:cubicBezTo>
                    <a:pt x="973" y="761"/>
                    <a:pt x="426" y="1703"/>
                    <a:pt x="0"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23"/>
            <p:cNvSpPr/>
            <p:nvPr/>
          </p:nvSpPr>
          <p:spPr>
            <a:xfrm>
              <a:off x="827050" y="3955400"/>
              <a:ext cx="43325" cy="67675"/>
            </a:xfrm>
            <a:custGeom>
              <a:rect b="b" l="l" r="r" t="t"/>
              <a:pathLst>
                <a:path extrusionOk="0" fill="none" h="2707" w="1733">
                  <a:moveTo>
                    <a:pt x="1733" y="1"/>
                  </a:moveTo>
                  <a:cubicBezTo>
                    <a:pt x="1307" y="487"/>
                    <a:pt x="851" y="1065"/>
                    <a:pt x="578" y="1673"/>
                  </a:cubicBezTo>
                  <a:cubicBezTo>
                    <a:pt x="487" y="1855"/>
                    <a:pt x="426" y="2068"/>
                    <a:pt x="304" y="2250"/>
                  </a:cubicBezTo>
                  <a:cubicBezTo>
                    <a:pt x="213" y="2402"/>
                    <a:pt x="0" y="2524"/>
                    <a:pt x="0"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23"/>
            <p:cNvSpPr/>
            <p:nvPr/>
          </p:nvSpPr>
          <p:spPr>
            <a:xfrm>
              <a:off x="908350" y="3835350"/>
              <a:ext cx="44100" cy="76000"/>
            </a:xfrm>
            <a:custGeom>
              <a:rect b="b" l="l" r="r" t="t"/>
              <a:pathLst>
                <a:path extrusionOk="0" fill="none" h="3040" w="1764">
                  <a:moveTo>
                    <a:pt x="1764" y="0"/>
                  </a:moveTo>
                  <a:cubicBezTo>
                    <a:pt x="1399" y="699"/>
                    <a:pt x="1034" y="1429"/>
                    <a:pt x="700" y="2158"/>
                  </a:cubicBezTo>
                  <a:cubicBezTo>
                    <a:pt x="578" y="2462"/>
                    <a:pt x="457" y="3040"/>
                    <a:pt x="1" y="294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23"/>
            <p:cNvSpPr/>
            <p:nvPr/>
          </p:nvSpPr>
          <p:spPr>
            <a:xfrm>
              <a:off x="901525" y="3764675"/>
              <a:ext cx="50925" cy="76775"/>
            </a:xfrm>
            <a:custGeom>
              <a:rect b="b" l="l" r="r" t="t"/>
              <a:pathLst>
                <a:path extrusionOk="0" fill="none" h="3071" w="2037">
                  <a:moveTo>
                    <a:pt x="2037" y="1"/>
                  </a:moveTo>
                  <a:cubicBezTo>
                    <a:pt x="1489" y="457"/>
                    <a:pt x="1155" y="1095"/>
                    <a:pt x="821" y="1703"/>
                  </a:cubicBezTo>
                  <a:cubicBezTo>
                    <a:pt x="608" y="2067"/>
                    <a:pt x="0" y="2645"/>
                    <a:pt x="61" y="307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23"/>
            <p:cNvSpPr/>
            <p:nvPr/>
          </p:nvSpPr>
          <p:spPr>
            <a:xfrm>
              <a:off x="1008650" y="3762400"/>
              <a:ext cx="28900" cy="52450"/>
            </a:xfrm>
            <a:custGeom>
              <a:rect b="b" l="l" r="r" t="t"/>
              <a:pathLst>
                <a:path extrusionOk="0" fill="none" h="2098" w="1156">
                  <a:moveTo>
                    <a:pt x="1156" y="0"/>
                  </a:moveTo>
                  <a:cubicBezTo>
                    <a:pt x="882" y="456"/>
                    <a:pt x="487" y="882"/>
                    <a:pt x="305" y="1399"/>
                  </a:cubicBezTo>
                  <a:cubicBezTo>
                    <a:pt x="214" y="1611"/>
                    <a:pt x="183" y="1915"/>
                    <a:pt x="1" y="20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23"/>
            <p:cNvSpPr/>
            <p:nvPr/>
          </p:nvSpPr>
          <p:spPr>
            <a:xfrm>
              <a:off x="1084650" y="3732750"/>
              <a:ext cx="44100" cy="61600"/>
            </a:xfrm>
            <a:custGeom>
              <a:rect b="b" l="l" r="r" t="t"/>
              <a:pathLst>
                <a:path extrusionOk="0" fill="none" h="2464" w="1764">
                  <a:moveTo>
                    <a:pt x="1763" y="1"/>
                  </a:moveTo>
                  <a:cubicBezTo>
                    <a:pt x="1551" y="487"/>
                    <a:pt x="1277" y="913"/>
                    <a:pt x="943" y="1308"/>
                  </a:cubicBezTo>
                  <a:cubicBezTo>
                    <a:pt x="608" y="1703"/>
                    <a:pt x="396" y="2098"/>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23"/>
            <p:cNvSpPr/>
            <p:nvPr/>
          </p:nvSpPr>
          <p:spPr>
            <a:xfrm>
              <a:off x="1155325" y="3762400"/>
              <a:ext cx="38000" cy="49425"/>
            </a:xfrm>
            <a:custGeom>
              <a:rect b="b" l="l" r="r" t="t"/>
              <a:pathLst>
                <a:path extrusionOk="0" fill="none" h="1977" w="1520">
                  <a:moveTo>
                    <a:pt x="1520" y="0"/>
                  </a:moveTo>
                  <a:cubicBezTo>
                    <a:pt x="1216" y="365"/>
                    <a:pt x="942" y="791"/>
                    <a:pt x="639" y="1155"/>
                  </a:cubicBezTo>
                  <a:cubicBezTo>
                    <a:pt x="426" y="1429"/>
                    <a:pt x="183" y="1672"/>
                    <a:pt x="0"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23"/>
            <p:cNvSpPr/>
            <p:nvPr/>
          </p:nvSpPr>
          <p:spPr>
            <a:xfrm>
              <a:off x="969900" y="39934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23"/>
            <p:cNvSpPr/>
            <p:nvPr/>
          </p:nvSpPr>
          <p:spPr>
            <a:xfrm>
              <a:off x="929625" y="3917425"/>
              <a:ext cx="43350" cy="64600"/>
            </a:xfrm>
            <a:custGeom>
              <a:rect b="b" l="l" r="r" t="t"/>
              <a:pathLst>
                <a:path extrusionOk="0" fill="none" h="2584" w="1734">
                  <a:moveTo>
                    <a:pt x="1733" y="0"/>
                  </a:moveTo>
                  <a:cubicBezTo>
                    <a:pt x="1217" y="882"/>
                    <a:pt x="730" y="1854"/>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23"/>
            <p:cNvSpPr/>
            <p:nvPr/>
          </p:nvSpPr>
          <p:spPr>
            <a:xfrm>
              <a:off x="847550" y="4061025"/>
              <a:ext cx="40300" cy="56275"/>
            </a:xfrm>
            <a:custGeom>
              <a:rect b="b" l="l" r="r" t="t"/>
              <a:pathLst>
                <a:path extrusionOk="0" fill="none" h="2251" w="1612">
                  <a:moveTo>
                    <a:pt x="1612" y="1"/>
                  </a:moveTo>
                  <a:cubicBezTo>
                    <a:pt x="974" y="700"/>
                    <a:pt x="487" y="1429"/>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23"/>
            <p:cNvSpPr/>
            <p:nvPr/>
          </p:nvSpPr>
          <p:spPr>
            <a:xfrm>
              <a:off x="750300" y="4169700"/>
              <a:ext cx="50175" cy="64625"/>
            </a:xfrm>
            <a:custGeom>
              <a:rect b="b" l="l" r="r" t="t"/>
              <a:pathLst>
                <a:path extrusionOk="0" fill="none" h="2585" w="2007">
                  <a:moveTo>
                    <a:pt x="2006" y="0"/>
                  </a:moveTo>
                  <a:cubicBezTo>
                    <a:pt x="1307" y="852"/>
                    <a:pt x="791" y="1824"/>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23"/>
            <p:cNvSpPr/>
            <p:nvPr/>
          </p:nvSpPr>
          <p:spPr>
            <a:xfrm>
              <a:off x="747250" y="4114225"/>
              <a:ext cx="32700" cy="46375"/>
            </a:xfrm>
            <a:custGeom>
              <a:rect b="b" l="l" r="r" t="t"/>
              <a:pathLst>
                <a:path extrusionOk="0" fill="none" h="1855" w="1308">
                  <a:moveTo>
                    <a:pt x="1308" y="1"/>
                  </a:moveTo>
                  <a:cubicBezTo>
                    <a:pt x="913" y="639"/>
                    <a:pt x="517" y="1308"/>
                    <a:pt x="1"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23"/>
            <p:cNvSpPr/>
            <p:nvPr/>
          </p:nvSpPr>
          <p:spPr>
            <a:xfrm>
              <a:off x="641625" y="4222900"/>
              <a:ext cx="35750" cy="52450"/>
            </a:xfrm>
            <a:custGeom>
              <a:rect b="b" l="l" r="r" t="t"/>
              <a:pathLst>
                <a:path extrusionOk="0" fill="none" h="2098" w="1430">
                  <a:moveTo>
                    <a:pt x="1429" y="0"/>
                  </a:moveTo>
                  <a:cubicBezTo>
                    <a:pt x="1399" y="182"/>
                    <a:pt x="1004" y="699"/>
                    <a:pt x="913" y="821"/>
                  </a:cubicBezTo>
                  <a:cubicBezTo>
                    <a:pt x="791" y="973"/>
                    <a:pt x="639" y="1125"/>
                    <a:pt x="517" y="1277"/>
                  </a:cubicBezTo>
                  <a:cubicBezTo>
                    <a:pt x="335" y="1520"/>
                    <a:pt x="62" y="1763"/>
                    <a:pt x="1" y="209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23"/>
            <p:cNvSpPr/>
            <p:nvPr/>
          </p:nvSpPr>
          <p:spPr>
            <a:xfrm>
              <a:off x="615800" y="4169700"/>
              <a:ext cx="46375" cy="55500"/>
            </a:xfrm>
            <a:custGeom>
              <a:rect b="b" l="l" r="r" t="t"/>
              <a:pathLst>
                <a:path extrusionOk="0" fill="none" h="2220" w="1855">
                  <a:moveTo>
                    <a:pt x="1854" y="0"/>
                  </a:moveTo>
                  <a:cubicBezTo>
                    <a:pt x="973" y="517"/>
                    <a:pt x="699" y="1551"/>
                    <a:pt x="0"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23"/>
            <p:cNvSpPr/>
            <p:nvPr/>
          </p:nvSpPr>
          <p:spPr>
            <a:xfrm>
              <a:off x="589200" y="4114225"/>
              <a:ext cx="31950" cy="46375"/>
            </a:xfrm>
            <a:custGeom>
              <a:rect b="b" l="l" r="r" t="t"/>
              <a:pathLst>
                <a:path extrusionOk="0" fill="none" h="1855" w="1278">
                  <a:moveTo>
                    <a:pt x="1277" y="1"/>
                  </a:moveTo>
                  <a:cubicBezTo>
                    <a:pt x="973" y="456"/>
                    <a:pt x="669" y="943"/>
                    <a:pt x="335" y="1399"/>
                  </a:cubicBezTo>
                  <a:cubicBezTo>
                    <a:pt x="244" y="1551"/>
                    <a:pt x="122" y="1733"/>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23"/>
            <p:cNvSpPr/>
            <p:nvPr/>
          </p:nvSpPr>
          <p:spPr>
            <a:xfrm>
              <a:off x="630225" y="3855875"/>
              <a:ext cx="31950" cy="50175"/>
            </a:xfrm>
            <a:custGeom>
              <a:rect b="b" l="l" r="r" t="t"/>
              <a:pathLst>
                <a:path extrusionOk="0" fill="none" h="2007" w="1278">
                  <a:moveTo>
                    <a:pt x="1277" y="0"/>
                  </a:moveTo>
                  <a:cubicBezTo>
                    <a:pt x="913" y="365"/>
                    <a:pt x="487" y="760"/>
                    <a:pt x="305" y="1246"/>
                  </a:cubicBezTo>
                  <a:cubicBezTo>
                    <a:pt x="214" y="1459"/>
                    <a:pt x="31" y="1763"/>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23"/>
            <p:cNvSpPr/>
            <p:nvPr/>
          </p:nvSpPr>
          <p:spPr>
            <a:xfrm>
              <a:off x="756375" y="3756325"/>
              <a:ext cx="28900" cy="28900"/>
            </a:xfrm>
            <a:custGeom>
              <a:rect b="b" l="l" r="r" t="t"/>
              <a:pathLst>
                <a:path extrusionOk="0" fill="none" h="1156" w="1156">
                  <a:moveTo>
                    <a:pt x="1156" y="0"/>
                  </a:moveTo>
                  <a:cubicBezTo>
                    <a:pt x="608" y="243"/>
                    <a:pt x="244" y="639"/>
                    <a:pt x="0" y="11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23"/>
            <p:cNvSpPr/>
            <p:nvPr/>
          </p:nvSpPr>
          <p:spPr>
            <a:xfrm>
              <a:off x="565650" y="3982000"/>
              <a:ext cx="26600" cy="41075"/>
            </a:xfrm>
            <a:custGeom>
              <a:rect b="b" l="l" r="r" t="t"/>
              <a:pathLst>
                <a:path extrusionOk="0" fill="none" h="1643" w="1064">
                  <a:moveTo>
                    <a:pt x="1064" y="1"/>
                  </a:moveTo>
                  <a:cubicBezTo>
                    <a:pt x="760" y="305"/>
                    <a:pt x="426" y="669"/>
                    <a:pt x="243" y="1065"/>
                  </a:cubicBezTo>
                  <a:cubicBezTo>
                    <a:pt x="152" y="1247"/>
                    <a:pt x="91" y="1460"/>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23"/>
            <p:cNvSpPr/>
            <p:nvPr/>
          </p:nvSpPr>
          <p:spPr>
            <a:xfrm>
              <a:off x="548175" y="4222900"/>
              <a:ext cx="26600" cy="43325"/>
            </a:xfrm>
            <a:custGeom>
              <a:rect b="b" l="l" r="r" t="t"/>
              <a:pathLst>
                <a:path extrusionOk="0" fill="none" h="1733" w="1064">
                  <a:moveTo>
                    <a:pt x="1064" y="0"/>
                  </a:moveTo>
                  <a:cubicBezTo>
                    <a:pt x="821" y="365"/>
                    <a:pt x="517" y="760"/>
                    <a:pt x="334" y="1155"/>
                  </a:cubicBezTo>
                  <a:cubicBezTo>
                    <a:pt x="274" y="1338"/>
                    <a:pt x="182" y="1702"/>
                    <a:pt x="0" y="173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23"/>
            <p:cNvSpPr/>
            <p:nvPr/>
          </p:nvSpPr>
          <p:spPr>
            <a:xfrm>
              <a:off x="583125" y="4278350"/>
              <a:ext cx="26625" cy="41075"/>
            </a:xfrm>
            <a:custGeom>
              <a:rect b="b" l="l" r="r" t="t"/>
              <a:pathLst>
                <a:path extrusionOk="0" fill="none" h="1643" w="1065">
                  <a:moveTo>
                    <a:pt x="1064" y="1"/>
                  </a:moveTo>
                  <a:cubicBezTo>
                    <a:pt x="730" y="335"/>
                    <a:pt x="487" y="700"/>
                    <a:pt x="304" y="1126"/>
                  </a:cubicBezTo>
                  <a:cubicBezTo>
                    <a:pt x="213" y="1278"/>
                    <a:pt x="152" y="1582"/>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23"/>
            <p:cNvSpPr/>
            <p:nvPr/>
          </p:nvSpPr>
          <p:spPr>
            <a:xfrm>
              <a:off x="621125" y="4322425"/>
              <a:ext cx="58525" cy="85150"/>
            </a:xfrm>
            <a:custGeom>
              <a:rect b="b" l="l" r="r" t="t"/>
              <a:pathLst>
                <a:path extrusionOk="0" fill="none" h="3406" w="2341">
                  <a:moveTo>
                    <a:pt x="2341" y="1"/>
                  </a:moveTo>
                  <a:cubicBezTo>
                    <a:pt x="1824" y="578"/>
                    <a:pt x="1368" y="1247"/>
                    <a:pt x="973" y="1946"/>
                  </a:cubicBezTo>
                  <a:cubicBezTo>
                    <a:pt x="821" y="2220"/>
                    <a:pt x="669" y="2433"/>
                    <a:pt x="517" y="2706"/>
                  </a:cubicBezTo>
                  <a:cubicBezTo>
                    <a:pt x="334" y="2919"/>
                    <a:pt x="243" y="3223"/>
                    <a:pt x="0" y="340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23"/>
            <p:cNvSpPr/>
            <p:nvPr/>
          </p:nvSpPr>
          <p:spPr>
            <a:xfrm>
              <a:off x="618075" y="4459975"/>
              <a:ext cx="26625" cy="44100"/>
            </a:xfrm>
            <a:custGeom>
              <a:rect b="b" l="l" r="r" t="t"/>
              <a:pathLst>
                <a:path extrusionOk="0" fill="none" h="1764" w="1065">
                  <a:moveTo>
                    <a:pt x="1064" y="1"/>
                  </a:moveTo>
                  <a:cubicBezTo>
                    <a:pt x="760" y="426"/>
                    <a:pt x="578" y="760"/>
                    <a:pt x="365" y="1216"/>
                  </a:cubicBezTo>
                  <a:cubicBezTo>
                    <a:pt x="304" y="1368"/>
                    <a:pt x="152" y="1642"/>
                    <a:pt x="0"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23"/>
            <p:cNvSpPr/>
            <p:nvPr/>
          </p:nvSpPr>
          <p:spPr>
            <a:xfrm>
              <a:off x="741925" y="4275325"/>
              <a:ext cx="41075" cy="55500"/>
            </a:xfrm>
            <a:custGeom>
              <a:rect b="b" l="l" r="r" t="t"/>
              <a:pathLst>
                <a:path extrusionOk="0" fill="none" h="2220" w="1643">
                  <a:moveTo>
                    <a:pt x="1642" y="0"/>
                  </a:moveTo>
                  <a:cubicBezTo>
                    <a:pt x="1095" y="335"/>
                    <a:pt x="882" y="851"/>
                    <a:pt x="578" y="1368"/>
                  </a:cubicBezTo>
                  <a:cubicBezTo>
                    <a:pt x="426" y="1672"/>
                    <a:pt x="244" y="2037"/>
                    <a:pt x="1"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23"/>
            <p:cNvSpPr/>
            <p:nvPr/>
          </p:nvSpPr>
          <p:spPr>
            <a:xfrm>
              <a:off x="849850" y="4178825"/>
              <a:ext cx="26600" cy="41050"/>
            </a:xfrm>
            <a:custGeom>
              <a:rect b="b" l="l" r="r" t="t"/>
              <a:pathLst>
                <a:path extrusionOk="0" fill="none" h="1642" w="1064">
                  <a:moveTo>
                    <a:pt x="1064" y="0"/>
                  </a:moveTo>
                  <a:cubicBezTo>
                    <a:pt x="790" y="335"/>
                    <a:pt x="517" y="638"/>
                    <a:pt x="304" y="1034"/>
                  </a:cubicBezTo>
                  <a:cubicBezTo>
                    <a:pt x="183" y="1216"/>
                    <a:pt x="152" y="1459"/>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23"/>
            <p:cNvSpPr/>
            <p:nvPr/>
          </p:nvSpPr>
          <p:spPr>
            <a:xfrm>
              <a:off x="944075" y="4102075"/>
              <a:ext cx="49400" cy="70675"/>
            </a:xfrm>
            <a:custGeom>
              <a:rect b="b" l="l" r="r" t="t"/>
              <a:pathLst>
                <a:path extrusionOk="0" fill="none" h="2827" w="1976">
                  <a:moveTo>
                    <a:pt x="1976" y="0"/>
                  </a:moveTo>
                  <a:cubicBezTo>
                    <a:pt x="1429" y="547"/>
                    <a:pt x="1003" y="1094"/>
                    <a:pt x="639" y="1794"/>
                  </a:cubicBezTo>
                  <a:cubicBezTo>
                    <a:pt x="456" y="2098"/>
                    <a:pt x="243" y="2553"/>
                    <a:pt x="0" y="282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23"/>
            <p:cNvSpPr/>
            <p:nvPr/>
          </p:nvSpPr>
          <p:spPr>
            <a:xfrm>
              <a:off x="1052725" y="4013925"/>
              <a:ext cx="34975" cy="50175"/>
            </a:xfrm>
            <a:custGeom>
              <a:rect b="b" l="l" r="r" t="t"/>
              <a:pathLst>
                <a:path extrusionOk="0" fill="none" h="2007" w="1399">
                  <a:moveTo>
                    <a:pt x="1399" y="0"/>
                  </a:moveTo>
                  <a:cubicBezTo>
                    <a:pt x="943" y="456"/>
                    <a:pt x="609" y="851"/>
                    <a:pt x="335" y="1399"/>
                  </a:cubicBezTo>
                  <a:cubicBezTo>
                    <a:pt x="274" y="1490"/>
                    <a:pt x="274" y="1672"/>
                    <a:pt x="183" y="1763"/>
                  </a:cubicBezTo>
                  <a:cubicBezTo>
                    <a:pt x="122" y="1885"/>
                    <a:pt x="62" y="1885"/>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23"/>
            <p:cNvSpPr/>
            <p:nvPr/>
          </p:nvSpPr>
          <p:spPr>
            <a:xfrm>
              <a:off x="1149250" y="3899950"/>
              <a:ext cx="34975" cy="50175"/>
            </a:xfrm>
            <a:custGeom>
              <a:rect b="b" l="l" r="r" t="t"/>
              <a:pathLst>
                <a:path extrusionOk="0" fill="none" h="2007" w="1399">
                  <a:moveTo>
                    <a:pt x="1398" y="0"/>
                  </a:moveTo>
                  <a:cubicBezTo>
                    <a:pt x="1003" y="426"/>
                    <a:pt x="730" y="821"/>
                    <a:pt x="395" y="1307"/>
                  </a:cubicBezTo>
                  <a:cubicBezTo>
                    <a:pt x="243" y="1489"/>
                    <a:pt x="0" y="1733"/>
                    <a:pt x="0"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23"/>
            <p:cNvSpPr/>
            <p:nvPr/>
          </p:nvSpPr>
          <p:spPr>
            <a:xfrm>
              <a:off x="1102125" y="3879425"/>
              <a:ext cx="26625" cy="41050"/>
            </a:xfrm>
            <a:custGeom>
              <a:rect b="b" l="l" r="r" t="t"/>
              <a:pathLst>
                <a:path extrusionOk="0" fill="none" h="1642" w="1065">
                  <a:moveTo>
                    <a:pt x="1064" y="0"/>
                  </a:moveTo>
                  <a:cubicBezTo>
                    <a:pt x="730" y="183"/>
                    <a:pt x="517" y="699"/>
                    <a:pt x="304" y="1003"/>
                  </a:cubicBezTo>
                  <a:cubicBezTo>
                    <a:pt x="183" y="1186"/>
                    <a:pt x="31" y="1429"/>
                    <a:pt x="1"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23"/>
            <p:cNvSpPr/>
            <p:nvPr/>
          </p:nvSpPr>
          <p:spPr>
            <a:xfrm>
              <a:off x="972950" y="3697800"/>
              <a:ext cx="38775" cy="44100"/>
            </a:xfrm>
            <a:custGeom>
              <a:rect b="b" l="l" r="r" t="t"/>
              <a:pathLst>
                <a:path extrusionOk="0" fill="none" h="1764" w="1551">
                  <a:moveTo>
                    <a:pt x="1550" y="1"/>
                  </a:moveTo>
                  <a:cubicBezTo>
                    <a:pt x="1186" y="426"/>
                    <a:pt x="851" y="791"/>
                    <a:pt x="487" y="1186"/>
                  </a:cubicBezTo>
                  <a:cubicBezTo>
                    <a:pt x="365" y="1308"/>
                    <a:pt x="61" y="1612"/>
                    <a:pt x="0"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23"/>
            <p:cNvSpPr/>
            <p:nvPr/>
          </p:nvSpPr>
          <p:spPr>
            <a:xfrm>
              <a:off x="908350" y="3691725"/>
              <a:ext cx="20550" cy="23575"/>
            </a:xfrm>
            <a:custGeom>
              <a:rect b="b" l="l" r="r" t="t"/>
              <a:pathLst>
                <a:path extrusionOk="0" fill="none" h="943" w="822">
                  <a:moveTo>
                    <a:pt x="821" y="1"/>
                  </a:moveTo>
                  <a:cubicBezTo>
                    <a:pt x="457" y="213"/>
                    <a:pt x="122" y="517"/>
                    <a:pt x="1" y="94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23"/>
            <p:cNvSpPr/>
            <p:nvPr/>
          </p:nvSpPr>
          <p:spPr>
            <a:xfrm>
              <a:off x="1207000" y="3779875"/>
              <a:ext cx="38775" cy="49425"/>
            </a:xfrm>
            <a:custGeom>
              <a:rect b="b" l="l" r="r" t="t"/>
              <a:pathLst>
                <a:path extrusionOk="0" fill="none" h="1977" w="1551">
                  <a:moveTo>
                    <a:pt x="1550" y="1"/>
                  </a:moveTo>
                  <a:cubicBezTo>
                    <a:pt x="1094" y="396"/>
                    <a:pt x="730" y="821"/>
                    <a:pt x="334" y="1277"/>
                  </a:cubicBezTo>
                  <a:cubicBezTo>
                    <a:pt x="182" y="1490"/>
                    <a:pt x="0" y="1703"/>
                    <a:pt x="3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23"/>
            <p:cNvSpPr/>
            <p:nvPr/>
          </p:nvSpPr>
          <p:spPr>
            <a:xfrm>
              <a:off x="1275375" y="3814825"/>
              <a:ext cx="38025" cy="38025"/>
            </a:xfrm>
            <a:custGeom>
              <a:rect b="b" l="l" r="r" t="t"/>
              <a:pathLst>
                <a:path extrusionOk="0" fill="none" h="1521" w="1521">
                  <a:moveTo>
                    <a:pt x="1521" y="1"/>
                  </a:moveTo>
                  <a:cubicBezTo>
                    <a:pt x="1125" y="61"/>
                    <a:pt x="852" y="609"/>
                    <a:pt x="639" y="882"/>
                  </a:cubicBezTo>
                  <a:cubicBezTo>
                    <a:pt x="457" y="1065"/>
                    <a:pt x="214" y="136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23"/>
            <p:cNvSpPr/>
            <p:nvPr/>
          </p:nvSpPr>
          <p:spPr>
            <a:xfrm>
              <a:off x="1322500" y="3858900"/>
              <a:ext cx="58525" cy="61575"/>
            </a:xfrm>
            <a:custGeom>
              <a:rect b="b" l="l" r="r" t="t"/>
              <a:pathLst>
                <a:path extrusionOk="0" fill="none" h="2463" w="2341">
                  <a:moveTo>
                    <a:pt x="2341" y="1"/>
                  </a:moveTo>
                  <a:cubicBezTo>
                    <a:pt x="1976" y="274"/>
                    <a:pt x="1520" y="578"/>
                    <a:pt x="1246" y="943"/>
                  </a:cubicBezTo>
                  <a:cubicBezTo>
                    <a:pt x="1095" y="1125"/>
                    <a:pt x="973" y="1338"/>
                    <a:pt x="791" y="1520"/>
                  </a:cubicBezTo>
                  <a:cubicBezTo>
                    <a:pt x="547" y="1824"/>
                    <a:pt x="243" y="2128"/>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23"/>
            <p:cNvSpPr/>
            <p:nvPr/>
          </p:nvSpPr>
          <p:spPr>
            <a:xfrm>
              <a:off x="1325525" y="3944000"/>
              <a:ext cx="66900" cy="72975"/>
            </a:xfrm>
            <a:custGeom>
              <a:rect b="b" l="l" r="r" t="t"/>
              <a:pathLst>
                <a:path extrusionOk="0" fill="none" h="2919" w="2676">
                  <a:moveTo>
                    <a:pt x="2676" y="1"/>
                  </a:moveTo>
                  <a:cubicBezTo>
                    <a:pt x="2159" y="609"/>
                    <a:pt x="1673" y="1308"/>
                    <a:pt x="1034" y="1855"/>
                  </a:cubicBezTo>
                  <a:cubicBezTo>
                    <a:pt x="670" y="2159"/>
                    <a:pt x="335" y="2585"/>
                    <a:pt x="1" y="29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23"/>
            <p:cNvSpPr/>
            <p:nvPr/>
          </p:nvSpPr>
          <p:spPr>
            <a:xfrm>
              <a:off x="1407600" y="3958450"/>
              <a:ext cx="38025" cy="44100"/>
            </a:xfrm>
            <a:custGeom>
              <a:rect b="b" l="l" r="r" t="t"/>
              <a:pathLst>
                <a:path extrusionOk="0" fill="none" h="1764" w="1521">
                  <a:moveTo>
                    <a:pt x="1520" y="0"/>
                  </a:moveTo>
                  <a:cubicBezTo>
                    <a:pt x="1004" y="578"/>
                    <a:pt x="609" y="1307"/>
                    <a:pt x="1"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23"/>
            <p:cNvSpPr/>
            <p:nvPr/>
          </p:nvSpPr>
          <p:spPr>
            <a:xfrm>
              <a:off x="1242700" y="3970600"/>
              <a:ext cx="44100" cy="55500"/>
            </a:xfrm>
            <a:custGeom>
              <a:rect b="b" l="l" r="r" t="t"/>
              <a:pathLst>
                <a:path extrusionOk="0" fill="none" h="2220" w="1764">
                  <a:moveTo>
                    <a:pt x="1764" y="1"/>
                  </a:moveTo>
                  <a:cubicBezTo>
                    <a:pt x="1308" y="274"/>
                    <a:pt x="1034" y="791"/>
                    <a:pt x="791" y="1277"/>
                  </a:cubicBezTo>
                  <a:cubicBezTo>
                    <a:pt x="578" y="1612"/>
                    <a:pt x="274" y="1885"/>
                    <a:pt x="1"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23"/>
            <p:cNvSpPr/>
            <p:nvPr/>
          </p:nvSpPr>
          <p:spPr>
            <a:xfrm>
              <a:off x="1178875" y="3944000"/>
              <a:ext cx="49425" cy="58550"/>
            </a:xfrm>
            <a:custGeom>
              <a:rect b="b" l="l" r="r" t="t"/>
              <a:pathLst>
                <a:path extrusionOk="0" fill="none" h="2342" w="1977">
                  <a:moveTo>
                    <a:pt x="1976" y="1"/>
                  </a:moveTo>
                  <a:cubicBezTo>
                    <a:pt x="1520" y="487"/>
                    <a:pt x="1034" y="974"/>
                    <a:pt x="639" y="1521"/>
                  </a:cubicBezTo>
                  <a:cubicBezTo>
                    <a:pt x="456" y="1764"/>
                    <a:pt x="92" y="206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23"/>
            <p:cNvSpPr/>
            <p:nvPr/>
          </p:nvSpPr>
          <p:spPr>
            <a:xfrm>
              <a:off x="1117325" y="4076225"/>
              <a:ext cx="41050" cy="49425"/>
            </a:xfrm>
            <a:custGeom>
              <a:rect b="b" l="l" r="r" t="t"/>
              <a:pathLst>
                <a:path extrusionOk="0" fill="none" h="1977" w="1642">
                  <a:moveTo>
                    <a:pt x="1642" y="1"/>
                  </a:moveTo>
                  <a:cubicBezTo>
                    <a:pt x="1186" y="396"/>
                    <a:pt x="943" y="882"/>
                    <a:pt x="548" y="1308"/>
                  </a:cubicBezTo>
                  <a:cubicBezTo>
                    <a:pt x="365" y="1521"/>
                    <a:pt x="183" y="1764"/>
                    <a:pt x="0"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23"/>
            <p:cNvSpPr/>
            <p:nvPr/>
          </p:nvSpPr>
          <p:spPr>
            <a:xfrm>
              <a:off x="1198625" y="4084600"/>
              <a:ext cx="41825" cy="50175"/>
            </a:xfrm>
            <a:custGeom>
              <a:rect b="b" l="l" r="r" t="t"/>
              <a:pathLst>
                <a:path extrusionOk="0" fill="none" h="2007" w="1673">
                  <a:moveTo>
                    <a:pt x="1673" y="0"/>
                  </a:moveTo>
                  <a:cubicBezTo>
                    <a:pt x="1308" y="456"/>
                    <a:pt x="1004" y="912"/>
                    <a:pt x="639" y="1338"/>
                  </a:cubicBezTo>
                  <a:cubicBezTo>
                    <a:pt x="457" y="1520"/>
                    <a:pt x="274" y="1915"/>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23"/>
            <p:cNvSpPr/>
            <p:nvPr/>
          </p:nvSpPr>
          <p:spPr>
            <a:xfrm>
              <a:off x="1295900" y="4064075"/>
              <a:ext cx="41050" cy="50175"/>
            </a:xfrm>
            <a:custGeom>
              <a:rect b="b" l="l" r="r" t="t"/>
              <a:pathLst>
                <a:path extrusionOk="0" fill="none" h="2007" w="1642">
                  <a:moveTo>
                    <a:pt x="1642" y="0"/>
                  </a:moveTo>
                  <a:cubicBezTo>
                    <a:pt x="1247" y="487"/>
                    <a:pt x="821" y="912"/>
                    <a:pt x="456" y="1429"/>
                  </a:cubicBezTo>
                  <a:cubicBezTo>
                    <a:pt x="335" y="1611"/>
                    <a:pt x="183" y="1946"/>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23"/>
            <p:cNvSpPr/>
            <p:nvPr/>
          </p:nvSpPr>
          <p:spPr>
            <a:xfrm>
              <a:off x="1360500" y="4061025"/>
              <a:ext cx="58525" cy="61575"/>
            </a:xfrm>
            <a:custGeom>
              <a:rect b="b" l="l" r="r" t="t"/>
              <a:pathLst>
                <a:path extrusionOk="0" fill="none" h="2463" w="2341">
                  <a:moveTo>
                    <a:pt x="2341" y="1"/>
                  </a:moveTo>
                  <a:cubicBezTo>
                    <a:pt x="2006" y="214"/>
                    <a:pt x="1733" y="396"/>
                    <a:pt x="1489" y="730"/>
                  </a:cubicBezTo>
                  <a:cubicBezTo>
                    <a:pt x="1337" y="913"/>
                    <a:pt x="1216" y="1125"/>
                    <a:pt x="1064" y="1308"/>
                  </a:cubicBezTo>
                  <a:cubicBezTo>
                    <a:pt x="669" y="1703"/>
                    <a:pt x="304" y="2037"/>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23"/>
            <p:cNvSpPr/>
            <p:nvPr/>
          </p:nvSpPr>
          <p:spPr>
            <a:xfrm>
              <a:off x="1442550" y="4055725"/>
              <a:ext cx="52475" cy="58525"/>
            </a:xfrm>
            <a:custGeom>
              <a:rect b="b" l="l" r="r" t="t"/>
              <a:pathLst>
                <a:path extrusionOk="0" fill="none" h="2341" w="2099">
                  <a:moveTo>
                    <a:pt x="2098" y="0"/>
                  </a:moveTo>
                  <a:cubicBezTo>
                    <a:pt x="1825" y="456"/>
                    <a:pt x="1399" y="851"/>
                    <a:pt x="1065" y="1277"/>
                  </a:cubicBezTo>
                  <a:cubicBezTo>
                    <a:pt x="761" y="1672"/>
                    <a:pt x="396" y="2037"/>
                    <a:pt x="1"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23"/>
            <p:cNvSpPr/>
            <p:nvPr/>
          </p:nvSpPr>
          <p:spPr>
            <a:xfrm>
              <a:off x="1448625" y="4149175"/>
              <a:ext cx="41075" cy="58550"/>
            </a:xfrm>
            <a:custGeom>
              <a:rect b="b" l="l" r="r" t="t"/>
              <a:pathLst>
                <a:path extrusionOk="0" fill="none" h="2342" w="1643">
                  <a:moveTo>
                    <a:pt x="1642" y="1"/>
                  </a:moveTo>
                  <a:cubicBezTo>
                    <a:pt x="1186" y="852"/>
                    <a:pt x="396" y="1490"/>
                    <a:pt x="1"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23"/>
            <p:cNvSpPr/>
            <p:nvPr/>
          </p:nvSpPr>
          <p:spPr>
            <a:xfrm>
              <a:off x="1480550" y="4193250"/>
              <a:ext cx="58550" cy="67650"/>
            </a:xfrm>
            <a:custGeom>
              <a:rect b="b" l="l" r="r" t="t"/>
              <a:pathLst>
                <a:path extrusionOk="0" fill="none" h="2706" w="2342">
                  <a:moveTo>
                    <a:pt x="2341" y="1"/>
                  </a:moveTo>
                  <a:cubicBezTo>
                    <a:pt x="1885" y="517"/>
                    <a:pt x="1490" y="1065"/>
                    <a:pt x="1064" y="1612"/>
                  </a:cubicBezTo>
                  <a:cubicBezTo>
                    <a:pt x="760" y="2007"/>
                    <a:pt x="365" y="2341"/>
                    <a:pt x="1"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23"/>
            <p:cNvSpPr/>
            <p:nvPr/>
          </p:nvSpPr>
          <p:spPr>
            <a:xfrm>
              <a:off x="1442550" y="4389300"/>
              <a:ext cx="41075" cy="44100"/>
            </a:xfrm>
            <a:custGeom>
              <a:rect b="b" l="l" r="r" t="t"/>
              <a:pathLst>
                <a:path extrusionOk="0" fill="none" h="1764" w="1643">
                  <a:moveTo>
                    <a:pt x="1642" y="1"/>
                  </a:moveTo>
                  <a:cubicBezTo>
                    <a:pt x="1369" y="335"/>
                    <a:pt x="973" y="517"/>
                    <a:pt x="700" y="852"/>
                  </a:cubicBezTo>
                  <a:cubicBezTo>
                    <a:pt x="457" y="1156"/>
                    <a:pt x="244" y="1490"/>
                    <a:pt x="1"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23"/>
            <p:cNvSpPr/>
            <p:nvPr/>
          </p:nvSpPr>
          <p:spPr>
            <a:xfrm>
              <a:off x="1392400" y="4501000"/>
              <a:ext cx="50175" cy="50175"/>
            </a:xfrm>
            <a:custGeom>
              <a:rect b="b" l="l" r="r" t="t"/>
              <a:pathLst>
                <a:path extrusionOk="0" fill="none" h="2007" w="2007">
                  <a:moveTo>
                    <a:pt x="2007" y="1"/>
                  </a:moveTo>
                  <a:cubicBezTo>
                    <a:pt x="1581" y="426"/>
                    <a:pt x="1217" y="882"/>
                    <a:pt x="821" y="1308"/>
                  </a:cubicBezTo>
                  <a:cubicBezTo>
                    <a:pt x="578" y="1551"/>
                    <a:pt x="244" y="1733"/>
                    <a:pt x="1"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23"/>
            <p:cNvSpPr/>
            <p:nvPr/>
          </p:nvSpPr>
          <p:spPr>
            <a:xfrm>
              <a:off x="1474475" y="4295850"/>
              <a:ext cx="38025" cy="47125"/>
            </a:xfrm>
            <a:custGeom>
              <a:rect b="b" l="l" r="r" t="t"/>
              <a:pathLst>
                <a:path extrusionOk="0" fill="none" h="1885" w="1521">
                  <a:moveTo>
                    <a:pt x="1520" y="0"/>
                  </a:moveTo>
                  <a:cubicBezTo>
                    <a:pt x="1216" y="365"/>
                    <a:pt x="912" y="699"/>
                    <a:pt x="639" y="1094"/>
                  </a:cubicBezTo>
                  <a:cubicBezTo>
                    <a:pt x="426" y="1368"/>
                    <a:pt x="274" y="1641"/>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23"/>
            <p:cNvSpPr/>
            <p:nvPr/>
          </p:nvSpPr>
          <p:spPr>
            <a:xfrm>
              <a:off x="1515500" y="4105100"/>
              <a:ext cx="23600" cy="29675"/>
            </a:xfrm>
            <a:custGeom>
              <a:rect b="b" l="l" r="r" t="t"/>
              <a:pathLst>
                <a:path extrusionOk="0" fill="none" h="1187" w="944">
                  <a:moveTo>
                    <a:pt x="943" y="1"/>
                  </a:moveTo>
                  <a:cubicBezTo>
                    <a:pt x="457" y="274"/>
                    <a:pt x="122" y="639"/>
                    <a:pt x="1" y="118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23"/>
            <p:cNvSpPr/>
            <p:nvPr/>
          </p:nvSpPr>
          <p:spPr>
            <a:xfrm>
              <a:off x="1351375" y="4281400"/>
              <a:ext cx="61575" cy="72975"/>
            </a:xfrm>
            <a:custGeom>
              <a:rect b="b" l="l" r="r" t="t"/>
              <a:pathLst>
                <a:path extrusionOk="0" fill="none" h="2919" w="2463">
                  <a:moveTo>
                    <a:pt x="2462" y="1"/>
                  </a:moveTo>
                  <a:cubicBezTo>
                    <a:pt x="2128" y="274"/>
                    <a:pt x="1702" y="548"/>
                    <a:pt x="1429" y="943"/>
                  </a:cubicBezTo>
                  <a:cubicBezTo>
                    <a:pt x="1247" y="1216"/>
                    <a:pt x="1064" y="1490"/>
                    <a:pt x="851" y="1764"/>
                  </a:cubicBezTo>
                  <a:cubicBezTo>
                    <a:pt x="578" y="2128"/>
                    <a:pt x="365" y="2645"/>
                    <a:pt x="0" y="29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23"/>
            <p:cNvSpPr/>
            <p:nvPr/>
          </p:nvSpPr>
          <p:spPr>
            <a:xfrm>
              <a:off x="1333900" y="4199325"/>
              <a:ext cx="44100" cy="46375"/>
            </a:xfrm>
            <a:custGeom>
              <a:rect b="b" l="l" r="r" t="t"/>
              <a:pathLst>
                <a:path extrusionOk="0" fill="none" h="1855" w="1764">
                  <a:moveTo>
                    <a:pt x="1763" y="1"/>
                  </a:moveTo>
                  <a:cubicBezTo>
                    <a:pt x="1368" y="122"/>
                    <a:pt x="1094" y="700"/>
                    <a:pt x="821" y="1004"/>
                  </a:cubicBezTo>
                  <a:cubicBezTo>
                    <a:pt x="547" y="1277"/>
                    <a:pt x="304" y="1581"/>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23"/>
            <p:cNvSpPr/>
            <p:nvPr/>
          </p:nvSpPr>
          <p:spPr>
            <a:xfrm>
              <a:off x="1008650" y="4172750"/>
              <a:ext cx="46375" cy="58525"/>
            </a:xfrm>
            <a:custGeom>
              <a:rect b="b" l="l" r="r" t="t"/>
              <a:pathLst>
                <a:path extrusionOk="0" fill="none" h="2341" w="1855">
                  <a:moveTo>
                    <a:pt x="1855" y="0"/>
                  </a:moveTo>
                  <a:cubicBezTo>
                    <a:pt x="1277" y="790"/>
                    <a:pt x="670" y="1611"/>
                    <a:pt x="1" y="234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23"/>
            <p:cNvSpPr/>
            <p:nvPr/>
          </p:nvSpPr>
          <p:spPr>
            <a:xfrm>
              <a:off x="1114275" y="4193250"/>
              <a:ext cx="38025" cy="41075"/>
            </a:xfrm>
            <a:custGeom>
              <a:rect b="b" l="l" r="r" t="t"/>
              <a:pathLst>
                <a:path extrusionOk="0" fill="none" h="1643" w="1521">
                  <a:moveTo>
                    <a:pt x="1521" y="1"/>
                  </a:moveTo>
                  <a:cubicBezTo>
                    <a:pt x="1095" y="213"/>
                    <a:pt x="670" y="548"/>
                    <a:pt x="396" y="973"/>
                  </a:cubicBezTo>
                  <a:cubicBezTo>
                    <a:pt x="244" y="1186"/>
                    <a:pt x="183" y="1460"/>
                    <a:pt x="1"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23"/>
            <p:cNvSpPr/>
            <p:nvPr/>
          </p:nvSpPr>
          <p:spPr>
            <a:xfrm>
              <a:off x="1216875" y="4187175"/>
              <a:ext cx="31925" cy="35750"/>
            </a:xfrm>
            <a:custGeom>
              <a:rect b="b" l="l" r="r" t="t"/>
              <a:pathLst>
                <a:path extrusionOk="0" fill="none" h="1430" w="1277">
                  <a:moveTo>
                    <a:pt x="1277" y="1"/>
                  </a:moveTo>
                  <a:cubicBezTo>
                    <a:pt x="912" y="335"/>
                    <a:pt x="547" y="517"/>
                    <a:pt x="335" y="943"/>
                  </a:cubicBezTo>
                  <a:cubicBezTo>
                    <a:pt x="243" y="1156"/>
                    <a:pt x="152" y="1247"/>
                    <a:pt x="0" y="142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23"/>
            <p:cNvSpPr/>
            <p:nvPr/>
          </p:nvSpPr>
          <p:spPr>
            <a:xfrm>
              <a:off x="1286775" y="4178825"/>
              <a:ext cx="44100" cy="43325"/>
            </a:xfrm>
            <a:custGeom>
              <a:rect b="b" l="l" r="r" t="t"/>
              <a:pathLst>
                <a:path extrusionOk="0" fill="none" h="1733" w="1764">
                  <a:moveTo>
                    <a:pt x="1764" y="0"/>
                  </a:moveTo>
                  <a:cubicBezTo>
                    <a:pt x="1186" y="487"/>
                    <a:pt x="457" y="1094"/>
                    <a:pt x="1" y="173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23"/>
            <p:cNvSpPr/>
            <p:nvPr/>
          </p:nvSpPr>
          <p:spPr>
            <a:xfrm>
              <a:off x="1146200" y="4310275"/>
              <a:ext cx="58525" cy="64625"/>
            </a:xfrm>
            <a:custGeom>
              <a:rect b="b" l="l" r="r" t="t"/>
              <a:pathLst>
                <a:path extrusionOk="0" fill="none" h="2585" w="2341">
                  <a:moveTo>
                    <a:pt x="2341" y="1"/>
                  </a:moveTo>
                  <a:cubicBezTo>
                    <a:pt x="2037" y="92"/>
                    <a:pt x="1763" y="639"/>
                    <a:pt x="1611" y="852"/>
                  </a:cubicBezTo>
                  <a:cubicBezTo>
                    <a:pt x="1429" y="1064"/>
                    <a:pt x="1247" y="1247"/>
                    <a:pt x="1064" y="1429"/>
                  </a:cubicBezTo>
                  <a:cubicBezTo>
                    <a:pt x="669" y="1794"/>
                    <a:pt x="335" y="2189"/>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23"/>
            <p:cNvSpPr/>
            <p:nvPr/>
          </p:nvSpPr>
          <p:spPr>
            <a:xfrm>
              <a:off x="1102125" y="4286725"/>
              <a:ext cx="50175" cy="56250"/>
            </a:xfrm>
            <a:custGeom>
              <a:rect b="b" l="l" r="r" t="t"/>
              <a:pathLst>
                <a:path extrusionOk="0" fill="none" h="2250" w="2007">
                  <a:moveTo>
                    <a:pt x="2007" y="0"/>
                  </a:moveTo>
                  <a:cubicBezTo>
                    <a:pt x="1277" y="730"/>
                    <a:pt x="639" y="1490"/>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23"/>
            <p:cNvSpPr/>
            <p:nvPr/>
          </p:nvSpPr>
          <p:spPr>
            <a:xfrm>
              <a:off x="994225" y="4310275"/>
              <a:ext cx="49425" cy="50175"/>
            </a:xfrm>
            <a:custGeom>
              <a:rect b="b" l="l" r="r" t="t"/>
              <a:pathLst>
                <a:path extrusionOk="0" fill="none" h="2007" w="1977">
                  <a:moveTo>
                    <a:pt x="1976" y="1"/>
                  </a:moveTo>
                  <a:cubicBezTo>
                    <a:pt x="1551" y="426"/>
                    <a:pt x="1155" y="852"/>
                    <a:pt x="730" y="1247"/>
                  </a:cubicBezTo>
                  <a:cubicBezTo>
                    <a:pt x="487" y="1520"/>
                    <a:pt x="183" y="1703"/>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23"/>
            <p:cNvSpPr/>
            <p:nvPr/>
          </p:nvSpPr>
          <p:spPr>
            <a:xfrm>
              <a:off x="887825" y="4313325"/>
              <a:ext cx="41075" cy="38000"/>
            </a:xfrm>
            <a:custGeom>
              <a:rect b="b" l="l" r="r" t="t"/>
              <a:pathLst>
                <a:path extrusionOk="0" fill="none" h="1520" w="1643">
                  <a:moveTo>
                    <a:pt x="1642" y="0"/>
                  </a:moveTo>
                  <a:cubicBezTo>
                    <a:pt x="1308" y="335"/>
                    <a:pt x="974" y="699"/>
                    <a:pt x="639" y="1034"/>
                  </a:cubicBezTo>
                  <a:cubicBezTo>
                    <a:pt x="426" y="1216"/>
                    <a:pt x="214" y="133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23"/>
            <p:cNvSpPr/>
            <p:nvPr/>
          </p:nvSpPr>
          <p:spPr>
            <a:xfrm>
              <a:off x="882525" y="4234300"/>
              <a:ext cx="41050" cy="47125"/>
            </a:xfrm>
            <a:custGeom>
              <a:rect b="b" l="l" r="r" t="t"/>
              <a:pathLst>
                <a:path extrusionOk="0" fill="none" h="1885" w="1642">
                  <a:moveTo>
                    <a:pt x="1642" y="0"/>
                  </a:moveTo>
                  <a:cubicBezTo>
                    <a:pt x="1003" y="517"/>
                    <a:pt x="578" y="1307"/>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23"/>
            <p:cNvSpPr/>
            <p:nvPr/>
          </p:nvSpPr>
          <p:spPr>
            <a:xfrm>
              <a:off x="770800" y="4368800"/>
              <a:ext cx="47150" cy="53200"/>
            </a:xfrm>
            <a:custGeom>
              <a:rect b="b" l="l" r="r" t="t"/>
              <a:pathLst>
                <a:path extrusionOk="0" fill="none" h="2128" w="1886">
                  <a:moveTo>
                    <a:pt x="1886" y="0"/>
                  </a:moveTo>
                  <a:cubicBezTo>
                    <a:pt x="1399" y="426"/>
                    <a:pt x="974" y="882"/>
                    <a:pt x="579" y="1398"/>
                  </a:cubicBezTo>
                  <a:cubicBezTo>
                    <a:pt x="396" y="1641"/>
                    <a:pt x="244" y="1885"/>
                    <a:pt x="1" y="212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23"/>
            <p:cNvSpPr/>
            <p:nvPr/>
          </p:nvSpPr>
          <p:spPr>
            <a:xfrm>
              <a:off x="723700" y="4483525"/>
              <a:ext cx="41050" cy="50175"/>
            </a:xfrm>
            <a:custGeom>
              <a:rect b="b" l="l" r="r" t="t"/>
              <a:pathLst>
                <a:path extrusionOk="0" fill="none" h="2007" w="1642">
                  <a:moveTo>
                    <a:pt x="1642" y="1"/>
                  </a:moveTo>
                  <a:cubicBezTo>
                    <a:pt x="1277" y="426"/>
                    <a:pt x="943" y="791"/>
                    <a:pt x="700" y="1247"/>
                  </a:cubicBezTo>
                  <a:cubicBezTo>
                    <a:pt x="548" y="1551"/>
                    <a:pt x="274" y="1825"/>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23"/>
            <p:cNvSpPr/>
            <p:nvPr/>
          </p:nvSpPr>
          <p:spPr>
            <a:xfrm>
              <a:off x="709250" y="4583075"/>
              <a:ext cx="31950" cy="38025"/>
            </a:xfrm>
            <a:custGeom>
              <a:rect b="b" l="l" r="r" t="t"/>
              <a:pathLst>
                <a:path extrusionOk="0" fill="none" h="1521" w="1278">
                  <a:moveTo>
                    <a:pt x="1278" y="1"/>
                  </a:moveTo>
                  <a:cubicBezTo>
                    <a:pt x="974" y="457"/>
                    <a:pt x="578" y="133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23"/>
            <p:cNvSpPr/>
            <p:nvPr/>
          </p:nvSpPr>
          <p:spPr>
            <a:xfrm>
              <a:off x="694825" y="4404500"/>
              <a:ext cx="20550" cy="28900"/>
            </a:xfrm>
            <a:custGeom>
              <a:rect b="b" l="l" r="r" t="t"/>
              <a:pathLst>
                <a:path extrusionOk="0" fill="none" h="1156" w="822">
                  <a:moveTo>
                    <a:pt x="821" y="1"/>
                  </a:moveTo>
                  <a:cubicBezTo>
                    <a:pt x="456" y="335"/>
                    <a:pt x="335" y="821"/>
                    <a:pt x="0" y="115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23"/>
            <p:cNvSpPr/>
            <p:nvPr/>
          </p:nvSpPr>
          <p:spPr>
            <a:xfrm>
              <a:off x="577050" y="4404500"/>
              <a:ext cx="20525" cy="26625"/>
            </a:xfrm>
            <a:custGeom>
              <a:rect b="b" l="l" r="r" t="t"/>
              <a:pathLst>
                <a:path extrusionOk="0" fill="none" h="1065" w="821">
                  <a:moveTo>
                    <a:pt x="821" y="1"/>
                  </a:moveTo>
                  <a:cubicBezTo>
                    <a:pt x="517" y="335"/>
                    <a:pt x="304" y="730"/>
                    <a:pt x="0" y="106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23"/>
            <p:cNvSpPr/>
            <p:nvPr/>
          </p:nvSpPr>
          <p:spPr>
            <a:xfrm>
              <a:off x="873400" y="4407550"/>
              <a:ext cx="38025" cy="58525"/>
            </a:xfrm>
            <a:custGeom>
              <a:rect b="b" l="l" r="r" t="t"/>
              <a:pathLst>
                <a:path extrusionOk="0" fill="none" h="2341" w="1521">
                  <a:moveTo>
                    <a:pt x="1520" y="0"/>
                  </a:moveTo>
                  <a:cubicBezTo>
                    <a:pt x="1490" y="304"/>
                    <a:pt x="1095" y="699"/>
                    <a:pt x="943" y="943"/>
                  </a:cubicBezTo>
                  <a:cubicBezTo>
                    <a:pt x="821" y="1155"/>
                    <a:pt x="669" y="1338"/>
                    <a:pt x="548" y="1520"/>
                  </a:cubicBezTo>
                  <a:cubicBezTo>
                    <a:pt x="365" y="1733"/>
                    <a:pt x="31" y="2037"/>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23"/>
            <p:cNvSpPr/>
            <p:nvPr/>
          </p:nvSpPr>
          <p:spPr>
            <a:xfrm>
              <a:off x="955475" y="4421975"/>
              <a:ext cx="50175" cy="55500"/>
            </a:xfrm>
            <a:custGeom>
              <a:rect b="b" l="l" r="r" t="t"/>
              <a:pathLst>
                <a:path extrusionOk="0" fill="none" h="2220" w="2007">
                  <a:moveTo>
                    <a:pt x="2006" y="1"/>
                  </a:moveTo>
                  <a:cubicBezTo>
                    <a:pt x="1611" y="244"/>
                    <a:pt x="1398" y="335"/>
                    <a:pt x="1155" y="669"/>
                  </a:cubicBezTo>
                  <a:cubicBezTo>
                    <a:pt x="1034" y="882"/>
                    <a:pt x="912" y="1095"/>
                    <a:pt x="760" y="1277"/>
                  </a:cubicBezTo>
                  <a:cubicBezTo>
                    <a:pt x="517" y="1612"/>
                    <a:pt x="304" y="1946"/>
                    <a:pt x="0"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23"/>
            <p:cNvSpPr/>
            <p:nvPr/>
          </p:nvSpPr>
          <p:spPr>
            <a:xfrm>
              <a:off x="1084650" y="4415900"/>
              <a:ext cx="26625" cy="32700"/>
            </a:xfrm>
            <a:custGeom>
              <a:rect b="b" l="l" r="r" t="t"/>
              <a:pathLst>
                <a:path extrusionOk="0" fill="none" h="1308" w="1065">
                  <a:moveTo>
                    <a:pt x="1064" y="1"/>
                  </a:moveTo>
                  <a:cubicBezTo>
                    <a:pt x="730" y="365"/>
                    <a:pt x="152" y="821"/>
                    <a:pt x="0" y="130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23"/>
            <p:cNvSpPr/>
            <p:nvPr/>
          </p:nvSpPr>
          <p:spPr>
            <a:xfrm>
              <a:off x="1122650" y="4451625"/>
              <a:ext cx="44100" cy="58525"/>
            </a:xfrm>
            <a:custGeom>
              <a:rect b="b" l="l" r="r" t="t"/>
              <a:pathLst>
                <a:path extrusionOk="0" fill="none" h="2341" w="1764">
                  <a:moveTo>
                    <a:pt x="1763" y="0"/>
                  </a:moveTo>
                  <a:cubicBezTo>
                    <a:pt x="1368" y="517"/>
                    <a:pt x="1003" y="1094"/>
                    <a:pt x="578" y="1611"/>
                  </a:cubicBezTo>
                  <a:cubicBezTo>
                    <a:pt x="395" y="1854"/>
                    <a:pt x="243" y="215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23"/>
            <p:cNvSpPr/>
            <p:nvPr/>
          </p:nvSpPr>
          <p:spPr>
            <a:xfrm>
              <a:off x="1245750" y="4327750"/>
              <a:ext cx="29650" cy="32700"/>
            </a:xfrm>
            <a:custGeom>
              <a:rect b="b" l="l" r="r" t="t"/>
              <a:pathLst>
                <a:path extrusionOk="0" fill="none" h="1308" w="1186">
                  <a:moveTo>
                    <a:pt x="1186" y="1"/>
                  </a:moveTo>
                  <a:cubicBezTo>
                    <a:pt x="851" y="213"/>
                    <a:pt x="456" y="487"/>
                    <a:pt x="304" y="852"/>
                  </a:cubicBezTo>
                  <a:cubicBezTo>
                    <a:pt x="213" y="1034"/>
                    <a:pt x="183" y="1156"/>
                    <a:pt x="0" y="130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23"/>
            <p:cNvSpPr/>
            <p:nvPr/>
          </p:nvSpPr>
          <p:spPr>
            <a:xfrm>
              <a:off x="1284500" y="4418950"/>
              <a:ext cx="31950" cy="44100"/>
            </a:xfrm>
            <a:custGeom>
              <a:rect b="b" l="l" r="r" t="t"/>
              <a:pathLst>
                <a:path extrusionOk="0" fill="none" h="1764" w="1278">
                  <a:moveTo>
                    <a:pt x="1277" y="0"/>
                  </a:moveTo>
                  <a:cubicBezTo>
                    <a:pt x="943" y="395"/>
                    <a:pt x="578" y="821"/>
                    <a:pt x="304" y="1246"/>
                  </a:cubicBezTo>
                  <a:cubicBezTo>
                    <a:pt x="183" y="1398"/>
                    <a:pt x="122" y="1611"/>
                    <a:pt x="0"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23"/>
            <p:cNvSpPr/>
            <p:nvPr/>
          </p:nvSpPr>
          <p:spPr>
            <a:xfrm>
              <a:off x="1292850" y="4507100"/>
              <a:ext cx="35000" cy="49400"/>
            </a:xfrm>
            <a:custGeom>
              <a:rect b="b" l="l" r="r" t="t"/>
              <a:pathLst>
                <a:path extrusionOk="0" fill="none" h="1976" w="1400">
                  <a:moveTo>
                    <a:pt x="1399" y="0"/>
                  </a:moveTo>
                  <a:cubicBezTo>
                    <a:pt x="822" y="517"/>
                    <a:pt x="548" y="1398"/>
                    <a:pt x="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23"/>
            <p:cNvSpPr/>
            <p:nvPr/>
          </p:nvSpPr>
          <p:spPr>
            <a:xfrm>
              <a:off x="1257900" y="4627150"/>
              <a:ext cx="44100" cy="52450"/>
            </a:xfrm>
            <a:custGeom>
              <a:rect b="b" l="l" r="r" t="t"/>
              <a:pathLst>
                <a:path extrusionOk="0" fill="none" h="2098" w="1764">
                  <a:moveTo>
                    <a:pt x="1764" y="1"/>
                  </a:moveTo>
                  <a:cubicBezTo>
                    <a:pt x="1308" y="517"/>
                    <a:pt x="882" y="1034"/>
                    <a:pt x="457" y="1520"/>
                  </a:cubicBezTo>
                  <a:cubicBezTo>
                    <a:pt x="335" y="1672"/>
                    <a:pt x="31" y="1946"/>
                    <a:pt x="1" y="20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23"/>
            <p:cNvSpPr/>
            <p:nvPr/>
          </p:nvSpPr>
          <p:spPr>
            <a:xfrm>
              <a:off x="1175825" y="4636275"/>
              <a:ext cx="41075" cy="49425"/>
            </a:xfrm>
            <a:custGeom>
              <a:rect b="b" l="l" r="r" t="t"/>
              <a:pathLst>
                <a:path extrusionOk="0" fill="none" h="1977" w="1643">
                  <a:moveTo>
                    <a:pt x="1642" y="0"/>
                  </a:moveTo>
                  <a:cubicBezTo>
                    <a:pt x="1156" y="304"/>
                    <a:pt x="852" y="791"/>
                    <a:pt x="578" y="1277"/>
                  </a:cubicBezTo>
                  <a:cubicBezTo>
                    <a:pt x="426" y="1550"/>
                    <a:pt x="214" y="1763"/>
                    <a:pt x="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23"/>
            <p:cNvSpPr/>
            <p:nvPr/>
          </p:nvSpPr>
          <p:spPr>
            <a:xfrm>
              <a:off x="1175825" y="4530650"/>
              <a:ext cx="49425" cy="64600"/>
            </a:xfrm>
            <a:custGeom>
              <a:rect b="b" l="l" r="r" t="t"/>
              <a:pathLst>
                <a:path extrusionOk="0" fill="none" h="2584" w="1977">
                  <a:moveTo>
                    <a:pt x="1977" y="0"/>
                  </a:moveTo>
                  <a:cubicBezTo>
                    <a:pt x="1581" y="426"/>
                    <a:pt x="1156" y="943"/>
                    <a:pt x="822" y="1429"/>
                  </a:cubicBezTo>
                  <a:cubicBezTo>
                    <a:pt x="548" y="1824"/>
                    <a:pt x="305" y="2219"/>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23"/>
            <p:cNvSpPr/>
            <p:nvPr/>
          </p:nvSpPr>
          <p:spPr>
            <a:xfrm>
              <a:off x="1067175" y="4662100"/>
              <a:ext cx="38025" cy="47150"/>
            </a:xfrm>
            <a:custGeom>
              <a:rect b="b" l="l" r="r" t="t"/>
              <a:pathLst>
                <a:path extrusionOk="0" fill="none" h="1886" w="1521">
                  <a:moveTo>
                    <a:pt x="1520" y="1"/>
                  </a:moveTo>
                  <a:cubicBezTo>
                    <a:pt x="1186" y="426"/>
                    <a:pt x="943" y="943"/>
                    <a:pt x="578" y="1308"/>
                  </a:cubicBezTo>
                  <a:cubicBezTo>
                    <a:pt x="395" y="1521"/>
                    <a:pt x="183" y="1703"/>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23"/>
            <p:cNvSpPr/>
            <p:nvPr/>
          </p:nvSpPr>
          <p:spPr>
            <a:xfrm>
              <a:off x="1105175" y="4697825"/>
              <a:ext cx="32700" cy="38025"/>
            </a:xfrm>
            <a:custGeom>
              <a:rect b="b" l="l" r="r" t="t"/>
              <a:pathLst>
                <a:path extrusionOk="0" fill="none" h="1521" w="1308">
                  <a:moveTo>
                    <a:pt x="1307" y="0"/>
                  </a:moveTo>
                  <a:cubicBezTo>
                    <a:pt x="942" y="335"/>
                    <a:pt x="578" y="699"/>
                    <a:pt x="304" y="1125"/>
                  </a:cubicBezTo>
                  <a:cubicBezTo>
                    <a:pt x="243" y="1247"/>
                    <a:pt x="182" y="1490"/>
                    <a:pt x="0"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23"/>
            <p:cNvSpPr/>
            <p:nvPr/>
          </p:nvSpPr>
          <p:spPr>
            <a:xfrm>
              <a:off x="1061100" y="4556475"/>
              <a:ext cx="34975" cy="44100"/>
            </a:xfrm>
            <a:custGeom>
              <a:rect b="b" l="l" r="r" t="t"/>
              <a:pathLst>
                <a:path extrusionOk="0" fill="none" h="1764" w="1399">
                  <a:moveTo>
                    <a:pt x="1398" y="1"/>
                  </a:moveTo>
                  <a:cubicBezTo>
                    <a:pt x="942" y="274"/>
                    <a:pt x="578" y="730"/>
                    <a:pt x="365" y="1247"/>
                  </a:cubicBezTo>
                  <a:cubicBezTo>
                    <a:pt x="304" y="1338"/>
                    <a:pt x="274" y="1460"/>
                    <a:pt x="213" y="1551"/>
                  </a:cubicBezTo>
                  <a:cubicBezTo>
                    <a:pt x="152" y="1642"/>
                    <a:pt x="31" y="1642"/>
                    <a:pt x="0"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23"/>
            <p:cNvSpPr/>
            <p:nvPr/>
          </p:nvSpPr>
          <p:spPr>
            <a:xfrm>
              <a:off x="923550" y="4653750"/>
              <a:ext cx="41050" cy="55500"/>
            </a:xfrm>
            <a:custGeom>
              <a:rect b="b" l="l" r="r" t="t"/>
              <a:pathLst>
                <a:path extrusionOk="0" fill="none" h="2220" w="1642">
                  <a:moveTo>
                    <a:pt x="1642" y="0"/>
                  </a:moveTo>
                  <a:cubicBezTo>
                    <a:pt x="1277" y="487"/>
                    <a:pt x="912" y="1003"/>
                    <a:pt x="517" y="1520"/>
                  </a:cubicBezTo>
                  <a:cubicBezTo>
                    <a:pt x="365" y="1733"/>
                    <a:pt x="183" y="2007"/>
                    <a:pt x="1"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23"/>
            <p:cNvSpPr/>
            <p:nvPr/>
          </p:nvSpPr>
          <p:spPr>
            <a:xfrm>
              <a:off x="947100" y="4527600"/>
              <a:ext cx="44100" cy="55500"/>
            </a:xfrm>
            <a:custGeom>
              <a:rect b="b" l="l" r="r" t="t"/>
              <a:pathLst>
                <a:path extrusionOk="0" fill="none" h="2220" w="1764">
                  <a:moveTo>
                    <a:pt x="1764" y="1"/>
                  </a:moveTo>
                  <a:cubicBezTo>
                    <a:pt x="821" y="517"/>
                    <a:pt x="639" y="1490"/>
                    <a:pt x="1"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23"/>
            <p:cNvSpPr/>
            <p:nvPr/>
          </p:nvSpPr>
          <p:spPr>
            <a:xfrm>
              <a:off x="820975" y="4527600"/>
              <a:ext cx="49400" cy="64625"/>
            </a:xfrm>
            <a:custGeom>
              <a:rect b="b" l="l" r="r" t="t"/>
              <a:pathLst>
                <a:path extrusionOk="0" fill="none" h="2585" w="1976">
                  <a:moveTo>
                    <a:pt x="1976" y="1"/>
                  </a:moveTo>
                  <a:cubicBezTo>
                    <a:pt x="1398" y="487"/>
                    <a:pt x="973" y="913"/>
                    <a:pt x="517" y="1521"/>
                  </a:cubicBezTo>
                  <a:cubicBezTo>
                    <a:pt x="274" y="1855"/>
                    <a:pt x="182" y="2220"/>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23"/>
            <p:cNvSpPr/>
            <p:nvPr/>
          </p:nvSpPr>
          <p:spPr>
            <a:xfrm>
              <a:off x="827050" y="4659825"/>
              <a:ext cx="38025" cy="46375"/>
            </a:xfrm>
            <a:custGeom>
              <a:rect b="b" l="l" r="r" t="t"/>
              <a:pathLst>
                <a:path extrusionOk="0" fill="none" h="1855" w="1521">
                  <a:moveTo>
                    <a:pt x="1520" y="1"/>
                  </a:moveTo>
                  <a:cubicBezTo>
                    <a:pt x="1125" y="365"/>
                    <a:pt x="608" y="730"/>
                    <a:pt x="335" y="1186"/>
                  </a:cubicBezTo>
                  <a:cubicBezTo>
                    <a:pt x="274" y="1308"/>
                    <a:pt x="243" y="1429"/>
                    <a:pt x="183" y="1520"/>
                  </a:cubicBezTo>
                  <a:cubicBezTo>
                    <a:pt x="122" y="1642"/>
                    <a:pt x="0" y="1703"/>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23"/>
            <p:cNvSpPr/>
            <p:nvPr/>
          </p:nvSpPr>
          <p:spPr>
            <a:xfrm>
              <a:off x="772325" y="4647675"/>
              <a:ext cx="22075" cy="23575"/>
            </a:xfrm>
            <a:custGeom>
              <a:rect b="b" l="l" r="r" t="t"/>
              <a:pathLst>
                <a:path extrusionOk="0" fill="none" h="943" w="883">
                  <a:moveTo>
                    <a:pt x="882" y="0"/>
                  </a:moveTo>
                  <a:cubicBezTo>
                    <a:pt x="609" y="152"/>
                    <a:pt x="1" y="578"/>
                    <a:pt x="62" y="94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23"/>
            <p:cNvSpPr/>
            <p:nvPr/>
          </p:nvSpPr>
          <p:spPr>
            <a:xfrm>
              <a:off x="988150" y="4682625"/>
              <a:ext cx="28900" cy="38775"/>
            </a:xfrm>
            <a:custGeom>
              <a:rect b="b" l="l" r="r" t="t"/>
              <a:pathLst>
                <a:path extrusionOk="0" fill="none" h="1551" w="1156">
                  <a:moveTo>
                    <a:pt x="1155" y="0"/>
                  </a:moveTo>
                  <a:cubicBezTo>
                    <a:pt x="760" y="396"/>
                    <a:pt x="547" y="578"/>
                    <a:pt x="335" y="1034"/>
                  </a:cubicBezTo>
                  <a:cubicBezTo>
                    <a:pt x="274" y="1216"/>
                    <a:pt x="152" y="1429"/>
                    <a:pt x="0" y="155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23"/>
            <p:cNvSpPr/>
            <p:nvPr/>
          </p:nvSpPr>
          <p:spPr>
            <a:xfrm>
              <a:off x="1357450" y="4407550"/>
              <a:ext cx="23575" cy="34975"/>
            </a:xfrm>
            <a:custGeom>
              <a:rect b="b" l="l" r="r" t="t"/>
              <a:pathLst>
                <a:path extrusionOk="0" fill="none" h="1399" w="943">
                  <a:moveTo>
                    <a:pt x="943" y="0"/>
                  </a:moveTo>
                  <a:cubicBezTo>
                    <a:pt x="669" y="304"/>
                    <a:pt x="426" y="639"/>
                    <a:pt x="213" y="973"/>
                  </a:cubicBezTo>
                  <a:cubicBezTo>
                    <a:pt x="122" y="1125"/>
                    <a:pt x="0" y="1246"/>
                    <a:pt x="0" y="13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23"/>
            <p:cNvSpPr/>
            <p:nvPr/>
          </p:nvSpPr>
          <p:spPr>
            <a:xfrm>
              <a:off x="1349100" y="4603600"/>
              <a:ext cx="19775" cy="17500"/>
            </a:xfrm>
            <a:custGeom>
              <a:rect b="b" l="l" r="r" t="t"/>
              <a:pathLst>
                <a:path extrusionOk="0" fill="none" h="700" w="791">
                  <a:moveTo>
                    <a:pt x="790" y="0"/>
                  </a:moveTo>
                  <a:cubicBezTo>
                    <a:pt x="578" y="213"/>
                    <a:pt x="213" y="456"/>
                    <a:pt x="0" y="69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23"/>
            <p:cNvSpPr/>
            <p:nvPr/>
          </p:nvSpPr>
          <p:spPr>
            <a:xfrm>
              <a:off x="1005238" y="38760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29" name="Google Shape;2729;p23"/>
          <p:cNvSpPr/>
          <p:nvPr/>
        </p:nvSpPr>
        <p:spPr>
          <a:xfrm rot="10642903">
            <a:off x="4336906" y="4613491"/>
            <a:ext cx="1113371" cy="265639"/>
          </a:xfrm>
          <a:custGeom>
            <a:rect b="b" l="l" r="r" t="t"/>
            <a:pathLst>
              <a:path extrusionOk="0" h="9405" w="13944">
                <a:moveTo>
                  <a:pt x="0" y="1"/>
                </a:moveTo>
                <a:lnTo>
                  <a:pt x="0" y="1"/>
                </a:lnTo>
                <a:cubicBezTo>
                  <a:pt x="2936" y="1802"/>
                  <a:pt x="5504" y="4170"/>
                  <a:pt x="7539" y="6972"/>
                </a:cubicBezTo>
                <a:cubicBezTo>
                  <a:pt x="8006" y="7573"/>
                  <a:pt x="8473" y="8273"/>
                  <a:pt x="9240" y="8507"/>
                </a:cubicBezTo>
                <a:cubicBezTo>
                  <a:pt x="9040" y="7640"/>
                  <a:pt x="8640" y="6839"/>
                  <a:pt x="8040" y="6172"/>
                </a:cubicBezTo>
                <a:lnTo>
                  <a:pt x="8040" y="6172"/>
                </a:lnTo>
                <a:cubicBezTo>
                  <a:pt x="9941" y="6672"/>
                  <a:pt x="11475" y="8040"/>
                  <a:pt x="13076" y="9141"/>
                </a:cubicBezTo>
                <a:cubicBezTo>
                  <a:pt x="13287" y="9272"/>
                  <a:pt x="13519" y="9404"/>
                  <a:pt x="13755" y="9404"/>
                </a:cubicBezTo>
                <a:cubicBezTo>
                  <a:pt x="13818" y="9404"/>
                  <a:pt x="13881" y="9395"/>
                  <a:pt x="13944" y="9374"/>
                </a:cubicBezTo>
                <a:cubicBezTo>
                  <a:pt x="13944" y="8907"/>
                  <a:pt x="13610" y="8540"/>
                  <a:pt x="13310" y="8207"/>
                </a:cubicBezTo>
                <a:cubicBezTo>
                  <a:pt x="11509" y="6239"/>
                  <a:pt x="9674" y="4270"/>
                  <a:pt x="7506" y="2703"/>
                </a:cubicBezTo>
                <a:cubicBezTo>
                  <a:pt x="5371" y="1168"/>
                  <a:pt x="2669" y="13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23"/>
          <p:cNvSpPr/>
          <p:nvPr/>
        </p:nvSpPr>
        <p:spPr>
          <a:xfrm flipH="1" rot="698747">
            <a:off x="234691" y="3612629"/>
            <a:ext cx="340959" cy="366632"/>
          </a:xfrm>
          <a:custGeom>
            <a:rect b="b" l="l" r="r" t="t"/>
            <a:pathLst>
              <a:path extrusionOk="0" h="11014" w="10242">
                <a:moveTo>
                  <a:pt x="4204" y="0"/>
                </a:moveTo>
                <a:lnTo>
                  <a:pt x="4204" y="0"/>
                </a:lnTo>
                <a:cubicBezTo>
                  <a:pt x="3804" y="133"/>
                  <a:pt x="3370" y="300"/>
                  <a:pt x="2970" y="567"/>
                </a:cubicBezTo>
                <a:cubicBezTo>
                  <a:pt x="568" y="2102"/>
                  <a:pt x="1" y="5537"/>
                  <a:pt x="1735" y="8206"/>
                </a:cubicBezTo>
                <a:cubicBezTo>
                  <a:pt x="2881" y="10003"/>
                  <a:pt x="4783" y="11013"/>
                  <a:pt x="6636" y="11013"/>
                </a:cubicBezTo>
                <a:cubicBezTo>
                  <a:pt x="7535" y="11013"/>
                  <a:pt x="8423" y="10775"/>
                  <a:pt x="9207" y="10274"/>
                </a:cubicBezTo>
                <a:cubicBezTo>
                  <a:pt x="9608" y="10007"/>
                  <a:pt x="9941" y="9707"/>
                  <a:pt x="10242" y="9373"/>
                </a:cubicBezTo>
                <a:lnTo>
                  <a:pt x="10242" y="9373"/>
                </a:lnTo>
                <a:cubicBezTo>
                  <a:pt x="9797" y="9499"/>
                  <a:pt x="9340" y="9561"/>
                  <a:pt x="8881" y="9561"/>
                </a:cubicBezTo>
                <a:cubicBezTo>
                  <a:pt x="7031" y="9561"/>
                  <a:pt x="5153" y="8562"/>
                  <a:pt x="4004" y="6772"/>
                </a:cubicBezTo>
                <a:cubicBezTo>
                  <a:pt x="2536" y="4503"/>
                  <a:pt x="2703" y="1735"/>
                  <a:pt x="42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31" name="Google Shape;2731;p23"/>
          <p:cNvGrpSpPr/>
          <p:nvPr/>
        </p:nvGrpSpPr>
        <p:grpSpPr>
          <a:xfrm>
            <a:off x="8610666" y="3458432"/>
            <a:ext cx="247455" cy="951021"/>
            <a:chOff x="3702475" y="1864200"/>
            <a:chExt cx="416450" cy="1194900"/>
          </a:xfrm>
        </p:grpSpPr>
        <p:sp>
          <p:nvSpPr>
            <p:cNvPr id="2732" name="Google Shape;2732;p23"/>
            <p:cNvSpPr/>
            <p:nvPr/>
          </p:nvSpPr>
          <p:spPr>
            <a:xfrm>
              <a:off x="3882575" y="1864200"/>
              <a:ext cx="177075" cy="500650"/>
            </a:xfrm>
            <a:custGeom>
              <a:rect b="b" l="l" r="r" t="t"/>
              <a:pathLst>
                <a:path extrusionOk="0" h="20026" w="7083">
                  <a:moveTo>
                    <a:pt x="2158" y="0"/>
                  </a:moveTo>
                  <a:cubicBezTo>
                    <a:pt x="517" y="4408"/>
                    <a:pt x="0" y="9970"/>
                    <a:pt x="0" y="14681"/>
                  </a:cubicBezTo>
                  <a:cubicBezTo>
                    <a:pt x="0" y="16247"/>
                    <a:pt x="0" y="20026"/>
                    <a:pt x="2089" y="20026"/>
                  </a:cubicBezTo>
                  <a:cubicBezTo>
                    <a:pt x="2473" y="20026"/>
                    <a:pt x="2927" y="19898"/>
                    <a:pt x="3466" y="19605"/>
                  </a:cubicBezTo>
                  <a:cubicBezTo>
                    <a:pt x="7083" y="17599"/>
                    <a:pt x="3921" y="9241"/>
                    <a:pt x="3496" y="6262"/>
                  </a:cubicBezTo>
                  <a:cubicBezTo>
                    <a:pt x="3162" y="4012"/>
                    <a:pt x="2736" y="1854"/>
                    <a:pt x="21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23"/>
            <p:cNvSpPr/>
            <p:nvPr/>
          </p:nvSpPr>
          <p:spPr>
            <a:xfrm>
              <a:off x="3702475" y="2394600"/>
              <a:ext cx="126175" cy="522000"/>
            </a:xfrm>
            <a:custGeom>
              <a:rect b="b" l="l" r="r" t="t"/>
              <a:pathLst>
                <a:path extrusionOk="0" h="20880" w="5047">
                  <a:moveTo>
                    <a:pt x="2858" y="0"/>
                  </a:moveTo>
                  <a:lnTo>
                    <a:pt x="2858" y="0"/>
                  </a:lnTo>
                  <a:cubicBezTo>
                    <a:pt x="1095" y="1247"/>
                    <a:pt x="730" y="5988"/>
                    <a:pt x="396" y="7934"/>
                  </a:cubicBezTo>
                  <a:cubicBezTo>
                    <a:pt x="1" y="10244"/>
                    <a:pt x="92" y="12554"/>
                    <a:pt x="122" y="14894"/>
                  </a:cubicBezTo>
                  <a:cubicBezTo>
                    <a:pt x="122" y="16511"/>
                    <a:pt x="301" y="20879"/>
                    <a:pt x="2233" y="20879"/>
                  </a:cubicBezTo>
                  <a:cubicBezTo>
                    <a:pt x="2553" y="20879"/>
                    <a:pt x="2921" y="20759"/>
                    <a:pt x="3344" y="20487"/>
                  </a:cubicBezTo>
                  <a:cubicBezTo>
                    <a:pt x="5046" y="19393"/>
                    <a:pt x="4651" y="15988"/>
                    <a:pt x="4621" y="14104"/>
                  </a:cubicBezTo>
                  <a:cubicBezTo>
                    <a:pt x="4590" y="11429"/>
                    <a:pt x="4195" y="8693"/>
                    <a:pt x="3800" y="6079"/>
                  </a:cubicBezTo>
                  <a:cubicBezTo>
                    <a:pt x="3496" y="4165"/>
                    <a:pt x="2402" y="1946"/>
                    <a:pt x="28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23"/>
            <p:cNvSpPr/>
            <p:nvPr/>
          </p:nvSpPr>
          <p:spPr>
            <a:xfrm>
              <a:off x="3954750" y="2569375"/>
              <a:ext cx="164175" cy="489725"/>
            </a:xfrm>
            <a:custGeom>
              <a:rect b="b" l="l" r="r" t="t"/>
              <a:pathLst>
                <a:path extrusionOk="0" h="19589" w="6567">
                  <a:moveTo>
                    <a:pt x="3041" y="0"/>
                  </a:moveTo>
                  <a:cubicBezTo>
                    <a:pt x="1369" y="1976"/>
                    <a:pt x="1095" y="6657"/>
                    <a:pt x="852" y="9149"/>
                  </a:cubicBezTo>
                  <a:cubicBezTo>
                    <a:pt x="609" y="11520"/>
                    <a:pt x="1" y="14317"/>
                    <a:pt x="396" y="16688"/>
                  </a:cubicBezTo>
                  <a:cubicBezTo>
                    <a:pt x="635" y="18203"/>
                    <a:pt x="1974" y="19589"/>
                    <a:pt x="3219" y="19589"/>
                  </a:cubicBezTo>
                  <a:cubicBezTo>
                    <a:pt x="3871" y="19589"/>
                    <a:pt x="4497" y="19208"/>
                    <a:pt x="4925" y="18268"/>
                  </a:cubicBezTo>
                  <a:cubicBezTo>
                    <a:pt x="6566" y="14681"/>
                    <a:pt x="3892" y="9636"/>
                    <a:pt x="3496" y="6140"/>
                  </a:cubicBezTo>
                  <a:cubicBezTo>
                    <a:pt x="3284" y="4408"/>
                    <a:pt x="3314" y="1551"/>
                    <a:pt x="30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5" name="Google Shape;2735;p23"/>
          <p:cNvGrpSpPr/>
          <p:nvPr/>
        </p:nvGrpSpPr>
        <p:grpSpPr>
          <a:xfrm>
            <a:off x="398252" y="447901"/>
            <a:ext cx="189374" cy="316166"/>
            <a:chOff x="5365125" y="3127125"/>
            <a:chExt cx="986325" cy="1646700"/>
          </a:xfrm>
        </p:grpSpPr>
        <p:sp>
          <p:nvSpPr>
            <p:cNvPr id="2736" name="Google Shape;2736;p23"/>
            <p:cNvSpPr/>
            <p:nvPr/>
          </p:nvSpPr>
          <p:spPr>
            <a:xfrm>
              <a:off x="5365125" y="3389625"/>
              <a:ext cx="307775" cy="1384200"/>
            </a:xfrm>
            <a:custGeom>
              <a:rect b="b" l="l" r="r" t="t"/>
              <a:pathLst>
                <a:path extrusionOk="0" h="55368" w="12311">
                  <a:moveTo>
                    <a:pt x="1767" y="1"/>
                  </a:moveTo>
                  <a:cubicBezTo>
                    <a:pt x="1677" y="1"/>
                    <a:pt x="1576" y="58"/>
                    <a:pt x="1459" y="200"/>
                  </a:cubicBezTo>
                  <a:cubicBezTo>
                    <a:pt x="1216" y="504"/>
                    <a:pt x="1095" y="1264"/>
                    <a:pt x="1034" y="1598"/>
                  </a:cubicBezTo>
                  <a:cubicBezTo>
                    <a:pt x="548" y="3665"/>
                    <a:pt x="152" y="5823"/>
                    <a:pt x="152" y="7951"/>
                  </a:cubicBezTo>
                  <a:cubicBezTo>
                    <a:pt x="183" y="10778"/>
                    <a:pt x="0" y="13696"/>
                    <a:pt x="183" y="16522"/>
                  </a:cubicBezTo>
                  <a:cubicBezTo>
                    <a:pt x="456" y="20231"/>
                    <a:pt x="1003" y="23908"/>
                    <a:pt x="1763" y="27556"/>
                  </a:cubicBezTo>
                  <a:cubicBezTo>
                    <a:pt x="2189" y="29653"/>
                    <a:pt x="2462" y="31781"/>
                    <a:pt x="2918" y="33848"/>
                  </a:cubicBezTo>
                  <a:cubicBezTo>
                    <a:pt x="3344" y="35854"/>
                    <a:pt x="4043" y="37738"/>
                    <a:pt x="4590" y="39684"/>
                  </a:cubicBezTo>
                  <a:cubicBezTo>
                    <a:pt x="5502" y="43179"/>
                    <a:pt x="7052" y="46462"/>
                    <a:pt x="8177" y="49866"/>
                  </a:cubicBezTo>
                  <a:cubicBezTo>
                    <a:pt x="8572" y="51082"/>
                    <a:pt x="8937" y="52328"/>
                    <a:pt x="9423" y="53514"/>
                  </a:cubicBezTo>
                  <a:cubicBezTo>
                    <a:pt x="9575" y="53909"/>
                    <a:pt x="9818" y="55125"/>
                    <a:pt x="10153" y="55368"/>
                  </a:cubicBezTo>
                  <a:cubicBezTo>
                    <a:pt x="10244" y="55307"/>
                    <a:pt x="10305" y="55246"/>
                    <a:pt x="10396" y="55186"/>
                  </a:cubicBezTo>
                  <a:cubicBezTo>
                    <a:pt x="10434" y="55189"/>
                    <a:pt x="10470" y="55191"/>
                    <a:pt x="10504" y="55191"/>
                  </a:cubicBezTo>
                  <a:cubicBezTo>
                    <a:pt x="10791" y="55191"/>
                    <a:pt x="10916" y="55057"/>
                    <a:pt x="10943" y="54486"/>
                  </a:cubicBezTo>
                  <a:cubicBezTo>
                    <a:pt x="10973" y="53909"/>
                    <a:pt x="11064" y="53635"/>
                    <a:pt x="11186" y="53119"/>
                  </a:cubicBezTo>
                  <a:cubicBezTo>
                    <a:pt x="11308" y="52602"/>
                    <a:pt x="11308" y="52116"/>
                    <a:pt x="11429" y="51599"/>
                  </a:cubicBezTo>
                  <a:cubicBezTo>
                    <a:pt x="11551" y="51143"/>
                    <a:pt x="11368" y="50657"/>
                    <a:pt x="11490" y="50201"/>
                  </a:cubicBezTo>
                  <a:cubicBezTo>
                    <a:pt x="11581" y="49745"/>
                    <a:pt x="11764" y="49623"/>
                    <a:pt x="11764" y="49106"/>
                  </a:cubicBezTo>
                  <a:cubicBezTo>
                    <a:pt x="11764" y="48590"/>
                    <a:pt x="11946" y="48438"/>
                    <a:pt x="12068" y="48012"/>
                  </a:cubicBezTo>
                  <a:cubicBezTo>
                    <a:pt x="12250" y="47222"/>
                    <a:pt x="12037" y="46067"/>
                    <a:pt x="12037" y="45246"/>
                  </a:cubicBezTo>
                  <a:cubicBezTo>
                    <a:pt x="12037" y="43058"/>
                    <a:pt x="12311" y="40687"/>
                    <a:pt x="12068" y="38529"/>
                  </a:cubicBezTo>
                  <a:cubicBezTo>
                    <a:pt x="11976" y="37799"/>
                    <a:pt x="11824" y="37161"/>
                    <a:pt x="11794" y="36401"/>
                  </a:cubicBezTo>
                  <a:cubicBezTo>
                    <a:pt x="11733" y="35672"/>
                    <a:pt x="11551" y="34912"/>
                    <a:pt x="11460" y="34182"/>
                  </a:cubicBezTo>
                  <a:cubicBezTo>
                    <a:pt x="11277" y="32723"/>
                    <a:pt x="11004" y="31264"/>
                    <a:pt x="10730" y="29775"/>
                  </a:cubicBezTo>
                  <a:cubicBezTo>
                    <a:pt x="9970" y="25641"/>
                    <a:pt x="9150" y="21477"/>
                    <a:pt x="8238" y="17343"/>
                  </a:cubicBezTo>
                  <a:cubicBezTo>
                    <a:pt x="7751" y="15094"/>
                    <a:pt x="6870" y="12905"/>
                    <a:pt x="6444" y="10656"/>
                  </a:cubicBezTo>
                  <a:cubicBezTo>
                    <a:pt x="6080" y="8741"/>
                    <a:pt x="5624" y="6735"/>
                    <a:pt x="4985" y="4911"/>
                  </a:cubicBezTo>
                  <a:cubicBezTo>
                    <a:pt x="4438" y="3361"/>
                    <a:pt x="3314" y="2024"/>
                    <a:pt x="2371" y="686"/>
                  </a:cubicBezTo>
                  <a:cubicBezTo>
                    <a:pt x="2173" y="400"/>
                    <a:pt x="2006" y="1"/>
                    <a:pt x="17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23"/>
            <p:cNvSpPr/>
            <p:nvPr/>
          </p:nvSpPr>
          <p:spPr>
            <a:xfrm>
              <a:off x="5616950" y="3127125"/>
              <a:ext cx="734500" cy="1639875"/>
            </a:xfrm>
            <a:custGeom>
              <a:rect b="b" l="l" r="r" t="t"/>
              <a:pathLst>
                <a:path extrusionOk="0" h="65595" w="29380">
                  <a:moveTo>
                    <a:pt x="29047" y="1"/>
                  </a:moveTo>
                  <a:cubicBezTo>
                    <a:pt x="29047" y="4"/>
                    <a:pt x="29048" y="7"/>
                    <a:pt x="29049" y="10"/>
                  </a:cubicBezTo>
                  <a:lnTo>
                    <a:pt x="29049" y="10"/>
                  </a:lnTo>
                  <a:cubicBezTo>
                    <a:pt x="29057" y="4"/>
                    <a:pt x="29057" y="1"/>
                    <a:pt x="29047" y="1"/>
                  </a:cubicBezTo>
                  <a:close/>
                  <a:moveTo>
                    <a:pt x="28712" y="61"/>
                  </a:moveTo>
                  <a:cubicBezTo>
                    <a:pt x="28621" y="122"/>
                    <a:pt x="28560" y="183"/>
                    <a:pt x="28469" y="244"/>
                  </a:cubicBezTo>
                  <a:cubicBezTo>
                    <a:pt x="28466" y="245"/>
                    <a:pt x="28465" y="246"/>
                    <a:pt x="28466" y="246"/>
                  </a:cubicBezTo>
                  <a:cubicBezTo>
                    <a:pt x="28470" y="246"/>
                    <a:pt x="28519" y="229"/>
                    <a:pt x="28586" y="204"/>
                  </a:cubicBezTo>
                  <a:lnTo>
                    <a:pt x="28586" y="204"/>
                  </a:lnTo>
                  <a:cubicBezTo>
                    <a:pt x="28631" y="157"/>
                    <a:pt x="28674" y="110"/>
                    <a:pt x="28712" y="61"/>
                  </a:cubicBezTo>
                  <a:close/>
                  <a:moveTo>
                    <a:pt x="29049" y="10"/>
                  </a:moveTo>
                  <a:lnTo>
                    <a:pt x="29049" y="10"/>
                  </a:lnTo>
                  <a:cubicBezTo>
                    <a:pt x="29008" y="41"/>
                    <a:pt x="28745" y="145"/>
                    <a:pt x="28586" y="204"/>
                  </a:cubicBezTo>
                  <a:lnTo>
                    <a:pt x="28586" y="204"/>
                  </a:lnTo>
                  <a:cubicBezTo>
                    <a:pt x="28208" y="596"/>
                    <a:pt x="27630" y="931"/>
                    <a:pt x="27223" y="1338"/>
                  </a:cubicBezTo>
                  <a:cubicBezTo>
                    <a:pt x="26372" y="2250"/>
                    <a:pt x="25430" y="3101"/>
                    <a:pt x="24609" y="4013"/>
                  </a:cubicBezTo>
                  <a:cubicBezTo>
                    <a:pt x="23849" y="4864"/>
                    <a:pt x="23150" y="5776"/>
                    <a:pt x="22390" y="6627"/>
                  </a:cubicBezTo>
                  <a:cubicBezTo>
                    <a:pt x="21387" y="7812"/>
                    <a:pt x="20809" y="9150"/>
                    <a:pt x="19928" y="10396"/>
                  </a:cubicBezTo>
                  <a:cubicBezTo>
                    <a:pt x="17739" y="13405"/>
                    <a:pt x="15612" y="16384"/>
                    <a:pt x="13849" y="19667"/>
                  </a:cubicBezTo>
                  <a:cubicBezTo>
                    <a:pt x="12359" y="22493"/>
                    <a:pt x="10657" y="25229"/>
                    <a:pt x="9289" y="28117"/>
                  </a:cubicBezTo>
                  <a:cubicBezTo>
                    <a:pt x="7557" y="31703"/>
                    <a:pt x="6341" y="35533"/>
                    <a:pt x="5277" y="39393"/>
                  </a:cubicBezTo>
                  <a:cubicBezTo>
                    <a:pt x="4821" y="41035"/>
                    <a:pt x="4609" y="42706"/>
                    <a:pt x="4183" y="44348"/>
                  </a:cubicBezTo>
                  <a:cubicBezTo>
                    <a:pt x="3788" y="45837"/>
                    <a:pt x="3210" y="47266"/>
                    <a:pt x="2785" y="48755"/>
                  </a:cubicBezTo>
                  <a:cubicBezTo>
                    <a:pt x="2238" y="50701"/>
                    <a:pt x="1782" y="52676"/>
                    <a:pt x="1265" y="54622"/>
                  </a:cubicBezTo>
                  <a:cubicBezTo>
                    <a:pt x="809" y="56324"/>
                    <a:pt x="779" y="58147"/>
                    <a:pt x="627" y="59910"/>
                  </a:cubicBezTo>
                  <a:cubicBezTo>
                    <a:pt x="467" y="61450"/>
                    <a:pt x="355" y="62919"/>
                    <a:pt x="328" y="64461"/>
                  </a:cubicBezTo>
                  <a:lnTo>
                    <a:pt x="328" y="64461"/>
                  </a:lnTo>
                  <a:cubicBezTo>
                    <a:pt x="446" y="64207"/>
                    <a:pt x="571" y="63961"/>
                    <a:pt x="657" y="63740"/>
                  </a:cubicBezTo>
                  <a:cubicBezTo>
                    <a:pt x="900" y="63132"/>
                    <a:pt x="1143" y="62646"/>
                    <a:pt x="1478" y="62099"/>
                  </a:cubicBezTo>
                  <a:cubicBezTo>
                    <a:pt x="2177" y="60944"/>
                    <a:pt x="2906" y="59910"/>
                    <a:pt x="3666" y="58786"/>
                  </a:cubicBezTo>
                  <a:cubicBezTo>
                    <a:pt x="4700" y="57266"/>
                    <a:pt x="5672" y="55685"/>
                    <a:pt x="6919" y="54348"/>
                  </a:cubicBezTo>
                  <a:cubicBezTo>
                    <a:pt x="7679" y="53558"/>
                    <a:pt x="8286" y="52889"/>
                    <a:pt x="8864" y="51916"/>
                  </a:cubicBezTo>
                  <a:cubicBezTo>
                    <a:pt x="9624" y="50670"/>
                    <a:pt x="10657" y="49576"/>
                    <a:pt x="11326" y="48299"/>
                  </a:cubicBezTo>
                  <a:cubicBezTo>
                    <a:pt x="11752" y="47539"/>
                    <a:pt x="12299" y="46779"/>
                    <a:pt x="12785" y="46080"/>
                  </a:cubicBezTo>
                  <a:cubicBezTo>
                    <a:pt x="13332" y="45290"/>
                    <a:pt x="13666" y="44500"/>
                    <a:pt x="14153" y="43649"/>
                  </a:cubicBezTo>
                  <a:cubicBezTo>
                    <a:pt x="15095" y="42068"/>
                    <a:pt x="15855" y="40396"/>
                    <a:pt x="16797" y="38846"/>
                  </a:cubicBezTo>
                  <a:cubicBezTo>
                    <a:pt x="17405" y="37782"/>
                    <a:pt x="17800" y="36688"/>
                    <a:pt x="18317" y="35594"/>
                  </a:cubicBezTo>
                  <a:cubicBezTo>
                    <a:pt x="18864" y="34378"/>
                    <a:pt x="19502" y="33314"/>
                    <a:pt x="19898" y="32038"/>
                  </a:cubicBezTo>
                  <a:cubicBezTo>
                    <a:pt x="20627" y="29819"/>
                    <a:pt x="21630" y="27661"/>
                    <a:pt x="22390" y="25411"/>
                  </a:cubicBezTo>
                  <a:cubicBezTo>
                    <a:pt x="23241" y="22889"/>
                    <a:pt x="24183" y="20427"/>
                    <a:pt x="24882" y="17843"/>
                  </a:cubicBezTo>
                  <a:cubicBezTo>
                    <a:pt x="25521" y="15411"/>
                    <a:pt x="26493" y="13101"/>
                    <a:pt x="27101" y="10639"/>
                  </a:cubicBezTo>
                  <a:cubicBezTo>
                    <a:pt x="27405" y="9393"/>
                    <a:pt x="27497" y="8116"/>
                    <a:pt x="27892" y="6840"/>
                  </a:cubicBezTo>
                  <a:cubicBezTo>
                    <a:pt x="28256" y="5745"/>
                    <a:pt x="28621" y="4742"/>
                    <a:pt x="28804" y="3587"/>
                  </a:cubicBezTo>
                  <a:cubicBezTo>
                    <a:pt x="29046" y="2253"/>
                    <a:pt x="29379" y="1312"/>
                    <a:pt x="29049" y="10"/>
                  </a:cubicBezTo>
                  <a:close/>
                  <a:moveTo>
                    <a:pt x="328" y="64461"/>
                  </a:moveTo>
                  <a:lnTo>
                    <a:pt x="328" y="64461"/>
                  </a:lnTo>
                  <a:cubicBezTo>
                    <a:pt x="155" y="64837"/>
                    <a:pt x="1" y="65232"/>
                    <a:pt x="19" y="65594"/>
                  </a:cubicBezTo>
                  <a:cubicBezTo>
                    <a:pt x="19" y="65534"/>
                    <a:pt x="323" y="65199"/>
                    <a:pt x="323" y="65138"/>
                  </a:cubicBezTo>
                  <a:cubicBezTo>
                    <a:pt x="323" y="64911"/>
                    <a:pt x="325" y="64685"/>
                    <a:pt x="328" y="6446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38" name="Google Shape;2738;p23"/>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latin typeface="Lora SemiBold"/>
                <a:ea typeface="Lora SemiBold"/>
                <a:cs typeface="Lora SemiBold"/>
                <a:sym typeface="Lora SemiBold"/>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2_1">
    <p:spTree>
      <p:nvGrpSpPr>
        <p:cNvPr id="2739" name="Shape 2739"/>
        <p:cNvGrpSpPr/>
        <p:nvPr/>
      </p:nvGrpSpPr>
      <p:grpSpPr>
        <a:xfrm>
          <a:off x="0" y="0"/>
          <a:ext cx="0" cy="0"/>
          <a:chOff x="0" y="0"/>
          <a:chExt cx="0" cy="0"/>
        </a:xfrm>
      </p:grpSpPr>
      <p:pic>
        <p:nvPicPr>
          <p:cNvPr id="2740" name="Google Shape;2740;p24"/>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741" name="Google Shape;2741;p24"/>
          <p:cNvGrpSpPr/>
          <p:nvPr/>
        </p:nvGrpSpPr>
        <p:grpSpPr>
          <a:xfrm>
            <a:off x="26390" y="83194"/>
            <a:ext cx="9217885" cy="4905547"/>
            <a:chOff x="26390" y="83194"/>
            <a:chExt cx="9217885" cy="4905547"/>
          </a:xfrm>
        </p:grpSpPr>
        <p:grpSp>
          <p:nvGrpSpPr>
            <p:cNvPr id="2742" name="Google Shape;2742;p24"/>
            <p:cNvGrpSpPr/>
            <p:nvPr/>
          </p:nvGrpSpPr>
          <p:grpSpPr>
            <a:xfrm>
              <a:off x="26390" y="83194"/>
              <a:ext cx="8999788" cy="4905547"/>
              <a:chOff x="26390" y="83194"/>
              <a:chExt cx="8999788" cy="4905547"/>
            </a:xfrm>
          </p:grpSpPr>
          <p:grpSp>
            <p:nvGrpSpPr>
              <p:cNvPr id="2743" name="Google Shape;2743;p24"/>
              <p:cNvGrpSpPr/>
              <p:nvPr/>
            </p:nvGrpSpPr>
            <p:grpSpPr>
              <a:xfrm>
                <a:off x="26390" y="83194"/>
                <a:ext cx="8999788" cy="4905547"/>
                <a:chOff x="26390" y="83194"/>
                <a:chExt cx="8999788" cy="4905547"/>
              </a:xfrm>
            </p:grpSpPr>
            <p:grpSp>
              <p:nvGrpSpPr>
                <p:cNvPr id="2744" name="Google Shape;2744;p24"/>
                <p:cNvGrpSpPr/>
                <p:nvPr/>
              </p:nvGrpSpPr>
              <p:grpSpPr>
                <a:xfrm rot="10800000">
                  <a:off x="26390" y="83194"/>
                  <a:ext cx="8999788" cy="4905547"/>
                  <a:chOff x="215950" y="220125"/>
                  <a:chExt cx="8720725" cy="4753437"/>
                </a:xfrm>
              </p:grpSpPr>
              <p:grpSp>
                <p:nvGrpSpPr>
                  <p:cNvPr id="2745" name="Google Shape;2745;p24"/>
                  <p:cNvGrpSpPr/>
                  <p:nvPr/>
                </p:nvGrpSpPr>
                <p:grpSpPr>
                  <a:xfrm flipH="1" rot="10800000">
                    <a:off x="215950" y="220125"/>
                    <a:ext cx="8720725" cy="4753437"/>
                    <a:chOff x="139750" y="159113"/>
                    <a:chExt cx="8720725" cy="4753437"/>
                  </a:xfrm>
                </p:grpSpPr>
                <p:sp>
                  <p:nvSpPr>
                    <p:cNvPr id="2746" name="Google Shape;2746;p24"/>
                    <p:cNvSpPr/>
                    <p:nvPr/>
                  </p:nvSpPr>
                  <p:spPr>
                    <a:xfrm flipH="1">
                      <a:off x="8167513" y="1332063"/>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24"/>
                    <p:cNvSpPr/>
                    <p:nvPr/>
                  </p:nvSpPr>
                  <p:spPr>
                    <a:xfrm>
                      <a:off x="385674"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24"/>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24"/>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24"/>
                    <p:cNvSpPr/>
                    <p:nvPr/>
                  </p:nvSpPr>
                  <p:spPr>
                    <a:xfrm flipH="1">
                      <a:off x="8768737" y="66078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24"/>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24"/>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24"/>
                    <p:cNvSpPr/>
                    <p:nvPr/>
                  </p:nvSpPr>
                  <p:spPr>
                    <a:xfrm>
                      <a:off x="223038" y="3773163"/>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24"/>
                    <p:cNvSpPr/>
                    <p:nvPr/>
                  </p:nvSpPr>
                  <p:spPr>
                    <a:xfrm>
                      <a:off x="7934199" y="431320"/>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24"/>
                    <p:cNvSpPr/>
                    <p:nvPr/>
                  </p:nvSpPr>
                  <p:spPr>
                    <a:xfrm>
                      <a:off x="4852336" y="27741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56" name="Google Shape;2756;p24"/>
                  <p:cNvSpPr/>
                  <p:nvPr/>
                </p:nvSpPr>
                <p:spPr>
                  <a:xfrm flipH="1" rot="10800000">
                    <a:off x="8071638" y="559938"/>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7" name="Google Shape;2757;p24"/>
                <p:cNvGrpSpPr/>
                <p:nvPr/>
              </p:nvGrpSpPr>
              <p:grpSpPr>
                <a:xfrm flipH="1" rot="10800000">
                  <a:off x="302291" y="840707"/>
                  <a:ext cx="7581014" cy="3439420"/>
                  <a:chOff x="-654203" y="781450"/>
                  <a:chExt cx="9072539" cy="4116108"/>
                </a:xfrm>
              </p:grpSpPr>
              <p:sp>
                <p:nvSpPr>
                  <p:cNvPr id="2758" name="Google Shape;2758;p24"/>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24"/>
                  <p:cNvSpPr/>
                  <p:nvPr/>
                </p:nvSpPr>
                <p:spPr>
                  <a:xfrm flipH="1" rot="10800000">
                    <a:off x="6007150" y="1016574"/>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60" name="Google Shape;2760;p24"/>
                  <p:cNvGrpSpPr/>
                  <p:nvPr/>
                </p:nvGrpSpPr>
                <p:grpSpPr>
                  <a:xfrm flipH="1" rot="10800000">
                    <a:off x="-654203" y="1133348"/>
                    <a:ext cx="9072539" cy="3764210"/>
                    <a:chOff x="-730403" y="235117"/>
                    <a:chExt cx="9072539" cy="3764210"/>
                  </a:xfrm>
                </p:grpSpPr>
                <p:sp>
                  <p:nvSpPr>
                    <p:cNvPr id="2761" name="Google Shape;2761;p24"/>
                    <p:cNvSpPr/>
                    <p:nvPr/>
                  </p:nvSpPr>
                  <p:spPr>
                    <a:xfrm>
                      <a:off x="-603698" y="3495518"/>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24"/>
                    <p:cNvSpPr/>
                    <p:nvPr/>
                  </p:nvSpPr>
                  <p:spPr>
                    <a:xfrm flipH="1">
                      <a:off x="8199759" y="415325"/>
                      <a:ext cx="142378" cy="150430"/>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24"/>
                    <p:cNvSpPr/>
                    <p:nvPr/>
                  </p:nvSpPr>
                  <p:spPr>
                    <a:xfrm>
                      <a:off x="-730403" y="1390589"/>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24"/>
                    <p:cNvSpPr/>
                    <p:nvPr/>
                  </p:nvSpPr>
                  <p:spPr>
                    <a:xfrm flipH="1">
                      <a:off x="6688677" y="235117"/>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24"/>
                    <p:cNvSpPr/>
                    <p:nvPr/>
                  </p:nvSpPr>
                  <p:spPr>
                    <a:xfrm>
                      <a:off x="2360773" y="506526"/>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24"/>
                    <p:cNvSpPr/>
                    <p:nvPr/>
                  </p:nvSpPr>
                  <p:spPr>
                    <a:xfrm>
                      <a:off x="4118382" y="520699"/>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24"/>
                    <p:cNvSpPr/>
                    <p:nvPr/>
                  </p:nvSpPr>
                  <p:spPr>
                    <a:xfrm>
                      <a:off x="3502303" y="3937577"/>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2768" name="Google Shape;2768;p24"/>
              <p:cNvSpPr/>
              <p:nvPr/>
            </p:nvSpPr>
            <p:spPr>
              <a:xfrm>
                <a:off x="5515540" y="4848882"/>
                <a:ext cx="49509" cy="51598"/>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24"/>
              <p:cNvSpPr/>
              <p:nvPr/>
            </p:nvSpPr>
            <p:spPr>
              <a:xfrm>
                <a:off x="7931099" y="4694084"/>
                <a:ext cx="43221" cy="432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24"/>
              <p:cNvSpPr/>
              <p:nvPr/>
            </p:nvSpPr>
            <p:spPr>
              <a:xfrm>
                <a:off x="5335117" y="730648"/>
                <a:ext cx="76408" cy="76409"/>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71" name="Google Shape;2771;p24"/>
            <p:cNvSpPr/>
            <p:nvPr/>
          </p:nvSpPr>
          <p:spPr>
            <a:xfrm flipH="1">
              <a:off x="7650084" y="372525"/>
              <a:ext cx="1594191"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6"/>
                    <a:pt x="4134" y="1217"/>
                    <a:pt x="4621" y="1217"/>
                  </a:cubicBezTo>
                  <a:cubicBezTo>
                    <a:pt x="5198" y="1217"/>
                    <a:pt x="5715" y="1156"/>
                    <a:pt x="6262" y="1399"/>
                  </a:cubicBezTo>
                  <a:cubicBezTo>
                    <a:pt x="6870" y="1673"/>
                    <a:pt x="7478" y="2007"/>
                    <a:pt x="8055" y="2372"/>
                  </a:cubicBezTo>
                  <a:cubicBezTo>
                    <a:pt x="8572" y="2706"/>
                    <a:pt x="8937" y="3162"/>
                    <a:pt x="9545" y="3345"/>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4"/>
                  </a:cubicBezTo>
                  <a:cubicBezTo>
                    <a:pt x="16110" y="579"/>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8"/>
                    <a:pt x="24378" y="4287"/>
                    <a:pt x="25138" y="4287"/>
                  </a:cubicBezTo>
                  <a:cubicBezTo>
                    <a:pt x="25502" y="4287"/>
                    <a:pt x="26050" y="4378"/>
                    <a:pt x="26414" y="4256"/>
                  </a:cubicBezTo>
                  <a:cubicBezTo>
                    <a:pt x="26870" y="4135"/>
                    <a:pt x="27296" y="3740"/>
                    <a:pt x="27721" y="3527"/>
                  </a:cubicBezTo>
                  <a:cubicBezTo>
                    <a:pt x="28451" y="3162"/>
                    <a:pt x="29150" y="2372"/>
                    <a:pt x="29636" y="1734"/>
                  </a:cubicBezTo>
                  <a:cubicBezTo>
                    <a:pt x="29910" y="1430"/>
                    <a:pt x="30123" y="1065"/>
                    <a:pt x="30335" y="730"/>
                  </a:cubicBezTo>
                  <a:cubicBezTo>
                    <a:pt x="30427" y="548"/>
                    <a:pt x="30548" y="305"/>
                    <a:pt x="30761" y="275"/>
                  </a:cubicBezTo>
                  <a:cubicBezTo>
                    <a:pt x="30822" y="457"/>
                    <a:pt x="30822" y="609"/>
                    <a:pt x="30822" y="822"/>
                  </a:cubicBezTo>
                </a:path>
              </a:pathLst>
            </a:custGeom>
            <a:noFill/>
            <a:ln cap="flat" cmpd="sng" w="66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24"/>
            <p:cNvSpPr/>
            <p:nvPr/>
          </p:nvSpPr>
          <p:spPr>
            <a:xfrm flipH="1">
              <a:off x="7650084" y="548825"/>
              <a:ext cx="1594191"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5"/>
                    <a:pt x="4134" y="1217"/>
                    <a:pt x="4621" y="1217"/>
                  </a:cubicBezTo>
                  <a:cubicBezTo>
                    <a:pt x="5198" y="1217"/>
                    <a:pt x="5715" y="1156"/>
                    <a:pt x="6262" y="1399"/>
                  </a:cubicBezTo>
                  <a:cubicBezTo>
                    <a:pt x="6870" y="1673"/>
                    <a:pt x="7478" y="2007"/>
                    <a:pt x="8055" y="2372"/>
                  </a:cubicBezTo>
                  <a:cubicBezTo>
                    <a:pt x="8572" y="2706"/>
                    <a:pt x="8937" y="3162"/>
                    <a:pt x="9545" y="3344"/>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3"/>
                  </a:cubicBezTo>
                  <a:cubicBezTo>
                    <a:pt x="16110" y="578"/>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7"/>
                    <a:pt x="24378" y="4287"/>
                    <a:pt x="25138" y="4287"/>
                  </a:cubicBezTo>
                  <a:cubicBezTo>
                    <a:pt x="25502" y="4287"/>
                    <a:pt x="26050" y="4378"/>
                    <a:pt x="26414" y="4256"/>
                  </a:cubicBezTo>
                  <a:cubicBezTo>
                    <a:pt x="26870" y="4135"/>
                    <a:pt x="27296" y="3739"/>
                    <a:pt x="27721" y="3527"/>
                  </a:cubicBezTo>
                  <a:cubicBezTo>
                    <a:pt x="28451" y="3162"/>
                    <a:pt x="29150" y="2372"/>
                    <a:pt x="29636" y="1733"/>
                  </a:cubicBezTo>
                  <a:cubicBezTo>
                    <a:pt x="29910" y="1399"/>
                    <a:pt x="30123" y="1065"/>
                    <a:pt x="30335" y="730"/>
                  </a:cubicBezTo>
                  <a:cubicBezTo>
                    <a:pt x="30427" y="548"/>
                    <a:pt x="30548" y="305"/>
                    <a:pt x="30761" y="274"/>
                  </a:cubicBezTo>
                  <a:cubicBezTo>
                    <a:pt x="30822" y="457"/>
                    <a:pt x="30822" y="609"/>
                    <a:pt x="30822" y="821"/>
                  </a:cubicBezTo>
                </a:path>
              </a:pathLst>
            </a:custGeom>
            <a:noFill/>
            <a:ln cap="flat" cmpd="sng" w="76000">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73" name="Google Shape;2773;p2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latin typeface="Lora SemiBold"/>
                <a:ea typeface="Lora SemiBold"/>
                <a:cs typeface="Lora SemiBold"/>
                <a:sym typeface="Lora SemiBold"/>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2_1_1">
    <p:spTree>
      <p:nvGrpSpPr>
        <p:cNvPr id="2774" name="Shape 2774"/>
        <p:cNvGrpSpPr/>
        <p:nvPr/>
      </p:nvGrpSpPr>
      <p:grpSpPr>
        <a:xfrm>
          <a:off x="0" y="0"/>
          <a:ext cx="0" cy="0"/>
          <a:chOff x="0" y="0"/>
          <a:chExt cx="0" cy="0"/>
        </a:xfrm>
      </p:grpSpPr>
      <p:pic>
        <p:nvPicPr>
          <p:cNvPr id="2775" name="Google Shape;2775;p25"/>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776" name="Google Shape;2776;p25"/>
          <p:cNvGrpSpPr/>
          <p:nvPr/>
        </p:nvGrpSpPr>
        <p:grpSpPr>
          <a:xfrm flipH="1" rot="-5400000">
            <a:off x="-152301" y="4013681"/>
            <a:ext cx="1089907" cy="530503"/>
            <a:chOff x="2378750" y="627850"/>
            <a:chExt cx="1312350" cy="638775"/>
          </a:xfrm>
        </p:grpSpPr>
        <p:sp>
          <p:nvSpPr>
            <p:cNvPr id="2777" name="Google Shape;2777;p25"/>
            <p:cNvSpPr/>
            <p:nvPr/>
          </p:nvSpPr>
          <p:spPr>
            <a:xfrm>
              <a:off x="2514775" y="795425"/>
              <a:ext cx="1070400" cy="471200"/>
            </a:xfrm>
            <a:custGeom>
              <a:rect b="b" l="l" r="r" t="t"/>
              <a:pathLst>
                <a:path extrusionOk="0" h="18848" w="42816">
                  <a:moveTo>
                    <a:pt x="20996" y="1"/>
                  </a:moveTo>
                  <a:cubicBezTo>
                    <a:pt x="12718" y="1"/>
                    <a:pt x="4488" y="3311"/>
                    <a:pt x="0" y="10258"/>
                  </a:cubicBezTo>
                  <a:cubicBezTo>
                    <a:pt x="182" y="12508"/>
                    <a:pt x="5775" y="15030"/>
                    <a:pt x="7660" y="15851"/>
                  </a:cubicBezTo>
                  <a:cubicBezTo>
                    <a:pt x="11550" y="17553"/>
                    <a:pt x="15684" y="18587"/>
                    <a:pt x="19940" y="18769"/>
                  </a:cubicBezTo>
                  <a:cubicBezTo>
                    <a:pt x="20924" y="18819"/>
                    <a:pt x="21933" y="18848"/>
                    <a:pt x="22955" y="18848"/>
                  </a:cubicBezTo>
                  <a:cubicBezTo>
                    <a:pt x="28811" y="18848"/>
                    <a:pt x="35104" y="17899"/>
                    <a:pt x="39788" y="14483"/>
                  </a:cubicBezTo>
                  <a:cubicBezTo>
                    <a:pt x="40730" y="13784"/>
                    <a:pt x="41521" y="12994"/>
                    <a:pt x="42129" y="12021"/>
                  </a:cubicBezTo>
                  <a:cubicBezTo>
                    <a:pt x="42417" y="11473"/>
                    <a:pt x="42815" y="9665"/>
                    <a:pt x="42335" y="9665"/>
                  </a:cubicBezTo>
                  <a:cubicBezTo>
                    <a:pt x="42309" y="9665"/>
                    <a:pt x="42281" y="9670"/>
                    <a:pt x="42250" y="9681"/>
                  </a:cubicBezTo>
                  <a:cubicBezTo>
                    <a:pt x="40487" y="8070"/>
                    <a:pt x="39119" y="6064"/>
                    <a:pt x="37052" y="4666"/>
                  </a:cubicBezTo>
                  <a:cubicBezTo>
                    <a:pt x="32498" y="1592"/>
                    <a:pt x="26735" y="1"/>
                    <a:pt x="209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25"/>
            <p:cNvSpPr/>
            <p:nvPr/>
          </p:nvSpPr>
          <p:spPr>
            <a:xfrm>
              <a:off x="2764775" y="792475"/>
              <a:ext cx="549425" cy="443075"/>
            </a:xfrm>
            <a:custGeom>
              <a:rect b="b" l="l" r="r" t="t"/>
              <a:pathLst>
                <a:path extrusionOk="0" h="17723" w="21977">
                  <a:moveTo>
                    <a:pt x="11877" y="0"/>
                  </a:moveTo>
                  <a:cubicBezTo>
                    <a:pt x="6662" y="0"/>
                    <a:pt x="2098" y="1258"/>
                    <a:pt x="2098" y="1258"/>
                  </a:cubicBezTo>
                  <a:cubicBezTo>
                    <a:pt x="0" y="4419"/>
                    <a:pt x="426" y="8613"/>
                    <a:pt x="1854" y="12079"/>
                  </a:cubicBezTo>
                  <a:cubicBezTo>
                    <a:pt x="2888" y="14662"/>
                    <a:pt x="5350" y="16455"/>
                    <a:pt x="8025" y="17215"/>
                  </a:cubicBezTo>
                  <a:cubicBezTo>
                    <a:pt x="9160" y="17532"/>
                    <a:pt x="10472" y="17723"/>
                    <a:pt x="11793" y="17723"/>
                  </a:cubicBezTo>
                  <a:cubicBezTo>
                    <a:pt x="13514" y="17723"/>
                    <a:pt x="15251" y="17399"/>
                    <a:pt x="16627" y="16607"/>
                  </a:cubicBezTo>
                  <a:cubicBezTo>
                    <a:pt x="19058" y="15179"/>
                    <a:pt x="20305" y="11896"/>
                    <a:pt x="20943" y="9252"/>
                  </a:cubicBezTo>
                  <a:cubicBezTo>
                    <a:pt x="21156" y="8431"/>
                    <a:pt x="21976" y="2382"/>
                    <a:pt x="21338" y="2018"/>
                  </a:cubicBezTo>
                  <a:cubicBezTo>
                    <a:pt x="18546" y="477"/>
                    <a:pt x="15088" y="0"/>
                    <a:pt x="118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25"/>
            <p:cNvSpPr/>
            <p:nvPr/>
          </p:nvSpPr>
          <p:spPr>
            <a:xfrm>
              <a:off x="2378750" y="905225"/>
              <a:ext cx="159600" cy="117025"/>
            </a:xfrm>
            <a:custGeom>
              <a:rect b="b" l="l" r="r" t="t"/>
              <a:pathLst>
                <a:path extrusionOk="0" h="4681" w="6384">
                  <a:moveTo>
                    <a:pt x="973" y="0"/>
                  </a:moveTo>
                  <a:cubicBezTo>
                    <a:pt x="669" y="365"/>
                    <a:pt x="335" y="973"/>
                    <a:pt x="0" y="1368"/>
                  </a:cubicBezTo>
                  <a:cubicBezTo>
                    <a:pt x="1550" y="2432"/>
                    <a:pt x="3101" y="3830"/>
                    <a:pt x="4772" y="4681"/>
                  </a:cubicBezTo>
                  <a:cubicBezTo>
                    <a:pt x="5289" y="3982"/>
                    <a:pt x="6019" y="3344"/>
                    <a:pt x="6383" y="2584"/>
                  </a:cubicBezTo>
                  <a:cubicBezTo>
                    <a:pt x="5228" y="1611"/>
                    <a:pt x="2523" y="365"/>
                    <a:pt x="9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25"/>
            <p:cNvSpPr/>
            <p:nvPr/>
          </p:nvSpPr>
          <p:spPr>
            <a:xfrm>
              <a:off x="2473725" y="795800"/>
              <a:ext cx="164175" cy="133750"/>
            </a:xfrm>
            <a:custGeom>
              <a:rect b="b" l="l" r="r" t="t"/>
              <a:pathLst>
                <a:path extrusionOk="0" h="5350" w="6567">
                  <a:moveTo>
                    <a:pt x="1976" y="0"/>
                  </a:moveTo>
                  <a:lnTo>
                    <a:pt x="1" y="1976"/>
                  </a:lnTo>
                  <a:lnTo>
                    <a:pt x="4378" y="5350"/>
                  </a:lnTo>
                  <a:lnTo>
                    <a:pt x="6566" y="3678"/>
                  </a:lnTo>
                  <a:lnTo>
                    <a:pt x="19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25"/>
            <p:cNvSpPr/>
            <p:nvPr/>
          </p:nvSpPr>
          <p:spPr>
            <a:xfrm>
              <a:off x="2579350" y="715250"/>
              <a:ext cx="150500" cy="147425"/>
            </a:xfrm>
            <a:custGeom>
              <a:rect b="b" l="l" r="r" t="t"/>
              <a:pathLst>
                <a:path extrusionOk="0" h="5897" w="6020">
                  <a:moveTo>
                    <a:pt x="2341" y="0"/>
                  </a:moveTo>
                  <a:lnTo>
                    <a:pt x="1" y="1611"/>
                  </a:lnTo>
                  <a:lnTo>
                    <a:pt x="3739" y="5897"/>
                  </a:lnTo>
                  <a:lnTo>
                    <a:pt x="6019" y="4620"/>
                  </a:lnTo>
                  <a:lnTo>
                    <a:pt x="23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25"/>
            <p:cNvSpPr/>
            <p:nvPr/>
          </p:nvSpPr>
          <p:spPr>
            <a:xfrm>
              <a:off x="2703975" y="664325"/>
              <a:ext cx="129975" cy="152775"/>
            </a:xfrm>
            <a:custGeom>
              <a:rect b="b" l="l" r="r" t="t"/>
              <a:pathLst>
                <a:path extrusionOk="0" h="6111" w="5199">
                  <a:moveTo>
                    <a:pt x="2280" y="1"/>
                  </a:moveTo>
                  <a:lnTo>
                    <a:pt x="1" y="943"/>
                  </a:lnTo>
                  <a:lnTo>
                    <a:pt x="2706" y="6110"/>
                  </a:lnTo>
                  <a:lnTo>
                    <a:pt x="5198" y="5259"/>
                  </a:lnTo>
                  <a:lnTo>
                    <a:pt x="22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25"/>
            <p:cNvSpPr/>
            <p:nvPr/>
          </p:nvSpPr>
          <p:spPr>
            <a:xfrm>
              <a:off x="2857475" y="635450"/>
              <a:ext cx="93500" cy="153525"/>
            </a:xfrm>
            <a:custGeom>
              <a:rect b="b" l="l" r="r" t="t"/>
              <a:pathLst>
                <a:path extrusionOk="0" h="6141" w="3740">
                  <a:moveTo>
                    <a:pt x="2189" y="1"/>
                  </a:moveTo>
                  <a:lnTo>
                    <a:pt x="1" y="487"/>
                  </a:lnTo>
                  <a:lnTo>
                    <a:pt x="1460" y="6141"/>
                  </a:lnTo>
                  <a:lnTo>
                    <a:pt x="3739" y="5685"/>
                  </a:lnTo>
                  <a:lnTo>
                    <a:pt x="21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25"/>
            <p:cNvSpPr/>
            <p:nvPr/>
          </p:nvSpPr>
          <p:spPr>
            <a:xfrm>
              <a:off x="3010975" y="627850"/>
              <a:ext cx="54750" cy="148200"/>
            </a:xfrm>
            <a:custGeom>
              <a:rect b="b" l="l" r="r" t="t"/>
              <a:pathLst>
                <a:path extrusionOk="0" h="5928" w="2190">
                  <a:moveTo>
                    <a:pt x="1" y="1"/>
                  </a:moveTo>
                  <a:lnTo>
                    <a:pt x="1" y="5928"/>
                  </a:lnTo>
                  <a:lnTo>
                    <a:pt x="2189" y="5928"/>
                  </a:lnTo>
                  <a:lnTo>
                    <a:pt x="2189" y="30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25"/>
            <p:cNvSpPr/>
            <p:nvPr/>
          </p:nvSpPr>
          <p:spPr>
            <a:xfrm>
              <a:off x="3128000" y="635450"/>
              <a:ext cx="104125" cy="153525"/>
            </a:xfrm>
            <a:custGeom>
              <a:rect b="b" l="l" r="r" t="t"/>
              <a:pathLst>
                <a:path extrusionOk="0" h="6141" w="4165">
                  <a:moveTo>
                    <a:pt x="1763" y="1"/>
                  </a:moveTo>
                  <a:lnTo>
                    <a:pt x="0" y="5624"/>
                  </a:lnTo>
                  <a:lnTo>
                    <a:pt x="2858" y="6141"/>
                  </a:lnTo>
                  <a:lnTo>
                    <a:pt x="4165" y="487"/>
                  </a:lnTo>
                  <a:lnTo>
                    <a:pt x="1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25"/>
            <p:cNvSpPr/>
            <p:nvPr/>
          </p:nvSpPr>
          <p:spPr>
            <a:xfrm>
              <a:off x="3261750" y="674975"/>
              <a:ext cx="120850" cy="152000"/>
            </a:xfrm>
            <a:custGeom>
              <a:rect b="b" l="l" r="r" t="t"/>
              <a:pathLst>
                <a:path extrusionOk="0" h="6080" w="4834">
                  <a:moveTo>
                    <a:pt x="2401" y="0"/>
                  </a:moveTo>
                  <a:lnTo>
                    <a:pt x="0" y="5137"/>
                  </a:lnTo>
                  <a:lnTo>
                    <a:pt x="2553" y="6079"/>
                  </a:lnTo>
                  <a:lnTo>
                    <a:pt x="4833" y="1064"/>
                  </a:lnTo>
                  <a:lnTo>
                    <a:pt x="24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25"/>
            <p:cNvSpPr/>
            <p:nvPr/>
          </p:nvSpPr>
          <p:spPr>
            <a:xfrm>
              <a:off x="3373450" y="730450"/>
              <a:ext cx="118550" cy="151225"/>
            </a:xfrm>
            <a:custGeom>
              <a:rect b="b" l="l" r="r" t="t"/>
              <a:pathLst>
                <a:path extrusionOk="0" h="6049" w="4742">
                  <a:moveTo>
                    <a:pt x="2827" y="0"/>
                  </a:moveTo>
                  <a:lnTo>
                    <a:pt x="0" y="4894"/>
                  </a:lnTo>
                  <a:lnTo>
                    <a:pt x="1946" y="6049"/>
                  </a:lnTo>
                  <a:lnTo>
                    <a:pt x="4742" y="1368"/>
                  </a:lnTo>
                  <a:lnTo>
                    <a:pt x="2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25"/>
            <p:cNvSpPr/>
            <p:nvPr/>
          </p:nvSpPr>
          <p:spPr>
            <a:xfrm>
              <a:off x="3477550" y="817075"/>
              <a:ext cx="123875" cy="132225"/>
            </a:xfrm>
            <a:custGeom>
              <a:rect b="b" l="l" r="r" t="t"/>
              <a:pathLst>
                <a:path extrusionOk="0" h="5289" w="4955">
                  <a:moveTo>
                    <a:pt x="3283" y="0"/>
                  </a:moveTo>
                  <a:lnTo>
                    <a:pt x="0" y="3921"/>
                  </a:lnTo>
                  <a:lnTo>
                    <a:pt x="1581" y="5289"/>
                  </a:lnTo>
                  <a:lnTo>
                    <a:pt x="4955" y="1216"/>
                  </a:lnTo>
                  <a:lnTo>
                    <a:pt x="32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25"/>
            <p:cNvSpPr/>
            <p:nvPr/>
          </p:nvSpPr>
          <p:spPr>
            <a:xfrm>
              <a:off x="3563425" y="929525"/>
              <a:ext cx="127675" cy="101850"/>
            </a:xfrm>
            <a:custGeom>
              <a:rect b="b" l="l" r="r" t="t"/>
              <a:pathLst>
                <a:path extrusionOk="0" h="4074" w="5107">
                  <a:moveTo>
                    <a:pt x="3708" y="1"/>
                  </a:moveTo>
                  <a:lnTo>
                    <a:pt x="0" y="2189"/>
                  </a:lnTo>
                  <a:lnTo>
                    <a:pt x="1246" y="4074"/>
                  </a:lnTo>
                  <a:lnTo>
                    <a:pt x="5107" y="1308"/>
                  </a:lnTo>
                  <a:lnTo>
                    <a:pt x="37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25"/>
            <p:cNvSpPr/>
            <p:nvPr/>
          </p:nvSpPr>
          <p:spPr>
            <a:xfrm>
              <a:off x="2908400" y="837225"/>
              <a:ext cx="263700" cy="286250"/>
            </a:xfrm>
            <a:custGeom>
              <a:rect b="b" l="l" r="r" t="t"/>
              <a:pathLst>
                <a:path extrusionOk="0" h="11450" w="10548">
                  <a:moveTo>
                    <a:pt x="7074" y="1"/>
                  </a:moveTo>
                  <a:cubicBezTo>
                    <a:pt x="6525" y="1"/>
                    <a:pt x="5982" y="23"/>
                    <a:pt x="5471" y="45"/>
                  </a:cubicBezTo>
                  <a:cubicBezTo>
                    <a:pt x="4137" y="130"/>
                    <a:pt x="2697" y="507"/>
                    <a:pt x="1399" y="507"/>
                  </a:cubicBezTo>
                  <a:cubicBezTo>
                    <a:pt x="1307" y="507"/>
                    <a:pt x="1215" y="505"/>
                    <a:pt x="1125" y="501"/>
                  </a:cubicBezTo>
                  <a:lnTo>
                    <a:pt x="1125" y="501"/>
                  </a:lnTo>
                  <a:cubicBezTo>
                    <a:pt x="0" y="3510"/>
                    <a:pt x="1064" y="8495"/>
                    <a:pt x="3739" y="10501"/>
                  </a:cubicBezTo>
                  <a:cubicBezTo>
                    <a:pt x="4511" y="11091"/>
                    <a:pt x="5515" y="11449"/>
                    <a:pt x="6495" y="11449"/>
                  </a:cubicBezTo>
                  <a:cubicBezTo>
                    <a:pt x="6980" y="11449"/>
                    <a:pt x="7460" y="11361"/>
                    <a:pt x="7903" y="11170"/>
                  </a:cubicBezTo>
                  <a:cubicBezTo>
                    <a:pt x="9605" y="10471"/>
                    <a:pt x="10031" y="8769"/>
                    <a:pt x="10183" y="7067"/>
                  </a:cubicBezTo>
                  <a:cubicBezTo>
                    <a:pt x="10395" y="4817"/>
                    <a:pt x="10547" y="2416"/>
                    <a:pt x="9848" y="319"/>
                  </a:cubicBezTo>
                  <a:cubicBezTo>
                    <a:pt x="8999" y="68"/>
                    <a:pt x="8028" y="1"/>
                    <a:pt x="7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1" name="Google Shape;2791;p25"/>
          <p:cNvGrpSpPr/>
          <p:nvPr/>
        </p:nvGrpSpPr>
        <p:grpSpPr>
          <a:xfrm flipH="1">
            <a:off x="7900849" y="259831"/>
            <a:ext cx="1089907" cy="530503"/>
            <a:chOff x="2378750" y="627850"/>
            <a:chExt cx="1312350" cy="638775"/>
          </a:xfrm>
        </p:grpSpPr>
        <p:sp>
          <p:nvSpPr>
            <p:cNvPr id="2792" name="Google Shape;2792;p25"/>
            <p:cNvSpPr/>
            <p:nvPr/>
          </p:nvSpPr>
          <p:spPr>
            <a:xfrm>
              <a:off x="2514775" y="795425"/>
              <a:ext cx="1070400" cy="471200"/>
            </a:xfrm>
            <a:custGeom>
              <a:rect b="b" l="l" r="r" t="t"/>
              <a:pathLst>
                <a:path extrusionOk="0" h="18848" w="42816">
                  <a:moveTo>
                    <a:pt x="20996" y="1"/>
                  </a:moveTo>
                  <a:cubicBezTo>
                    <a:pt x="12718" y="1"/>
                    <a:pt x="4488" y="3311"/>
                    <a:pt x="0" y="10258"/>
                  </a:cubicBezTo>
                  <a:cubicBezTo>
                    <a:pt x="182" y="12508"/>
                    <a:pt x="5775" y="15030"/>
                    <a:pt x="7660" y="15851"/>
                  </a:cubicBezTo>
                  <a:cubicBezTo>
                    <a:pt x="11550" y="17553"/>
                    <a:pt x="15684" y="18587"/>
                    <a:pt x="19940" y="18769"/>
                  </a:cubicBezTo>
                  <a:cubicBezTo>
                    <a:pt x="20924" y="18819"/>
                    <a:pt x="21933" y="18848"/>
                    <a:pt x="22955" y="18848"/>
                  </a:cubicBezTo>
                  <a:cubicBezTo>
                    <a:pt x="28811" y="18848"/>
                    <a:pt x="35104" y="17899"/>
                    <a:pt x="39788" y="14483"/>
                  </a:cubicBezTo>
                  <a:cubicBezTo>
                    <a:pt x="40730" y="13784"/>
                    <a:pt x="41521" y="12994"/>
                    <a:pt x="42129" y="12021"/>
                  </a:cubicBezTo>
                  <a:cubicBezTo>
                    <a:pt x="42417" y="11473"/>
                    <a:pt x="42815" y="9665"/>
                    <a:pt x="42335" y="9665"/>
                  </a:cubicBezTo>
                  <a:cubicBezTo>
                    <a:pt x="42309" y="9665"/>
                    <a:pt x="42281" y="9670"/>
                    <a:pt x="42250" y="9681"/>
                  </a:cubicBezTo>
                  <a:cubicBezTo>
                    <a:pt x="40487" y="8070"/>
                    <a:pt x="39119" y="6064"/>
                    <a:pt x="37052" y="4666"/>
                  </a:cubicBezTo>
                  <a:cubicBezTo>
                    <a:pt x="32498" y="1592"/>
                    <a:pt x="26735" y="1"/>
                    <a:pt x="209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25"/>
            <p:cNvSpPr/>
            <p:nvPr/>
          </p:nvSpPr>
          <p:spPr>
            <a:xfrm>
              <a:off x="2764775" y="792475"/>
              <a:ext cx="549425" cy="443075"/>
            </a:xfrm>
            <a:custGeom>
              <a:rect b="b" l="l" r="r" t="t"/>
              <a:pathLst>
                <a:path extrusionOk="0" h="17723" w="21977">
                  <a:moveTo>
                    <a:pt x="11877" y="0"/>
                  </a:moveTo>
                  <a:cubicBezTo>
                    <a:pt x="6662" y="0"/>
                    <a:pt x="2098" y="1258"/>
                    <a:pt x="2098" y="1258"/>
                  </a:cubicBezTo>
                  <a:cubicBezTo>
                    <a:pt x="0" y="4419"/>
                    <a:pt x="426" y="8613"/>
                    <a:pt x="1854" y="12079"/>
                  </a:cubicBezTo>
                  <a:cubicBezTo>
                    <a:pt x="2888" y="14662"/>
                    <a:pt x="5350" y="16455"/>
                    <a:pt x="8025" y="17215"/>
                  </a:cubicBezTo>
                  <a:cubicBezTo>
                    <a:pt x="9160" y="17532"/>
                    <a:pt x="10472" y="17723"/>
                    <a:pt x="11793" y="17723"/>
                  </a:cubicBezTo>
                  <a:cubicBezTo>
                    <a:pt x="13514" y="17723"/>
                    <a:pt x="15251" y="17399"/>
                    <a:pt x="16627" y="16607"/>
                  </a:cubicBezTo>
                  <a:cubicBezTo>
                    <a:pt x="19058" y="15179"/>
                    <a:pt x="20305" y="11896"/>
                    <a:pt x="20943" y="9252"/>
                  </a:cubicBezTo>
                  <a:cubicBezTo>
                    <a:pt x="21156" y="8431"/>
                    <a:pt x="21976" y="2382"/>
                    <a:pt x="21338" y="2018"/>
                  </a:cubicBezTo>
                  <a:cubicBezTo>
                    <a:pt x="18546" y="477"/>
                    <a:pt x="15088" y="0"/>
                    <a:pt x="118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25"/>
            <p:cNvSpPr/>
            <p:nvPr/>
          </p:nvSpPr>
          <p:spPr>
            <a:xfrm>
              <a:off x="2378750" y="905225"/>
              <a:ext cx="159600" cy="117025"/>
            </a:xfrm>
            <a:custGeom>
              <a:rect b="b" l="l" r="r" t="t"/>
              <a:pathLst>
                <a:path extrusionOk="0" h="4681" w="6384">
                  <a:moveTo>
                    <a:pt x="973" y="0"/>
                  </a:moveTo>
                  <a:cubicBezTo>
                    <a:pt x="669" y="365"/>
                    <a:pt x="335" y="973"/>
                    <a:pt x="0" y="1368"/>
                  </a:cubicBezTo>
                  <a:cubicBezTo>
                    <a:pt x="1550" y="2432"/>
                    <a:pt x="3101" y="3830"/>
                    <a:pt x="4772" y="4681"/>
                  </a:cubicBezTo>
                  <a:cubicBezTo>
                    <a:pt x="5289" y="3982"/>
                    <a:pt x="6019" y="3344"/>
                    <a:pt x="6383" y="2584"/>
                  </a:cubicBezTo>
                  <a:cubicBezTo>
                    <a:pt x="5228" y="1611"/>
                    <a:pt x="2523" y="365"/>
                    <a:pt x="9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25"/>
            <p:cNvSpPr/>
            <p:nvPr/>
          </p:nvSpPr>
          <p:spPr>
            <a:xfrm>
              <a:off x="2473725" y="795800"/>
              <a:ext cx="164175" cy="133750"/>
            </a:xfrm>
            <a:custGeom>
              <a:rect b="b" l="l" r="r" t="t"/>
              <a:pathLst>
                <a:path extrusionOk="0" h="5350" w="6567">
                  <a:moveTo>
                    <a:pt x="1976" y="0"/>
                  </a:moveTo>
                  <a:lnTo>
                    <a:pt x="1" y="1976"/>
                  </a:lnTo>
                  <a:lnTo>
                    <a:pt x="4378" y="5350"/>
                  </a:lnTo>
                  <a:lnTo>
                    <a:pt x="6566" y="3678"/>
                  </a:lnTo>
                  <a:lnTo>
                    <a:pt x="19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25"/>
            <p:cNvSpPr/>
            <p:nvPr/>
          </p:nvSpPr>
          <p:spPr>
            <a:xfrm>
              <a:off x="2579350" y="715250"/>
              <a:ext cx="150500" cy="147425"/>
            </a:xfrm>
            <a:custGeom>
              <a:rect b="b" l="l" r="r" t="t"/>
              <a:pathLst>
                <a:path extrusionOk="0" h="5897" w="6020">
                  <a:moveTo>
                    <a:pt x="2341" y="0"/>
                  </a:moveTo>
                  <a:lnTo>
                    <a:pt x="1" y="1611"/>
                  </a:lnTo>
                  <a:lnTo>
                    <a:pt x="3739" y="5897"/>
                  </a:lnTo>
                  <a:lnTo>
                    <a:pt x="6019" y="4620"/>
                  </a:lnTo>
                  <a:lnTo>
                    <a:pt x="23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25"/>
            <p:cNvSpPr/>
            <p:nvPr/>
          </p:nvSpPr>
          <p:spPr>
            <a:xfrm>
              <a:off x="2703975" y="664325"/>
              <a:ext cx="129975" cy="152775"/>
            </a:xfrm>
            <a:custGeom>
              <a:rect b="b" l="l" r="r" t="t"/>
              <a:pathLst>
                <a:path extrusionOk="0" h="6111" w="5199">
                  <a:moveTo>
                    <a:pt x="2280" y="1"/>
                  </a:moveTo>
                  <a:lnTo>
                    <a:pt x="1" y="943"/>
                  </a:lnTo>
                  <a:lnTo>
                    <a:pt x="2706" y="6110"/>
                  </a:lnTo>
                  <a:lnTo>
                    <a:pt x="5198" y="5259"/>
                  </a:lnTo>
                  <a:lnTo>
                    <a:pt x="22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25"/>
            <p:cNvSpPr/>
            <p:nvPr/>
          </p:nvSpPr>
          <p:spPr>
            <a:xfrm>
              <a:off x="2857475" y="635450"/>
              <a:ext cx="93500" cy="153525"/>
            </a:xfrm>
            <a:custGeom>
              <a:rect b="b" l="l" r="r" t="t"/>
              <a:pathLst>
                <a:path extrusionOk="0" h="6141" w="3740">
                  <a:moveTo>
                    <a:pt x="2189" y="1"/>
                  </a:moveTo>
                  <a:lnTo>
                    <a:pt x="1" y="487"/>
                  </a:lnTo>
                  <a:lnTo>
                    <a:pt x="1460" y="6141"/>
                  </a:lnTo>
                  <a:lnTo>
                    <a:pt x="3739" y="5685"/>
                  </a:lnTo>
                  <a:lnTo>
                    <a:pt x="21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25"/>
            <p:cNvSpPr/>
            <p:nvPr/>
          </p:nvSpPr>
          <p:spPr>
            <a:xfrm>
              <a:off x="3010975" y="627850"/>
              <a:ext cx="54750" cy="148200"/>
            </a:xfrm>
            <a:custGeom>
              <a:rect b="b" l="l" r="r" t="t"/>
              <a:pathLst>
                <a:path extrusionOk="0" h="5928" w="2190">
                  <a:moveTo>
                    <a:pt x="1" y="1"/>
                  </a:moveTo>
                  <a:lnTo>
                    <a:pt x="1" y="5928"/>
                  </a:lnTo>
                  <a:lnTo>
                    <a:pt x="2189" y="5928"/>
                  </a:lnTo>
                  <a:lnTo>
                    <a:pt x="2189" y="30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25"/>
            <p:cNvSpPr/>
            <p:nvPr/>
          </p:nvSpPr>
          <p:spPr>
            <a:xfrm>
              <a:off x="3128000" y="635450"/>
              <a:ext cx="104125" cy="153525"/>
            </a:xfrm>
            <a:custGeom>
              <a:rect b="b" l="l" r="r" t="t"/>
              <a:pathLst>
                <a:path extrusionOk="0" h="6141" w="4165">
                  <a:moveTo>
                    <a:pt x="1763" y="1"/>
                  </a:moveTo>
                  <a:lnTo>
                    <a:pt x="0" y="5624"/>
                  </a:lnTo>
                  <a:lnTo>
                    <a:pt x="2858" y="6141"/>
                  </a:lnTo>
                  <a:lnTo>
                    <a:pt x="4165" y="487"/>
                  </a:lnTo>
                  <a:lnTo>
                    <a:pt x="1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25"/>
            <p:cNvSpPr/>
            <p:nvPr/>
          </p:nvSpPr>
          <p:spPr>
            <a:xfrm>
              <a:off x="3261750" y="674975"/>
              <a:ext cx="120850" cy="152000"/>
            </a:xfrm>
            <a:custGeom>
              <a:rect b="b" l="l" r="r" t="t"/>
              <a:pathLst>
                <a:path extrusionOk="0" h="6080" w="4834">
                  <a:moveTo>
                    <a:pt x="2401" y="0"/>
                  </a:moveTo>
                  <a:lnTo>
                    <a:pt x="0" y="5137"/>
                  </a:lnTo>
                  <a:lnTo>
                    <a:pt x="2553" y="6079"/>
                  </a:lnTo>
                  <a:lnTo>
                    <a:pt x="4833" y="1064"/>
                  </a:lnTo>
                  <a:lnTo>
                    <a:pt x="24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25"/>
            <p:cNvSpPr/>
            <p:nvPr/>
          </p:nvSpPr>
          <p:spPr>
            <a:xfrm>
              <a:off x="3373450" y="730450"/>
              <a:ext cx="118550" cy="151225"/>
            </a:xfrm>
            <a:custGeom>
              <a:rect b="b" l="l" r="r" t="t"/>
              <a:pathLst>
                <a:path extrusionOk="0" h="6049" w="4742">
                  <a:moveTo>
                    <a:pt x="2827" y="0"/>
                  </a:moveTo>
                  <a:lnTo>
                    <a:pt x="0" y="4894"/>
                  </a:lnTo>
                  <a:lnTo>
                    <a:pt x="1946" y="6049"/>
                  </a:lnTo>
                  <a:lnTo>
                    <a:pt x="4742" y="1368"/>
                  </a:lnTo>
                  <a:lnTo>
                    <a:pt x="2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25"/>
            <p:cNvSpPr/>
            <p:nvPr/>
          </p:nvSpPr>
          <p:spPr>
            <a:xfrm>
              <a:off x="3477550" y="817075"/>
              <a:ext cx="123875" cy="132225"/>
            </a:xfrm>
            <a:custGeom>
              <a:rect b="b" l="l" r="r" t="t"/>
              <a:pathLst>
                <a:path extrusionOk="0" h="5289" w="4955">
                  <a:moveTo>
                    <a:pt x="3283" y="0"/>
                  </a:moveTo>
                  <a:lnTo>
                    <a:pt x="0" y="3921"/>
                  </a:lnTo>
                  <a:lnTo>
                    <a:pt x="1581" y="5289"/>
                  </a:lnTo>
                  <a:lnTo>
                    <a:pt x="4955" y="1216"/>
                  </a:lnTo>
                  <a:lnTo>
                    <a:pt x="32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25"/>
            <p:cNvSpPr/>
            <p:nvPr/>
          </p:nvSpPr>
          <p:spPr>
            <a:xfrm>
              <a:off x="3563425" y="929525"/>
              <a:ext cx="127675" cy="101850"/>
            </a:xfrm>
            <a:custGeom>
              <a:rect b="b" l="l" r="r" t="t"/>
              <a:pathLst>
                <a:path extrusionOk="0" h="4074" w="5107">
                  <a:moveTo>
                    <a:pt x="3708" y="1"/>
                  </a:moveTo>
                  <a:lnTo>
                    <a:pt x="0" y="2189"/>
                  </a:lnTo>
                  <a:lnTo>
                    <a:pt x="1246" y="4074"/>
                  </a:lnTo>
                  <a:lnTo>
                    <a:pt x="5107" y="1308"/>
                  </a:lnTo>
                  <a:lnTo>
                    <a:pt x="37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25"/>
            <p:cNvSpPr/>
            <p:nvPr/>
          </p:nvSpPr>
          <p:spPr>
            <a:xfrm>
              <a:off x="2908400" y="837225"/>
              <a:ext cx="263700" cy="286250"/>
            </a:xfrm>
            <a:custGeom>
              <a:rect b="b" l="l" r="r" t="t"/>
              <a:pathLst>
                <a:path extrusionOk="0" h="11450" w="10548">
                  <a:moveTo>
                    <a:pt x="7074" y="1"/>
                  </a:moveTo>
                  <a:cubicBezTo>
                    <a:pt x="6525" y="1"/>
                    <a:pt x="5982" y="23"/>
                    <a:pt x="5471" y="45"/>
                  </a:cubicBezTo>
                  <a:cubicBezTo>
                    <a:pt x="4137" y="130"/>
                    <a:pt x="2697" y="507"/>
                    <a:pt x="1399" y="507"/>
                  </a:cubicBezTo>
                  <a:cubicBezTo>
                    <a:pt x="1307" y="507"/>
                    <a:pt x="1215" y="505"/>
                    <a:pt x="1125" y="501"/>
                  </a:cubicBezTo>
                  <a:lnTo>
                    <a:pt x="1125" y="501"/>
                  </a:lnTo>
                  <a:cubicBezTo>
                    <a:pt x="0" y="3510"/>
                    <a:pt x="1064" y="8495"/>
                    <a:pt x="3739" y="10501"/>
                  </a:cubicBezTo>
                  <a:cubicBezTo>
                    <a:pt x="4511" y="11091"/>
                    <a:pt x="5515" y="11449"/>
                    <a:pt x="6495" y="11449"/>
                  </a:cubicBezTo>
                  <a:cubicBezTo>
                    <a:pt x="6980" y="11449"/>
                    <a:pt x="7460" y="11361"/>
                    <a:pt x="7903" y="11170"/>
                  </a:cubicBezTo>
                  <a:cubicBezTo>
                    <a:pt x="9605" y="10471"/>
                    <a:pt x="10031" y="8769"/>
                    <a:pt x="10183" y="7067"/>
                  </a:cubicBezTo>
                  <a:cubicBezTo>
                    <a:pt x="10395" y="4817"/>
                    <a:pt x="10547" y="2416"/>
                    <a:pt x="9848" y="319"/>
                  </a:cubicBezTo>
                  <a:cubicBezTo>
                    <a:pt x="8999" y="68"/>
                    <a:pt x="8028" y="1"/>
                    <a:pt x="7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6" name="Google Shape;2806;p25"/>
          <p:cNvGrpSpPr/>
          <p:nvPr/>
        </p:nvGrpSpPr>
        <p:grpSpPr>
          <a:xfrm flipH="1" rot="10800000">
            <a:off x="7811052" y="4278186"/>
            <a:ext cx="1517602" cy="1599077"/>
            <a:chOff x="548175" y="3691725"/>
            <a:chExt cx="990925" cy="1044125"/>
          </a:xfrm>
        </p:grpSpPr>
        <p:sp>
          <p:nvSpPr>
            <p:cNvPr id="2807" name="Google Shape;2807;p25"/>
            <p:cNvSpPr/>
            <p:nvPr/>
          </p:nvSpPr>
          <p:spPr>
            <a:xfrm>
              <a:off x="803500" y="3747200"/>
              <a:ext cx="52450" cy="99575"/>
            </a:xfrm>
            <a:custGeom>
              <a:rect b="b" l="l" r="r" t="t"/>
              <a:pathLst>
                <a:path extrusionOk="0" fill="none" h="3983" w="2098">
                  <a:moveTo>
                    <a:pt x="2097" y="0"/>
                  </a:moveTo>
                  <a:cubicBezTo>
                    <a:pt x="1733" y="760"/>
                    <a:pt x="1307" y="1490"/>
                    <a:pt x="881" y="2250"/>
                  </a:cubicBezTo>
                  <a:cubicBezTo>
                    <a:pt x="578" y="2827"/>
                    <a:pt x="213" y="3374"/>
                    <a:pt x="0" y="398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25"/>
            <p:cNvSpPr/>
            <p:nvPr/>
          </p:nvSpPr>
          <p:spPr>
            <a:xfrm>
              <a:off x="773850" y="3864975"/>
              <a:ext cx="58550" cy="99575"/>
            </a:xfrm>
            <a:custGeom>
              <a:rect b="b" l="l" r="r" t="t"/>
              <a:pathLst>
                <a:path extrusionOk="0" fill="none" h="3983" w="2342">
                  <a:moveTo>
                    <a:pt x="2341" y="1"/>
                  </a:moveTo>
                  <a:cubicBezTo>
                    <a:pt x="2067" y="700"/>
                    <a:pt x="1490" y="1308"/>
                    <a:pt x="1186" y="2007"/>
                  </a:cubicBezTo>
                  <a:cubicBezTo>
                    <a:pt x="852" y="2706"/>
                    <a:pt x="517" y="3436"/>
                    <a:pt x="1" y="398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25"/>
            <p:cNvSpPr/>
            <p:nvPr/>
          </p:nvSpPr>
          <p:spPr>
            <a:xfrm>
              <a:off x="712300" y="3923500"/>
              <a:ext cx="38025" cy="64600"/>
            </a:xfrm>
            <a:custGeom>
              <a:rect b="b" l="l" r="r" t="t"/>
              <a:pathLst>
                <a:path extrusionOk="0" fill="none" h="2584" w="1521">
                  <a:moveTo>
                    <a:pt x="1520" y="0"/>
                  </a:moveTo>
                  <a:cubicBezTo>
                    <a:pt x="1216" y="487"/>
                    <a:pt x="1034" y="1034"/>
                    <a:pt x="700" y="1520"/>
                  </a:cubicBezTo>
                  <a:cubicBezTo>
                    <a:pt x="456" y="1885"/>
                    <a:pt x="244" y="2219"/>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25"/>
            <p:cNvSpPr/>
            <p:nvPr/>
          </p:nvSpPr>
          <p:spPr>
            <a:xfrm>
              <a:off x="718375" y="3829275"/>
              <a:ext cx="41075" cy="64600"/>
            </a:xfrm>
            <a:custGeom>
              <a:rect b="b" l="l" r="r" t="t"/>
              <a:pathLst>
                <a:path extrusionOk="0" fill="none" h="2584" w="1643">
                  <a:moveTo>
                    <a:pt x="1642" y="0"/>
                  </a:moveTo>
                  <a:cubicBezTo>
                    <a:pt x="1034" y="851"/>
                    <a:pt x="487" y="1702"/>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25"/>
            <p:cNvSpPr/>
            <p:nvPr/>
          </p:nvSpPr>
          <p:spPr>
            <a:xfrm>
              <a:off x="621125" y="3993400"/>
              <a:ext cx="26600" cy="53225"/>
            </a:xfrm>
            <a:custGeom>
              <a:rect b="b" l="l" r="r" t="t"/>
              <a:pathLst>
                <a:path extrusionOk="0" fill="none" h="2129" w="1064">
                  <a:moveTo>
                    <a:pt x="1064" y="1"/>
                  </a:moveTo>
                  <a:cubicBezTo>
                    <a:pt x="1003" y="335"/>
                    <a:pt x="699" y="761"/>
                    <a:pt x="517" y="1065"/>
                  </a:cubicBezTo>
                  <a:cubicBezTo>
                    <a:pt x="365" y="1429"/>
                    <a:pt x="182" y="1764"/>
                    <a:pt x="0" y="212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25"/>
            <p:cNvSpPr/>
            <p:nvPr/>
          </p:nvSpPr>
          <p:spPr>
            <a:xfrm>
              <a:off x="662150" y="4043550"/>
              <a:ext cx="32700" cy="58550"/>
            </a:xfrm>
            <a:custGeom>
              <a:rect b="b" l="l" r="r" t="t"/>
              <a:pathLst>
                <a:path extrusionOk="0" fill="none" h="2342" w="1308">
                  <a:moveTo>
                    <a:pt x="1307" y="1"/>
                  </a:moveTo>
                  <a:cubicBezTo>
                    <a:pt x="1034" y="487"/>
                    <a:pt x="578" y="882"/>
                    <a:pt x="396" y="1399"/>
                  </a:cubicBezTo>
                  <a:cubicBezTo>
                    <a:pt x="274" y="1703"/>
                    <a:pt x="244" y="209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25"/>
            <p:cNvSpPr/>
            <p:nvPr/>
          </p:nvSpPr>
          <p:spPr>
            <a:xfrm>
              <a:off x="726750" y="4043550"/>
              <a:ext cx="44075" cy="67650"/>
            </a:xfrm>
            <a:custGeom>
              <a:rect b="b" l="l" r="r" t="t"/>
              <a:pathLst>
                <a:path extrusionOk="0" fill="none" h="2706" w="1763">
                  <a:moveTo>
                    <a:pt x="1763" y="1"/>
                  </a:moveTo>
                  <a:cubicBezTo>
                    <a:pt x="973" y="761"/>
                    <a:pt x="426" y="1703"/>
                    <a:pt x="0"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25"/>
            <p:cNvSpPr/>
            <p:nvPr/>
          </p:nvSpPr>
          <p:spPr>
            <a:xfrm>
              <a:off x="827050" y="3955400"/>
              <a:ext cx="43325" cy="67675"/>
            </a:xfrm>
            <a:custGeom>
              <a:rect b="b" l="l" r="r" t="t"/>
              <a:pathLst>
                <a:path extrusionOk="0" fill="none" h="2707" w="1733">
                  <a:moveTo>
                    <a:pt x="1733" y="1"/>
                  </a:moveTo>
                  <a:cubicBezTo>
                    <a:pt x="1307" y="487"/>
                    <a:pt x="851" y="1065"/>
                    <a:pt x="578" y="1673"/>
                  </a:cubicBezTo>
                  <a:cubicBezTo>
                    <a:pt x="487" y="1855"/>
                    <a:pt x="426" y="2068"/>
                    <a:pt x="304" y="2250"/>
                  </a:cubicBezTo>
                  <a:cubicBezTo>
                    <a:pt x="213" y="2402"/>
                    <a:pt x="0" y="2524"/>
                    <a:pt x="0"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25"/>
            <p:cNvSpPr/>
            <p:nvPr/>
          </p:nvSpPr>
          <p:spPr>
            <a:xfrm>
              <a:off x="908350" y="3835350"/>
              <a:ext cx="44100" cy="76000"/>
            </a:xfrm>
            <a:custGeom>
              <a:rect b="b" l="l" r="r" t="t"/>
              <a:pathLst>
                <a:path extrusionOk="0" fill="none" h="3040" w="1764">
                  <a:moveTo>
                    <a:pt x="1764" y="0"/>
                  </a:moveTo>
                  <a:cubicBezTo>
                    <a:pt x="1399" y="699"/>
                    <a:pt x="1034" y="1429"/>
                    <a:pt x="700" y="2158"/>
                  </a:cubicBezTo>
                  <a:cubicBezTo>
                    <a:pt x="578" y="2462"/>
                    <a:pt x="457" y="3040"/>
                    <a:pt x="1" y="294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25"/>
            <p:cNvSpPr/>
            <p:nvPr/>
          </p:nvSpPr>
          <p:spPr>
            <a:xfrm>
              <a:off x="901525" y="3764675"/>
              <a:ext cx="50925" cy="76775"/>
            </a:xfrm>
            <a:custGeom>
              <a:rect b="b" l="l" r="r" t="t"/>
              <a:pathLst>
                <a:path extrusionOk="0" fill="none" h="3071" w="2037">
                  <a:moveTo>
                    <a:pt x="2037" y="1"/>
                  </a:moveTo>
                  <a:cubicBezTo>
                    <a:pt x="1489" y="457"/>
                    <a:pt x="1155" y="1095"/>
                    <a:pt x="821" y="1703"/>
                  </a:cubicBezTo>
                  <a:cubicBezTo>
                    <a:pt x="608" y="2067"/>
                    <a:pt x="0" y="2645"/>
                    <a:pt x="61" y="307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25"/>
            <p:cNvSpPr/>
            <p:nvPr/>
          </p:nvSpPr>
          <p:spPr>
            <a:xfrm>
              <a:off x="1008650" y="3762400"/>
              <a:ext cx="28900" cy="52450"/>
            </a:xfrm>
            <a:custGeom>
              <a:rect b="b" l="l" r="r" t="t"/>
              <a:pathLst>
                <a:path extrusionOk="0" fill="none" h="2098" w="1156">
                  <a:moveTo>
                    <a:pt x="1156" y="0"/>
                  </a:moveTo>
                  <a:cubicBezTo>
                    <a:pt x="882" y="456"/>
                    <a:pt x="487" y="882"/>
                    <a:pt x="305" y="1399"/>
                  </a:cubicBezTo>
                  <a:cubicBezTo>
                    <a:pt x="214" y="1611"/>
                    <a:pt x="183" y="1915"/>
                    <a:pt x="1" y="20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25"/>
            <p:cNvSpPr/>
            <p:nvPr/>
          </p:nvSpPr>
          <p:spPr>
            <a:xfrm>
              <a:off x="1084650" y="3732750"/>
              <a:ext cx="44100" cy="61600"/>
            </a:xfrm>
            <a:custGeom>
              <a:rect b="b" l="l" r="r" t="t"/>
              <a:pathLst>
                <a:path extrusionOk="0" fill="none" h="2464" w="1764">
                  <a:moveTo>
                    <a:pt x="1763" y="1"/>
                  </a:moveTo>
                  <a:cubicBezTo>
                    <a:pt x="1551" y="487"/>
                    <a:pt x="1277" y="913"/>
                    <a:pt x="943" y="1308"/>
                  </a:cubicBezTo>
                  <a:cubicBezTo>
                    <a:pt x="608" y="1703"/>
                    <a:pt x="396" y="2098"/>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25"/>
            <p:cNvSpPr/>
            <p:nvPr/>
          </p:nvSpPr>
          <p:spPr>
            <a:xfrm>
              <a:off x="1155325" y="3762400"/>
              <a:ext cx="38000" cy="49425"/>
            </a:xfrm>
            <a:custGeom>
              <a:rect b="b" l="l" r="r" t="t"/>
              <a:pathLst>
                <a:path extrusionOk="0" fill="none" h="1977" w="1520">
                  <a:moveTo>
                    <a:pt x="1520" y="0"/>
                  </a:moveTo>
                  <a:cubicBezTo>
                    <a:pt x="1216" y="365"/>
                    <a:pt x="942" y="791"/>
                    <a:pt x="639" y="1155"/>
                  </a:cubicBezTo>
                  <a:cubicBezTo>
                    <a:pt x="426" y="1429"/>
                    <a:pt x="183" y="1672"/>
                    <a:pt x="0"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25"/>
            <p:cNvSpPr/>
            <p:nvPr/>
          </p:nvSpPr>
          <p:spPr>
            <a:xfrm>
              <a:off x="969900" y="39934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25"/>
            <p:cNvSpPr/>
            <p:nvPr/>
          </p:nvSpPr>
          <p:spPr>
            <a:xfrm>
              <a:off x="929625" y="3917425"/>
              <a:ext cx="43350" cy="64600"/>
            </a:xfrm>
            <a:custGeom>
              <a:rect b="b" l="l" r="r" t="t"/>
              <a:pathLst>
                <a:path extrusionOk="0" fill="none" h="2584" w="1734">
                  <a:moveTo>
                    <a:pt x="1733" y="0"/>
                  </a:moveTo>
                  <a:cubicBezTo>
                    <a:pt x="1217" y="882"/>
                    <a:pt x="730" y="1854"/>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25"/>
            <p:cNvSpPr/>
            <p:nvPr/>
          </p:nvSpPr>
          <p:spPr>
            <a:xfrm>
              <a:off x="847550" y="4061025"/>
              <a:ext cx="40300" cy="56275"/>
            </a:xfrm>
            <a:custGeom>
              <a:rect b="b" l="l" r="r" t="t"/>
              <a:pathLst>
                <a:path extrusionOk="0" fill="none" h="2251" w="1612">
                  <a:moveTo>
                    <a:pt x="1612" y="1"/>
                  </a:moveTo>
                  <a:cubicBezTo>
                    <a:pt x="974" y="700"/>
                    <a:pt x="487" y="1429"/>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25"/>
            <p:cNvSpPr/>
            <p:nvPr/>
          </p:nvSpPr>
          <p:spPr>
            <a:xfrm>
              <a:off x="750300" y="4169700"/>
              <a:ext cx="50175" cy="64625"/>
            </a:xfrm>
            <a:custGeom>
              <a:rect b="b" l="l" r="r" t="t"/>
              <a:pathLst>
                <a:path extrusionOk="0" fill="none" h="2585" w="2007">
                  <a:moveTo>
                    <a:pt x="2006" y="0"/>
                  </a:moveTo>
                  <a:cubicBezTo>
                    <a:pt x="1307" y="852"/>
                    <a:pt x="791" y="1824"/>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25"/>
            <p:cNvSpPr/>
            <p:nvPr/>
          </p:nvSpPr>
          <p:spPr>
            <a:xfrm>
              <a:off x="747250" y="4114225"/>
              <a:ext cx="32700" cy="46375"/>
            </a:xfrm>
            <a:custGeom>
              <a:rect b="b" l="l" r="r" t="t"/>
              <a:pathLst>
                <a:path extrusionOk="0" fill="none" h="1855" w="1308">
                  <a:moveTo>
                    <a:pt x="1308" y="1"/>
                  </a:moveTo>
                  <a:cubicBezTo>
                    <a:pt x="913" y="639"/>
                    <a:pt x="517" y="1308"/>
                    <a:pt x="1"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25"/>
            <p:cNvSpPr/>
            <p:nvPr/>
          </p:nvSpPr>
          <p:spPr>
            <a:xfrm>
              <a:off x="641625" y="4222900"/>
              <a:ext cx="35750" cy="52450"/>
            </a:xfrm>
            <a:custGeom>
              <a:rect b="b" l="l" r="r" t="t"/>
              <a:pathLst>
                <a:path extrusionOk="0" fill="none" h="2098" w="1430">
                  <a:moveTo>
                    <a:pt x="1429" y="0"/>
                  </a:moveTo>
                  <a:cubicBezTo>
                    <a:pt x="1399" y="182"/>
                    <a:pt x="1004" y="699"/>
                    <a:pt x="913" y="821"/>
                  </a:cubicBezTo>
                  <a:cubicBezTo>
                    <a:pt x="791" y="973"/>
                    <a:pt x="639" y="1125"/>
                    <a:pt x="517" y="1277"/>
                  </a:cubicBezTo>
                  <a:cubicBezTo>
                    <a:pt x="335" y="1520"/>
                    <a:pt x="62" y="1763"/>
                    <a:pt x="1" y="209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25"/>
            <p:cNvSpPr/>
            <p:nvPr/>
          </p:nvSpPr>
          <p:spPr>
            <a:xfrm>
              <a:off x="615800" y="4169700"/>
              <a:ext cx="46375" cy="55500"/>
            </a:xfrm>
            <a:custGeom>
              <a:rect b="b" l="l" r="r" t="t"/>
              <a:pathLst>
                <a:path extrusionOk="0" fill="none" h="2220" w="1855">
                  <a:moveTo>
                    <a:pt x="1854" y="0"/>
                  </a:moveTo>
                  <a:cubicBezTo>
                    <a:pt x="973" y="517"/>
                    <a:pt x="699" y="1551"/>
                    <a:pt x="0"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25"/>
            <p:cNvSpPr/>
            <p:nvPr/>
          </p:nvSpPr>
          <p:spPr>
            <a:xfrm>
              <a:off x="589200" y="4114225"/>
              <a:ext cx="31950" cy="46375"/>
            </a:xfrm>
            <a:custGeom>
              <a:rect b="b" l="l" r="r" t="t"/>
              <a:pathLst>
                <a:path extrusionOk="0" fill="none" h="1855" w="1278">
                  <a:moveTo>
                    <a:pt x="1277" y="1"/>
                  </a:moveTo>
                  <a:cubicBezTo>
                    <a:pt x="973" y="456"/>
                    <a:pt x="669" y="943"/>
                    <a:pt x="335" y="1399"/>
                  </a:cubicBezTo>
                  <a:cubicBezTo>
                    <a:pt x="244" y="1551"/>
                    <a:pt x="122" y="1733"/>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25"/>
            <p:cNvSpPr/>
            <p:nvPr/>
          </p:nvSpPr>
          <p:spPr>
            <a:xfrm>
              <a:off x="630225" y="3855875"/>
              <a:ext cx="31950" cy="50175"/>
            </a:xfrm>
            <a:custGeom>
              <a:rect b="b" l="l" r="r" t="t"/>
              <a:pathLst>
                <a:path extrusionOk="0" fill="none" h="2007" w="1278">
                  <a:moveTo>
                    <a:pt x="1277" y="0"/>
                  </a:moveTo>
                  <a:cubicBezTo>
                    <a:pt x="913" y="365"/>
                    <a:pt x="487" y="760"/>
                    <a:pt x="305" y="1246"/>
                  </a:cubicBezTo>
                  <a:cubicBezTo>
                    <a:pt x="214" y="1459"/>
                    <a:pt x="31" y="1763"/>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25"/>
            <p:cNvSpPr/>
            <p:nvPr/>
          </p:nvSpPr>
          <p:spPr>
            <a:xfrm>
              <a:off x="756375" y="3756325"/>
              <a:ext cx="28900" cy="28900"/>
            </a:xfrm>
            <a:custGeom>
              <a:rect b="b" l="l" r="r" t="t"/>
              <a:pathLst>
                <a:path extrusionOk="0" fill="none" h="1156" w="1156">
                  <a:moveTo>
                    <a:pt x="1156" y="0"/>
                  </a:moveTo>
                  <a:cubicBezTo>
                    <a:pt x="608" y="243"/>
                    <a:pt x="244" y="639"/>
                    <a:pt x="0" y="11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25"/>
            <p:cNvSpPr/>
            <p:nvPr/>
          </p:nvSpPr>
          <p:spPr>
            <a:xfrm>
              <a:off x="565650" y="3982000"/>
              <a:ext cx="26600" cy="41075"/>
            </a:xfrm>
            <a:custGeom>
              <a:rect b="b" l="l" r="r" t="t"/>
              <a:pathLst>
                <a:path extrusionOk="0" fill="none" h="1643" w="1064">
                  <a:moveTo>
                    <a:pt x="1064" y="1"/>
                  </a:moveTo>
                  <a:cubicBezTo>
                    <a:pt x="760" y="305"/>
                    <a:pt x="426" y="669"/>
                    <a:pt x="243" y="1065"/>
                  </a:cubicBezTo>
                  <a:cubicBezTo>
                    <a:pt x="152" y="1247"/>
                    <a:pt x="91" y="1460"/>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25"/>
            <p:cNvSpPr/>
            <p:nvPr/>
          </p:nvSpPr>
          <p:spPr>
            <a:xfrm>
              <a:off x="548175" y="4222900"/>
              <a:ext cx="26600" cy="43325"/>
            </a:xfrm>
            <a:custGeom>
              <a:rect b="b" l="l" r="r" t="t"/>
              <a:pathLst>
                <a:path extrusionOk="0" fill="none" h="1733" w="1064">
                  <a:moveTo>
                    <a:pt x="1064" y="0"/>
                  </a:moveTo>
                  <a:cubicBezTo>
                    <a:pt x="821" y="365"/>
                    <a:pt x="517" y="760"/>
                    <a:pt x="334" y="1155"/>
                  </a:cubicBezTo>
                  <a:cubicBezTo>
                    <a:pt x="274" y="1338"/>
                    <a:pt x="182" y="1702"/>
                    <a:pt x="0" y="173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25"/>
            <p:cNvSpPr/>
            <p:nvPr/>
          </p:nvSpPr>
          <p:spPr>
            <a:xfrm>
              <a:off x="583125" y="4278350"/>
              <a:ext cx="26625" cy="41075"/>
            </a:xfrm>
            <a:custGeom>
              <a:rect b="b" l="l" r="r" t="t"/>
              <a:pathLst>
                <a:path extrusionOk="0" fill="none" h="1643" w="1065">
                  <a:moveTo>
                    <a:pt x="1064" y="1"/>
                  </a:moveTo>
                  <a:cubicBezTo>
                    <a:pt x="730" y="335"/>
                    <a:pt x="487" y="700"/>
                    <a:pt x="304" y="1126"/>
                  </a:cubicBezTo>
                  <a:cubicBezTo>
                    <a:pt x="213" y="1278"/>
                    <a:pt x="152" y="1582"/>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25"/>
            <p:cNvSpPr/>
            <p:nvPr/>
          </p:nvSpPr>
          <p:spPr>
            <a:xfrm>
              <a:off x="621125" y="4322425"/>
              <a:ext cx="58525" cy="85150"/>
            </a:xfrm>
            <a:custGeom>
              <a:rect b="b" l="l" r="r" t="t"/>
              <a:pathLst>
                <a:path extrusionOk="0" fill="none" h="3406" w="2341">
                  <a:moveTo>
                    <a:pt x="2341" y="1"/>
                  </a:moveTo>
                  <a:cubicBezTo>
                    <a:pt x="1824" y="578"/>
                    <a:pt x="1368" y="1247"/>
                    <a:pt x="973" y="1946"/>
                  </a:cubicBezTo>
                  <a:cubicBezTo>
                    <a:pt x="821" y="2220"/>
                    <a:pt x="669" y="2433"/>
                    <a:pt x="517" y="2706"/>
                  </a:cubicBezTo>
                  <a:cubicBezTo>
                    <a:pt x="334" y="2919"/>
                    <a:pt x="243" y="3223"/>
                    <a:pt x="0" y="340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25"/>
            <p:cNvSpPr/>
            <p:nvPr/>
          </p:nvSpPr>
          <p:spPr>
            <a:xfrm>
              <a:off x="618075" y="4459975"/>
              <a:ext cx="26625" cy="44100"/>
            </a:xfrm>
            <a:custGeom>
              <a:rect b="b" l="l" r="r" t="t"/>
              <a:pathLst>
                <a:path extrusionOk="0" fill="none" h="1764" w="1065">
                  <a:moveTo>
                    <a:pt x="1064" y="1"/>
                  </a:moveTo>
                  <a:cubicBezTo>
                    <a:pt x="760" y="426"/>
                    <a:pt x="578" y="760"/>
                    <a:pt x="365" y="1216"/>
                  </a:cubicBezTo>
                  <a:cubicBezTo>
                    <a:pt x="304" y="1368"/>
                    <a:pt x="152" y="1642"/>
                    <a:pt x="0"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25"/>
            <p:cNvSpPr/>
            <p:nvPr/>
          </p:nvSpPr>
          <p:spPr>
            <a:xfrm>
              <a:off x="741925" y="4275325"/>
              <a:ext cx="41075" cy="55500"/>
            </a:xfrm>
            <a:custGeom>
              <a:rect b="b" l="l" r="r" t="t"/>
              <a:pathLst>
                <a:path extrusionOk="0" fill="none" h="2220" w="1643">
                  <a:moveTo>
                    <a:pt x="1642" y="0"/>
                  </a:moveTo>
                  <a:cubicBezTo>
                    <a:pt x="1095" y="335"/>
                    <a:pt x="882" y="851"/>
                    <a:pt x="578" y="1368"/>
                  </a:cubicBezTo>
                  <a:cubicBezTo>
                    <a:pt x="426" y="1672"/>
                    <a:pt x="244" y="2037"/>
                    <a:pt x="1"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25"/>
            <p:cNvSpPr/>
            <p:nvPr/>
          </p:nvSpPr>
          <p:spPr>
            <a:xfrm>
              <a:off x="849850" y="4178825"/>
              <a:ext cx="26600" cy="41050"/>
            </a:xfrm>
            <a:custGeom>
              <a:rect b="b" l="l" r="r" t="t"/>
              <a:pathLst>
                <a:path extrusionOk="0" fill="none" h="1642" w="1064">
                  <a:moveTo>
                    <a:pt x="1064" y="0"/>
                  </a:moveTo>
                  <a:cubicBezTo>
                    <a:pt x="790" y="335"/>
                    <a:pt x="517" y="638"/>
                    <a:pt x="304" y="1034"/>
                  </a:cubicBezTo>
                  <a:cubicBezTo>
                    <a:pt x="183" y="1216"/>
                    <a:pt x="152" y="1459"/>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25"/>
            <p:cNvSpPr/>
            <p:nvPr/>
          </p:nvSpPr>
          <p:spPr>
            <a:xfrm>
              <a:off x="944075" y="4102075"/>
              <a:ext cx="49400" cy="70675"/>
            </a:xfrm>
            <a:custGeom>
              <a:rect b="b" l="l" r="r" t="t"/>
              <a:pathLst>
                <a:path extrusionOk="0" fill="none" h="2827" w="1976">
                  <a:moveTo>
                    <a:pt x="1976" y="0"/>
                  </a:moveTo>
                  <a:cubicBezTo>
                    <a:pt x="1429" y="547"/>
                    <a:pt x="1003" y="1094"/>
                    <a:pt x="639" y="1794"/>
                  </a:cubicBezTo>
                  <a:cubicBezTo>
                    <a:pt x="456" y="2098"/>
                    <a:pt x="243" y="2553"/>
                    <a:pt x="0" y="282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25"/>
            <p:cNvSpPr/>
            <p:nvPr/>
          </p:nvSpPr>
          <p:spPr>
            <a:xfrm>
              <a:off x="1052725" y="4013925"/>
              <a:ext cx="34975" cy="50175"/>
            </a:xfrm>
            <a:custGeom>
              <a:rect b="b" l="l" r="r" t="t"/>
              <a:pathLst>
                <a:path extrusionOk="0" fill="none" h="2007" w="1399">
                  <a:moveTo>
                    <a:pt x="1399" y="0"/>
                  </a:moveTo>
                  <a:cubicBezTo>
                    <a:pt x="943" y="456"/>
                    <a:pt x="609" y="851"/>
                    <a:pt x="335" y="1399"/>
                  </a:cubicBezTo>
                  <a:cubicBezTo>
                    <a:pt x="274" y="1490"/>
                    <a:pt x="274" y="1672"/>
                    <a:pt x="183" y="1763"/>
                  </a:cubicBezTo>
                  <a:cubicBezTo>
                    <a:pt x="122" y="1885"/>
                    <a:pt x="62" y="1885"/>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25"/>
            <p:cNvSpPr/>
            <p:nvPr/>
          </p:nvSpPr>
          <p:spPr>
            <a:xfrm>
              <a:off x="1149250" y="3899950"/>
              <a:ext cx="34975" cy="50175"/>
            </a:xfrm>
            <a:custGeom>
              <a:rect b="b" l="l" r="r" t="t"/>
              <a:pathLst>
                <a:path extrusionOk="0" fill="none" h="2007" w="1399">
                  <a:moveTo>
                    <a:pt x="1398" y="0"/>
                  </a:moveTo>
                  <a:cubicBezTo>
                    <a:pt x="1003" y="426"/>
                    <a:pt x="730" y="821"/>
                    <a:pt x="395" y="1307"/>
                  </a:cubicBezTo>
                  <a:cubicBezTo>
                    <a:pt x="243" y="1489"/>
                    <a:pt x="0" y="1733"/>
                    <a:pt x="0"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25"/>
            <p:cNvSpPr/>
            <p:nvPr/>
          </p:nvSpPr>
          <p:spPr>
            <a:xfrm>
              <a:off x="1102125" y="3879425"/>
              <a:ext cx="26625" cy="41050"/>
            </a:xfrm>
            <a:custGeom>
              <a:rect b="b" l="l" r="r" t="t"/>
              <a:pathLst>
                <a:path extrusionOk="0" fill="none" h="1642" w="1065">
                  <a:moveTo>
                    <a:pt x="1064" y="0"/>
                  </a:moveTo>
                  <a:cubicBezTo>
                    <a:pt x="730" y="183"/>
                    <a:pt x="517" y="699"/>
                    <a:pt x="304" y="1003"/>
                  </a:cubicBezTo>
                  <a:cubicBezTo>
                    <a:pt x="183" y="1186"/>
                    <a:pt x="31" y="1429"/>
                    <a:pt x="1"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25"/>
            <p:cNvSpPr/>
            <p:nvPr/>
          </p:nvSpPr>
          <p:spPr>
            <a:xfrm>
              <a:off x="972950" y="3697800"/>
              <a:ext cx="38775" cy="44100"/>
            </a:xfrm>
            <a:custGeom>
              <a:rect b="b" l="l" r="r" t="t"/>
              <a:pathLst>
                <a:path extrusionOk="0" fill="none" h="1764" w="1551">
                  <a:moveTo>
                    <a:pt x="1550" y="1"/>
                  </a:moveTo>
                  <a:cubicBezTo>
                    <a:pt x="1186" y="426"/>
                    <a:pt x="851" y="791"/>
                    <a:pt x="487" y="1186"/>
                  </a:cubicBezTo>
                  <a:cubicBezTo>
                    <a:pt x="365" y="1308"/>
                    <a:pt x="61" y="1612"/>
                    <a:pt x="0"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25"/>
            <p:cNvSpPr/>
            <p:nvPr/>
          </p:nvSpPr>
          <p:spPr>
            <a:xfrm>
              <a:off x="908350" y="3691725"/>
              <a:ext cx="20550" cy="23575"/>
            </a:xfrm>
            <a:custGeom>
              <a:rect b="b" l="l" r="r" t="t"/>
              <a:pathLst>
                <a:path extrusionOk="0" fill="none" h="943" w="822">
                  <a:moveTo>
                    <a:pt x="821" y="1"/>
                  </a:moveTo>
                  <a:cubicBezTo>
                    <a:pt x="457" y="213"/>
                    <a:pt x="122" y="517"/>
                    <a:pt x="1" y="94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25"/>
            <p:cNvSpPr/>
            <p:nvPr/>
          </p:nvSpPr>
          <p:spPr>
            <a:xfrm>
              <a:off x="1207000" y="3779875"/>
              <a:ext cx="38775" cy="49425"/>
            </a:xfrm>
            <a:custGeom>
              <a:rect b="b" l="l" r="r" t="t"/>
              <a:pathLst>
                <a:path extrusionOk="0" fill="none" h="1977" w="1551">
                  <a:moveTo>
                    <a:pt x="1550" y="1"/>
                  </a:moveTo>
                  <a:cubicBezTo>
                    <a:pt x="1094" y="396"/>
                    <a:pt x="730" y="821"/>
                    <a:pt x="334" y="1277"/>
                  </a:cubicBezTo>
                  <a:cubicBezTo>
                    <a:pt x="182" y="1490"/>
                    <a:pt x="0" y="1703"/>
                    <a:pt x="3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25"/>
            <p:cNvSpPr/>
            <p:nvPr/>
          </p:nvSpPr>
          <p:spPr>
            <a:xfrm>
              <a:off x="1275375" y="3814825"/>
              <a:ext cx="38025" cy="38025"/>
            </a:xfrm>
            <a:custGeom>
              <a:rect b="b" l="l" r="r" t="t"/>
              <a:pathLst>
                <a:path extrusionOk="0" fill="none" h="1521" w="1521">
                  <a:moveTo>
                    <a:pt x="1521" y="1"/>
                  </a:moveTo>
                  <a:cubicBezTo>
                    <a:pt x="1125" y="61"/>
                    <a:pt x="852" y="609"/>
                    <a:pt x="639" y="882"/>
                  </a:cubicBezTo>
                  <a:cubicBezTo>
                    <a:pt x="457" y="1065"/>
                    <a:pt x="214" y="136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25"/>
            <p:cNvSpPr/>
            <p:nvPr/>
          </p:nvSpPr>
          <p:spPr>
            <a:xfrm>
              <a:off x="1322500" y="3858900"/>
              <a:ext cx="58525" cy="61575"/>
            </a:xfrm>
            <a:custGeom>
              <a:rect b="b" l="l" r="r" t="t"/>
              <a:pathLst>
                <a:path extrusionOk="0" fill="none" h="2463" w="2341">
                  <a:moveTo>
                    <a:pt x="2341" y="1"/>
                  </a:moveTo>
                  <a:cubicBezTo>
                    <a:pt x="1976" y="274"/>
                    <a:pt x="1520" y="578"/>
                    <a:pt x="1246" y="943"/>
                  </a:cubicBezTo>
                  <a:cubicBezTo>
                    <a:pt x="1095" y="1125"/>
                    <a:pt x="973" y="1338"/>
                    <a:pt x="791" y="1520"/>
                  </a:cubicBezTo>
                  <a:cubicBezTo>
                    <a:pt x="547" y="1824"/>
                    <a:pt x="243" y="2128"/>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25"/>
            <p:cNvSpPr/>
            <p:nvPr/>
          </p:nvSpPr>
          <p:spPr>
            <a:xfrm>
              <a:off x="1325525" y="3944000"/>
              <a:ext cx="66900" cy="72975"/>
            </a:xfrm>
            <a:custGeom>
              <a:rect b="b" l="l" r="r" t="t"/>
              <a:pathLst>
                <a:path extrusionOk="0" fill="none" h="2919" w="2676">
                  <a:moveTo>
                    <a:pt x="2676" y="1"/>
                  </a:moveTo>
                  <a:cubicBezTo>
                    <a:pt x="2159" y="609"/>
                    <a:pt x="1673" y="1308"/>
                    <a:pt x="1034" y="1855"/>
                  </a:cubicBezTo>
                  <a:cubicBezTo>
                    <a:pt x="670" y="2159"/>
                    <a:pt x="335" y="2585"/>
                    <a:pt x="1" y="29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25"/>
            <p:cNvSpPr/>
            <p:nvPr/>
          </p:nvSpPr>
          <p:spPr>
            <a:xfrm>
              <a:off x="1407600" y="3958450"/>
              <a:ext cx="38025" cy="44100"/>
            </a:xfrm>
            <a:custGeom>
              <a:rect b="b" l="l" r="r" t="t"/>
              <a:pathLst>
                <a:path extrusionOk="0" fill="none" h="1764" w="1521">
                  <a:moveTo>
                    <a:pt x="1520" y="0"/>
                  </a:moveTo>
                  <a:cubicBezTo>
                    <a:pt x="1004" y="578"/>
                    <a:pt x="609" y="1307"/>
                    <a:pt x="1"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25"/>
            <p:cNvSpPr/>
            <p:nvPr/>
          </p:nvSpPr>
          <p:spPr>
            <a:xfrm>
              <a:off x="1242700" y="3970600"/>
              <a:ext cx="44100" cy="55500"/>
            </a:xfrm>
            <a:custGeom>
              <a:rect b="b" l="l" r="r" t="t"/>
              <a:pathLst>
                <a:path extrusionOk="0" fill="none" h="2220" w="1764">
                  <a:moveTo>
                    <a:pt x="1764" y="1"/>
                  </a:moveTo>
                  <a:cubicBezTo>
                    <a:pt x="1308" y="274"/>
                    <a:pt x="1034" y="791"/>
                    <a:pt x="791" y="1277"/>
                  </a:cubicBezTo>
                  <a:cubicBezTo>
                    <a:pt x="578" y="1612"/>
                    <a:pt x="274" y="1885"/>
                    <a:pt x="1"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25"/>
            <p:cNvSpPr/>
            <p:nvPr/>
          </p:nvSpPr>
          <p:spPr>
            <a:xfrm>
              <a:off x="1178875" y="3944000"/>
              <a:ext cx="49425" cy="58550"/>
            </a:xfrm>
            <a:custGeom>
              <a:rect b="b" l="l" r="r" t="t"/>
              <a:pathLst>
                <a:path extrusionOk="0" fill="none" h="2342" w="1977">
                  <a:moveTo>
                    <a:pt x="1976" y="1"/>
                  </a:moveTo>
                  <a:cubicBezTo>
                    <a:pt x="1520" y="487"/>
                    <a:pt x="1034" y="974"/>
                    <a:pt x="639" y="1521"/>
                  </a:cubicBezTo>
                  <a:cubicBezTo>
                    <a:pt x="456" y="1764"/>
                    <a:pt x="92" y="206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25"/>
            <p:cNvSpPr/>
            <p:nvPr/>
          </p:nvSpPr>
          <p:spPr>
            <a:xfrm>
              <a:off x="1117325" y="4076225"/>
              <a:ext cx="41050" cy="49425"/>
            </a:xfrm>
            <a:custGeom>
              <a:rect b="b" l="l" r="r" t="t"/>
              <a:pathLst>
                <a:path extrusionOk="0" fill="none" h="1977" w="1642">
                  <a:moveTo>
                    <a:pt x="1642" y="1"/>
                  </a:moveTo>
                  <a:cubicBezTo>
                    <a:pt x="1186" y="396"/>
                    <a:pt x="943" y="882"/>
                    <a:pt x="548" y="1308"/>
                  </a:cubicBezTo>
                  <a:cubicBezTo>
                    <a:pt x="365" y="1521"/>
                    <a:pt x="183" y="1764"/>
                    <a:pt x="0"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25"/>
            <p:cNvSpPr/>
            <p:nvPr/>
          </p:nvSpPr>
          <p:spPr>
            <a:xfrm>
              <a:off x="1198625" y="4084600"/>
              <a:ext cx="41825" cy="50175"/>
            </a:xfrm>
            <a:custGeom>
              <a:rect b="b" l="l" r="r" t="t"/>
              <a:pathLst>
                <a:path extrusionOk="0" fill="none" h="2007" w="1673">
                  <a:moveTo>
                    <a:pt x="1673" y="0"/>
                  </a:moveTo>
                  <a:cubicBezTo>
                    <a:pt x="1308" y="456"/>
                    <a:pt x="1004" y="912"/>
                    <a:pt x="639" y="1338"/>
                  </a:cubicBezTo>
                  <a:cubicBezTo>
                    <a:pt x="457" y="1520"/>
                    <a:pt x="274" y="1915"/>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25"/>
            <p:cNvSpPr/>
            <p:nvPr/>
          </p:nvSpPr>
          <p:spPr>
            <a:xfrm>
              <a:off x="1295900" y="4064075"/>
              <a:ext cx="41050" cy="50175"/>
            </a:xfrm>
            <a:custGeom>
              <a:rect b="b" l="l" r="r" t="t"/>
              <a:pathLst>
                <a:path extrusionOk="0" fill="none" h="2007" w="1642">
                  <a:moveTo>
                    <a:pt x="1642" y="0"/>
                  </a:moveTo>
                  <a:cubicBezTo>
                    <a:pt x="1247" y="487"/>
                    <a:pt x="821" y="912"/>
                    <a:pt x="456" y="1429"/>
                  </a:cubicBezTo>
                  <a:cubicBezTo>
                    <a:pt x="335" y="1611"/>
                    <a:pt x="183" y="1946"/>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25"/>
            <p:cNvSpPr/>
            <p:nvPr/>
          </p:nvSpPr>
          <p:spPr>
            <a:xfrm>
              <a:off x="1360500" y="4061025"/>
              <a:ext cx="58525" cy="61575"/>
            </a:xfrm>
            <a:custGeom>
              <a:rect b="b" l="l" r="r" t="t"/>
              <a:pathLst>
                <a:path extrusionOk="0" fill="none" h="2463" w="2341">
                  <a:moveTo>
                    <a:pt x="2341" y="1"/>
                  </a:moveTo>
                  <a:cubicBezTo>
                    <a:pt x="2006" y="214"/>
                    <a:pt x="1733" y="396"/>
                    <a:pt x="1489" y="730"/>
                  </a:cubicBezTo>
                  <a:cubicBezTo>
                    <a:pt x="1337" y="913"/>
                    <a:pt x="1216" y="1125"/>
                    <a:pt x="1064" y="1308"/>
                  </a:cubicBezTo>
                  <a:cubicBezTo>
                    <a:pt x="669" y="1703"/>
                    <a:pt x="304" y="2037"/>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25"/>
            <p:cNvSpPr/>
            <p:nvPr/>
          </p:nvSpPr>
          <p:spPr>
            <a:xfrm>
              <a:off x="1442550" y="4055725"/>
              <a:ext cx="52475" cy="58525"/>
            </a:xfrm>
            <a:custGeom>
              <a:rect b="b" l="l" r="r" t="t"/>
              <a:pathLst>
                <a:path extrusionOk="0" fill="none" h="2341" w="2099">
                  <a:moveTo>
                    <a:pt x="2098" y="0"/>
                  </a:moveTo>
                  <a:cubicBezTo>
                    <a:pt x="1825" y="456"/>
                    <a:pt x="1399" y="851"/>
                    <a:pt x="1065" y="1277"/>
                  </a:cubicBezTo>
                  <a:cubicBezTo>
                    <a:pt x="761" y="1672"/>
                    <a:pt x="396" y="2037"/>
                    <a:pt x="1"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25"/>
            <p:cNvSpPr/>
            <p:nvPr/>
          </p:nvSpPr>
          <p:spPr>
            <a:xfrm>
              <a:off x="1448625" y="4149175"/>
              <a:ext cx="41075" cy="58550"/>
            </a:xfrm>
            <a:custGeom>
              <a:rect b="b" l="l" r="r" t="t"/>
              <a:pathLst>
                <a:path extrusionOk="0" fill="none" h="2342" w="1643">
                  <a:moveTo>
                    <a:pt x="1642" y="1"/>
                  </a:moveTo>
                  <a:cubicBezTo>
                    <a:pt x="1186" y="852"/>
                    <a:pt x="396" y="1490"/>
                    <a:pt x="1"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25"/>
            <p:cNvSpPr/>
            <p:nvPr/>
          </p:nvSpPr>
          <p:spPr>
            <a:xfrm>
              <a:off x="1480550" y="4193250"/>
              <a:ext cx="58550" cy="67650"/>
            </a:xfrm>
            <a:custGeom>
              <a:rect b="b" l="l" r="r" t="t"/>
              <a:pathLst>
                <a:path extrusionOk="0" fill="none" h="2706" w="2342">
                  <a:moveTo>
                    <a:pt x="2341" y="1"/>
                  </a:moveTo>
                  <a:cubicBezTo>
                    <a:pt x="1885" y="517"/>
                    <a:pt x="1490" y="1065"/>
                    <a:pt x="1064" y="1612"/>
                  </a:cubicBezTo>
                  <a:cubicBezTo>
                    <a:pt x="760" y="2007"/>
                    <a:pt x="365" y="2341"/>
                    <a:pt x="1"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25"/>
            <p:cNvSpPr/>
            <p:nvPr/>
          </p:nvSpPr>
          <p:spPr>
            <a:xfrm>
              <a:off x="1442550" y="4389300"/>
              <a:ext cx="41075" cy="44100"/>
            </a:xfrm>
            <a:custGeom>
              <a:rect b="b" l="l" r="r" t="t"/>
              <a:pathLst>
                <a:path extrusionOk="0" fill="none" h="1764" w="1643">
                  <a:moveTo>
                    <a:pt x="1642" y="1"/>
                  </a:moveTo>
                  <a:cubicBezTo>
                    <a:pt x="1369" y="335"/>
                    <a:pt x="973" y="517"/>
                    <a:pt x="700" y="852"/>
                  </a:cubicBezTo>
                  <a:cubicBezTo>
                    <a:pt x="457" y="1156"/>
                    <a:pt x="244" y="1490"/>
                    <a:pt x="1"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25"/>
            <p:cNvSpPr/>
            <p:nvPr/>
          </p:nvSpPr>
          <p:spPr>
            <a:xfrm>
              <a:off x="1392400" y="4501000"/>
              <a:ext cx="50175" cy="50175"/>
            </a:xfrm>
            <a:custGeom>
              <a:rect b="b" l="l" r="r" t="t"/>
              <a:pathLst>
                <a:path extrusionOk="0" fill="none" h="2007" w="2007">
                  <a:moveTo>
                    <a:pt x="2007" y="1"/>
                  </a:moveTo>
                  <a:cubicBezTo>
                    <a:pt x="1581" y="426"/>
                    <a:pt x="1217" y="882"/>
                    <a:pt x="821" y="1308"/>
                  </a:cubicBezTo>
                  <a:cubicBezTo>
                    <a:pt x="578" y="1551"/>
                    <a:pt x="244" y="1733"/>
                    <a:pt x="1"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25"/>
            <p:cNvSpPr/>
            <p:nvPr/>
          </p:nvSpPr>
          <p:spPr>
            <a:xfrm>
              <a:off x="1474475" y="4295850"/>
              <a:ext cx="38025" cy="47125"/>
            </a:xfrm>
            <a:custGeom>
              <a:rect b="b" l="l" r="r" t="t"/>
              <a:pathLst>
                <a:path extrusionOk="0" fill="none" h="1885" w="1521">
                  <a:moveTo>
                    <a:pt x="1520" y="0"/>
                  </a:moveTo>
                  <a:cubicBezTo>
                    <a:pt x="1216" y="365"/>
                    <a:pt x="912" y="699"/>
                    <a:pt x="639" y="1094"/>
                  </a:cubicBezTo>
                  <a:cubicBezTo>
                    <a:pt x="426" y="1368"/>
                    <a:pt x="274" y="1641"/>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25"/>
            <p:cNvSpPr/>
            <p:nvPr/>
          </p:nvSpPr>
          <p:spPr>
            <a:xfrm>
              <a:off x="1515500" y="4105100"/>
              <a:ext cx="23600" cy="29675"/>
            </a:xfrm>
            <a:custGeom>
              <a:rect b="b" l="l" r="r" t="t"/>
              <a:pathLst>
                <a:path extrusionOk="0" fill="none" h="1187" w="944">
                  <a:moveTo>
                    <a:pt x="943" y="1"/>
                  </a:moveTo>
                  <a:cubicBezTo>
                    <a:pt x="457" y="274"/>
                    <a:pt x="122" y="639"/>
                    <a:pt x="1" y="118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25"/>
            <p:cNvSpPr/>
            <p:nvPr/>
          </p:nvSpPr>
          <p:spPr>
            <a:xfrm>
              <a:off x="1351375" y="4281400"/>
              <a:ext cx="61575" cy="72975"/>
            </a:xfrm>
            <a:custGeom>
              <a:rect b="b" l="l" r="r" t="t"/>
              <a:pathLst>
                <a:path extrusionOk="0" fill="none" h="2919" w="2463">
                  <a:moveTo>
                    <a:pt x="2462" y="1"/>
                  </a:moveTo>
                  <a:cubicBezTo>
                    <a:pt x="2128" y="274"/>
                    <a:pt x="1702" y="548"/>
                    <a:pt x="1429" y="943"/>
                  </a:cubicBezTo>
                  <a:cubicBezTo>
                    <a:pt x="1247" y="1216"/>
                    <a:pt x="1064" y="1490"/>
                    <a:pt x="851" y="1764"/>
                  </a:cubicBezTo>
                  <a:cubicBezTo>
                    <a:pt x="578" y="2128"/>
                    <a:pt x="365" y="2645"/>
                    <a:pt x="0" y="29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25"/>
            <p:cNvSpPr/>
            <p:nvPr/>
          </p:nvSpPr>
          <p:spPr>
            <a:xfrm>
              <a:off x="1333900" y="4199325"/>
              <a:ext cx="44100" cy="46375"/>
            </a:xfrm>
            <a:custGeom>
              <a:rect b="b" l="l" r="r" t="t"/>
              <a:pathLst>
                <a:path extrusionOk="0" fill="none" h="1855" w="1764">
                  <a:moveTo>
                    <a:pt x="1763" y="1"/>
                  </a:moveTo>
                  <a:cubicBezTo>
                    <a:pt x="1368" y="122"/>
                    <a:pt x="1094" y="700"/>
                    <a:pt x="821" y="1004"/>
                  </a:cubicBezTo>
                  <a:cubicBezTo>
                    <a:pt x="547" y="1277"/>
                    <a:pt x="304" y="1581"/>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25"/>
            <p:cNvSpPr/>
            <p:nvPr/>
          </p:nvSpPr>
          <p:spPr>
            <a:xfrm>
              <a:off x="1008650" y="4172750"/>
              <a:ext cx="46375" cy="58525"/>
            </a:xfrm>
            <a:custGeom>
              <a:rect b="b" l="l" r="r" t="t"/>
              <a:pathLst>
                <a:path extrusionOk="0" fill="none" h="2341" w="1855">
                  <a:moveTo>
                    <a:pt x="1855" y="0"/>
                  </a:moveTo>
                  <a:cubicBezTo>
                    <a:pt x="1277" y="790"/>
                    <a:pt x="670" y="1611"/>
                    <a:pt x="1" y="234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25"/>
            <p:cNvSpPr/>
            <p:nvPr/>
          </p:nvSpPr>
          <p:spPr>
            <a:xfrm>
              <a:off x="1114275" y="4193250"/>
              <a:ext cx="38025" cy="41075"/>
            </a:xfrm>
            <a:custGeom>
              <a:rect b="b" l="l" r="r" t="t"/>
              <a:pathLst>
                <a:path extrusionOk="0" fill="none" h="1643" w="1521">
                  <a:moveTo>
                    <a:pt x="1521" y="1"/>
                  </a:moveTo>
                  <a:cubicBezTo>
                    <a:pt x="1095" y="213"/>
                    <a:pt x="670" y="548"/>
                    <a:pt x="396" y="973"/>
                  </a:cubicBezTo>
                  <a:cubicBezTo>
                    <a:pt x="244" y="1186"/>
                    <a:pt x="183" y="1460"/>
                    <a:pt x="1"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25"/>
            <p:cNvSpPr/>
            <p:nvPr/>
          </p:nvSpPr>
          <p:spPr>
            <a:xfrm>
              <a:off x="1216875" y="4187175"/>
              <a:ext cx="31925" cy="35750"/>
            </a:xfrm>
            <a:custGeom>
              <a:rect b="b" l="l" r="r" t="t"/>
              <a:pathLst>
                <a:path extrusionOk="0" fill="none" h="1430" w="1277">
                  <a:moveTo>
                    <a:pt x="1277" y="1"/>
                  </a:moveTo>
                  <a:cubicBezTo>
                    <a:pt x="912" y="335"/>
                    <a:pt x="547" y="517"/>
                    <a:pt x="335" y="943"/>
                  </a:cubicBezTo>
                  <a:cubicBezTo>
                    <a:pt x="243" y="1156"/>
                    <a:pt x="152" y="1247"/>
                    <a:pt x="0" y="142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25"/>
            <p:cNvSpPr/>
            <p:nvPr/>
          </p:nvSpPr>
          <p:spPr>
            <a:xfrm>
              <a:off x="1286775" y="4178825"/>
              <a:ext cx="44100" cy="43325"/>
            </a:xfrm>
            <a:custGeom>
              <a:rect b="b" l="l" r="r" t="t"/>
              <a:pathLst>
                <a:path extrusionOk="0" fill="none" h="1733" w="1764">
                  <a:moveTo>
                    <a:pt x="1764" y="0"/>
                  </a:moveTo>
                  <a:cubicBezTo>
                    <a:pt x="1186" y="487"/>
                    <a:pt x="457" y="1094"/>
                    <a:pt x="1" y="173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25"/>
            <p:cNvSpPr/>
            <p:nvPr/>
          </p:nvSpPr>
          <p:spPr>
            <a:xfrm>
              <a:off x="1146200" y="4310275"/>
              <a:ext cx="58525" cy="64625"/>
            </a:xfrm>
            <a:custGeom>
              <a:rect b="b" l="l" r="r" t="t"/>
              <a:pathLst>
                <a:path extrusionOk="0" fill="none" h="2585" w="2341">
                  <a:moveTo>
                    <a:pt x="2341" y="1"/>
                  </a:moveTo>
                  <a:cubicBezTo>
                    <a:pt x="2037" y="92"/>
                    <a:pt x="1763" y="639"/>
                    <a:pt x="1611" y="852"/>
                  </a:cubicBezTo>
                  <a:cubicBezTo>
                    <a:pt x="1429" y="1064"/>
                    <a:pt x="1247" y="1247"/>
                    <a:pt x="1064" y="1429"/>
                  </a:cubicBezTo>
                  <a:cubicBezTo>
                    <a:pt x="669" y="1794"/>
                    <a:pt x="335" y="2189"/>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25"/>
            <p:cNvSpPr/>
            <p:nvPr/>
          </p:nvSpPr>
          <p:spPr>
            <a:xfrm>
              <a:off x="1102125" y="4286725"/>
              <a:ext cx="50175" cy="56250"/>
            </a:xfrm>
            <a:custGeom>
              <a:rect b="b" l="l" r="r" t="t"/>
              <a:pathLst>
                <a:path extrusionOk="0" fill="none" h="2250" w="2007">
                  <a:moveTo>
                    <a:pt x="2007" y="0"/>
                  </a:moveTo>
                  <a:cubicBezTo>
                    <a:pt x="1277" y="730"/>
                    <a:pt x="639" y="1490"/>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25"/>
            <p:cNvSpPr/>
            <p:nvPr/>
          </p:nvSpPr>
          <p:spPr>
            <a:xfrm>
              <a:off x="994225" y="4310275"/>
              <a:ext cx="49425" cy="50175"/>
            </a:xfrm>
            <a:custGeom>
              <a:rect b="b" l="l" r="r" t="t"/>
              <a:pathLst>
                <a:path extrusionOk="0" fill="none" h="2007" w="1977">
                  <a:moveTo>
                    <a:pt x="1976" y="1"/>
                  </a:moveTo>
                  <a:cubicBezTo>
                    <a:pt x="1551" y="426"/>
                    <a:pt x="1155" y="852"/>
                    <a:pt x="730" y="1247"/>
                  </a:cubicBezTo>
                  <a:cubicBezTo>
                    <a:pt x="487" y="1520"/>
                    <a:pt x="183" y="1703"/>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25"/>
            <p:cNvSpPr/>
            <p:nvPr/>
          </p:nvSpPr>
          <p:spPr>
            <a:xfrm>
              <a:off x="887825" y="4313325"/>
              <a:ext cx="41075" cy="38000"/>
            </a:xfrm>
            <a:custGeom>
              <a:rect b="b" l="l" r="r" t="t"/>
              <a:pathLst>
                <a:path extrusionOk="0" fill="none" h="1520" w="1643">
                  <a:moveTo>
                    <a:pt x="1642" y="0"/>
                  </a:moveTo>
                  <a:cubicBezTo>
                    <a:pt x="1308" y="335"/>
                    <a:pt x="974" y="699"/>
                    <a:pt x="639" y="1034"/>
                  </a:cubicBezTo>
                  <a:cubicBezTo>
                    <a:pt x="426" y="1216"/>
                    <a:pt x="214" y="133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25"/>
            <p:cNvSpPr/>
            <p:nvPr/>
          </p:nvSpPr>
          <p:spPr>
            <a:xfrm>
              <a:off x="882525" y="4234300"/>
              <a:ext cx="41050" cy="47125"/>
            </a:xfrm>
            <a:custGeom>
              <a:rect b="b" l="l" r="r" t="t"/>
              <a:pathLst>
                <a:path extrusionOk="0" fill="none" h="1885" w="1642">
                  <a:moveTo>
                    <a:pt x="1642" y="0"/>
                  </a:moveTo>
                  <a:cubicBezTo>
                    <a:pt x="1003" y="517"/>
                    <a:pt x="578" y="1307"/>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25"/>
            <p:cNvSpPr/>
            <p:nvPr/>
          </p:nvSpPr>
          <p:spPr>
            <a:xfrm>
              <a:off x="770800" y="4368800"/>
              <a:ext cx="47150" cy="53200"/>
            </a:xfrm>
            <a:custGeom>
              <a:rect b="b" l="l" r="r" t="t"/>
              <a:pathLst>
                <a:path extrusionOk="0" fill="none" h="2128" w="1886">
                  <a:moveTo>
                    <a:pt x="1886" y="0"/>
                  </a:moveTo>
                  <a:cubicBezTo>
                    <a:pt x="1399" y="426"/>
                    <a:pt x="974" y="882"/>
                    <a:pt x="579" y="1398"/>
                  </a:cubicBezTo>
                  <a:cubicBezTo>
                    <a:pt x="396" y="1641"/>
                    <a:pt x="244" y="1885"/>
                    <a:pt x="1" y="212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25"/>
            <p:cNvSpPr/>
            <p:nvPr/>
          </p:nvSpPr>
          <p:spPr>
            <a:xfrm>
              <a:off x="723700" y="4483525"/>
              <a:ext cx="41050" cy="50175"/>
            </a:xfrm>
            <a:custGeom>
              <a:rect b="b" l="l" r="r" t="t"/>
              <a:pathLst>
                <a:path extrusionOk="0" fill="none" h="2007" w="1642">
                  <a:moveTo>
                    <a:pt x="1642" y="1"/>
                  </a:moveTo>
                  <a:cubicBezTo>
                    <a:pt x="1277" y="426"/>
                    <a:pt x="943" y="791"/>
                    <a:pt x="700" y="1247"/>
                  </a:cubicBezTo>
                  <a:cubicBezTo>
                    <a:pt x="548" y="1551"/>
                    <a:pt x="274" y="1825"/>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25"/>
            <p:cNvSpPr/>
            <p:nvPr/>
          </p:nvSpPr>
          <p:spPr>
            <a:xfrm>
              <a:off x="709250" y="4583075"/>
              <a:ext cx="31950" cy="38025"/>
            </a:xfrm>
            <a:custGeom>
              <a:rect b="b" l="l" r="r" t="t"/>
              <a:pathLst>
                <a:path extrusionOk="0" fill="none" h="1521" w="1278">
                  <a:moveTo>
                    <a:pt x="1278" y="1"/>
                  </a:moveTo>
                  <a:cubicBezTo>
                    <a:pt x="974" y="457"/>
                    <a:pt x="578" y="133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25"/>
            <p:cNvSpPr/>
            <p:nvPr/>
          </p:nvSpPr>
          <p:spPr>
            <a:xfrm>
              <a:off x="694825" y="4404500"/>
              <a:ext cx="20550" cy="28900"/>
            </a:xfrm>
            <a:custGeom>
              <a:rect b="b" l="l" r="r" t="t"/>
              <a:pathLst>
                <a:path extrusionOk="0" fill="none" h="1156" w="822">
                  <a:moveTo>
                    <a:pt x="821" y="1"/>
                  </a:moveTo>
                  <a:cubicBezTo>
                    <a:pt x="456" y="335"/>
                    <a:pt x="335" y="821"/>
                    <a:pt x="0" y="115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25"/>
            <p:cNvSpPr/>
            <p:nvPr/>
          </p:nvSpPr>
          <p:spPr>
            <a:xfrm>
              <a:off x="577050" y="4404500"/>
              <a:ext cx="20525" cy="26625"/>
            </a:xfrm>
            <a:custGeom>
              <a:rect b="b" l="l" r="r" t="t"/>
              <a:pathLst>
                <a:path extrusionOk="0" fill="none" h="1065" w="821">
                  <a:moveTo>
                    <a:pt x="821" y="1"/>
                  </a:moveTo>
                  <a:cubicBezTo>
                    <a:pt x="517" y="335"/>
                    <a:pt x="304" y="730"/>
                    <a:pt x="0" y="106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25"/>
            <p:cNvSpPr/>
            <p:nvPr/>
          </p:nvSpPr>
          <p:spPr>
            <a:xfrm>
              <a:off x="873400" y="4407550"/>
              <a:ext cx="38025" cy="58525"/>
            </a:xfrm>
            <a:custGeom>
              <a:rect b="b" l="l" r="r" t="t"/>
              <a:pathLst>
                <a:path extrusionOk="0" fill="none" h="2341" w="1521">
                  <a:moveTo>
                    <a:pt x="1520" y="0"/>
                  </a:moveTo>
                  <a:cubicBezTo>
                    <a:pt x="1490" y="304"/>
                    <a:pt x="1095" y="699"/>
                    <a:pt x="943" y="943"/>
                  </a:cubicBezTo>
                  <a:cubicBezTo>
                    <a:pt x="821" y="1155"/>
                    <a:pt x="669" y="1338"/>
                    <a:pt x="548" y="1520"/>
                  </a:cubicBezTo>
                  <a:cubicBezTo>
                    <a:pt x="365" y="1733"/>
                    <a:pt x="31" y="2037"/>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25"/>
            <p:cNvSpPr/>
            <p:nvPr/>
          </p:nvSpPr>
          <p:spPr>
            <a:xfrm>
              <a:off x="955475" y="4421975"/>
              <a:ext cx="50175" cy="55500"/>
            </a:xfrm>
            <a:custGeom>
              <a:rect b="b" l="l" r="r" t="t"/>
              <a:pathLst>
                <a:path extrusionOk="0" fill="none" h="2220" w="2007">
                  <a:moveTo>
                    <a:pt x="2006" y="1"/>
                  </a:moveTo>
                  <a:cubicBezTo>
                    <a:pt x="1611" y="244"/>
                    <a:pt x="1398" y="335"/>
                    <a:pt x="1155" y="669"/>
                  </a:cubicBezTo>
                  <a:cubicBezTo>
                    <a:pt x="1034" y="882"/>
                    <a:pt x="912" y="1095"/>
                    <a:pt x="760" y="1277"/>
                  </a:cubicBezTo>
                  <a:cubicBezTo>
                    <a:pt x="517" y="1612"/>
                    <a:pt x="304" y="1946"/>
                    <a:pt x="0"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25"/>
            <p:cNvSpPr/>
            <p:nvPr/>
          </p:nvSpPr>
          <p:spPr>
            <a:xfrm>
              <a:off x="1084650" y="4415900"/>
              <a:ext cx="26625" cy="32700"/>
            </a:xfrm>
            <a:custGeom>
              <a:rect b="b" l="l" r="r" t="t"/>
              <a:pathLst>
                <a:path extrusionOk="0" fill="none" h="1308" w="1065">
                  <a:moveTo>
                    <a:pt x="1064" y="1"/>
                  </a:moveTo>
                  <a:cubicBezTo>
                    <a:pt x="730" y="365"/>
                    <a:pt x="152" y="821"/>
                    <a:pt x="0" y="130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25"/>
            <p:cNvSpPr/>
            <p:nvPr/>
          </p:nvSpPr>
          <p:spPr>
            <a:xfrm>
              <a:off x="1122650" y="4451625"/>
              <a:ext cx="44100" cy="58525"/>
            </a:xfrm>
            <a:custGeom>
              <a:rect b="b" l="l" r="r" t="t"/>
              <a:pathLst>
                <a:path extrusionOk="0" fill="none" h="2341" w="1764">
                  <a:moveTo>
                    <a:pt x="1763" y="0"/>
                  </a:moveTo>
                  <a:cubicBezTo>
                    <a:pt x="1368" y="517"/>
                    <a:pt x="1003" y="1094"/>
                    <a:pt x="578" y="1611"/>
                  </a:cubicBezTo>
                  <a:cubicBezTo>
                    <a:pt x="395" y="1854"/>
                    <a:pt x="243" y="215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25"/>
            <p:cNvSpPr/>
            <p:nvPr/>
          </p:nvSpPr>
          <p:spPr>
            <a:xfrm>
              <a:off x="1245750" y="4327750"/>
              <a:ext cx="29650" cy="32700"/>
            </a:xfrm>
            <a:custGeom>
              <a:rect b="b" l="l" r="r" t="t"/>
              <a:pathLst>
                <a:path extrusionOk="0" fill="none" h="1308" w="1186">
                  <a:moveTo>
                    <a:pt x="1186" y="1"/>
                  </a:moveTo>
                  <a:cubicBezTo>
                    <a:pt x="851" y="213"/>
                    <a:pt x="456" y="487"/>
                    <a:pt x="304" y="852"/>
                  </a:cubicBezTo>
                  <a:cubicBezTo>
                    <a:pt x="213" y="1034"/>
                    <a:pt x="183" y="1156"/>
                    <a:pt x="0" y="130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25"/>
            <p:cNvSpPr/>
            <p:nvPr/>
          </p:nvSpPr>
          <p:spPr>
            <a:xfrm>
              <a:off x="1284500" y="4418950"/>
              <a:ext cx="31950" cy="44100"/>
            </a:xfrm>
            <a:custGeom>
              <a:rect b="b" l="l" r="r" t="t"/>
              <a:pathLst>
                <a:path extrusionOk="0" fill="none" h="1764" w="1278">
                  <a:moveTo>
                    <a:pt x="1277" y="0"/>
                  </a:moveTo>
                  <a:cubicBezTo>
                    <a:pt x="943" y="395"/>
                    <a:pt x="578" y="821"/>
                    <a:pt x="304" y="1246"/>
                  </a:cubicBezTo>
                  <a:cubicBezTo>
                    <a:pt x="183" y="1398"/>
                    <a:pt x="122" y="1611"/>
                    <a:pt x="0"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25"/>
            <p:cNvSpPr/>
            <p:nvPr/>
          </p:nvSpPr>
          <p:spPr>
            <a:xfrm>
              <a:off x="1292850" y="4507100"/>
              <a:ext cx="35000" cy="49400"/>
            </a:xfrm>
            <a:custGeom>
              <a:rect b="b" l="l" r="r" t="t"/>
              <a:pathLst>
                <a:path extrusionOk="0" fill="none" h="1976" w="1400">
                  <a:moveTo>
                    <a:pt x="1399" y="0"/>
                  </a:moveTo>
                  <a:cubicBezTo>
                    <a:pt x="822" y="517"/>
                    <a:pt x="548" y="1398"/>
                    <a:pt x="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25"/>
            <p:cNvSpPr/>
            <p:nvPr/>
          </p:nvSpPr>
          <p:spPr>
            <a:xfrm>
              <a:off x="1257900" y="4627150"/>
              <a:ext cx="44100" cy="52450"/>
            </a:xfrm>
            <a:custGeom>
              <a:rect b="b" l="l" r="r" t="t"/>
              <a:pathLst>
                <a:path extrusionOk="0" fill="none" h="2098" w="1764">
                  <a:moveTo>
                    <a:pt x="1764" y="1"/>
                  </a:moveTo>
                  <a:cubicBezTo>
                    <a:pt x="1308" y="517"/>
                    <a:pt x="882" y="1034"/>
                    <a:pt x="457" y="1520"/>
                  </a:cubicBezTo>
                  <a:cubicBezTo>
                    <a:pt x="335" y="1672"/>
                    <a:pt x="31" y="1946"/>
                    <a:pt x="1" y="20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25"/>
            <p:cNvSpPr/>
            <p:nvPr/>
          </p:nvSpPr>
          <p:spPr>
            <a:xfrm>
              <a:off x="1175825" y="4636275"/>
              <a:ext cx="41075" cy="49425"/>
            </a:xfrm>
            <a:custGeom>
              <a:rect b="b" l="l" r="r" t="t"/>
              <a:pathLst>
                <a:path extrusionOk="0" fill="none" h="1977" w="1643">
                  <a:moveTo>
                    <a:pt x="1642" y="0"/>
                  </a:moveTo>
                  <a:cubicBezTo>
                    <a:pt x="1156" y="304"/>
                    <a:pt x="852" y="791"/>
                    <a:pt x="578" y="1277"/>
                  </a:cubicBezTo>
                  <a:cubicBezTo>
                    <a:pt x="426" y="1550"/>
                    <a:pt x="214" y="1763"/>
                    <a:pt x="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25"/>
            <p:cNvSpPr/>
            <p:nvPr/>
          </p:nvSpPr>
          <p:spPr>
            <a:xfrm>
              <a:off x="1175825" y="4530650"/>
              <a:ext cx="49425" cy="64600"/>
            </a:xfrm>
            <a:custGeom>
              <a:rect b="b" l="l" r="r" t="t"/>
              <a:pathLst>
                <a:path extrusionOk="0" fill="none" h="2584" w="1977">
                  <a:moveTo>
                    <a:pt x="1977" y="0"/>
                  </a:moveTo>
                  <a:cubicBezTo>
                    <a:pt x="1581" y="426"/>
                    <a:pt x="1156" y="943"/>
                    <a:pt x="822" y="1429"/>
                  </a:cubicBezTo>
                  <a:cubicBezTo>
                    <a:pt x="548" y="1824"/>
                    <a:pt x="305" y="2219"/>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25"/>
            <p:cNvSpPr/>
            <p:nvPr/>
          </p:nvSpPr>
          <p:spPr>
            <a:xfrm>
              <a:off x="1067175" y="4662100"/>
              <a:ext cx="38025" cy="47150"/>
            </a:xfrm>
            <a:custGeom>
              <a:rect b="b" l="l" r="r" t="t"/>
              <a:pathLst>
                <a:path extrusionOk="0" fill="none" h="1886" w="1521">
                  <a:moveTo>
                    <a:pt x="1520" y="1"/>
                  </a:moveTo>
                  <a:cubicBezTo>
                    <a:pt x="1186" y="426"/>
                    <a:pt x="943" y="943"/>
                    <a:pt x="578" y="1308"/>
                  </a:cubicBezTo>
                  <a:cubicBezTo>
                    <a:pt x="395" y="1521"/>
                    <a:pt x="183" y="1703"/>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25"/>
            <p:cNvSpPr/>
            <p:nvPr/>
          </p:nvSpPr>
          <p:spPr>
            <a:xfrm>
              <a:off x="1105175" y="4697825"/>
              <a:ext cx="32700" cy="38025"/>
            </a:xfrm>
            <a:custGeom>
              <a:rect b="b" l="l" r="r" t="t"/>
              <a:pathLst>
                <a:path extrusionOk="0" fill="none" h="1521" w="1308">
                  <a:moveTo>
                    <a:pt x="1307" y="0"/>
                  </a:moveTo>
                  <a:cubicBezTo>
                    <a:pt x="942" y="335"/>
                    <a:pt x="578" y="699"/>
                    <a:pt x="304" y="1125"/>
                  </a:cubicBezTo>
                  <a:cubicBezTo>
                    <a:pt x="243" y="1247"/>
                    <a:pt x="182" y="1490"/>
                    <a:pt x="0"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25"/>
            <p:cNvSpPr/>
            <p:nvPr/>
          </p:nvSpPr>
          <p:spPr>
            <a:xfrm>
              <a:off x="1061100" y="4556475"/>
              <a:ext cx="34975" cy="44100"/>
            </a:xfrm>
            <a:custGeom>
              <a:rect b="b" l="l" r="r" t="t"/>
              <a:pathLst>
                <a:path extrusionOk="0" fill="none" h="1764" w="1399">
                  <a:moveTo>
                    <a:pt x="1398" y="1"/>
                  </a:moveTo>
                  <a:cubicBezTo>
                    <a:pt x="942" y="274"/>
                    <a:pt x="578" y="730"/>
                    <a:pt x="365" y="1247"/>
                  </a:cubicBezTo>
                  <a:cubicBezTo>
                    <a:pt x="304" y="1338"/>
                    <a:pt x="274" y="1460"/>
                    <a:pt x="213" y="1551"/>
                  </a:cubicBezTo>
                  <a:cubicBezTo>
                    <a:pt x="152" y="1642"/>
                    <a:pt x="31" y="1642"/>
                    <a:pt x="0"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25"/>
            <p:cNvSpPr/>
            <p:nvPr/>
          </p:nvSpPr>
          <p:spPr>
            <a:xfrm>
              <a:off x="923550" y="4653750"/>
              <a:ext cx="41050" cy="55500"/>
            </a:xfrm>
            <a:custGeom>
              <a:rect b="b" l="l" r="r" t="t"/>
              <a:pathLst>
                <a:path extrusionOk="0" fill="none" h="2220" w="1642">
                  <a:moveTo>
                    <a:pt x="1642" y="0"/>
                  </a:moveTo>
                  <a:cubicBezTo>
                    <a:pt x="1277" y="487"/>
                    <a:pt x="912" y="1003"/>
                    <a:pt x="517" y="1520"/>
                  </a:cubicBezTo>
                  <a:cubicBezTo>
                    <a:pt x="365" y="1733"/>
                    <a:pt x="183" y="2007"/>
                    <a:pt x="1"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25"/>
            <p:cNvSpPr/>
            <p:nvPr/>
          </p:nvSpPr>
          <p:spPr>
            <a:xfrm>
              <a:off x="947100" y="4527600"/>
              <a:ext cx="44100" cy="55500"/>
            </a:xfrm>
            <a:custGeom>
              <a:rect b="b" l="l" r="r" t="t"/>
              <a:pathLst>
                <a:path extrusionOk="0" fill="none" h="2220" w="1764">
                  <a:moveTo>
                    <a:pt x="1764" y="1"/>
                  </a:moveTo>
                  <a:cubicBezTo>
                    <a:pt x="821" y="517"/>
                    <a:pt x="639" y="1490"/>
                    <a:pt x="1"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25"/>
            <p:cNvSpPr/>
            <p:nvPr/>
          </p:nvSpPr>
          <p:spPr>
            <a:xfrm>
              <a:off x="820975" y="4527600"/>
              <a:ext cx="49400" cy="64625"/>
            </a:xfrm>
            <a:custGeom>
              <a:rect b="b" l="l" r="r" t="t"/>
              <a:pathLst>
                <a:path extrusionOk="0" fill="none" h="2585" w="1976">
                  <a:moveTo>
                    <a:pt x="1976" y="1"/>
                  </a:moveTo>
                  <a:cubicBezTo>
                    <a:pt x="1398" y="487"/>
                    <a:pt x="973" y="913"/>
                    <a:pt x="517" y="1521"/>
                  </a:cubicBezTo>
                  <a:cubicBezTo>
                    <a:pt x="274" y="1855"/>
                    <a:pt x="182" y="2220"/>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25"/>
            <p:cNvSpPr/>
            <p:nvPr/>
          </p:nvSpPr>
          <p:spPr>
            <a:xfrm>
              <a:off x="827050" y="4659825"/>
              <a:ext cx="38025" cy="46375"/>
            </a:xfrm>
            <a:custGeom>
              <a:rect b="b" l="l" r="r" t="t"/>
              <a:pathLst>
                <a:path extrusionOk="0" fill="none" h="1855" w="1521">
                  <a:moveTo>
                    <a:pt x="1520" y="1"/>
                  </a:moveTo>
                  <a:cubicBezTo>
                    <a:pt x="1125" y="365"/>
                    <a:pt x="608" y="730"/>
                    <a:pt x="335" y="1186"/>
                  </a:cubicBezTo>
                  <a:cubicBezTo>
                    <a:pt x="274" y="1308"/>
                    <a:pt x="243" y="1429"/>
                    <a:pt x="183" y="1520"/>
                  </a:cubicBezTo>
                  <a:cubicBezTo>
                    <a:pt x="122" y="1642"/>
                    <a:pt x="0" y="1703"/>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25"/>
            <p:cNvSpPr/>
            <p:nvPr/>
          </p:nvSpPr>
          <p:spPr>
            <a:xfrm>
              <a:off x="772325" y="4647675"/>
              <a:ext cx="22075" cy="23575"/>
            </a:xfrm>
            <a:custGeom>
              <a:rect b="b" l="l" r="r" t="t"/>
              <a:pathLst>
                <a:path extrusionOk="0" fill="none" h="943" w="883">
                  <a:moveTo>
                    <a:pt x="882" y="0"/>
                  </a:moveTo>
                  <a:cubicBezTo>
                    <a:pt x="609" y="152"/>
                    <a:pt x="1" y="578"/>
                    <a:pt x="62" y="94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25"/>
            <p:cNvSpPr/>
            <p:nvPr/>
          </p:nvSpPr>
          <p:spPr>
            <a:xfrm>
              <a:off x="988150" y="4682625"/>
              <a:ext cx="28900" cy="38775"/>
            </a:xfrm>
            <a:custGeom>
              <a:rect b="b" l="l" r="r" t="t"/>
              <a:pathLst>
                <a:path extrusionOk="0" fill="none" h="1551" w="1156">
                  <a:moveTo>
                    <a:pt x="1155" y="0"/>
                  </a:moveTo>
                  <a:cubicBezTo>
                    <a:pt x="760" y="396"/>
                    <a:pt x="547" y="578"/>
                    <a:pt x="335" y="1034"/>
                  </a:cubicBezTo>
                  <a:cubicBezTo>
                    <a:pt x="274" y="1216"/>
                    <a:pt x="152" y="1429"/>
                    <a:pt x="0" y="155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25"/>
            <p:cNvSpPr/>
            <p:nvPr/>
          </p:nvSpPr>
          <p:spPr>
            <a:xfrm>
              <a:off x="1357450" y="4407550"/>
              <a:ext cx="23575" cy="34975"/>
            </a:xfrm>
            <a:custGeom>
              <a:rect b="b" l="l" r="r" t="t"/>
              <a:pathLst>
                <a:path extrusionOk="0" fill="none" h="1399" w="943">
                  <a:moveTo>
                    <a:pt x="943" y="0"/>
                  </a:moveTo>
                  <a:cubicBezTo>
                    <a:pt x="669" y="304"/>
                    <a:pt x="426" y="639"/>
                    <a:pt x="213" y="973"/>
                  </a:cubicBezTo>
                  <a:cubicBezTo>
                    <a:pt x="122" y="1125"/>
                    <a:pt x="0" y="1246"/>
                    <a:pt x="0" y="13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25"/>
            <p:cNvSpPr/>
            <p:nvPr/>
          </p:nvSpPr>
          <p:spPr>
            <a:xfrm>
              <a:off x="1349100" y="4603600"/>
              <a:ext cx="19775" cy="17500"/>
            </a:xfrm>
            <a:custGeom>
              <a:rect b="b" l="l" r="r" t="t"/>
              <a:pathLst>
                <a:path extrusionOk="0" fill="none" h="700" w="791">
                  <a:moveTo>
                    <a:pt x="790" y="0"/>
                  </a:moveTo>
                  <a:cubicBezTo>
                    <a:pt x="578" y="213"/>
                    <a:pt x="213" y="456"/>
                    <a:pt x="0" y="69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25"/>
            <p:cNvSpPr/>
            <p:nvPr/>
          </p:nvSpPr>
          <p:spPr>
            <a:xfrm>
              <a:off x="1005238" y="38760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9" name="Google Shape;2899;p25"/>
          <p:cNvSpPr/>
          <p:nvPr/>
        </p:nvSpPr>
        <p:spPr>
          <a:xfrm flipH="1">
            <a:off x="-97773" y="71550"/>
            <a:ext cx="1517598" cy="74579"/>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6"/>
                  <a:pt x="4134" y="1217"/>
                  <a:pt x="4621" y="1217"/>
                </a:cubicBezTo>
                <a:cubicBezTo>
                  <a:pt x="5198" y="1217"/>
                  <a:pt x="5715" y="1156"/>
                  <a:pt x="6262" y="1399"/>
                </a:cubicBezTo>
                <a:cubicBezTo>
                  <a:pt x="6870" y="1673"/>
                  <a:pt x="7478" y="2007"/>
                  <a:pt x="8055" y="2372"/>
                </a:cubicBezTo>
                <a:cubicBezTo>
                  <a:pt x="8572" y="2706"/>
                  <a:pt x="8937" y="3162"/>
                  <a:pt x="9545" y="3345"/>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4"/>
                </a:cubicBezTo>
                <a:cubicBezTo>
                  <a:pt x="16110" y="579"/>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8"/>
                  <a:pt x="24378" y="4287"/>
                  <a:pt x="25138" y="4287"/>
                </a:cubicBezTo>
                <a:cubicBezTo>
                  <a:pt x="25502" y="4287"/>
                  <a:pt x="26050" y="4378"/>
                  <a:pt x="26414" y="4256"/>
                </a:cubicBezTo>
                <a:cubicBezTo>
                  <a:pt x="26870" y="4135"/>
                  <a:pt x="27296" y="3740"/>
                  <a:pt x="27721" y="3527"/>
                </a:cubicBezTo>
                <a:cubicBezTo>
                  <a:pt x="28451" y="3162"/>
                  <a:pt x="29150" y="2372"/>
                  <a:pt x="29636" y="1734"/>
                </a:cubicBezTo>
                <a:cubicBezTo>
                  <a:pt x="29910" y="1430"/>
                  <a:pt x="30123" y="1065"/>
                  <a:pt x="30335" y="730"/>
                </a:cubicBezTo>
                <a:cubicBezTo>
                  <a:pt x="30427" y="548"/>
                  <a:pt x="30548" y="305"/>
                  <a:pt x="30761" y="275"/>
                </a:cubicBezTo>
                <a:cubicBezTo>
                  <a:pt x="30822" y="457"/>
                  <a:pt x="30822" y="609"/>
                  <a:pt x="30822" y="822"/>
                </a:cubicBezTo>
              </a:path>
            </a:pathLst>
          </a:custGeom>
          <a:noFill/>
          <a:ln cap="flat" cmpd="sng" w="66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25"/>
          <p:cNvSpPr/>
          <p:nvPr/>
        </p:nvSpPr>
        <p:spPr>
          <a:xfrm flipH="1">
            <a:off x="-97773" y="191694"/>
            <a:ext cx="1517598" cy="74579"/>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5"/>
                  <a:pt x="4134" y="1217"/>
                  <a:pt x="4621" y="1217"/>
                </a:cubicBezTo>
                <a:cubicBezTo>
                  <a:pt x="5198" y="1217"/>
                  <a:pt x="5715" y="1156"/>
                  <a:pt x="6262" y="1399"/>
                </a:cubicBezTo>
                <a:cubicBezTo>
                  <a:pt x="6870" y="1673"/>
                  <a:pt x="7478" y="2007"/>
                  <a:pt x="8055" y="2372"/>
                </a:cubicBezTo>
                <a:cubicBezTo>
                  <a:pt x="8572" y="2706"/>
                  <a:pt x="8937" y="3162"/>
                  <a:pt x="9545" y="3344"/>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3"/>
                </a:cubicBezTo>
                <a:cubicBezTo>
                  <a:pt x="16110" y="578"/>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7"/>
                  <a:pt x="24378" y="4287"/>
                  <a:pt x="25138" y="4287"/>
                </a:cubicBezTo>
                <a:cubicBezTo>
                  <a:pt x="25502" y="4287"/>
                  <a:pt x="26050" y="4378"/>
                  <a:pt x="26414" y="4256"/>
                </a:cubicBezTo>
                <a:cubicBezTo>
                  <a:pt x="26870" y="4135"/>
                  <a:pt x="27296" y="3739"/>
                  <a:pt x="27721" y="3527"/>
                </a:cubicBezTo>
                <a:cubicBezTo>
                  <a:pt x="28451" y="3162"/>
                  <a:pt x="29150" y="2372"/>
                  <a:pt x="29636" y="1733"/>
                </a:cubicBezTo>
                <a:cubicBezTo>
                  <a:pt x="29910" y="1399"/>
                  <a:pt x="30123" y="1065"/>
                  <a:pt x="30335" y="730"/>
                </a:cubicBezTo>
                <a:cubicBezTo>
                  <a:pt x="30427" y="548"/>
                  <a:pt x="30548" y="305"/>
                  <a:pt x="30761" y="274"/>
                </a:cubicBezTo>
                <a:cubicBezTo>
                  <a:pt x="30822" y="457"/>
                  <a:pt x="30822" y="609"/>
                  <a:pt x="30822" y="821"/>
                </a:cubicBezTo>
              </a:path>
            </a:pathLst>
          </a:custGeom>
          <a:noFill/>
          <a:ln cap="flat" cmpd="sng" w="76000">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1" name="Google Shape;2901;p25"/>
          <p:cNvGrpSpPr/>
          <p:nvPr/>
        </p:nvGrpSpPr>
        <p:grpSpPr>
          <a:xfrm>
            <a:off x="26390" y="83194"/>
            <a:ext cx="8999788" cy="4905547"/>
            <a:chOff x="26390" y="83194"/>
            <a:chExt cx="8999788" cy="4905547"/>
          </a:xfrm>
        </p:grpSpPr>
        <p:grpSp>
          <p:nvGrpSpPr>
            <p:cNvPr id="2902" name="Google Shape;2902;p25"/>
            <p:cNvGrpSpPr/>
            <p:nvPr/>
          </p:nvGrpSpPr>
          <p:grpSpPr>
            <a:xfrm rot="10800000">
              <a:off x="26390" y="83194"/>
              <a:ext cx="8999788" cy="4905547"/>
              <a:chOff x="215950" y="220125"/>
              <a:chExt cx="8720725" cy="4753437"/>
            </a:xfrm>
          </p:grpSpPr>
          <p:grpSp>
            <p:nvGrpSpPr>
              <p:cNvPr id="2903" name="Google Shape;2903;p25"/>
              <p:cNvGrpSpPr/>
              <p:nvPr/>
            </p:nvGrpSpPr>
            <p:grpSpPr>
              <a:xfrm flipH="1" rot="10800000">
                <a:off x="215950" y="220125"/>
                <a:ext cx="8720725" cy="4753437"/>
                <a:chOff x="139750" y="159113"/>
                <a:chExt cx="8720725" cy="4753437"/>
              </a:xfrm>
            </p:grpSpPr>
            <p:sp>
              <p:nvSpPr>
                <p:cNvPr id="2904" name="Google Shape;2904;p25"/>
                <p:cNvSpPr/>
                <p:nvPr/>
              </p:nvSpPr>
              <p:spPr>
                <a:xfrm flipH="1">
                  <a:off x="8167513" y="1332063"/>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25"/>
                <p:cNvSpPr/>
                <p:nvPr/>
              </p:nvSpPr>
              <p:spPr>
                <a:xfrm>
                  <a:off x="385674"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25"/>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25"/>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25"/>
                <p:cNvSpPr/>
                <p:nvPr/>
              </p:nvSpPr>
              <p:spPr>
                <a:xfrm flipH="1">
                  <a:off x="8768737" y="66078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25"/>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25"/>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25"/>
                <p:cNvSpPr/>
                <p:nvPr/>
              </p:nvSpPr>
              <p:spPr>
                <a:xfrm>
                  <a:off x="223038" y="3773163"/>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25"/>
                <p:cNvSpPr/>
                <p:nvPr/>
              </p:nvSpPr>
              <p:spPr>
                <a:xfrm>
                  <a:off x="7712688" y="652832"/>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25"/>
                <p:cNvSpPr/>
                <p:nvPr/>
              </p:nvSpPr>
              <p:spPr>
                <a:xfrm>
                  <a:off x="4852336" y="27741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4" name="Google Shape;2914;p25"/>
              <p:cNvSpPr/>
              <p:nvPr/>
            </p:nvSpPr>
            <p:spPr>
              <a:xfrm flipH="1" rot="10800000">
                <a:off x="8071638" y="559938"/>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5" name="Google Shape;2915;p25"/>
            <p:cNvGrpSpPr/>
            <p:nvPr/>
          </p:nvGrpSpPr>
          <p:grpSpPr>
            <a:xfrm flipH="1" rot="10800000">
              <a:off x="302291" y="840707"/>
              <a:ext cx="7581014" cy="3439420"/>
              <a:chOff x="-654203" y="781450"/>
              <a:chExt cx="9072539" cy="4116108"/>
            </a:xfrm>
          </p:grpSpPr>
          <p:sp>
            <p:nvSpPr>
              <p:cNvPr id="2916" name="Google Shape;2916;p25"/>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25"/>
              <p:cNvSpPr/>
              <p:nvPr/>
            </p:nvSpPr>
            <p:spPr>
              <a:xfrm flipH="1" rot="10800000">
                <a:off x="6007150" y="1016574"/>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18" name="Google Shape;2918;p25"/>
              <p:cNvGrpSpPr/>
              <p:nvPr/>
            </p:nvGrpSpPr>
            <p:grpSpPr>
              <a:xfrm flipH="1" rot="10800000">
                <a:off x="-654203" y="1133348"/>
                <a:ext cx="9072539" cy="3764210"/>
                <a:chOff x="-730403" y="235117"/>
                <a:chExt cx="9072539" cy="3764210"/>
              </a:xfrm>
            </p:grpSpPr>
            <p:sp>
              <p:nvSpPr>
                <p:cNvPr id="2919" name="Google Shape;2919;p25"/>
                <p:cNvSpPr/>
                <p:nvPr/>
              </p:nvSpPr>
              <p:spPr>
                <a:xfrm>
                  <a:off x="1402525" y="2765982"/>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25"/>
                <p:cNvSpPr/>
                <p:nvPr/>
              </p:nvSpPr>
              <p:spPr>
                <a:xfrm flipH="1">
                  <a:off x="8199759" y="415325"/>
                  <a:ext cx="142378" cy="150430"/>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25"/>
                <p:cNvSpPr/>
                <p:nvPr/>
              </p:nvSpPr>
              <p:spPr>
                <a:xfrm>
                  <a:off x="-730403" y="1390589"/>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25"/>
                <p:cNvSpPr/>
                <p:nvPr/>
              </p:nvSpPr>
              <p:spPr>
                <a:xfrm flipH="1">
                  <a:off x="6688677" y="235117"/>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25"/>
                <p:cNvSpPr/>
                <p:nvPr/>
              </p:nvSpPr>
              <p:spPr>
                <a:xfrm>
                  <a:off x="2451965" y="132725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25"/>
                <p:cNvSpPr/>
                <p:nvPr/>
              </p:nvSpPr>
              <p:spPr>
                <a:xfrm>
                  <a:off x="4209574" y="7942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25"/>
                <p:cNvSpPr/>
                <p:nvPr/>
              </p:nvSpPr>
              <p:spPr>
                <a:xfrm>
                  <a:off x="3502303" y="3937577"/>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2926" name="Google Shape;2926;p2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latin typeface="Lora SemiBold"/>
                <a:ea typeface="Lora SemiBold"/>
                <a:cs typeface="Lora SemiBold"/>
                <a:sym typeface="Lora SemiBold"/>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TITLE_ONLY_2_1_1_1">
    <p:spTree>
      <p:nvGrpSpPr>
        <p:cNvPr id="2927" name="Shape 2927"/>
        <p:cNvGrpSpPr/>
        <p:nvPr/>
      </p:nvGrpSpPr>
      <p:grpSpPr>
        <a:xfrm>
          <a:off x="0" y="0"/>
          <a:ext cx="0" cy="0"/>
          <a:chOff x="0" y="0"/>
          <a:chExt cx="0" cy="0"/>
        </a:xfrm>
      </p:grpSpPr>
      <p:pic>
        <p:nvPicPr>
          <p:cNvPr id="2928" name="Google Shape;2928;p26"/>
          <p:cNvPicPr preferRelativeResize="0"/>
          <p:nvPr/>
        </p:nvPicPr>
        <p:blipFill>
          <a:blip r:embed="rId2">
            <a:alphaModFix/>
          </a:blip>
          <a:stretch>
            <a:fillRect/>
          </a:stretch>
        </p:blipFill>
        <p:spPr>
          <a:xfrm>
            <a:off x="0" y="0"/>
            <a:ext cx="9144000" cy="5143500"/>
          </a:xfrm>
          <a:prstGeom prst="rect">
            <a:avLst/>
          </a:prstGeom>
          <a:noFill/>
          <a:ln>
            <a:noFill/>
          </a:ln>
        </p:spPr>
      </p:pic>
      <p:sp>
        <p:nvSpPr>
          <p:cNvPr id="2929" name="Google Shape;2929;p2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latin typeface="Lora SemiBold"/>
                <a:ea typeface="Lora SemiBold"/>
                <a:cs typeface="Lora SemiBold"/>
                <a:sym typeface="Lora SemiBold"/>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930" name="Google Shape;2930;p26"/>
          <p:cNvGrpSpPr/>
          <p:nvPr/>
        </p:nvGrpSpPr>
        <p:grpSpPr>
          <a:xfrm flipH="1" rot="10800000">
            <a:off x="8015940" y="419962"/>
            <a:ext cx="752310" cy="792700"/>
            <a:chOff x="548175" y="3691725"/>
            <a:chExt cx="990925" cy="1044125"/>
          </a:xfrm>
        </p:grpSpPr>
        <p:sp>
          <p:nvSpPr>
            <p:cNvPr id="2931" name="Google Shape;2931;p26"/>
            <p:cNvSpPr/>
            <p:nvPr/>
          </p:nvSpPr>
          <p:spPr>
            <a:xfrm>
              <a:off x="803500" y="3747200"/>
              <a:ext cx="52450" cy="99575"/>
            </a:xfrm>
            <a:custGeom>
              <a:rect b="b" l="l" r="r" t="t"/>
              <a:pathLst>
                <a:path extrusionOk="0" fill="none" h="3983" w="2098">
                  <a:moveTo>
                    <a:pt x="2097" y="0"/>
                  </a:moveTo>
                  <a:cubicBezTo>
                    <a:pt x="1733" y="760"/>
                    <a:pt x="1307" y="1490"/>
                    <a:pt x="881" y="2250"/>
                  </a:cubicBezTo>
                  <a:cubicBezTo>
                    <a:pt x="578" y="2827"/>
                    <a:pt x="213" y="3374"/>
                    <a:pt x="0" y="3982"/>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26"/>
            <p:cNvSpPr/>
            <p:nvPr/>
          </p:nvSpPr>
          <p:spPr>
            <a:xfrm>
              <a:off x="773850" y="3864975"/>
              <a:ext cx="58550" cy="99575"/>
            </a:xfrm>
            <a:custGeom>
              <a:rect b="b" l="l" r="r" t="t"/>
              <a:pathLst>
                <a:path extrusionOk="0" fill="none" h="3983" w="2342">
                  <a:moveTo>
                    <a:pt x="2341" y="1"/>
                  </a:moveTo>
                  <a:cubicBezTo>
                    <a:pt x="2067" y="700"/>
                    <a:pt x="1490" y="1308"/>
                    <a:pt x="1186" y="2007"/>
                  </a:cubicBezTo>
                  <a:cubicBezTo>
                    <a:pt x="852" y="2706"/>
                    <a:pt x="517" y="3436"/>
                    <a:pt x="1" y="398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26"/>
            <p:cNvSpPr/>
            <p:nvPr/>
          </p:nvSpPr>
          <p:spPr>
            <a:xfrm>
              <a:off x="712300" y="3923500"/>
              <a:ext cx="38025" cy="64600"/>
            </a:xfrm>
            <a:custGeom>
              <a:rect b="b" l="l" r="r" t="t"/>
              <a:pathLst>
                <a:path extrusionOk="0" fill="none" h="2584" w="1521">
                  <a:moveTo>
                    <a:pt x="1520" y="0"/>
                  </a:moveTo>
                  <a:cubicBezTo>
                    <a:pt x="1216" y="487"/>
                    <a:pt x="1034" y="1034"/>
                    <a:pt x="700" y="1520"/>
                  </a:cubicBezTo>
                  <a:cubicBezTo>
                    <a:pt x="456" y="1885"/>
                    <a:pt x="244" y="2219"/>
                    <a:pt x="1" y="258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26"/>
            <p:cNvSpPr/>
            <p:nvPr/>
          </p:nvSpPr>
          <p:spPr>
            <a:xfrm>
              <a:off x="718375" y="3829275"/>
              <a:ext cx="41075" cy="64600"/>
            </a:xfrm>
            <a:custGeom>
              <a:rect b="b" l="l" r="r" t="t"/>
              <a:pathLst>
                <a:path extrusionOk="0" fill="none" h="2584" w="1643">
                  <a:moveTo>
                    <a:pt x="1642" y="0"/>
                  </a:moveTo>
                  <a:cubicBezTo>
                    <a:pt x="1034" y="851"/>
                    <a:pt x="487" y="1702"/>
                    <a:pt x="1" y="258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26"/>
            <p:cNvSpPr/>
            <p:nvPr/>
          </p:nvSpPr>
          <p:spPr>
            <a:xfrm>
              <a:off x="621125" y="3993400"/>
              <a:ext cx="26600" cy="53225"/>
            </a:xfrm>
            <a:custGeom>
              <a:rect b="b" l="l" r="r" t="t"/>
              <a:pathLst>
                <a:path extrusionOk="0" fill="none" h="2129" w="1064">
                  <a:moveTo>
                    <a:pt x="1064" y="1"/>
                  </a:moveTo>
                  <a:cubicBezTo>
                    <a:pt x="1003" y="335"/>
                    <a:pt x="699" y="761"/>
                    <a:pt x="517" y="1065"/>
                  </a:cubicBezTo>
                  <a:cubicBezTo>
                    <a:pt x="365" y="1429"/>
                    <a:pt x="182" y="1764"/>
                    <a:pt x="0" y="2128"/>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26"/>
            <p:cNvSpPr/>
            <p:nvPr/>
          </p:nvSpPr>
          <p:spPr>
            <a:xfrm>
              <a:off x="662150" y="4043550"/>
              <a:ext cx="32700" cy="58550"/>
            </a:xfrm>
            <a:custGeom>
              <a:rect b="b" l="l" r="r" t="t"/>
              <a:pathLst>
                <a:path extrusionOk="0" fill="none" h="2342" w="1308">
                  <a:moveTo>
                    <a:pt x="1307" y="1"/>
                  </a:moveTo>
                  <a:cubicBezTo>
                    <a:pt x="1034" y="487"/>
                    <a:pt x="578" y="882"/>
                    <a:pt x="396" y="1399"/>
                  </a:cubicBezTo>
                  <a:cubicBezTo>
                    <a:pt x="274" y="1703"/>
                    <a:pt x="244" y="2098"/>
                    <a:pt x="0" y="2341"/>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26"/>
            <p:cNvSpPr/>
            <p:nvPr/>
          </p:nvSpPr>
          <p:spPr>
            <a:xfrm>
              <a:off x="726750" y="4043550"/>
              <a:ext cx="44075" cy="67650"/>
            </a:xfrm>
            <a:custGeom>
              <a:rect b="b" l="l" r="r" t="t"/>
              <a:pathLst>
                <a:path extrusionOk="0" fill="none" h="2706" w="1763">
                  <a:moveTo>
                    <a:pt x="1763" y="1"/>
                  </a:moveTo>
                  <a:cubicBezTo>
                    <a:pt x="973" y="761"/>
                    <a:pt x="426" y="1703"/>
                    <a:pt x="0" y="270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26"/>
            <p:cNvSpPr/>
            <p:nvPr/>
          </p:nvSpPr>
          <p:spPr>
            <a:xfrm>
              <a:off x="827050" y="3955400"/>
              <a:ext cx="43325" cy="67675"/>
            </a:xfrm>
            <a:custGeom>
              <a:rect b="b" l="l" r="r" t="t"/>
              <a:pathLst>
                <a:path extrusionOk="0" fill="none" h="2707" w="1733">
                  <a:moveTo>
                    <a:pt x="1733" y="1"/>
                  </a:moveTo>
                  <a:cubicBezTo>
                    <a:pt x="1307" y="487"/>
                    <a:pt x="851" y="1065"/>
                    <a:pt x="578" y="1673"/>
                  </a:cubicBezTo>
                  <a:cubicBezTo>
                    <a:pt x="487" y="1855"/>
                    <a:pt x="426" y="2068"/>
                    <a:pt x="304" y="2250"/>
                  </a:cubicBezTo>
                  <a:cubicBezTo>
                    <a:pt x="213" y="2402"/>
                    <a:pt x="0" y="2524"/>
                    <a:pt x="0" y="270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26"/>
            <p:cNvSpPr/>
            <p:nvPr/>
          </p:nvSpPr>
          <p:spPr>
            <a:xfrm>
              <a:off x="908350" y="3835350"/>
              <a:ext cx="44100" cy="76000"/>
            </a:xfrm>
            <a:custGeom>
              <a:rect b="b" l="l" r="r" t="t"/>
              <a:pathLst>
                <a:path extrusionOk="0" fill="none" h="3040" w="1764">
                  <a:moveTo>
                    <a:pt x="1764" y="0"/>
                  </a:moveTo>
                  <a:cubicBezTo>
                    <a:pt x="1399" y="699"/>
                    <a:pt x="1034" y="1429"/>
                    <a:pt x="700" y="2158"/>
                  </a:cubicBezTo>
                  <a:cubicBezTo>
                    <a:pt x="578" y="2462"/>
                    <a:pt x="457" y="3040"/>
                    <a:pt x="1" y="2949"/>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26"/>
            <p:cNvSpPr/>
            <p:nvPr/>
          </p:nvSpPr>
          <p:spPr>
            <a:xfrm>
              <a:off x="901525" y="3764675"/>
              <a:ext cx="50925" cy="76775"/>
            </a:xfrm>
            <a:custGeom>
              <a:rect b="b" l="l" r="r" t="t"/>
              <a:pathLst>
                <a:path extrusionOk="0" fill="none" h="3071" w="2037">
                  <a:moveTo>
                    <a:pt x="2037" y="1"/>
                  </a:moveTo>
                  <a:cubicBezTo>
                    <a:pt x="1489" y="457"/>
                    <a:pt x="1155" y="1095"/>
                    <a:pt x="821" y="1703"/>
                  </a:cubicBezTo>
                  <a:cubicBezTo>
                    <a:pt x="608" y="2067"/>
                    <a:pt x="0" y="2645"/>
                    <a:pt x="61" y="3071"/>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26"/>
            <p:cNvSpPr/>
            <p:nvPr/>
          </p:nvSpPr>
          <p:spPr>
            <a:xfrm>
              <a:off x="1008650" y="3762400"/>
              <a:ext cx="28900" cy="52450"/>
            </a:xfrm>
            <a:custGeom>
              <a:rect b="b" l="l" r="r" t="t"/>
              <a:pathLst>
                <a:path extrusionOk="0" fill="none" h="2098" w="1156">
                  <a:moveTo>
                    <a:pt x="1156" y="0"/>
                  </a:moveTo>
                  <a:cubicBezTo>
                    <a:pt x="882" y="456"/>
                    <a:pt x="487" y="882"/>
                    <a:pt x="305" y="1399"/>
                  </a:cubicBezTo>
                  <a:cubicBezTo>
                    <a:pt x="214" y="1611"/>
                    <a:pt x="183" y="1915"/>
                    <a:pt x="1" y="2098"/>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26"/>
            <p:cNvSpPr/>
            <p:nvPr/>
          </p:nvSpPr>
          <p:spPr>
            <a:xfrm>
              <a:off x="1084650" y="3732750"/>
              <a:ext cx="44100" cy="61600"/>
            </a:xfrm>
            <a:custGeom>
              <a:rect b="b" l="l" r="r" t="t"/>
              <a:pathLst>
                <a:path extrusionOk="0" fill="none" h="2464" w="1764">
                  <a:moveTo>
                    <a:pt x="1763" y="1"/>
                  </a:moveTo>
                  <a:cubicBezTo>
                    <a:pt x="1551" y="487"/>
                    <a:pt x="1277" y="913"/>
                    <a:pt x="943" y="1308"/>
                  </a:cubicBezTo>
                  <a:cubicBezTo>
                    <a:pt x="608" y="1703"/>
                    <a:pt x="396" y="2098"/>
                    <a:pt x="0" y="246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26"/>
            <p:cNvSpPr/>
            <p:nvPr/>
          </p:nvSpPr>
          <p:spPr>
            <a:xfrm>
              <a:off x="1155325" y="3762400"/>
              <a:ext cx="38000" cy="49425"/>
            </a:xfrm>
            <a:custGeom>
              <a:rect b="b" l="l" r="r" t="t"/>
              <a:pathLst>
                <a:path extrusionOk="0" fill="none" h="1977" w="1520">
                  <a:moveTo>
                    <a:pt x="1520" y="0"/>
                  </a:moveTo>
                  <a:cubicBezTo>
                    <a:pt x="1216" y="365"/>
                    <a:pt x="942" y="791"/>
                    <a:pt x="639" y="1155"/>
                  </a:cubicBezTo>
                  <a:cubicBezTo>
                    <a:pt x="426" y="1429"/>
                    <a:pt x="183" y="1672"/>
                    <a:pt x="0" y="197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26"/>
            <p:cNvSpPr/>
            <p:nvPr/>
          </p:nvSpPr>
          <p:spPr>
            <a:xfrm>
              <a:off x="969900" y="39934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26"/>
            <p:cNvSpPr/>
            <p:nvPr/>
          </p:nvSpPr>
          <p:spPr>
            <a:xfrm>
              <a:off x="929625" y="3917425"/>
              <a:ext cx="43350" cy="64600"/>
            </a:xfrm>
            <a:custGeom>
              <a:rect b="b" l="l" r="r" t="t"/>
              <a:pathLst>
                <a:path extrusionOk="0" fill="none" h="2584" w="1734">
                  <a:moveTo>
                    <a:pt x="1733" y="0"/>
                  </a:moveTo>
                  <a:cubicBezTo>
                    <a:pt x="1217" y="882"/>
                    <a:pt x="730" y="1854"/>
                    <a:pt x="1" y="258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26"/>
            <p:cNvSpPr/>
            <p:nvPr/>
          </p:nvSpPr>
          <p:spPr>
            <a:xfrm>
              <a:off x="847550" y="4061025"/>
              <a:ext cx="40300" cy="56275"/>
            </a:xfrm>
            <a:custGeom>
              <a:rect b="b" l="l" r="r" t="t"/>
              <a:pathLst>
                <a:path extrusionOk="0" fill="none" h="2251" w="1612">
                  <a:moveTo>
                    <a:pt x="1612" y="1"/>
                  </a:moveTo>
                  <a:cubicBezTo>
                    <a:pt x="974" y="700"/>
                    <a:pt x="487" y="1429"/>
                    <a:pt x="1" y="225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26"/>
            <p:cNvSpPr/>
            <p:nvPr/>
          </p:nvSpPr>
          <p:spPr>
            <a:xfrm>
              <a:off x="750300" y="4169700"/>
              <a:ext cx="50175" cy="64625"/>
            </a:xfrm>
            <a:custGeom>
              <a:rect b="b" l="l" r="r" t="t"/>
              <a:pathLst>
                <a:path extrusionOk="0" fill="none" h="2585" w="2007">
                  <a:moveTo>
                    <a:pt x="2006" y="0"/>
                  </a:moveTo>
                  <a:cubicBezTo>
                    <a:pt x="1307" y="852"/>
                    <a:pt x="791" y="1824"/>
                    <a:pt x="0" y="258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26"/>
            <p:cNvSpPr/>
            <p:nvPr/>
          </p:nvSpPr>
          <p:spPr>
            <a:xfrm>
              <a:off x="747250" y="4114225"/>
              <a:ext cx="32700" cy="46375"/>
            </a:xfrm>
            <a:custGeom>
              <a:rect b="b" l="l" r="r" t="t"/>
              <a:pathLst>
                <a:path extrusionOk="0" fill="none" h="1855" w="1308">
                  <a:moveTo>
                    <a:pt x="1308" y="1"/>
                  </a:moveTo>
                  <a:cubicBezTo>
                    <a:pt x="913" y="639"/>
                    <a:pt x="517" y="1308"/>
                    <a:pt x="1" y="185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26"/>
            <p:cNvSpPr/>
            <p:nvPr/>
          </p:nvSpPr>
          <p:spPr>
            <a:xfrm>
              <a:off x="641625" y="4222900"/>
              <a:ext cx="35750" cy="52450"/>
            </a:xfrm>
            <a:custGeom>
              <a:rect b="b" l="l" r="r" t="t"/>
              <a:pathLst>
                <a:path extrusionOk="0" fill="none" h="2098" w="1430">
                  <a:moveTo>
                    <a:pt x="1429" y="0"/>
                  </a:moveTo>
                  <a:cubicBezTo>
                    <a:pt x="1399" y="182"/>
                    <a:pt x="1004" y="699"/>
                    <a:pt x="913" y="821"/>
                  </a:cubicBezTo>
                  <a:cubicBezTo>
                    <a:pt x="791" y="973"/>
                    <a:pt x="639" y="1125"/>
                    <a:pt x="517" y="1277"/>
                  </a:cubicBezTo>
                  <a:cubicBezTo>
                    <a:pt x="335" y="1520"/>
                    <a:pt x="62" y="1763"/>
                    <a:pt x="1" y="2097"/>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26"/>
            <p:cNvSpPr/>
            <p:nvPr/>
          </p:nvSpPr>
          <p:spPr>
            <a:xfrm>
              <a:off x="615800" y="4169700"/>
              <a:ext cx="46375" cy="55500"/>
            </a:xfrm>
            <a:custGeom>
              <a:rect b="b" l="l" r="r" t="t"/>
              <a:pathLst>
                <a:path extrusionOk="0" fill="none" h="2220" w="1855">
                  <a:moveTo>
                    <a:pt x="1854" y="0"/>
                  </a:moveTo>
                  <a:cubicBezTo>
                    <a:pt x="973" y="517"/>
                    <a:pt x="699" y="1551"/>
                    <a:pt x="0" y="2219"/>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26"/>
            <p:cNvSpPr/>
            <p:nvPr/>
          </p:nvSpPr>
          <p:spPr>
            <a:xfrm>
              <a:off x="589200" y="4114225"/>
              <a:ext cx="31950" cy="46375"/>
            </a:xfrm>
            <a:custGeom>
              <a:rect b="b" l="l" r="r" t="t"/>
              <a:pathLst>
                <a:path extrusionOk="0" fill="none" h="1855" w="1278">
                  <a:moveTo>
                    <a:pt x="1277" y="1"/>
                  </a:moveTo>
                  <a:cubicBezTo>
                    <a:pt x="973" y="456"/>
                    <a:pt x="669" y="943"/>
                    <a:pt x="335" y="1399"/>
                  </a:cubicBezTo>
                  <a:cubicBezTo>
                    <a:pt x="244" y="1551"/>
                    <a:pt x="122" y="1733"/>
                    <a:pt x="0" y="185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26"/>
            <p:cNvSpPr/>
            <p:nvPr/>
          </p:nvSpPr>
          <p:spPr>
            <a:xfrm>
              <a:off x="630225" y="3855875"/>
              <a:ext cx="31950" cy="50175"/>
            </a:xfrm>
            <a:custGeom>
              <a:rect b="b" l="l" r="r" t="t"/>
              <a:pathLst>
                <a:path extrusionOk="0" fill="none" h="2007" w="1278">
                  <a:moveTo>
                    <a:pt x="1277" y="0"/>
                  </a:moveTo>
                  <a:cubicBezTo>
                    <a:pt x="913" y="365"/>
                    <a:pt x="487" y="760"/>
                    <a:pt x="305" y="1246"/>
                  </a:cubicBezTo>
                  <a:cubicBezTo>
                    <a:pt x="214" y="1459"/>
                    <a:pt x="31" y="1763"/>
                    <a:pt x="1" y="200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26"/>
            <p:cNvSpPr/>
            <p:nvPr/>
          </p:nvSpPr>
          <p:spPr>
            <a:xfrm>
              <a:off x="756375" y="3756325"/>
              <a:ext cx="28900" cy="28900"/>
            </a:xfrm>
            <a:custGeom>
              <a:rect b="b" l="l" r="r" t="t"/>
              <a:pathLst>
                <a:path extrusionOk="0" fill="none" h="1156" w="1156">
                  <a:moveTo>
                    <a:pt x="1156" y="0"/>
                  </a:moveTo>
                  <a:cubicBezTo>
                    <a:pt x="608" y="243"/>
                    <a:pt x="244" y="639"/>
                    <a:pt x="0" y="115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26"/>
            <p:cNvSpPr/>
            <p:nvPr/>
          </p:nvSpPr>
          <p:spPr>
            <a:xfrm>
              <a:off x="565650" y="3982000"/>
              <a:ext cx="26600" cy="41075"/>
            </a:xfrm>
            <a:custGeom>
              <a:rect b="b" l="l" r="r" t="t"/>
              <a:pathLst>
                <a:path extrusionOk="0" fill="none" h="1643" w="1064">
                  <a:moveTo>
                    <a:pt x="1064" y="1"/>
                  </a:moveTo>
                  <a:cubicBezTo>
                    <a:pt x="760" y="305"/>
                    <a:pt x="426" y="669"/>
                    <a:pt x="243" y="1065"/>
                  </a:cubicBezTo>
                  <a:cubicBezTo>
                    <a:pt x="152" y="1247"/>
                    <a:pt x="91" y="1460"/>
                    <a:pt x="0" y="1642"/>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26"/>
            <p:cNvSpPr/>
            <p:nvPr/>
          </p:nvSpPr>
          <p:spPr>
            <a:xfrm>
              <a:off x="548175" y="4222900"/>
              <a:ext cx="26600" cy="43325"/>
            </a:xfrm>
            <a:custGeom>
              <a:rect b="b" l="l" r="r" t="t"/>
              <a:pathLst>
                <a:path extrusionOk="0" fill="none" h="1733" w="1064">
                  <a:moveTo>
                    <a:pt x="1064" y="0"/>
                  </a:moveTo>
                  <a:cubicBezTo>
                    <a:pt x="821" y="365"/>
                    <a:pt x="517" y="760"/>
                    <a:pt x="334" y="1155"/>
                  </a:cubicBezTo>
                  <a:cubicBezTo>
                    <a:pt x="274" y="1338"/>
                    <a:pt x="182" y="1702"/>
                    <a:pt x="0" y="173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26"/>
            <p:cNvSpPr/>
            <p:nvPr/>
          </p:nvSpPr>
          <p:spPr>
            <a:xfrm>
              <a:off x="583125" y="4278350"/>
              <a:ext cx="26625" cy="41075"/>
            </a:xfrm>
            <a:custGeom>
              <a:rect b="b" l="l" r="r" t="t"/>
              <a:pathLst>
                <a:path extrusionOk="0" fill="none" h="1643" w="1065">
                  <a:moveTo>
                    <a:pt x="1064" y="1"/>
                  </a:moveTo>
                  <a:cubicBezTo>
                    <a:pt x="730" y="335"/>
                    <a:pt x="487" y="700"/>
                    <a:pt x="304" y="1126"/>
                  </a:cubicBezTo>
                  <a:cubicBezTo>
                    <a:pt x="213" y="1278"/>
                    <a:pt x="152" y="1582"/>
                    <a:pt x="0" y="1642"/>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26"/>
            <p:cNvSpPr/>
            <p:nvPr/>
          </p:nvSpPr>
          <p:spPr>
            <a:xfrm>
              <a:off x="621125" y="4322425"/>
              <a:ext cx="58525" cy="85150"/>
            </a:xfrm>
            <a:custGeom>
              <a:rect b="b" l="l" r="r" t="t"/>
              <a:pathLst>
                <a:path extrusionOk="0" fill="none" h="3406" w="2341">
                  <a:moveTo>
                    <a:pt x="2341" y="1"/>
                  </a:moveTo>
                  <a:cubicBezTo>
                    <a:pt x="1824" y="578"/>
                    <a:pt x="1368" y="1247"/>
                    <a:pt x="973" y="1946"/>
                  </a:cubicBezTo>
                  <a:cubicBezTo>
                    <a:pt x="821" y="2220"/>
                    <a:pt x="669" y="2433"/>
                    <a:pt x="517" y="2706"/>
                  </a:cubicBezTo>
                  <a:cubicBezTo>
                    <a:pt x="334" y="2919"/>
                    <a:pt x="243" y="3223"/>
                    <a:pt x="0" y="340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26"/>
            <p:cNvSpPr/>
            <p:nvPr/>
          </p:nvSpPr>
          <p:spPr>
            <a:xfrm>
              <a:off x="618075" y="4459975"/>
              <a:ext cx="26625" cy="44100"/>
            </a:xfrm>
            <a:custGeom>
              <a:rect b="b" l="l" r="r" t="t"/>
              <a:pathLst>
                <a:path extrusionOk="0" fill="none" h="1764" w="1065">
                  <a:moveTo>
                    <a:pt x="1064" y="1"/>
                  </a:moveTo>
                  <a:cubicBezTo>
                    <a:pt x="760" y="426"/>
                    <a:pt x="578" y="760"/>
                    <a:pt x="365" y="1216"/>
                  </a:cubicBezTo>
                  <a:cubicBezTo>
                    <a:pt x="304" y="1368"/>
                    <a:pt x="152" y="1642"/>
                    <a:pt x="0" y="176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26"/>
            <p:cNvSpPr/>
            <p:nvPr/>
          </p:nvSpPr>
          <p:spPr>
            <a:xfrm>
              <a:off x="741925" y="4275325"/>
              <a:ext cx="41075" cy="55500"/>
            </a:xfrm>
            <a:custGeom>
              <a:rect b="b" l="l" r="r" t="t"/>
              <a:pathLst>
                <a:path extrusionOk="0" fill="none" h="2220" w="1643">
                  <a:moveTo>
                    <a:pt x="1642" y="0"/>
                  </a:moveTo>
                  <a:cubicBezTo>
                    <a:pt x="1095" y="335"/>
                    <a:pt x="882" y="851"/>
                    <a:pt x="578" y="1368"/>
                  </a:cubicBezTo>
                  <a:cubicBezTo>
                    <a:pt x="426" y="1672"/>
                    <a:pt x="244" y="2037"/>
                    <a:pt x="1" y="2219"/>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26"/>
            <p:cNvSpPr/>
            <p:nvPr/>
          </p:nvSpPr>
          <p:spPr>
            <a:xfrm>
              <a:off x="849850" y="4178825"/>
              <a:ext cx="26600" cy="41050"/>
            </a:xfrm>
            <a:custGeom>
              <a:rect b="b" l="l" r="r" t="t"/>
              <a:pathLst>
                <a:path extrusionOk="0" fill="none" h="1642" w="1064">
                  <a:moveTo>
                    <a:pt x="1064" y="0"/>
                  </a:moveTo>
                  <a:cubicBezTo>
                    <a:pt x="790" y="335"/>
                    <a:pt x="517" y="638"/>
                    <a:pt x="304" y="1034"/>
                  </a:cubicBezTo>
                  <a:cubicBezTo>
                    <a:pt x="183" y="1216"/>
                    <a:pt x="152" y="1459"/>
                    <a:pt x="0" y="1642"/>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26"/>
            <p:cNvSpPr/>
            <p:nvPr/>
          </p:nvSpPr>
          <p:spPr>
            <a:xfrm>
              <a:off x="944075" y="4102075"/>
              <a:ext cx="49400" cy="70675"/>
            </a:xfrm>
            <a:custGeom>
              <a:rect b="b" l="l" r="r" t="t"/>
              <a:pathLst>
                <a:path extrusionOk="0" fill="none" h="2827" w="1976">
                  <a:moveTo>
                    <a:pt x="1976" y="0"/>
                  </a:moveTo>
                  <a:cubicBezTo>
                    <a:pt x="1429" y="547"/>
                    <a:pt x="1003" y="1094"/>
                    <a:pt x="639" y="1794"/>
                  </a:cubicBezTo>
                  <a:cubicBezTo>
                    <a:pt x="456" y="2098"/>
                    <a:pt x="243" y="2553"/>
                    <a:pt x="0" y="2827"/>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26"/>
            <p:cNvSpPr/>
            <p:nvPr/>
          </p:nvSpPr>
          <p:spPr>
            <a:xfrm>
              <a:off x="1052725" y="4013925"/>
              <a:ext cx="34975" cy="50175"/>
            </a:xfrm>
            <a:custGeom>
              <a:rect b="b" l="l" r="r" t="t"/>
              <a:pathLst>
                <a:path extrusionOk="0" fill="none" h="2007" w="1399">
                  <a:moveTo>
                    <a:pt x="1399" y="0"/>
                  </a:moveTo>
                  <a:cubicBezTo>
                    <a:pt x="943" y="456"/>
                    <a:pt x="609" y="851"/>
                    <a:pt x="335" y="1399"/>
                  </a:cubicBezTo>
                  <a:cubicBezTo>
                    <a:pt x="274" y="1490"/>
                    <a:pt x="274" y="1672"/>
                    <a:pt x="183" y="1763"/>
                  </a:cubicBezTo>
                  <a:cubicBezTo>
                    <a:pt x="122" y="1885"/>
                    <a:pt x="62" y="1885"/>
                    <a:pt x="1" y="200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26"/>
            <p:cNvSpPr/>
            <p:nvPr/>
          </p:nvSpPr>
          <p:spPr>
            <a:xfrm>
              <a:off x="1149250" y="3899950"/>
              <a:ext cx="34975" cy="50175"/>
            </a:xfrm>
            <a:custGeom>
              <a:rect b="b" l="l" r="r" t="t"/>
              <a:pathLst>
                <a:path extrusionOk="0" fill="none" h="2007" w="1399">
                  <a:moveTo>
                    <a:pt x="1398" y="0"/>
                  </a:moveTo>
                  <a:cubicBezTo>
                    <a:pt x="1003" y="426"/>
                    <a:pt x="730" y="821"/>
                    <a:pt x="395" y="1307"/>
                  </a:cubicBezTo>
                  <a:cubicBezTo>
                    <a:pt x="243" y="1489"/>
                    <a:pt x="0" y="1733"/>
                    <a:pt x="0" y="200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26"/>
            <p:cNvSpPr/>
            <p:nvPr/>
          </p:nvSpPr>
          <p:spPr>
            <a:xfrm>
              <a:off x="1102125" y="3879425"/>
              <a:ext cx="26625" cy="41050"/>
            </a:xfrm>
            <a:custGeom>
              <a:rect b="b" l="l" r="r" t="t"/>
              <a:pathLst>
                <a:path extrusionOk="0" fill="none" h="1642" w="1065">
                  <a:moveTo>
                    <a:pt x="1064" y="0"/>
                  </a:moveTo>
                  <a:cubicBezTo>
                    <a:pt x="730" y="183"/>
                    <a:pt x="517" y="699"/>
                    <a:pt x="304" y="1003"/>
                  </a:cubicBezTo>
                  <a:cubicBezTo>
                    <a:pt x="183" y="1186"/>
                    <a:pt x="31" y="1429"/>
                    <a:pt x="1" y="1642"/>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26"/>
            <p:cNvSpPr/>
            <p:nvPr/>
          </p:nvSpPr>
          <p:spPr>
            <a:xfrm>
              <a:off x="972950" y="3697800"/>
              <a:ext cx="38775" cy="44100"/>
            </a:xfrm>
            <a:custGeom>
              <a:rect b="b" l="l" r="r" t="t"/>
              <a:pathLst>
                <a:path extrusionOk="0" fill="none" h="1764" w="1551">
                  <a:moveTo>
                    <a:pt x="1550" y="1"/>
                  </a:moveTo>
                  <a:cubicBezTo>
                    <a:pt x="1186" y="426"/>
                    <a:pt x="851" y="791"/>
                    <a:pt x="487" y="1186"/>
                  </a:cubicBezTo>
                  <a:cubicBezTo>
                    <a:pt x="365" y="1308"/>
                    <a:pt x="61" y="1612"/>
                    <a:pt x="0" y="176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26"/>
            <p:cNvSpPr/>
            <p:nvPr/>
          </p:nvSpPr>
          <p:spPr>
            <a:xfrm>
              <a:off x="908350" y="3691725"/>
              <a:ext cx="20550" cy="23575"/>
            </a:xfrm>
            <a:custGeom>
              <a:rect b="b" l="l" r="r" t="t"/>
              <a:pathLst>
                <a:path extrusionOk="0" fill="none" h="943" w="822">
                  <a:moveTo>
                    <a:pt x="821" y="1"/>
                  </a:moveTo>
                  <a:cubicBezTo>
                    <a:pt x="457" y="213"/>
                    <a:pt x="122" y="517"/>
                    <a:pt x="1" y="94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26"/>
            <p:cNvSpPr/>
            <p:nvPr/>
          </p:nvSpPr>
          <p:spPr>
            <a:xfrm>
              <a:off x="1207000" y="3779875"/>
              <a:ext cx="38775" cy="49425"/>
            </a:xfrm>
            <a:custGeom>
              <a:rect b="b" l="l" r="r" t="t"/>
              <a:pathLst>
                <a:path extrusionOk="0" fill="none" h="1977" w="1551">
                  <a:moveTo>
                    <a:pt x="1550" y="1"/>
                  </a:moveTo>
                  <a:cubicBezTo>
                    <a:pt x="1094" y="396"/>
                    <a:pt x="730" y="821"/>
                    <a:pt x="334" y="1277"/>
                  </a:cubicBezTo>
                  <a:cubicBezTo>
                    <a:pt x="182" y="1490"/>
                    <a:pt x="0" y="1703"/>
                    <a:pt x="31" y="197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26"/>
            <p:cNvSpPr/>
            <p:nvPr/>
          </p:nvSpPr>
          <p:spPr>
            <a:xfrm>
              <a:off x="1275375" y="3814825"/>
              <a:ext cx="38025" cy="38025"/>
            </a:xfrm>
            <a:custGeom>
              <a:rect b="b" l="l" r="r" t="t"/>
              <a:pathLst>
                <a:path extrusionOk="0" fill="none" h="1521" w="1521">
                  <a:moveTo>
                    <a:pt x="1521" y="1"/>
                  </a:moveTo>
                  <a:cubicBezTo>
                    <a:pt x="1125" y="61"/>
                    <a:pt x="852" y="609"/>
                    <a:pt x="639" y="882"/>
                  </a:cubicBezTo>
                  <a:cubicBezTo>
                    <a:pt x="457" y="1065"/>
                    <a:pt x="214" y="1368"/>
                    <a:pt x="1" y="152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26"/>
            <p:cNvSpPr/>
            <p:nvPr/>
          </p:nvSpPr>
          <p:spPr>
            <a:xfrm>
              <a:off x="1322500" y="3858900"/>
              <a:ext cx="58525" cy="61575"/>
            </a:xfrm>
            <a:custGeom>
              <a:rect b="b" l="l" r="r" t="t"/>
              <a:pathLst>
                <a:path extrusionOk="0" fill="none" h="2463" w="2341">
                  <a:moveTo>
                    <a:pt x="2341" y="1"/>
                  </a:moveTo>
                  <a:cubicBezTo>
                    <a:pt x="1976" y="274"/>
                    <a:pt x="1520" y="578"/>
                    <a:pt x="1246" y="943"/>
                  </a:cubicBezTo>
                  <a:cubicBezTo>
                    <a:pt x="1095" y="1125"/>
                    <a:pt x="973" y="1338"/>
                    <a:pt x="791" y="1520"/>
                  </a:cubicBezTo>
                  <a:cubicBezTo>
                    <a:pt x="547" y="1824"/>
                    <a:pt x="243" y="2128"/>
                    <a:pt x="0" y="246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26"/>
            <p:cNvSpPr/>
            <p:nvPr/>
          </p:nvSpPr>
          <p:spPr>
            <a:xfrm>
              <a:off x="1325525" y="3944000"/>
              <a:ext cx="66900" cy="72975"/>
            </a:xfrm>
            <a:custGeom>
              <a:rect b="b" l="l" r="r" t="t"/>
              <a:pathLst>
                <a:path extrusionOk="0" fill="none" h="2919" w="2676">
                  <a:moveTo>
                    <a:pt x="2676" y="1"/>
                  </a:moveTo>
                  <a:cubicBezTo>
                    <a:pt x="2159" y="609"/>
                    <a:pt x="1673" y="1308"/>
                    <a:pt x="1034" y="1855"/>
                  </a:cubicBezTo>
                  <a:cubicBezTo>
                    <a:pt x="670" y="2159"/>
                    <a:pt x="335" y="2585"/>
                    <a:pt x="1" y="2919"/>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26"/>
            <p:cNvSpPr/>
            <p:nvPr/>
          </p:nvSpPr>
          <p:spPr>
            <a:xfrm>
              <a:off x="1407600" y="3958450"/>
              <a:ext cx="38025" cy="44100"/>
            </a:xfrm>
            <a:custGeom>
              <a:rect b="b" l="l" r="r" t="t"/>
              <a:pathLst>
                <a:path extrusionOk="0" fill="none" h="1764" w="1521">
                  <a:moveTo>
                    <a:pt x="1520" y="0"/>
                  </a:moveTo>
                  <a:cubicBezTo>
                    <a:pt x="1004" y="578"/>
                    <a:pt x="609" y="1307"/>
                    <a:pt x="1" y="176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26"/>
            <p:cNvSpPr/>
            <p:nvPr/>
          </p:nvSpPr>
          <p:spPr>
            <a:xfrm>
              <a:off x="1242700" y="3970600"/>
              <a:ext cx="44100" cy="55500"/>
            </a:xfrm>
            <a:custGeom>
              <a:rect b="b" l="l" r="r" t="t"/>
              <a:pathLst>
                <a:path extrusionOk="0" fill="none" h="2220" w="1764">
                  <a:moveTo>
                    <a:pt x="1764" y="1"/>
                  </a:moveTo>
                  <a:cubicBezTo>
                    <a:pt x="1308" y="274"/>
                    <a:pt x="1034" y="791"/>
                    <a:pt x="791" y="1277"/>
                  </a:cubicBezTo>
                  <a:cubicBezTo>
                    <a:pt x="578" y="1612"/>
                    <a:pt x="274" y="1885"/>
                    <a:pt x="1" y="222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26"/>
            <p:cNvSpPr/>
            <p:nvPr/>
          </p:nvSpPr>
          <p:spPr>
            <a:xfrm>
              <a:off x="1178875" y="3944000"/>
              <a:ext cx="49425" cy="58550"/>
            </a:xfrm>
            <a:custGeom>
              <a:rect b="b" l="l" r="r" t="t"/>
              <a:pathLst>
                <a:path extrusionOk="0" fill="none" h="2342" w="1977">
                  <a:moveTo>
                    <a:pt x="1976" y="1"/>
                  </a:moveTo>
                  <a:cubicBezTo>
                    <a:pt x="1520" y="487"/>
                    <a:pt x="1034" y="974"/>
                    <a:pt x="639" y="1521"/>
                  </a:cubicBezTo>
                  <a:cubicBezTo>
                    <a:pt x="456" y="1764"/>
                    <a:pt x="92" y="2068"/>
                    <a:pt x="0" y="2341"/>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26"/>
            <p:cNvSpPr/>
            <p:nvPr/>
          </p:nvSpPr>
          <p:spPr>
            <a:xfrm>
              <a:off x="1117325" y="4076225"/>
              <a:ext cx="41050" cy="49425"/>
            </a:xfrm>
            <a:custGeom>
              <a:rect b="b" l="l" r="r" t="t"/>
              <a:pathLst>
                <a:path extrusionOk="0" fill="none" h="1977" w="1642">
                  <a:moveTo>
                    <a:pt x="1642" y="1"/>
                  </a:moveTo>
                  <a:cubicBezTo>
                    <a:pt x="1186" y="396"/>
                    <a:pt x="943" y="882"/>
                    <a:pt x="548" y="1308"/>
                  </a:cubicBezTo>
                  <a:cubicBezTo>
                    <a:pt x="365" y="1521"/>
                    <a:pt x="183" y="1764"/>
                    <a:pt x="0" y="197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26"/>
            <p:cNvSpPr/>
            <p:nvPr/>
          </p:nvSpPr>
          <p:spPr>
            <a:xfrm>
              <a:off x="1198625" y="4084600"/>
              <a:ext cx="41825" cy="50175"/>
            </a:xfrm>
            <a:custGeom>
              <a:rect b="b" l="l" r="r" t="t"/>
              <a:pathLst>
                <a:path extrusionOk="0" fill="none" h="2007" w="1673">
                  <a:moveTo>
                    <a:pt x="1673" y="0"/>
                  </a:moveTo>
                  <a:cubicBezTo>
                    <a:pt x="1308" y="456"/>
                    <a:pt x="1004" y="912"/>
                    <a:pt x="639" y="1338"/>
                  </a:cubicBezTo>
                  <a:cubicBezTo>
                    <a:pt x="457" y="1520"/>
                    <a:pt x="274" y="1915"/>
                    <a:pt x="1" y="200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26"/>
            <p:cNvSpPr/>
            <p:nvPr/>
          </p:nvSpPr>
          <p:spPr>
            <a:xfrm>
              <a:off x="1295900" y="4064075"/>
              <a:ext cx="41050" cy="50175"/>
            </a:xfrm>
            <a:custGeom>
              <a:rect b="b" l="l" r="r" t="t"/>
              <a:pathLst>
                <a:path extrusionOk="0" fill="none" h="2007" w="1642">
                  <a:moveTo>
                    <a:pt x="1642" y="0"/>
                  </a:moveTo>
                  <a:cubicBezTo>
                    <a:pt x="1247" y="487"/>
                    <a:pt x="821" y="912"/>
                    <a:pt x="456" y="1429"/>
                  </a:cubicBezTo>
                  <a:cubicBezTo>
                    <a:pt x="335" y="1611"/>
                    <a:pt x="183" y="1946"/>
                    <a:pt x="0" y="2007"/>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26"/>
            <p:cNvSpPr/>
            <p:nvPr/>
          </p:nvSpPr>
          <p:spPr>
            <a:xfrm>
              <a:off x="1360500" y="4061025"/>
              <a:ext cx="58525" cy="61575"/>
            </a:xfrm>
            <a:custGeom>
              <a:rect b="b" l="l" r="r" t="t"/>
              <a:pathLst>
                <a:path extrusionOk="0" fill="none" h="2463" w="2341">
                  <a:moveTo>
                    <a:pt x="2341" y="1"/>
                  </a:moveTo>
                  <a:cubicBezTo>
                    <a:pt x="2006" y="214"/>
                    <a:pt x="1733" y="396"/>
                    <a:pt x="1489" y="730"/>
                  </a:cubicBezTo>
                  <a:cubicBezTo>
                    <a:pt x="1337" y="913"/>
                    <a:pt x="1216" y="1125"/>
                    <a:pt x="1064" y="1308"/>
                  </a:cubicBezTo>
                  <a:cubicBezTo>
                    <a:pt x="669" y="1703"/>
                    <a:pt x="304" y="2037"/>
                    <a:pt x="0" y="246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26"/>
            <p:cNvSpPr/>
            <p:nvPr/>
          </p:nvSpPr>
          <p:spPr>
            <a:xfrm>
              <a:off x="1442550" y="4055725"/>
              <a:ext cx="52475" cy="58525"/>
            </a:xfrm>
            <a:custGeom>
              <a:rect b="b" l="l" r="r" t="t"/>
              <a:pathLst>
                <a:path extrusionOk="0" fill="none" h="2341" w="2099">
                  <a:moveTo>
                    <a:pt x="2098" y="0"/>
                  </a:moveTo>
                  <a:cubicBezTo>
                    <a:pt x="1825" y="456"/>
                    <a:pt x="1399" y="851"/>
                    <a:pt x="1065" y="1277"/>
                  </a:cubicBezTo>
                  <a:cubicBezTo>
                    <a:pt x="761" y="1672"/>
                    <a:pt x="396" y="2037"/>
                    <a:pt x="1" y="2341"/>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26"/>
            <p:cNvSpPr/>
            <p:nvPr/>
          </p:nvSpPr>
          <p:spPr>
            <a:xfrm>
              <a:off x="1448625" y="4149175"/>
              <a:ext cx="41075" cy="58550"/>
            </a:xfrm>
            <a:custGeom>
              <a:rect b="b" l="l" r="r" t="t"/>
              <a:pathLst>
                <a:path extrusionOk="0" fill="none" h="2342" w="1643">
                  <a:moveTo>
                    <a:pt x="1642" y="1"/>
                  </a:moveTo>
                  <a:cubicBezTo>
                    <a:pt x="1186" y="852"/>
                    <a:pt x="396" y="1490"/>
                    <a:pt x="1" y="2341"/>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26"/>
            <p:cNvSpPr/>
            <p:nvPr/>
          </p:nvSpPr>
          <p:spPr>
            <a:xfrm>
              <a:off x="1480550" y="4193250"/>
              <a:ext cx="58550" cy="67650"/>
            </a:xfrm>
            <a:custGeom>
              <a:rect b="b" l="l" r="r" t="t"/>
              <a:pathLst>
                <a:path extrusionOk="0" fill="none" h="2706" w="2342">
                  <a:moveTo>
                    <a:pt x="2341" y="1"/>
                  </a:moveTo>
                  <a:cubicBezTo>
                    <a:pt x="1885" y="517"/>
                    <a:pt x="1490" y="1065"/>
                    <a:pt x="1064" y="1612"/>
                  </a:cubicBezTo>
                  <a:cubicBezTo>
                    <a:pt x="760" y="2007"/>
                    <a:pt x="365" y="2341"/>
                    <a:pt x="1" y="270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26"/>
            <p:cNvSpPr/>
            <p:nvPr/>
          </p:nvSpPr>
          <p:spPr>
            <a:xfrm>
              <a:off x="1442550" y="4389300"/>
              <a:ext cx="41075" cy="44100"/>
            </a:xfrm>
            <a:custGeom>
              <a:rect b="b" l="l" r="r" t="t"/>
              <a:pathLst>
                <a:path extrusionOk="0" fill="none" h="1764" w="1643">
                  <a:moveTo>
                    <a:pt x="1642" y="1"/>
                  </a:moveTo>
                  <a:cubicBezTo>
                    <a:pt x="1369" y="335"/>
                    <a:pt x="973" y="517"/>
                    <a:pt x="700" y="852"/>
                  </a:cubicBezTo>
                  <a:cubicBezTo>
                    <a:pt x="457" y="1156"/>
                    <a:pt x="244" y="1490"/>
                    <a:pt x="1" y="176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26"/>
            <p:cNvSpPr/>
            <p:nvPr/>
          </p:nvSpPr>
          <p:spPr>
            <a:xfrm>
              <a:off x="1392400" y="4501000"/>
              <a:ext cx="50175" cy="50175"/>
            </a:xfrm>
            <a:custGeom>
              <a:rect b="b" l="l" r="r" t="t"/>
              <a:pathLst>
                <a:path extrusionOk="0" fill="none" h="2007" w="2007">
                  <a:moveTo>
                    <a:pt x="2007" y="1"/>
                  </a:moveTo>
                  <a:cubicBezTo>
                    <a:pt x="1581" y="426"/>
                    <a:pt x="1217" y="882"/>
                    <a:pt x="821" y="1308"/>
                  </a:cubicBezTo>
                  <a:cubicBezTo>
                    <a:pt x="578" y="1551"/>
                    <a:pt x="244" y="1733"/>
                    <a:pt x="1" y="2007"/>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26"/>
            <p:cNvSpPr/>
            <p:nvPr/>
          </p:nvSpPr>
          <p:spPr>
            <a:xfrm>
              <a:off x="1474475" y="4295850"/>
              <a:ext cx="38025" cy="47125"/>
            </a:xfrm>
            <a:custGeom>
              <a:rect b="b" l="l" r="r" t="t"/>
              <a:pathLst>
                <a:path extrusionOk="0" fill="none" h="1885" w="1521">
                  <a:moveTo>
                    <a:pt x="1520" y="0"/>
                  </a:moveTo>
                  <a:cubicBezTo>
                    <a:pt x="1216" y="365"/>
                    <a:pt x="912" y="699"/>
                    <a:pt x="639" y="1094"/>
                  </a:cubicBezTo>
                  <a:cubicBezTo>
                    <a:pt x="426" y="1368"/>
                    <a:pt x="274" y="1641"/>
                    <a:pt x="0" y="188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26"/>
            <p:cNvSpPr/>
            <p:nvPr/>
          </p:nvSpPr>
          <p:spPr>
            <a:xfrm>
              <a:off x="1515500" y="4105100"/>
              <a:ext cx="23600" cy="29675"/>
            </a:xfrm>
            <a:custGeom>
              <a:rect b="b" l="l" r="r" t="t"/>
              <a:pathLst>
                <a:path extrusionOk="0" fill="none" h="1187" w="944">
                  <a:moveTo>
                    <a:pt x="943" y="1"/>
                  </a:moveTo>
                  <a:cubicBezTo>
                    <a:pt x="457" y="274"/>
                    <a:pt x="122" y="639"/>
                    <a:pt x="1" y="118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26"/>
            <p:cNvSpPr/>
            <p:nvPr/>
          </p:nvSpPr>
          <p:spPr>
            <a:xfrm>
              <a:off x="1351375" y="4281400"/>
              <a:ext cx="61575" cy="72975"/>
            </a:xfrm>
            <a:custGeom>
              <a:rect b="b" l="l" r="r" t="t"/>
              <a:pathLst>
                <a:path extrusionOk="0" fill="none" h="2919" w="2463">
                  <a:moveTo>
                    <a:pt x="2462" y="1"/>
                  </a:moveTo>
                  <a:cubicBezTo>
                    <a:pt x="2128" y="274"/>
                    <a:pt x="1702" y="548"/>
                    <a:pt x="1429" y="943"/>
                  </a:cubicBezTo>
                  <a:cubicBezTo>
                    <a:pt x="1247" y="1216"/>
                    <a:pt x="1064" y="1490"/>
                    <a:pt x="851" y="1764"/>
                  </a:cubicBezTo>
                  <a:cubicBezTo>
                    <a:pt x="578" y="2128"/>
                    <a:pt x="365" y="2645"/>
                    <a:pt x="0" y="2919"/>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26"/>
            <p:cNvSpPr/>
            <p:nvPr/>
          </p:nvSpPr>
          <p:spPr>
            <a:xfrm>
              <a:off x="1333900" y="4199325"/>
              <a:ext cx="44100" cy="46375"/>
            </a:xfrm>
            <a:custGeom>
              <a:rect b="b" l="l" r="r" t="t"/>
              <a:pathLst>
                <a:path extrusionOk="0" fill="none" h="1855" w="1764">
                  <a:moveTo>
                    <a:pt x="1763" y="1"/>
                  </a:moveTo>
                  <a:cubicBezTo>
                    <a:pt x="1368" y="122"/>
                    <a:pt x="1094" y="700"/>
                    <a:pt x="821" y="1004"/>
                  </a:cubicBezTo>
                  <a:cubicBezTo>
                    <a:pt x="547" y="1277"/>
                    <a:pt x="304" y="1581"/>
                    <a:pt x="0" y="185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26"/>
            <p:cNvSpPr/>
            <p:nvPr/>
          </p:nvSpPr>
          <p:spPr>
            <a:xfrm>
              <a:off x="1008650" y="4172750"/>
              <a:ext cx="46375" cy="58525"/>
            </a:xfrm>
            <a:custGeom>
              <a:rect b="b" l="l" r="r" t="t"/>
              <a:pathLst>
                <a:path extrusionOk="0" fill="none" h="2341" w="1855">
                  <a:moveTo>
                    <a:pt x="1855" y="0"/>
                  </a:moveTo>
                  <a:cubicBezTo>
                    <a:pt x="1277" y="790"/>
                    <a:pt x="670" y="1611"/>
                    <a:pt x="1" y="234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26"/>
            <p:cNvSpPr/>
            <p:nvPr/>
          </p:nvSpPr>
          <p:spPr>
            <a:xfrm>
              <a:off x="1114275" y="4193250"/>
              <a:ext cx="38025" cy="41075"/>
            </a:xfrm>
            <a:custGeom>
              <a:rect b="b" l="l" r="r" t="t"/>
              <a:pathLst>
                <a:path extrusionOk="0" fill="none" h="1643" w="1521">
                  <a:moveTo>
                    <a:pt x="1521" y="1"/>
                  </a:moveTo>
                  <a:cubicBezTo>
                    <a:pt x="1095" y="213"/>
                    <a:pt x="670" y="548"/>
                    <a:pt x="396" y="973"/>
                  </a:cubicBezTo>
                  <a:cubicBezTo>
                    <a:pt x="244" y="1186"/>
                    <a:pt x="183" y="1460"/>
                    <a:pt x="1" y="1642"/>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26"/>
            <p:cNvSpPr/>
            <p:nvPr/>
          </p:nvSpPr>
          <p:spPr>
            <a:xfrm>
              <a:off x="1216875" y="4187175"/>
              <a:ext cx="31925" cy="35750"/>
            </a:xfrm>
            <a:custGeom>
              <a:rect b="b" l="l" r="r" t="t"/>
              <a:pathLst>
                <a:path extrusionOk="0" fill="none" h="1430" w="1277">
                  <a:moveTo>
                    <a:pt x="1277" y="1"/>
                  </a:moveTo>
                  <a:cubicBezTo>
                    <a:pt x="912" y="335"/>
                    <a:pt x="547" y="517"/>
                    <a:pt x="335" y="943"/>
                  </a:cubicBezTo>
                  <a:cubicBezTo>
                    <a:pt x="243" y="1156"/>
                    <a:pt x="152" y="1247"/>
                    <a:pt x="0" y="1429"/>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26"/>
            <p:cNvSpPr/>
            <p:nvPr/>
          </p:nvSpPr>
          <p:spPr>
            <a:xfrm>
              <a:off x="1286775" y="4178825"/>
              <a:ext cx="44100" cy="43325"/>
            </a:xfrm>
            <a:custGeom>
              <a:rect b="b" l="l" r="r" t="t"/>
              <a:pathLst>
                <a:path extrusionOk="0" fill="none" h="1733" w="1764">
                  <a:moveTo>
                    <a:pt x="1764" y="0"/>
                  </a:moveTo>
                  <a:cubicBezTo>
                    <a:pt x="1186" y="487"/>
                    <a:pt x="457" y="1094"/>
                    <a:pt x="1" y="173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26"/>
            <p:cNvSpPr/>
            <p:nvPr/>
          </p:nvSpPr>
          <p:spPr>
            <a:xfrm>
              <a:off x="1146200" y="4310275"/>
              <a:ext cx="58525" cy="64625"/>
            </a:xfrm>
            <a:custGeom>
              <a:rect b="b" l="l" r="r" t="t"/>
              <a:pathLst>
                <a:path extrusionOk="0" fill="none" h="2585" w="2341">
                  <a:moveTo>
                    <a:pt x="2341" y="1"/>
                  </a:moveTo>
                  <a:cubicBezTo>
                    <a:pt x="2037" y="92"/>
                    <a:pt x="1763" y="639"/>
                    <a:pt x="1611" y="852"/>
                  </a:cubicBezTo>
                  <a:cubicBezTo>
                    <a:pt x="1429" y="1064"/>
                    <a:pt x="1247" y="1247"/>
                    <a:pt x="1064" y="1429"/>
                  </a:cubicBezTo>
                  <a:cubicBezTo>
                    <a:pt x="669" y="1794"/>
                    <a:pt x="335" y="2189"/>
                    <a:pt x="0" y="258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26"/>
            <p:cNvSpPr/>
            <p:nvPr/>
          </p:nvSpPr>
          <p:spPr>
            <a:xfrm>
              <a:off x="1102125" y="4286725"/>
              <a:ext cx="50175" cy="56250"/>
            </a:xfrm>
            <a:custGeom>
              <a:rect b="b" l="l" r="r" t="t"/>
              <a:pathLst>
                <a:path extrusionOk="0" fill="none" h="2250" w="2007">
                  <a:moveTo>
                    <a:pt x="2007" y="0"/>
                  </a:moveTo>
                  <a:cubicBezTo>
                    <a:pt x="1277" y="730"/>
                    <a:pt x="639" y="1490"/>
                    <a:pt x="1" y="225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26"/>
            <p:cNvSpPr/>
            <p:nvPr/>
          </p:nvSpPr>
          <p:spPr>
            <a:xfrm>
              <a:off x="994225" y="4310275"/>
              <a:ext cx="49425" cy="50175"/>
            </a:xfrm>
            <a:custGeom>
              <a:rect b="b" l="l" r="r" t="t"/>
              <a:pathLst>
                <a:path extrusionOk="0" fill="none" h="2007" w="1977">
                  <a:moveTo>
                    <a:pt x="1976" y="1"/>
                  </a:moveTo>
                  <a:cubicBezTo>
                    <a:pt x="1551" y="426"/>
                    <a:pt x="1155" y="852"/>
                    <a:pt x="730" y="1247"/>
                  </a:cubicBezTo>
                  <a:cubicBezTo>
                    <a:pt x="487" y="1520"/>
                    <a:pt x="183" y="1703"/>
                    <a:pt x="0" y="2007"/>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26"/>
            <p:cNvSpPr/>
            <p:nvPr/>
          </p:nvSpPr>
          <p:spPr>
            <a:xfrm>
              <a:off x="887825" y="4313325"/>
              <a:ext cx="41075" cy="38000"/>
            </a:xfrm>
            <a:custGeom>
              <a:rect b="b" l="l" r="r" t="t"/>
              <a:pathLst>
                <a:path extrusionOk="0" fill="none" h="1520" w="1643">
                  <a:moveTo>
                    <a:pt x="1642" y="0"/>
                  </a:moveTo>
                  <a:cubicBezTo>
                    <a:pt x="1308" y="335"/>
                    <a:pt x="974" y="699"/>
                    <a:pt x="639" y="1034"/>
                  </a:cubicBezTo>
                  <a:cubicBezTo>
                    <a:pt x="426" y="1216"/>
                    <a:pt x="214" y="1338"/>
                    <a:pt x="1" y="152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26"/>
            <p:cNvSpPr/>
            <p:nvPr/>
          </p:nvSpPr>
          <p:spPr>
            <a:xfrm>
              <a:off x="882525" y="4234300"/>
              <a:ext cx="41050" cy="47125"/>
            </a:xfrm>
            <a:custGeom>
              <a:rect b="b" l="l" r="r" t="t"/>
              <a:pathLst>
                <a:path extrusionOk="0" fill="none" h="1885" w="1642">
                  <a:moveTo>
                    <a:pt x="1642" y="0"/>
                  </a:moveTo>
                  <a:cubicBezTo>
                    <a:pt x="1003" y="517"/>
                    <a:pt x="578" y="1307"/>
                    <a:pt x="0" y="188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26"/>
            <p:cNvSpPr/>
            <p:nvPr/>
          </p:nvSpPr>
          <p:spPr>
            <a:xfrm>
              <a:off x="770800" y="4368800"/>
              <a:ext cx="47150" cy="53200"/>
            </a:xfrm>
            <a:custGeom>
              <a:rect b="b" l="l" r="r" t="t"/>
              <a:pathLst>
                <a:path extrusionOk="0" fill="none" h="2128" w="1886">
                  <a:moveTo>
                    <a:pt x="1886" y="0"/>
                  </a:moveTo>
                  <a:cubicBezTo>
                    <a:pt x="1399" y="426"/>
                    <a:pt x="974" y="882"/>
                    <a:pt x="579" y="1398"/>
                  </a:cubicBezTo>
                  <a:cubicBezTo>
                    <a:pt x="396" y="1641"/>
                    <a:pt x="244" y="1885"/>
                    <a:pt x="1" y="2128"/>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26"/>
            <p:cNvSpPr/>
            <p:nvPr/>
          </p:nvSpPr>
          <p:spPr>
            <a:xfrm>
              <a:off x="723700" y="4483525"/>
              <a:ext cx="41050" cy="50175"/>
            </a:xfrm>
            <a:custGeom>
              <a:rect b="b" l="l" r="r" t="t"/>
              <a:pathLst>
                <a:path extrusionOk="0" fill="none" h="2007" w="1642">
                  <a:moveTo>
                    <a:pt x="1642" y="1"/>
                  </a:moveTo>
                  <a:cubicBezTo>
                    <a:pt x="1277" y="426"/>
                    <a:pt x="943" y="791"/>
                    <a:pt x="700" y="1247"/>
                  </a:cubicBezTo>
                  <a:cubicBezTo>
                    <a:pt x="548" y="1551"/>
                    <a:pt x="274" y="1825"/>
                    <a:pt x="0" y="2007"/>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26"/>
            <p:cNvSpPr/>
            <p:nvPr/>
          </p:nvSpPr>
          <p:spPr>
            <a:xfrm>
              <a:off x="709250" y="4583075"/>
              <a:ext cx="31950" cy="38025"/>
            </a:xfrm>
            <a:custGeom>
              <a:rect b="b" l="l" r="r" t="t"/>
              <a:pathLst>
                <a:path extrusionOk="0" fill="none" h="1521" w="1278">
                  <a:moveTo>
                    <a:pt x="1278" y="1"/>
                  </a:moveTo>
                  <a:cubicBezTo>
                    <a:pt x="974" y="457"/>
                    <a:pt x="578" y="1338"/>
                    <a:pt x="1" y="152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26"/>
            <p:cNvSpPr/>
            <p:nvPr/>
          </p:nvSpPr>
          <p:spPr>
            <a:xfrm>
              <a:off x="694825" y="4404500"/>
              <a:ext cx="20550" cy="28900"/>
            </a:xfrm>
            <a:custGeom>
              <a:rect b="b" l="l" r="r" t="t"/>
              <a:pathLst>
                <a:path extrusionOk="0" fill="none" h="1156" w="822">
                  <a:moveTo>
                    <a:pt x="821" y="1"/>
                  </a:moveTo>
                  <a:cubicBezTo>
                    <a:pt x="456" y="335"/>
                    <a:pt x="335" y="821"/>
                    <a:pt x="0" y="115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26"/>
            <p:cNvSpPr/>
            <p:nvPr/>
          </p:nvSpPr>
          <p:spPr>
            <a:xfrm>
              <a:off x="577050" y="4404500"/>
              <a:ext cx="20525" cy="26625"/>
            </a:xfrm>
            <a:custGeom>
              <a:rect b="b" l="l" r="r" t="t"/>
              <a:pathLst>
                <a:path extrusionOk="0" fill="none" h="1065" w="821">
                  <a:moveTo>
                    <a:pt x="821" y="1"/>
                  </a:moveTo>
                  <a:cubicBezTo>
                    <a:pt x="517" y="335"/>
                    <a:pt x="304" y="730"/>
                    <a:pt x="0" y="106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26"/>
            <p:cNvSpPr/>
            <p:nvPr/>
          </p:nvSpPr>
          <p:spPr>
            <a:xfrm>
              <a:off x="873400" y="4407550"/>
              <a:ext cx="38025" cy="58525"/>
            </a:xfrm>
            <a:custGeom>
              <a:rect b="b" l="l" r="r" t="t"/>
              <a:pathLst>
                <a:path extrusionOk="0" fill="none" h="2341" w="1521">
                  <a:moveTo>
                    <a:pt x="1520" y="0"/>
                  </a:moveTo>
                  <a:cubicBezTo>
                    <a:pt x="1490" y="304"/>
                    <a:pt x="1095" y="699"/>
                    <a:pt x="943" y="943"/>
                  </a:cubicBezTo>
                  <a:cubicBezTo>
                    <a:pt x="821" y="1155"/>
                    <a:pt x="669" y="1338"/>
                    <a:pt x="548" y="1520"/>
                  </a:cubicBezTo>
                  <a:cubicBezTo>
                    <a:pt x="365" y="1733"/>
                    <a:pt x="31" y="2037"/>
                    <a:pt x="0" y="2341"/>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26"/>
            <p:cNvSpPr/>
            <p:nvPr/>
          </p:nvSpPr>
          <p:spPr>
            <a:xfrm>
              <a:off x="955475" y="4421975"/>
              <a:ext cx="50175" cy="55500"/>
            </a:xfrm>
            <a:custGeom>
              <a:rect b="b" l="l" r="r" t="t"/>
              <a:pathLst>
                <a:path extrusionOk="0" fill="none" h="2220" w="2007">
                  <a:moveTo>
                    <a:pt x="2006" y="1"/>
                  </a:moveTo>
                  <a:cubicBezTo>
                    <a:pt x="1611" y="244"/>
                    <a:pt x="1398" y="335"/>
                    <a:pt x="1155" y="669"/>
                  </a:cubicBezTo>
                  <a:cubicBezTo>
                    <a:pt x="1034" y="882"/>
                    <a:pt x="912" y="1095"/>
                    <a:pt x="760" y="1277"/>
                  </a:cubicBezTo>
                  <a:cubicBezTo>
                    <a:pt x="517" y="1612"/>
                    <a:pt x="304" y="1946"/>
                    <a:pt x="0" y="222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26"/>
            <p:cNvSpPr/>
            <p:nvPr/>
          </p:nvSpPr>
          <p:spPr>
            <a:xfrm>
              <a:off x="1084650" y="4415900"/>
              <a:ext cx="26625" cy="32700"/>
            </a:xfrm>
            <a:custGeom>
              <a:rect b="b" l="l" r="r" t="t"/>
              <a:pathLst>
                <a:path extrusionOk="0" fill="none" h="1308" w="1065">
                  <a:moveTo>
                    <a:pt x="1064" y="1"/>
                  </a:moveTo>
                  <a:cubicBezTo>
                    <a:pt x="730" y="365"/>
                    <a:pt x="152" y="821"/>
                    <a:pt x="0" y="1308"/>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26"/>
            <p:cNvSpPr/>
            <p:nvPr/>
          </p:nvSpPr>
          <p:spPr>
            <a:xfrm>
              <a:off x="1122650" y="4451625"/>
              <a:ext cx="44100" cy="58525"/>
            </a:xfrm>
            <a:custGeom>
              <a:rect b="b" l="l" r="r" t="t"/>
              <a:pathLst>
                <a:path extrusionOk="0" fill="none" h="2341" w="1764">
                  <a:moveTo>
                    <a:pt x="1763" y="0"/>
                  </a:moveTo>
                  <a:cubicBezTo>
                    <a:pt x="1368" y="517"/>
                    <a:pt x="1003" y="1094"/>
                    <a:pt x="578" y="1611"/>
                  </a:cubicBezTo>
                  <a:cubicBezTo>
                    <a:pt x="395" y="1854"/>
                    <a:pt x="243" y="2158"/>
                    <a:pt x="0" y="2341"/>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26"/>
            <p:cNvSpPr/>
            <p:nvPr/>
          </p:nvSpPr>
          <p:spPr>
            <a:xfrm>
              <a:off x="1245750" y="4327750"/>
              <a:ext cx="29650" cy="32700"/>
            </a:xfrm>
            <a:custGeom>
              <a:rect b="b" l="l" r="r" t="t"/>
              <a:pathLst>
                <a:path extrusionOk="0" fill="none" h="1308" w="1186">
                  <a:moveTo>
                    <a:pt x="1186" y="1"/>
                  </a:moveTo>
                  <a:cubicBezTo>
                    <a:pt x="851" y="213"/>
                    <a:pt x="456" y="487"/>
                    <a:pt x="304" y="852"/>
                  </a:cubicBezTo>
                  <a:cubicBezTo>
                    <a:pt x="213" y="1034"/>
                    <a:pt x="183" y="1156"/>
                    <a:pt x="0" y="1308"/>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26"/>
            <p:cNvSpPr/>
            <p:nvPr/>
          </p:nvSpPr>
          <p:spPr>
            <a:xfrm>
              <a:off x="1284500" y="4418950"/>
              <a:ext cx="31950" cy="44100"/>
            </a:xfrm>
            <a:custGeom>
              <a:rect b="b" l="l" r="r" t="t"/>
              <a:pathLst>
                <a:path extrusionOk="0" fill="none" h="1764" w="1278">
                  <a:moveTo>
                    <a:pt x="1277" y="0"/>
                  </a:moveTo>
                  <a:cubicBezTo>
                    <a:pt x="943" y="395"/>
                    <a:pt x="578" y="821"/>
                    <a:pt x="304" y="1246"/>
                  </a:cubicBezTo>
                  <a:cubicBezTo>
                    <a:pt x="183" y="1398"/>
                    <a:pt x="122" y="1611"/>
                    <a:pt x="0" y="176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26"/>
            <p:cNvSpPr/>
            <p:nvPr/>
          </p:nvSpPr>
          <p:spPr>
            <a:xfrm>
              <a:off x="1292850" y="4507100"/>
              <a:ext cx="35000" cy="49400"/>
            </a:xfrm>
            <a:custGeom>
              <a:rect b="b" l="l" r="r" t="t"/>
              <a:pathLst>
                <a:path extrusionOk="0" fill="none" h="1976" w="1400">
                  <a:moveTo>
                    <a:pt x="1399" y="0"/>
                  </a:moveTo>
                  <a:cubicBezTo>
                    <a:pt x="822" y="517"/>
                    <a:pt x="548" y="1398"/>
                    <a:pt x="1" y="197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26"/>
            <p:cNvSpPr/>
            <p:nvPr/>
          </p:nvSpPr>
          <p:spPr>
            <a:xfrm>
              <a:off x="1257900" y="4627150"/>
              <a:ext cx="44100" cy="52450"/>
            </a:xfrm>
            <a:custGeom>
              <a:rect b="b" l="l" r="r" t="t"/>
              <a:pathLst>
                <a:path extrusionOk="0" fill="none" h="2098" w="1764">
                  <a:moveTo>
                    <a:pt x="1764" y="1"/>
                  </a:moveTo>
                  <a:cubicBezTo>
                    <a:pt x="1308" y="517"/>
                    <a:pt x="882" y="1034"/>
                    <a:pt x="457" y="1520"/>
                  </a:cubicBezTo>
                  <a:cubicBezTo>
                    <a:pt x="335" y="1672"/>
                    <a:pt x="31" y="1946"/>
                    <a:pt x="1" y="2098"/>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26"/>
            <p:cNvSpPr/>
            <p:nvPr/>
          </p:nvSpPr>
          <p:spPr>
            <a:xfrm>
              <a:off x="1175825" y="4636275"/>
              <a:ext cx="41075" cy="49425"/>
            </a:xfrm>
            <a:custGeom>
              <a:rect b="b" l="l" r="r" t="t"/>
              <a:pathLst>
                <a:path extrusionOk="0" fill="none" h="1977" w="1643">
                  <a:moveTo>
                    <a:pt x="1642" y="0"/>
                  </a:moveTo>
                  <a:cubicBezTo>
                    <a:pt x="1156" y="304"/>
                    <a:pt x="852" y="791"/>
                    <a:pt x="578" y="1277"/>
                  </a:cubicBezTo>
                  <a:cubicBezTo>
                    <a:pt x="426" y="1550"/>
                    <a:pt x="214" y="1763"/>
                    <a:pt x="1" y="1976"/>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26"/>
            <p:cNvSpPr/>
            <p:nvPr/>
          </p:nvSpPr>
          <p:spPr>
            <a:xfrm>
              <a:off x="1175825" y="4530650"/>
              <a:ext cx="49425" cy="64600"/>
            </a:xfrm>
            <a:custGeom>
              <a:rect b="b" l="l" r="r" t="t"/>
              <a:pathLst>
                <a:path extrusionOk="0" fill="none" h="2584" w="1977">
                  <a:moveTo>
                    <a:pt x="1977" y="0"/>
                  </a:moveTo>
                  <a:cubicBezTo>
                    <a:pt x="1581" y="426"/>
                    <a:pt x="1156" y="943"/>
                    <a:pt x="822" y="1429"/>
                  </a:cubicBezTo>
                  <a:cubicBezTo>
                    <a:pt x="548" y="1824"/>
                    <a:pt x="305" y="2219"/>
                    <a:pt x="1" y="258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26"/>
            <p:cNvSpPr/>
            <p:nvPr/>
          </p:nvSpPr>
          <p:spPr>
            <a:xfrm>
              <a:off x="1067175" y="4662100"/>
              <a:ext cx="38025" cy="47150"/>
            </a:xfrm>
            <a:custGeom>
              <a:rect b="b" l="l" r="r" t="t"/>
              <a:pathLst>
                <a:path extrusionOk="0" fill="none" h="1886" w="1521">
                  <a:moveTo>
                    <a:pt x="1520" y="1"/>
                  </a:moveTo>
                  <a:cubicBezTo>
                    <a:pt x="1186" y="426"/>
                    <a:pt x="943" y="943"/>
                    <a:pt x="578" y="1308"/>
                  </a:cubicBezTo>
                  <a:cubicBezTo>
                    <a:pt x="395" y="1521"/>
                    <a:pt x="183" y="1703"/>
                    <a:pt x="0" y="188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26"/>
            <p:cNvSpPr/>
            <p:nvPr/>
          </p:nvSpPr>
          <p:spPr>
            <a:xfrm>
              <a:off x="1105175" y="4697825"/>
              <a:ext cx="32700" cy="38025"/>
            </a:xfrm>
            <a:custGeom>
              <a:rect b="b" l="l" r="r" t="t"/>
              <a:pathLst>
                <a:path extrusionOk="0" fill="none" h="1521" w="1308">
                  <a:moveTo>
                    <a:pt x="1307" y="0"/>
                  </a:moveTo>
                  <a:cubicBezTo>
                    <a:pt x="942" y="335"/>
                    <a:pt x="578" y="699"/>
                    <a:pt x="304" y="1125"/>
                  </a:cubicBezTo>
                  <a:cubicBezTo>
                    <a:pt x="243" y="1247"/>
                    <a:pt x="182" y="1490"/>
                    <a:pt x="0" y="152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26"/>
            <p:cNvSpPr/>
            <p:nvPr/>
          </p:nvSpPr>
          <p:spPr>
            <a:xfrm>
              <a:off x="1061100" y="4556475"/>
              <a:ext cx="34975" cy="44100"/>
            </a:xfrm>
            <a:custGeom>
              <a:rect b="b" l="l" r="r" t="t"/>
              <a:pathLst>
                <a:path extrusionOk="0" fill="none" h="1764" w="1399">
                  <a:moveTo>
                    <a:pt x="1398" y="1"/>
                  </a:moveTo>
                  <a:cubicBezTo>
                    <a:pt x="942" y="274"/>
                    <a:pt x="578" y="730"/>
                    <a:pt x="365" y="1247"/>
                  </a:cubicBezTo>
                  <a:cubicBezTo>
                    <a:pt x="304" y="1338"/>
                    <a:pt x="274" y="1460"/>
                    <a:pt x="213" y="1551"/>
                  </a:cubicBezTo>
                  <a:cubicBezTo>
                    <a:pt x="152" y="1642"/>
                    <a:pt x="31" y="1642"/>
                    <a:pt x="0" y="176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26"/>
            <p:cNvSpPr/>
            <p:nvPr/>
          </p:nvSpPr>
          <p:spPr>
            <a:xfrm>
              <a:off x="923550" y="4653750"/>
              <a:ext cx="41050" cy="55500"/>
            </a:xfrm>
            <a:custGeom>
              <a:rect b="b" l="l" r="r" t="t"/>
              <a:pathLst>
                <a:path extrusionOk="0" fill="none" h="2220" w="1642">
                  <a:moveTo>
                    <a:pt x="1642" y="0"/>
                  </a:moveTo>
                  <a:cubicBezTo>
                    <a:pt x="1277" y="487"/>
                    <a:pt x="912" y="1003"/>
                    <a:pt x="517" y="1520"/>
                  </a:cubicBezTo>
                  <a:cubicBezTo>
                    <a:pt x="365" y="1733"/>
                    <a:pt x="183" y="2007"/>
                    <a:pt x="1" y="2219"/>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26"/>
            <p:cNvSpPr/>
            <p:nvPr/>
          </p:nvSpPr>
          <p:spPr>
            <a:xfrm>
              <a:off x="947100" y="4527600"/>
              <a:ext cx="44100" cy="55500"/>
            </a:xfrm>
            <a:custGeom>
              <a:rect b="b" l="l" r="r" t="t"/>
              <a:pathLst>
                <a:path extrusionOk="0" fill="none" h="2220" w="1764">
                  <a:moveTo>
                    <a:pt x="1764" y="1"/>
                  </a:moveTo>
                  <a:cubicBezTo>
                    <a:pt x="821" y="517"/>
                    <a:pt x="639" y="1490"/>
                    <a:pt x="1" y="222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26"/>
            <p:cNvSpPr/>
            <p:nvPr/>
          </p:nvSpPr>
          <p:spPr>
            <a:xfrm>
              <a:off x="820975" y="4527600"/>
              <a:ext cx="49400" cy="64625"/>
            </a:xfrm>
            <a:custGeom>
              <a:rect b="b" l="l" r="r" t="t"/>
              <a:pathLst>
                <a:path extrusionOk="0" fill="none" h="2585" w="1976">
                  <a:moveTo>
                    <a:pt x="1976" y="1"/>
                  </a:moveTo>
                  <a:cubicBezTo>
                    <a:pt x="1398" y="487"/>
                    <a:pt x="973" y="913"/>
                    <a:pt x="517" y="1521"/>
                  </a:cubicBezTo>
                  <a:cubicBezTo>
                    <a:pt x="274" y="1855"/>
                    <a:pt x="182" y="2220"/>
                    <a:pt x="0" y="2584"/>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26"/>
            <p:cNvSpPr/>
            <p:nvPr/>
          </p:nvSpPr>
          <p:spPr>
            <a:xfrm>
              <a:off x="827050" y="4659825"/>
              <a:ext cx="38025" cy="46375"/>
            </a:xfrm>
            <a:custGeom>
              <a:rect b="b" l="l" r="r" t="t"/>
              <a:pathLst>
                <a:path extrusionOk="0" fill="none" h="1855" w="1521">
                  <a:moveTo>
                    <a:pt x="1520" y="1"/>
                  </a:moveTo>
                  <a:cubicBezTo>
                    <a:pt x="1125" y="365"/>
                    <a:pt x="608" y="730"/>
                    <a:pt x="335" y="1186"/>
                  </a:cubicBezTo>
                  <a:cubicBezTo>
                    <a:pt x="274" y="1308"/>
                    <a:pt x="243" y="1429"/>
                    <a:pt x="183" y="1520"/>
                  </a:cubicBezTo>
                  <a:cubicBezTo>
                    <a:pt x="122" y="1642"/>
                    <a:pt x="0" y="1703"/>
                    <a:pt x="0" y="1855"/>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26"/>
            <p:cNvSpPr/>
            <p:nvPr/>
          </p:nvSpPr>
          <p:spPr>
            <a:xfrm>
              <a:off x="772325" y="4647675"/>
              <a:ext cx="22075" cy="23575"/>
            </a:xfrm>
            <a:custGeom>
              <a:rect b="b" l="l" r="r" t="t"/>
              <a:pathLst>
                <a:path extrusionOk="0" fill="none" h="943" w="883">
                  <a:moveTo>
                    <a:pt x="882" y="0"/>
                  </a:moveTo>
                  <a:cubicBezTo>
                    <a:pt x="609" y="152"/>
                    <a:pt x="1" y="578"/>
                    <a:pt x="62" y="943"/>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26"/>
            <p:cNvSpPr/>
            <p:nvPr/>
          </p:nvSpPr>
          <p:spPr>
            <a:xfrm>
              <a:off x="988150" y="4682625"/>
              <a:ext cx="28900" cy="38775"/>
            </a:xfrm>
            <a:custGeom>
              <a:rect b="b" l="l" r="r" t="t"/>
              <a:pathLst>
                <a:path extrusionOk="0" fill="none" h="1551" w="1156">
                  <a:moveTo>
                    <a:pt x="1155" y="0"/>
                  </a:moveTo>
                  <a:cubicBezTo>
                    <a:pt x="760" y="396"/>
                    <a:pt x="547" y="578"/>
                    <a:pt x="335" y="1034"/>
                  </a:cubicBezTo>
                  <a:cubicBezTo>
                    <a:pt x="274" y="1216"/>
                    <a:pt x="152" y="1429"/>
                    <a:pt x="0" y="1551"/>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26"/>
            <p:cNvSpPr/>
            <p:nvPr/>
          </p:nvSpPr>
          <p:spPr>
            <a:xfrm>
              <a:off x="1357450" y="4407550"/>
              <a:ext cx="23575" cy="34975"/>
            </a:xfrm>
            <a:custGeom>
              <a:rect b="b" l="l" r="r" t="t"/>
              <a:pathLst>
                <a:path extrusionOk="0" fill="none" h="1399" w="943">
                  <a:moveTo>
                    <a:pt x="943" y="0"/>
                  </a:moveTo>
                  <a:cubicBezTo>
                    <a:pt x="669" y="304"/>
                    <a:pt x="426" y="639"/>
                    <a:pt x="213" y="973"/>
                  </a:cubicBezTo>
                  <a:cubicBezTo>
                    <a:pt x="122" y="1125"/>
                    <a:pt x="0" y="1246"/>
                    <a:pt x="0" y="1398"/>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26"/>
            <p:cNvSpPr/>
            <p:nvPr/>
          </p:nvSpPr>
          <p:spPr>
            <a:xfrm>
              <a:off x="1349100" y="4603600"/>
              <a:ext cx="19775" cy="17500"/>
            </a:xfrm>
            <a:custGeom>
              <a:rect b="b" l="l" r="r" t="t"/>
              <a:pathLst>
                <a:path extrusionOk="0" fill="none" h="700" w="791">
                  <a:moveTo>
                    <a:pt x="790" y="0"/>
                  </a:moveTo>
                  <a:cubicBezTo>
                    <a:pt x="578" y="213"/>
                    <a:pt x="213" y="456"/>
                    <a:pt x="0" y="699"/>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26"/>
            <p:cNvSpPr/>
            <p:nvPr/>
          </p:nvSpPr>
          <p:spPr>
            <a:xfrm>
              <a:off x="1005238" y="38760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3" name="Google Shape;3023;p26"/>
          <p:cNvGrpSpPr/>
          <p:nvPr/>
        </p:nvGrpSpPr>
        <p:grpSpPr>
          <a:xfrm>
            <a:off x="95457" y="67525"/>
            <a:ext cx="8950672" cy="4973861"/>
            <a:chOff x="95457" y="67525"/>
            <a:chExt cx="8950672" cy="4973861"/>
          </a:xfrm>
        </p:grpSpPr>
        <p:grpSp>
          <p:nvGrpSpPr>
            <p:cNvPr id="3024" name="Google Shape;3024;p26"/>
            <p:cNvGrpSpPr/>
            <p:nvPr/>
          </p:nvGrpSpPr>
          <p:grpSpPr>
            <a:xfrm flipH="1">
              <a:off x="95457" y="67525"/>
              <a:ext cx="8950672" cy="4973861"/>
              <a:chOff x="477354" y="67520"/>
              <a:chExt cx="9111953" cy="4973861"/>
            </a:xfrm>
          </p:grpSpPr>
          <p:grpSp>
            <p:nvGrpSpPr>
              <p:cNvPr id="3025" name="Google Shape;3025;p26"/>
              <p:cNvGrpSpPr/>
              <p:nvPr/>
            </p:nvGrpSpPr>
            <p:grpSpPr>
              <a:xfrm>
                <a:off x="477354" y="67520"/>
                <a:ext cx="8796341" cy="4921221"/>
                <a:chOff x="223038" y="143925"/>
                <a:chExt cx="8523587" cy="4768625"/>
              </a:xfrm>
            </p:grpSpPr>
            <p:sp>
              <p:nvSpPr>
                <p:cNvPr id="3026" name="Google Shape;3026;p26"/>
                <p:cNvSpPr/>
                <p:nvPr/>
              </p:nvSpPr>
              <p:spPr>
                <a:xfrm flipH="1">
                  <a:off x="8395677" y="1627412"/>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26"/>
                <p:cNvSpPr/>
                <p:nvPr/>
              </p:nvSpPr>
              <p:spPr>
                <a:xfrm>
                  <a:off x="8433930" y="864892"/>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26"/>
                <p:cNvSpPr/>
                <p:nvPr/>
              </p:nvSpPr>
              <p:spPr>
                <a:xfrm flipH="1">
                  <a:off x="8438714" y="3102324"/>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26"/>
                <p:cNvSpPr/>
                <p:nvPr/>
              </p:nvSpPr>
              <p:spPr>
                <a:xfrm>
                  <a:off x="1616494" y="556224"/>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26"/>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26"/>
                <p:cNvSpPr/>
                <p:nvPr/>
              </p:nvSpPr>
              <p:spPr>
                <a:xfrm>
                  <a:off x="3208596" y="306787"/>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26"/>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26"/>
                <p:cNvSpPr/>
                <p:nvPr/>
              </p:nvSpPr>
              <p:spPr>
                <a:xfrm>
                  <a:off x="223038" y="4068512"/>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26"/>
                <p:cNvSpPr/>
                <p:nvPr/>
              </p:nvSpPr>
              <p:spPr>
                <a:xfrm>
                  <a:off x="1731874" y="1243530"/>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26"/>
                <p:cNvSpPr/>
                <p:nvPr/>
              </p:nvSpPr>
              <p:spPr>
                <a:xfrm>
                  <a:off x="4852336" y="27741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6" name="Google Shape;3036;p26"/>
              <p:cNvGrpSpPr/>
              <p:nvPr/>
            </p:nvGrpSpPr>
            <p:grpSpPr>
              <a:xfrm>
                <a:off x="762982" y="212272"/>
                <a:ext cx="8826326" cy="4829108"/>
                <a:chOff x="693921" y="226430"/>
                <a:chExt cx="8447862" cy="5153248"/>
              </a:xfrm>
            </p:grpSpPr>
            <p:grpSp>
              <p:nvGrpSpPr>
                <p:cNvPr id="3037" name="Google Shape;3037;p26"/>
                <p:cNvGrpSpPr/>
                <p:nvPr/>
              </p:nvGrpSpPr>
              <p:grpSpPr>
                <a:xfrm flipH="1" rot="10800000">
                  <a:off x="693921" y="226430"/>
                  <a:ext cx="8447862" cy="5153248"/>
                  <a:chOff x="617721" y="-247002"/>
                  <a:chExt cx="8447862" cy="5153248"/>
                </a:xfrm>
              </p:grpSpPr>
              <p:sp>
                <p:nvSpPr>
                  <p:cNvPr id="3038" name="Google Shape;3038;p26"/>
                  <p:cNvSpPr/>
                  <p:nvPr/>
                </p:nvSpPr>
                <p:spPr>
                  <a:xfrm>
                    <a:off x="6703453" y="4651929"/>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26"/>
                  <p:cNvSpPr/>
                  <p:nvPr/>
                </p:nvSpPr>
                <p:spPr>
                  <a:xfrm flipH="1">
                    <a:off x="9006333" y="1553575"/>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26"/>
                  <p:cNvSpPr/>
                  <p:nvPr/>
                </p:nvSpPr>
                <p:spPr>
                  <a:xfrm>
                    <a:off x="3587148" y="3583790"/>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26"/>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26"/>
                  <p:cNvSpPr/>
                  <p:nvPr/>
                </p:nvSpPr>
                <p:spPr>
                  <a:xfrm>
                    <a:off x="942009" y="16931"/>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26"/>
                  <p:cNvSpPr/>
                  <p:nvPr/>
                </p:nvSpPr>
                <p:spPr>
                  <a:xfrm flipH="1">
                    <a:off x="7017450" y="1963016"/>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26"/>
                  <p:cNvSpPr/>
                  <p:nvPr/>
                </p:nvSpPr>
                <p:spPr>
                  <a:xfrm>
                    <a:off x="2313767" y="-247002"/>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26"/>
                  <p:cNvSpPr/>
                  <p:nvPr/>
                </p:nvSpPr>
                <p:spPr>
                  <a:xfrm>
                    <a:off x="663348" y="4807822"/>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26"/>
                  <p:cNvSpPr/>
                  <p:nvPr/>
                </p:nvSpPr>
                <p:spPr>
                  <a:xfrm>
                    <a:off x="1206253" y="3969904"/>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26"/>
                  <p:cNvSpPr/>
                  <p:nvPr/>
                </p:nvSpPr>
                <p:spPr>
                  <a:xfrm>
                    <a:off x="3527730" y="473842"/>
                    <a:ext cx="103424" cy="103474"/>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26"/>
                  <p:cNvSpPr/>
                  <p:nvPr/>
                </p:nvSpPr>
                <p:spPr>
                  <a:xfrm>
                    <a:off x="617721" y="3721604"/>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26"/>
                  <p:cNvSpPr/>
                  <p:nvPr/>
                </p:nvSpPr>
                <p:spPr>
                  <a:xfrm>
                    <a:off x="5487768" y="4035783"/>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50" name="Google Shape;3050;p26"/>
                <p:cNvSpPr/>
                <p:nvPr/>
              </p:nvSpPr>
              <p:spPr>
                <a:xfrm flipH="1" rot="10800000">
                  <a:off x="4299654" y="898232"/>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51" name="Google Shape;3051;p26"/>
              <p:cNvSpPr/>
              <p:nvPr/>
            </p:nvSpPr>
            <p:spPr>
              <a:xfrm>
                <a:off x="7591557" y="1302394"/>
                <a:ext cx="106735" cy="111043"/>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26"/>
              <p:cNvSpPr/>
              <p:nvPr/>
            </p:nvSpPr>
            <p:spPr>
              <a:xfrm flipH="1" rot="10800000">
                <a:off x="9294404" y="4894851"/>
                <a:ext cx="133223" cy="121799"/>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26"/>
              <p:cNvSpPr/>
              <p:nvPr/>
            </p:nvSpPr>
            <p:spPr>
              <a:xfrm flipH="1" rot="10800000">
                <a:off x="1098505" y="3356415"/>
                <a:ext cx="95536" cy="8569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26"/>
              <p:cNvSpPr/>
              <p:nvPr/>
            </p:nvSpPr>
            <p:spPr>
              <a:xfrm flipH="1" rot="10800000">
                <a:off x="6537007" y="1579716"/>
                <a:ext cx="61904" cy="57866"/>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26"/>
              <p:cNvSpPr/>
              <p:nvPr/>
            </p:nvSpPr>
            <p:spPr>
              <a:xfrm flipH="1" rot="10800000">
                <a:off x="2868052" y="821871"/>
                <a:ext cx="102783" cy="92234"/>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56" name="Google Shape;3056;p26"/>
            <p:cNvSpPr/>
            <p:nvPr/>
          </p:nvSpPr>
          <p:spPr>
            <a:xfrm flipH="1" rot="10800000">
              <a:off x="3668386" y="4369706"/>
              <a:ext cx="53085" cy="48471"/>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26"/>
            <p:cNvSpPr/>
            <p:nvPr/>
          </p:nvSpPr>
          <p:spPr>
            <a:xfrm flipH="1" rot="10800000">
              <a:off x="3143457" y="3905026"/>
              <a:ext cx="60808" cy="58639"/>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58" name="Google Shape;3058;p26"/>
          <p:cNvSpPr/>
          <p:nvPr/>
        </p:nvSpPr>
        <p:spPr>
          <a:xfrm flipH="1" rot="698890">
            <a:off x="206294" y="4184055"/>
            <a:ext cx="256048" cy="275348"/>
          </a:xfrm>
          <a:custGeom>
            <a:rect b="b" l="l" r="r" t="t"/>
            <a:pathLst>
              <a:path extrusionOk="0" h="11014" w="10242">
                <a:moveTo>
                  <a:pt x="4204" y="0"/>
                </a:moveTo>
                <a:lnTo>
                  <a:pt x="4204" y="0"/>
                </a:lnTo>
                <a:cubicBezTo>
                  <a:pt x="3804" y="133"/>
                  <a:pt x="3370" y="300"/>
                  <a:pt x="2970" y="567"/>
                </a:cubicBezTo>
                <a:cubicBezTo>
                  <a:pt x="568" y="2102"/>
                  <a:pt x="1" y="5537"/>
                  <a:pt x="1735" y="8206"/>
                </a:cubicBezTo>
                <a:cubicBezTo>
                  <a:pt x="2881" y="10003"/>
                  <a:pt x="4783" y="11013"/>
                  <a:pt x="6636" y="11013"/>
                </a:cubicBezTo>
                <a:cubicBezTo>
                  <a:pt x="7535" y="11013"/>
                  <a:pt x="8423" y="10775"/>
                  <a:pt x="9207" y="10274"/>
                </a:cubicBezTo>
                <a:cubicBezTo>
                  <a:pt x="9608" y="10007"/>
                  <a:pt x="9941" y="9707"/>
                  <a:pt x="10242" y="9373"/>
                </a:cubicBezTo>
                <a:lnTo>
                  <a:pt x="10242" y="9373"/>
                </a:lnTo>
                <a:cubicBezTo>
                  <a:pt x="9797" y="9499"/>
                  <a:pt x="9340" y="9561"/>
                  <a:pt x="8881" y="9561"/>
                </a:cubicBezTo>
                <a:cubicBezTo>
                  <a:pt x="7031" y="9561"/>
                  <a:pt x="5153" y="8562"/>
                  <a:pt x="4004" y="6772"/>
                </a:cubicBezTo>
                <a:cubicBezTo>
                  <a:pt x="2536" y="4503"/>
                  <a:pt x="2703" y="1735"/>
                  <a:pt x="42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TITLE_ONLY_2_1_1_1_1">
    <p:spTree>
      <p:nvGrpSpPr>
        <p:cNvPr id="3059" name="Shape 3059"/>
        <p:cNvGrpSpPr/>
        <p:nvPr/>
      </p:nvGrpSpPr>
      <p:grpSpPr>
        <a:xfrm>
          <a:off x="0" y="0"/>
          <a:ext cx="0" cy="0"/>
          <a:chOff x="0" y="0"/>
          <a:chExt cx="0" cy="0"/>
        </a:xfrm>
      </p:grpSpPr>
      <p:pic>
        <p:nvPicPr>
          <p:cNvPr id="3060" name="Google Shape;3060;p27"/>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3061" name="Google Shape;3061;p27"/>
          <p:cNvGrpSpPr/>
          <p:nvPr/>
        </p:nvGrpSpPr>
        <p:grpSpPr>
          <a:xfrm rot="10800000">
            <a:off x="26390" y="83194"/>
            <a:ext cx="8999788" cy="4905547"/>
            <a:chOff x="26390" y="83194"/>
            <a:chExt cx="8999788" cy="4905547"/>
          </a:xfrm>
        </p:grpSpPr>
        <p:grpSp>
          <p:nvGrpSpPr>
            <p:cNvPr id="3062" name="Google Shape;3062;p27"/>
            <p:cNvGrpSpPr/>
            <p:nvPr/>
          </p:nvGrpSpPr>
          <p:grpSpPr>
            <a:xfrm>
              <a:off x="26390" y="83194"/>
              <a:ext cx="8999788" cy="4905547"/>
              <a:chOff x="26390" y="83194"/>
              <a:chExt cx="8999788" cy="4905547"/>
            </a:xfrm>
          </p:grpSpPr>
          <p:grpSp>
            <p:nvGrpSpPr>
              <p:cNvPr id="3063" name="Google Shape;3063;p27"/>
              <p:cNvGrpSpPr/>
              <p:nvPr/>
            </p:nvGrpSpPr>
            <p:grpSpPr>
              <a:xfrm rot="10800000">
                <a:off x="26390" y="83194"/>
                <a:ext cx="8999788" cy="4905547"/>
                <a:chOff x="215950" y="220125"/>
                <a:chExt cx="8720725" cy="4753437"/>
              </a:xfrm>
            </p:grpSpPr>
            <p:grpSp>
              <p:nvGrpSpPr>
                <p:cNvPr id="3064" name="Google Shape;3064;p27"/>
                <p:cNvGrpSpPr/>
                <p:nvPr/>
              </p:nvGrpSpPr>
              <p:grpSpPr>
                <a:xfrm flipH="1" rot="10800000">
                  <a:off x="215950" y="220125"/>
                  <a:ext cx="8720725" cy="4753437"/>
                  <a:chOff x="139750" y="159113"/>
                  <a:chExt cx="8720725" cy="4753437"/>
                </a:xfrm>
              </p:grpSpPr>
              <p:sp>
                <p:nvSpPr>
                  <p:cNvPr id="3065" name="Google Shape;3065;p27"/>
                  <p:cNvSpPr/>
                  <p:nvPr/>
                </p:nvSpPr>
                <p:spPr>
                  <a:xfrm flipH="1">
                    <a:off x="8167513" y="1332063"/>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27"/>
                  <p:cNvSpPr/>
                  <p:nvPr/>
                </p:nvSpPr>
                <p:spPr>
                  <a:xfrm>
                    <a:off x="385674"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27"/>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27"/>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27"/>
                  <p:cNvSpPr/>
                  <p:nvPr/>
                </p:nvSpPr>
                <p:spPr>
                  <a:xfrm flipH="1">
                    <a:off x="8768737" y="66078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27"/>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27"/>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27"/>
                  <p:cNvSpPr/>
                  <p:nvPr/>
                </p:nvSpPr>
                <p:spPr>
                  <a:xfrm>
                    <a:off x="223038" y="3773163"/>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27"/>
                  <p:cNvSpPr/>
                  <p:nvPr/>
                </p:nvSpPr>
                <p:spPr>
                  <a:xfrm>
                    <a:off x="7417339" y="431320"/>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27"/>
                  <p:cNvSpPr/>
                  <p:nvPr/>
                </p:nvSpPr>
                <p:spPr>
                  <a:xfrm>
                    <a:off x="4852336" y="27741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5" name="Google Shape;3075;p27"/>
                <p:cNvSpPr/>
                <p:nvPr/>
              </p:nvSpPr>
              <p:spPr>
                <a:xfrm flipH="1" rot="10800000">
                  <a:off x="8071638" y="559938"/>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6" name="Google Shape;3076;p27"/>
              <p:cNvGrpSpPr/>
              <p:nvPr/>
            </p:nvGrpSpPr>
            <p:grpSpPr>
              <a:xfrm flipH="1" rot="10800000">
                <a:off x="302291" y="838889"/>
                <a:ext cx="7962014" cy="3244768"/>
                <a:chOff x="-654203" y="1016574"/>
                <a:chExt cx="9528499" cy="3883160"/>
              </a:xfrm>
            </p:grpSpPr>
            <p:sp>
              <p:nvSpPr>
                <p:cNvPr id="3077" name="Google Shape;3077;p27"/>
                <p:cNvSpPr/>
                <p:nvPr/>
              </p:nvSpPr>
              <p:spPr>
                <a:xfrm flipH="1" rot="10800000">
                  <a:off x="8384342" y="123741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27"/>
                <p:cNvSpPr/>
                <p:nvPr/>
              </p:nvSpPr>
              <p:spPr>
                <a:xfrm flipH="1" rot="10800000">
                  <a:off x="6007150" y="1016574"/>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9" name="Google Shape;3079;p27"/>
                <p:cNvGrpSpPr/>
                <p:nvPr/>
              </p:nvGrpSpPr>
              <p:grpSpPr>
                <a:xfrm flipH="1" rot="10800000">
                  <a:off x="-654203" y="1133348"/>
                  <a:ext cx="9528499" cy="3766386"/>
                  <a:chOff x="-730403" y="232941"/>
                  <a:chExt cx="9528499" cy="3766386"/>
                </a:xfrm>
              </p:grpSpPr>
              <p:sp>
                <p:nvSpPr>
                  <p:cNvPr id="3080" name="Google Shape;3080;p27"/>
                  <p:cNvSpPr/>
                  <p:nvPr/>
                </p:nvSpPr>
                <p:spPr>
                  <a:xfrm>
                    <a:off x="-603698" y="3495518"/>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27"/>
                  <p:cNvSpPr/>
                  <p:nvPr/>
                </p:nvSpPr>
                <p:spPr>
                  <a:xfrm flipH="1">
                    <a:off x="8655718" y="232941"/>
                    <a:ext cx="142378" cy="150430"/>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27"/>
                  <p:cNvSpPr/>
                  <p:nvPr/>
                </p:nvSpPr>
                <p:spPr>
                  <a:xfrm>
                    <a:off x="-730403" y="1390589"/>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27"/>
                  <p:cNvSpPr/>
                  <p:nvPr/>
                </p:nvSpPr>
                <p:spPr>
                  <a:xfrm flipH="1">
                    <a:off x="6688677" y="235117"/>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27"/>
                  <p:cNvSpPr/>
                  <p:nvPr/>
                </p:nvSpPr>
                <p:spPr>
                  <a:xfrm>
                    <a:off x="2360773" y="2968709"/>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27"/>
                  <p:cNvSpPr/>
                  <p:nvPr/>
                </p:nvSpPr>
                <p:spPr>
                  <a:xfrm>
                    <a:off x="4118382" y="429507"/>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27"/>
                  <p:cNvSpPr/>
                  <p:nvPr/>
                </p:nvSpPr>
                <p:spPr>
                  <a:xfrm>
                    <a:off x="3502303" y="3937577"/>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3087" name="Google Shape;3087;p27"/>
            <p:cNvSpPr/>
            <p:nvPr/>
          </p:nvSpPr>
          <p:spPr>
            <a:xfrm>
              <a:off x="5515540" y="4848882"/>
              <a:ext cx="49509" cy="51598"/>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27"/>
            <p:cNvSpPr/>
            <p:nvPr/>
          </p:nvSpPr>
          <p:spPr>
            <a:xfrm>
              <a:off x="7931099" y="4694084"/>
              <a:ext cx="43221" cy="432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27"/>
            <p:cNvSpPr/>
            <p:nvPr/>
          </p:nvSpPr>
          <p:spPr>
            <a:xfrm>
              <a:off x="5335117" y="730648"/>
              <a:ext cx="76408" cy="76409"/>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0" name="Google Shape;3090;p27"/>
          <p:cNvGrpSpPr/>
          <p:nvPr/>
        </p:nvGrpSpPr>
        <p:grpSpPr>
          <a:xfrm flipH="1">
            <a:off x="8111849" y="529913"/>
            <a:ext cx="914314" cy="444971"/>
            <a:chOff x="2378750" y="627850"/>
            <a:chExt cx="1312350" cy="638775"/>
          </a:xfrm>
        </p:grpSpPr>
        <p:sp>
          <p:nvSpPr>
            <p:cNvPr id="3091" name="Google Shape;3091;p27"/>
            <p:cNvSpPr/>
            <p:nvPr/>
          </p:nvSpPr>
          <p:spPr>
            <a:xfrm>
              <a:off x="2514775" y="795425"/>
              <a:ext cx="1070400" cy="471200"/>
            </a:xfrm>
            <a:custGeom>
              <a:rect b="b" l="l" r="r" t="t"/>
              <a:pathLst>
                <a:path extrusionOk="0" h="18848" w="42816">
                  <a:moveTo>
                    <a:pt x="20996" y="1"/>
                  </a:moveTo>
                  <a:cubicBezTo>
                    <a:pt x="12718" y="1"/>
                    <a:pt x="4488" y="3311"/>
                    <a:pt x="0" y="10258"/>
                  </a:cubicBezTo>
                  <a:cubicBezTo>
                    <a:pt x="182" y="12508"/>
                    <a:pt x="5775" y="15030"/>
                    <a:pt x="7660" y="15851"/>
                  </a:cubicBezTo>
                  <a:cubicBezTo>
                    <a:pt x="11550" y="17553"/>
                    <a:pt x="15684" y="18587"/>
                    <a:pt x="19940" y="18769"/>
                  </a:cubicBezTo>
                  <a:cubicBezTo>
                    <a:pt x="20924" y="18819"/>
                    <a:pt x="21933" y="18848"/>
                    <a:pt x="22955" y="18848"/>
                  </a:cubicBezTo>
                  <a:cubicBezTo>
                    <a:pt x="28811" y="18848"/>
                    <a:pt x="35104" y="17899"/>
                    <a:pt x="39788" y="14483"/>
                  </a:cubicBezTo>
                  <a:cubicBezTo>
                    <a:pt x="40730" y="13784"/>
                    <a:pt x="41521" y="12994"/>
                    <a:pt x="42129" y="12021"/>
                  </a:cubicBezTo>
                  <a:cubicBezTo>
                    <a:pt x="42417" y="11473"/>
                    <a:pt x="42815" y="9665"/>
                    <a:pt x="42335" y="9665"/>
                  </a:cubicBezTo>
                  <a:cubicBezTo>
                    <a:pt x="42309" y="9665"/>
                    <a:pt x="42281" y="9670"/>
                    <a:pt x="42250" y="9681"/>
                  </a:cubicBezTo>
                  <a:cubicBezTo>
                    <a:pt x="40487" y="8070"/>
                    <a:pt x="39119" y="6064"/>
                    <a:pt x="37052" y="4666"/>
                  </a:cubicBezTo>
                  <a:cubicBezTo>
                    <a:pt x="32498" y="1592"/>
                    <a:pt x="26735" y="1"/>
                    <a:pt x="2099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27"/>
            <p:cNvSpPr/>
            <p:nvPr/>
          </p:nvSpPr>
          <p:spPr>
            <a:xfrm>
              <a:off x="2764775" y="792475"/>
              <a:ext cx="549425" cy="443075"/>
            </a:xfrm>
            <a:custGeom>
              <a:rect b="b" l="l" r="r" t="t"/>
              <a:pathLst>
                <a:path extrusionOk="0" h="17723" w="21977">
                  <a:moveTo>
                    <a:pt x="11877" y="0"/>
                  </a:moveTo>
                  <a:cubicBezTo>
                    <a:pt x="6662" y="0"/>
                    <a:pt x="2098" y="1258"/>
                    <a:pt x="2098" y="1258"/>
                  </a:cubicBezTo>
                  <a:cubicBezTo>
                    <a:pt x="0" y="4419"/>
                    <a:pt x="426" y="8613"/>
                    <a:pt x="1854" y="12079"/>
                  </a:cubicBezTo>
                  <a:cubicBezTo>
                    <a:pt x="2888" y="14662"/>
                    <a:pt x="5350" y="16455"/>
                    <a:pt x="8025" y="17215"/>
                  </a:cubicBezTo>
                  <a:cubicBezTo>
                    <a:pt x="9160" y="17532"/>
                    <a:pt x="10472" y="17723"/>
                    <a:pt x="11793" y="17723"/>
                  </a:cubicBezTo>
                  <a:cubicBezTo>
                    <a:pt x="13514" y="17723"/>
                    <a:pt x="15251" y="17399"/>
                    <a:pt x="16627" y="16607"/>
                  </a:cubicBezTo>
                  <a:cubicBezTo>
                    <a:pt x="19058" y="15179"/>
                    <a:pt x="20305" y="11896"/>
                    <a:pt x="20943" y="9252"/>
                  </a:cubicBezTo>
                  <a:cubicBezTo>
                    <a:pt x="21156" y="8431"/>
                    <a:pt x="21976" y="2382"/>
                    <a:pt x="21338" y="2018"/>
                  </a:cubicBezTo>
                  <a:cubicBezTo>
                    <a:pt x="18546" y="477"/>
                    <a:pt x="15088" y="0"/>
                    <a:pt x="118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27"/>
            <p:cNvSpPr/>
            <p:nvPr/>
          </p:nvSpPr>
          <p:spPr>
            <a:xfrm>
              <a:off x="2378750" y="905225"/>
              <a:ext cx="159600" cy="117025"/>
            </a:xfrm>
            <a:custGeom>
              <a:rect b="b" l="l" r="r" t="t"/>
              <a:pathLst>
                <a:path extrusionOk="0" h="4681" w="6384">
                  <a:moveTo>
                    <a:pt x="973" y="0"/>
                  </a:moveTo>
                  <a:cubicBezTo>
                    <a:pt x="669" y="365"/>
                    <a:pt x="335" y="973"/>
                    <a:pt x="0" y="1368"/>
                  </a:cubicBezTo>
                  <a:cubicBezTo>
                    <a:pt x="1550" y="2432"/>
                    <a:pt x="3101" y="3830"/>
                    <a:pt x="4772" y="4681"/>
                  </a:cubicBezTo>
                  <a:cubicBezTo>
                    <a:pt x="5289" y="3982"/>
                    <a:pt x="6019" y="3344"/>
                    <a:pt x="6383" y="2584"/>
                  </a:cubicBezTo>
                  <a:cubicBezTo>
                    <a:pt x="5228" y="1611"/>
                    <a:pt x="2523" y="365"/>
                    <a:pt x="9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27"/>
            <p:cNvSpPr/>
            <p:nvPr/>
          </p:nvSpPr>
          <p:spPr>
            <a:xfrm>
              <a:off x="2473725" y="795800"/>
              <a:ext cx="164175" cy="133750"/>
            </a:xfrm>
            <a:custGeom>
              <a:rect b="b" l="l" r="r" t="t"/>
              <a:pathLst>
                <a:path extrusionOk="0" h="5350" w="6567">
                  <a:moveTo>
                    <a:pt x="1976" y="0"/>
                  </a:moveTo>
                  <a:lnTo>
                    <a:pt x="1" y="1976"/>
                  </a:lnTo>
                  <a:lnTo>
                    <a:pt x="4378" y="5350"/>
                  </a:lnTo>
                  <a:lnTo>
                    <a:pt x="6566" y="3678"/>
                  </a:lnTo>
                  <a:lnTo>
                    <a:pt x="19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27"/>
            <p:cNvSpPr/>
            <p:nvPr/>
          </p:nvSpPr>
          <p:spPr>
            <a:xfrm>
              <a:off x="2579350" y="715250"/>
              <a:ext cx="150500" cy="147425"/>
            </a:xfrm>
            <a:custGeom>
              <a:rect b="b" l="l" r="r" t="t"/>
              <a:pathLst>
                <a:path extrusionOk="0" h="5897" w="6020">
                  <a:moveTo>
                    <a:pt x="2341" y="0"/>
                  </a:moveTo>
                  <a:lnTo>
                    <a:pt x="1" y="1611"/>
                  </a:lnTo>
                  <a:lnTo>
                    <a:pt x="3739" y="5897"/>
                  </a:lnTo>
                  <a:lnTo>
                    <a:pt x="6019" y="4620"/>
                  </a:lnTo>
                  <a:lnTo>
                    <a:pt x="23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27"/>
            <p:cNvSpPr/>
            <p:nvPr/>
          </p:nvSpPr>
          <p:spPr>
            <a:xfrm>
              <a:off x="2703975" y="664325"/>
              <a:ext cx="129975" cy="152775"/>
            </a:xfrm>
            <a:custGeom>
              <a:rect b="b" l="l" r="r" t="t"/>
              <a:pathLst>
                <a:path extrusionOk="0" h="6111" w="5199">
                  <a:moveTo>
                    <a:pt x="2280" y="1"/>
                  </a:moveTo>
                  <a:lnTo>
                    <a:pt x="1" y="943"/>
                  </a:lnTo>
                  <a:lnTo>
                    <a:pt x="2706" y="6110"/>
                  </a:lnTo>
                  <a:lnTo>
                    <a:pt x="5198" y="5259"/>
                  </a:lnTo>
                  <a:lnTo>
                    <a:pt x="22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27"/>
            <p:cNvSpPr/>
            <p:nvPr/>
          </p:nvSpPr>
          <p:spPr>
            <a:xfrm>
              <a:off x="2857475" y="635450"/>
              <a:ext cx="93500" cy="153525"/>
            </a:xfrm>
            <a:custGeom>
              <a:rect b="b" l="l" r="r" t="t"/>
              <a:pathLst>
                <a:path extrusionOk="0" h="6141" w="3740">
                  <a:moveTo>
                    <a:pt x="2189" y="1"/>
                  </a:moveTo>
                  <a:lnTo>
                    <a:pt x="1" y="487"/>
                  </a:lnTo>
                  <a:lnTo>
                    <a:pt x="1460" y="6141"/>
                  </a:lnTo>
                  <a:lnTo>
                    <a:pt x="3739" y="5685"/>
                  </a:lnTo>
                  <a:lnTo>
                    <a:pt x="21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27"/>
            <p:cNvSpPr/>
            <p:nvPr/>
          </p:nvSpPr>
          <p:spPr>
            <a:xfrm>
              <a:off x="3010975" y="627850"/>
              <a:ext cx="54750" cy="148200"/>
            </a:xfrm>
            <a:custGeom>
              <a:rect b="b" l="l" r="r" t="t"/>
              <a:pathLst>
                <a:path extrusionOk="0" h="5928" w="2190">
                  <a:moveTo>
                    <a:pt x="1" y="1"/>
                  </a:moveTo>
                  <a:lnTo>
                    <a:pt x="1" y="5928"/>
                  </a:lnTo>
                  <a:lnTo>
                    <a:pt x="2189" y="5928"/>
                  </a:lnTo>
                  <a:lnTo>
                    <a:pt x="2189" y="30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27"/>
            <p:cNvSpPr/>
            <p:nvPr/>
          </p:nvSpPr>
          <p:spPr>
            <a:xfrm>
              <a:off x="3128000" y="635450"/>
              <a:ext cx="104125" cy="153525"/>
            </a:xfrm>
            <a:custGeom>
              <a:rect b="b" l="l" r="r" t="t"/>
              <a:pathLst>
                <a:path extrusionOk="0" h="6141" w="4165">
                  <a:moveTo>
                    <a:pt x="1763" y="1"/>
                  </a:moveTo>
                  <a:lnTo>
                    <a:pt x="0" y="5624"/>
                  </a:lnTo>
                  <a:lnTo>
                    <a:pt x="2858" y="6141"/>
                  </a:lnTo>
                  <a:lnTo>
                    <a:pt x="4165" y="487"/>
                  </a:lnTo>
                  <a:lnTo>
                    <a:pt x="1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27"/>
            <p:cNvSpPr/>
            <p:nvPr/>
          </p:nvSpPr>
          <p:spPr>
            <a:xfrm>
              <a:off x="3261750" y="674975"/>
              <a:ext cx="120850" cy="152000"/>
            </a:xfrm>
            <a:custGeom>
              <a:rect b="b" l="l" r="r" t="t"/>
              <a:pathLst>
                <a:path extrusionOk="0" h="6080" w="4834">
                  <a:moveTo>
                    <a:pt x="2401" y="0"/>
                  </a:moveTo>
                  <a:lnTo>
                    <a:pt x="0" y="5137"/>
                  </a:lnTo>
                  <a:lnTo>
                    <a:pt x="2553" y="6079"/>
                  </a:lnTo>
                  <a:lnTo>
                    <a:pt x="4833" y="1064"/>
                  </a:lnTo>
                  <a:lnTo>
                    <a:pt x="24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27"/>
            <p:cNvSpPr/>
            <p:nvPr/>
          </p:nvSpPr>
          <p:spPr>
            <a:xfrm>
              <a:off x="3373450" y="730450"/>
              <a:ext cx="118550" cy="151225"/>
            </a:xfrm>
            <a:custGeom>
              <a:rect b="b" l="l" r="r" t="t"/>
              <a:pathLst>
                <a:path extrusionOk="0" h="6049" w="4742">
                  <a:moveTo>
                    <a:pt x="2827" y="0"/>
                  </a:moveTo>
                  <a:lnTo>
                    <a:pt x="0" y="4894"/>
                  </a:lnTo>
                  <a:lnTo>
                    <a:pt x="1946" y="6049"/>
                  </a:lnTo>
                  <a:lnTo>
                    <a:pt x="4742" y="1368"/>
                  </a:lnTo>
                  <a:lnTo>
                    <a:pt x="2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27"/>
            <p:cNvSpPr/>
            <p:nvPr/>
          </p:nvSpPr>
          <p:spPr>
            <a:xfrm>
              <a:off x="3477550" y="817075"/>
              <a:ext cx="123875" cy="132225"/>
            </a:xfrm>
            <a:custGeom>
              <a:rect b="b" l="l" r="r" t="t"/>
              <a:pathLst>
                <a:path extrusionOk="0" h="5289" w="4955">
                  <a:moveTo>
                    <a:pt x="3283" y="0"/>
                  </a:moveTo>
                  <a:lnTo>
                    <a:pt x="0" y="3921"/>
                  </a:lnTo>
                  <a:lnTo>
                    <a:pt x="1581" y="5289"/>
                  </a:lnTo>
                  <a:lnTo>
                    <a:pt x="4955" y="1216"/>
                  </a:lnTo>
                  <a:lnTo>
                    <a:pt x="32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27"/>
            <p:cNvSpPr/>
            <p:nvPr/>
          </p:nvSpPr>
          <p:spPr>
            <a:xfrm>
              <a:off x="3563425" y="929525"/>
              <a:ext cx="127675" cy="101850"/>
            </a:xfrm>
            <a:custGeom>
              <a:rect b="b" l="l" r="r" t="t"/>
              <a:pathLst>
                <a:path extrusionOk="0" h="4074" w="5107">
                  <a:moveTo>
                    <a:pt x="3708" y="1"/>
                  </a:moveTo>
                  <a:lnTo>
                    <a:pt x="0" y="2189"/>
                  </a:lnTo>
                  <a:lnTo>
                    <a:pt x="1246" y="4074"/>
                  </a:lnTo>
                  <a:lnTo>
                    <a:pt x="5107" y="1308"/>
                  </a:lnTo>
                  <a:lnTo>
                    <a:pt x="37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27"/>
            <p:cNvSpPr/>
            <p:nvPr/>
          </p:nvSpPr>
          <p:spPr>
            <a:xfrm>
              <a:off x="2908400" y="837225"/>
              <a:ext cx="263700" cy="286250"/>
            </a:xfrm>
            <a:custGeom>
              <a:rect b="b" l="l" r="r" t="t"/>
              <a:pathLst>
                <a:path extrusionOk="0" h="11450" w="10548">
                  <a:moveTo>
                    <a:pt x="7074" y="1"/>
                  </a:moveTo>
                  <a:cubicBezTo>
                    <a:pt x="6525" y="1"/>
                    <a:pt x="5982" y="23"/>
                    <a:pt x="5471" y="45"/>
                  </a:cubicBezTo>
                  <a:cubicBezTo>
                    <a:pt x="4137" y="130"/>
                    <a:pt x="2697" y="507"/>
                    <a:pt x="1399" y="507"/>
                  </a:cubicBezTo>
                  <a:cubicBezTo>
                    <a:pt x="1307" y="507"/>
                    <a:pt x="1215" y="505"/>
                    <a:pt x="1125" y="501"/>
                  </a:cubicBezTo>
                  <a:lnTo>
                    <a:pt x="1125" y="501"/>
                  </a:lnTo>
                  <a:cubicBezTo>
                    <a:pt x="0" y="3510"/>
                    <a:pt x="1064" y="8495"/>
                    <a:pt x="3739" y="10501"/>
                  </a:cubicBezTo>
                  <a:cubicBezTo>
                    <a:pt x="4511" y="11091"/>
                    <a:pt x="5515" y="11449"/>
                    <a:pt x="6495" y="11449"/>
                  </a:cubicBezTo>
                  <a:cubicBezTo>
                    <a:pt x="6980" y="11449"/>
                    <a:pt x="7460" y="11361"/>
                    <a:pt x="7903" y="11170"/>
                  </a:cubicBezTo>
                  <a:cubicBezTo>
                    <a:pt x="9605" y="10471"/>
                    <a:pt x="10031" y="8769"/>
                    <a:pt x="10183" y="7067"/>
                  </a:cubicBezTo>
                  <a:cubicBezTo>
                    <a:pt x="10395" y="4817"/>
                    <a:pt x="10547" y="2416"/>
                    <a:pt x="9848" y="319"/>
                  </a:cubicBezTo>
                  <a:cubicBezTo>
                    <a:pt x="8999" y="68"/>
                    <a:pt x="8028" y="1"/>
                    <a:pt x="7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05" name="Google Shape;3105;p27"/>
          <p:cNvSpPr/>
          <p:nvPr/>
        </p:nvSpPr>
        <p:spPr>
          <a:xfrm flipH="1" rot="10800000">
            <a:off x="-80200" y="4940043"/>
            <a:ext cx="1664388" cy="84802"/>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6"/>
                  <a:pt x="4134" y="1217"/>
                  <a:pt x="4621" y="1217"/>
                </a:cubicBezTo>
                <a:cubicBezTo>
                  <a:pt x="5198" y="1217"/>
                  <a:pt x="5715" y="1156"/>
                  <a:pt x="6262" y="1399"/>
                </a:cubicBezTo>
                <a:cubicBezTo>
                  <a:pt x="6870" y="1673"/>
                  <a:pt x="7478" y="2007"/>
                  <a:pt x="8055" y="2372"/>
                </a:cubicBezTo>
                <a:cubicBezTo>
                  <a:pt x="8572" y="2706"/>
                  <a:pt x="8937" y="3162"/>
                  <a:pt x="9545" y="3345"/>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4"/>
                </a:cubicBezTo>
                <a:cubicBezTo>
                  <a:pt x="16110" y="579"/>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8"/>
                  <a:pt x="24378" y="4287"/>
                  <a:pt x="25138" y="4287"/>
                </a:cubicBezTo>
                <a:cubicBezTo>
                  <a:pt x="25502" y="4287"/>
                  <a:pt x="26050" y="4378"/>
                  <a:pt x="26414" y="4256"/>
                </a:cubicBezTo>
                <a:cubicBezTo>
                  <a:pt x="26870" y="4135"/>
                  <a:pt x="27296" y="3740"/>
                  <a:pt x="27721" y="3527"/>
                </a:cubicBezTo>
                <a:cubicBezTo>
                  <a:pt x="28451" y="3162"/>
                  <a:pt x="29150" y="2372"/>
                  <a:pt x="29636" y="1734"/>
                </a:cubicBezTo>
                <a:cubicBezTo>
                  <a:pt x="29910" y="1430"/>
                  <a:pt x="30123" y="1065"/>
                  <a:pt x="30335" y="730"/>
                </a:cubicBezTo>
                <a:cubicBezTo>
                  <a:pt x="30427" y="548"/>
                  <a:pt x="30548" y="305"/>
                  <a:pt x="30761" y="275"/>
                </a:cubicBezTo>
                <a:cubicBezTo>
                  <a:pt x="30822" y="457"/>
                  <a:pt x="30822" y="609"/>
                  <a:pt x="30822" y="822"/>
                </a:cubicBezTo>
              </a:path>
            </a:pathLst>
          </a:custGeom>
          <a:noFill/>
          <a:ln cap="flat" cmpd="sng" w="66875">
            <a:solidFill>
              <a:schemeClr val="accent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27"/>
          <p:cNvSpPr/>
          <p:nvPr/>
        </p:nvSpPr>
        <p:spPr>
          <a:xfrm flipH="1" rot="10800000">
            <a:off x="-80200" y="4803445"/>
            <a:ext cx="1664388" cy="84802"/>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5"/>
                  <a:pt x="4134" y="1217"/>
                  <a:pt x="4621" y="1217"/>
                </a:cubicBezTo>
                <a:cubicBezTo>
                  <a:pt x="5198" y="1217"/>
                  <a:pt x="5715" y="1156"/>
                  <a:pt x="6262" y="1399"/>
                </a:cubicBezTo>
                <a:cubicBezTo>
                  <a:pt x="6870" y="1673"/>
                  <a:pt x="7478" y="2007"/>
                  <a:pt x="8055" y="2372"/>
                </a:cubicBezTo>
                <a:cubicBezTo>
                  <a:pt x="8572" y="2706"/>
                  <a:pt x="8937" y="3162"/>
                  <a:pt x="9545" y="3344"/>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3"/>
                </a:cubicBezTo>
                <a:cubicBezTo>
                  <a:pt x="16110" y="578"/>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7"/>
                  <a:pt x="24378" y="4287"/>
                  <a:pt x="25138" y="4287"/>
                </a:cubicBezTo>
                <a:cubicBezTo>
                  <a:pt x="25502" y="4287"/>
                  <a:pt x="26050" y="4378"/>
                  <a:pt x="26414" y="4256"/>
                </a:cubicBezTo>
                <a:cubicBezTo>
                  <a:pt x="26870" y="4135"/>
                  <a:pt x="27296" y="3739"/>
                  <a:pt x="27721" y="3527"/>
                </a:cubicBezTo>
                <a:cubicBezTo>
                  <a:pt x="28451" y="3162"/>
                  <a:pt x="29150" y="2372"/>
                  <a:pt x="29636" y="1733"/>
                </a:cubicBezTo>
                <a:cubicBezTo>
                  <a:pt x="29910" y="1399"/>
                  <a:pt x="30123" y="1065"/>
                  <a:pt x="30335" y="730"/>
                </a:cubicBezTo>
                <a:cubicBezTo>
                  <a:pt x="30427" y="548"/>
                  <a:pt x="30548" y="305"/>
                  <a:pt x="30761" y="274"/>
                </a:cubicBezTo>
                <a:cubicBezTo>
                  <a:pt x="30822" y="457"/>
                  <a:pt x="30822" y="609"/>
                  <a:pt x="30822" y="821"/>
                </a:cubicBezTo>
              </a:path>
            </a:pathLst>
          </a:custGeom>
          <a:noFill/>
          <a:ln cap="flat" cmpd="sng" w="76000">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27"/>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latin typeface="Lora SemiBold"/>
                <a:ea typeface="Lora SemiBold"/>
                <a:cs typeface="Lora SemiBold"/>
                <a:sym typeface="Lora SemiBold"/>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spTree>
      <p:nvGrpSpPr>
        <p:cNvPr id="3108" name="Shape 3108"/>
        <p:cNvGrpSpPr/>
        <p:nvPr/>
      </p:nvGrpSpPr>
      <p:grpSpPr>
        <a:xfrm>
          <a:off x="0" y="0"/>
          <a:ext cx="0" cy="0"/>
          <a:chOff x="0" y="0"/>
          <a:chExt cx="0" cy="0"/>
        </a:xfrm>
      </p:grpSpPr>
      <p:pic>
        <p:nvPicPr>
          <p:cNvPr id="3109" name="Google Shape;3109;p28"/>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3110" name="Google Shape;3110;p28"/>
          <p:cNvGrpSpPr/>
          <p:nvPr/>
        </p:nvGrpSpPr>
        <p:grpSpPr>
          <a:xfrm flipH="1" rot="2838639">
            <a:off x="-434404" y="4445936"/>
            <a:ext cx="1489406" cy="1280968"/>
            <a:chOff x="548175" y="3691725"/>
            <a:chExt cx="990925" cy="1044125"/>
          </a:xfrm>
        </p:grpSpPr>
        <p:sp>
          <p:nvSpPr>
            <p:cNvPr id="3111" name="Google Shape;3111;p28"/>
            <p:cNvSpPr/>
            <p:nvPr/>
          </p:nvSpPr>
          <p:spPr>
            <a:xfrm>
              <a:off x="803500" y="3747200"/>
              <a:ext cx="52450" cy="99575"/>
            </a:xfrm>
            <a:custGeom>
              <a:rect b="b" l="l" r="r" t="t"/>
              <a:pathLst>
                <a:path extrusionOk="0" fill="none" h="3983" w="2098">
                  <a:moveTo>
                    <a:pt x="2097" y="0"/>
                  </a:moveTo>
                  <a:cubicBezTo>
                    <a:pt x="1733" y="760"/>
                    <a:pt x="1307" y="1490"/>
                    <a:pt x="881" y="2250"/>
                  </a:cubicBezTo>
                  <a:cubicBezTo>
                    <a:pt x="578" y="2827"/>
                    <a:pt x="213" y="3374"/>
                    <a:pt x="0" y="398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28"/>
            <p:cNvSpPr/>
            <p:nvPr/>
          </p:nvSpPr>
          <p:spPr>
            <a:xfrm>
              <a:off x="773850" y="3864975"/>
              <a:ext cx="58550" cy="99575"/>
            </a:xfrm>
            <a:custGeom>
              <a:rect b="b" l="l" r="r" t="t"/>
              <a:pathLst>
                <a:path extrusionOk="0" fill="none" h="3983" w="2342">
                  <a:moveTo>
                    <a:pt x="2341" y="1"/>
                  </a:moveTo>
                  <a:cubicBezTo>
                    <a:pt x="2067" y="700"/>
                    <a:pt x="1490" y="1308"/>
                    <a:pt x="1186" y="2007"/>
                  </a:cubicBezTo>
                  <a:cubicBezTo>
                    <a:pt x="852" y="2706"/>
                    <a:pt x="517" y="3436"/>
                    <a:pt x="1" y="398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28"/>
            <p:cNvSpPr/>
            <p:nvPr/>
          </p:nvSpPr>
          <p:spPr>
            <a:xfrm>
              <a:off x="712300" y="3923500"/>
              <a:ext cx="38025" cy="64600"/>
            </a:xfrm>
            <a:custGeom>
              <a:rect b="b" l="l" r="r" t="t"/>
              <a:pathLst>
                <a:path extrusionOk="0" fill="none" h="2584" w="1521">
                  <a:moveTo>
                    <a:pt x="1520" y="0"/>
                  </a:moveTo>
                  <a:cubicBezTo>
                    <a:pt x="1216" y="487"/>
                    <a:pt x="1034" y="1034"/>
                    <a:pt x="700" y="1520"/>
                  </a:cubicBezTo>
                  <a:cubicBezTo>
                    <a:pt x="456" y="1885"/>
                    <a:pt x="244" y="2219"/>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28"/>
            <p:cNvSpPr/>
            <p:nvPr/>
          </p:nvSpPr>
          <p:spPr>
            <a:xfrm>
              <a:off x="718375" y="3829275"/>
              <a:ext cx="41075" cy="64600"/>
            </a:xfrm>
            <a:custGeom>
              <a:rect b="b" l="l" r="r" t="t"/>
              <a:pathLst>
                <a:path extrusionOk="0" fill="none" h="2584" w="1643">
                  <a:moveTo>
                    <a:pt x="1642" y="0"/>
                  </a:moveTo>
                  <a:cubicBezTo>
                    <a:pt x="1034" y="851"/>
                    <a:pt x="487" y="1702"/>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28"/>
            <p:cNvSpPr/>
            <p:nvPr/>
          </p:nvSpPr>
          <p:spPr>
            <a:xfrm>
              <a:off x="621125" y="3993400"/>
              <a:ext cx="26600" cy="53225"/>
            </a:xfrm>
            <a:custGeom>
              <a:rect b="b" l="l" r="r" t="t"/>
              <a:pathLst>
                <a:path extrusionOk="0" fill="none" h="2129" w="1064">
                  <a:moveTo>
                    <a:pt x="1064" y="1"/>
                  </a:moveTo>
                  <a:cubicBezTo>
                    <a:pt x="1003" y="335"/>
                    <a:pt x="699" y="761"/>
                    <a:pt x="517" y="1065"/>
                  </a:cubicBezTo>
                  <a:cubicBezTo>
                    <a:pt x="365" y="1429"/>
                    <a:pt x="182" y="1764"/>
                    <a:pt x="0" y="212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28"/>
            <p:cNvSpPr/>
            <p:nvPr/>
          </p:nvSpPr>
          <p:spPr>
            <a:xfrm>
              <a:off x="662150" y="4043550"/>
              <a:ext cx="32700" cy="58550"/>
            </a:xfrm>
            <a:custGeom>
              <a:rect b="b" l="l" r="r" t="t"/>
              <a:pathLst>
                <a:path extrusionOk="0" fill="none" h="2342" w="1308">
                  <a:moveTo>
                    <a:pt x="1307" y="1"/>
                  </a:moveTo>
                  <a:cubicBezTo>
                    <a:pt x="1034" y="487"/>
                    <a:pt x="578" y="882"/>
                    <a:pt x="396" y="1399"/>
                  </a:cubicBezTo>
                  <a:cubicBezTo>
                    <a:pt x="274" y="1703"/>
                    <a:pt x="244" y="209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28"/>
            <p:cNvSpPr/>
            <p:nvPr/>
          </p:nvSpPr>
          <p:spPr>
            <a:xfrm>
              <a:off x="726750" y="4043550"/>
              <a:ext cx="44075" cy="67650"/>
            </a:xfrm>
            <a:custGeom>
              <a:rect b="b" l="l" r="r" t="t"/>
              <a:pathLst>
                <a:path extrusionOk="0" fill="none" h="2706" w="1763">
                  <a:moveTo>
                    <a:pt x="1763" y="1"/>
                  </a:moveTo>
                  <a:cubicBezTo>
                    <a:pt x="973" y="761"/>
                    <a:pt x="426" y="1703"/>
                    <a:pt x="0"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28"/>
            <p:cNvSpPr/>
            <p:nvPr/>
          </p:nvSpPr>
          <p:spPr>
            <a:xfrm>
              <a:off x="827050" y="3955400"/>
              <a:ext cx="43325" cy="67675"/>
            </a:xfrm>
            <a:custGeom>
              <a:rect b="b" l="l" r="r" t="t"/>
              <a:pathLst>
                <a:path extrusionOk="0" fill="none" h="2707" w="1733">
                  <a:moveTo>
                    <a:pt x="1733" y="1"/>
                  </a:moveTo>
                  <a:cubicBezTo>
                    <a:pt x="1307" y="487"/>
                    <a:pt x="851" y="1065"/>
                    <a:pt x="578" y="1673"/>
                  </a:cubicBezTo>
                  <a:cubicBezTo>
                    <a:pt x="487" y="1855"/>
                    <a:pt x="426" y="2068"/>
                    <a:pt x="304" y="2250"/>
                  </a:cubicBezTo>
                  <a:cubicBezTo>
                    <a:pt x="213" y="2402"/>
                    <a:pt x="0" y="2524"/>
                    <a:pt x="0"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28"/>
            <p:cNvSpPr/>
            <p:nvPr/>
          </p:nvSpPr>
          <p:spPr>
            <a:xfrm>
              <a:off x="908350" y="3835350"/>
              <a:ext cx="44100" cy="76000"/>
            </a:xfrm>
            <a:custGeom>
              <a:rect b="b" l="l" r="r" t="t"/>
              <a:pathLst>
                <a:path extrusionOk="0" fill="none" h="3040" w="1764">
                  <a:moveTo>
                    <a:pt x="1764" y="0"/>
                  </a:moveTo>
                  <a:cubicBezTo>
                    <a:pt x="1399" y="699"/>
                    <a:pt x="1034" y="1429"/>
                    <a:pt x="700" y="2158"/>
                  </a:cubicBezTo>
                  <a:cubicBezTo>
                    <a:pt x="578" y="2462"/>
                    <a:pt x="457" y="3040"/>
                    <a:pt x="1" y="294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28"/>
            <p:cNvSpPr/>
            <p:nvPr/>
          </p:nvSpPr>
          <p:spPr>
            <a:xfrm>
              <a:off x="901525" y="3764675"/>
              <a:ext cx="50925" cy="76775"/>
            </a:xfrm>
            <a:custGeom>
              <a:rect b="b" l="l" r="r" t="t"/>
              <a:pathLst>
                <a:path extrusionOk="0" fill="none" h="3071" w="2037">
                  <a:moveTo>
                    <a:pt x="2037" y="1"/>
                  </a:moveTo>
                  <a:cubicBezTo>
                    <a:pt x="1489" y="457"/>
                    <a:pt x="1155" y="1095"/>
                    <a:pt x="821" y="1703"/>
                  </a:cubicBezTo>
                  <a:cubicBezTo>
                    <a:pt x="608" y="2067"/>
                    <a:pt x="0" y="2645"/>
                    <a:pt x="61" y="307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28"/>
            <p:cNvSpPr/>
            <p:nvPr/>
          </p:nvSpPr>
          <p:spPr>
            <a:xfrm>
              <a:off x="1008650" y="3762400"/>
              <a:ext cx="28900" cy="52450"/>
            </a:xfrm>
            <a:custGeom>
              <a:rect b="b" l="l" r="r" t="t"/>
              <a:pathLst>
                <a:path extrusionOk="0" fill="none" h="2098" w="1156">
                  <a:moveTo>
                    <a:pt x="1156" y="0"/>
                  </a:moveTo>
                  <a:cubicBezTo>
                    <a:pt x="882" y="456"/>
                    <a:pt x="487" y="882"/>
                    <a:pt x="305" y="1399"/>
                  </a:cubicBezTo>
                  <a:cubicBezTo>
                    <a:pt x="214" y="1611"/>
                    <a:pt x="183" y="1915"/>
                    <a:pt x="1" y="20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28"/>
            <p:cNvSpPr/>
            <p:nvPr/>
          </p:nvSpPr>
          <p:spPr>
            <a:xfrm>
              <a:off x="1084650" y="3732750"/>
              <a:ext cx="44100" cy="61600"/>
            </a:xfrm>
            <a:custGeom>
              <a:rect b="b" l="l" r="r" t="t"/>
              <a:pathLst>
                <a:path extrusionOk="0" fill="none" h="2464" w="1764">
                  <a:moveTo>
                    <a:pt x="1763" y="1"/>
                  </a:moveTo>
                  <a:cubicBezTo>
                    <a:pt x="1551" y="487"/>
                    <a:pt x="1277" y="913"/>
                    <a:pt x="943" y="1308"/>
                  </a:cubicBezTo>
                  <a:cubicBezTo>
                    <a:pt x="608" y="1703"/>
                    <a:pt x="396" y="2098"/>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28"/>
            <p:cNvSpPr/>
            <p:nvPr/>
          </p:nvSpPr>
          <p:spPr>
            <a:xfrm>
              <a:off x="1155325" y="3762400"/>
              <a:ext cx="38000" cy="49425"/>
            </a:xfrm>
            <a:custGeom>
              <a:rect b="b" l="l" r="r" t="t"/>
              <a:pathLst>
                <a:path extrusionOk="0" fill="none" h="1977" w="1520">
                  <a:moveTo>
                    <a:pt x="1520" y="0"/>
                  </a:moveTo>
                  <a:cubicBezTo>
                    <a:pt x="1216" y="365"/>
                    <a:pt x="942" y="791"/>
                    <a:pt x="639" y="1155"/>
                  </a:cubicBezTo>
                  <a:cubicBezTo>
                    <a:pt x="426" y="1429"/>
                    <a:pt x="183" y="1672"/>
                    <a:pt x="0"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28"/>
            <p:cNvSpPr/>
            <p:nvPr/>
          </p:nvSpPr>
          <p:spPr>
            <a:xfrm>
              <a:off x="969900" y="39934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28"/>
            <p:cNvSpPr/>
            <p:nvPr/>
          </p:nvSpPr>
          <p:spPr>
            <a:xfrm>
              <a:off x="929625" y="3917425"/>
              <a:ext cx="43350" cy="64600"/>
            </a:xfrm>
            <a:custGeom>
              <a:rect b="b" l="l" r="r" t="t"/>
              <a:pathLst>
                <a:path extrusionOk="0" fill="none" h="2584" w="1734">
                  <a:moveTo>
                    <a:pt x="1733" y="0"/>
                  </a:moveTo>
                  <a:cubicBezTo>
                    <a:pt x="1217" y="882"/>
                    <a:pt x="730" y="1854"/>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28"/>
            <p:cNvSpPr/>
            <p:nvPr/>
          </p:nvSpPr>
          <p:spPr>
            <a:xfrm>
              <a:off x="847550" y="4061025"/>
              <a:ext cx="40300" cy="56275"/>
            </a:xfrm>
            <a:custGeom>
              <a:rect b="b" l="l" r="r" t="t"/>
              <a:pathLst>
                <a:path extrusionOk="0" fill="none" h="2251" w="1612">
                  <a:moveTo>
                    <a:pt x="1612" y="1"/>
                  </a:moveTo>
                  <a:cubicBezTo>
                    <a:pt x="974" y="700"/>
                    <a:pt x="487" y="1429"/>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28"/>
            <p:cNvSpPr/>
            <p:nvPr/>
          </p:nvSpPr>
          <p:spPr>
            <a:xfrm>
              <a:off x="750300" y="4169700"/>
              <a:ext cx="50175" cy="64625"/>
            </a:xfrm>
            <a:custGeom>
              <a:rect b="b" l="l" r="r" t="t"/>
              <a:pathLst>
                <a:path extrusionOk="0" fill="none" h="2585" w="2007">
                  <a:moveTo>
                    <a:pt x="2006" y="0"/>
                  </a:moveTo>
                  <a:cubicBezTo>
                    <a:pt x="1307" y="852"/>
                    <a:pt x="791" y="1824"/>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28"/>
            <p:cNvSpPr/>
            <p:nvPr/>
          </p:nvSpPr>
          <p:spPr>
            <a:xfrm>
              <a:off x="747250" y="4114225"/>
              <a:ext cx="32700" cy="46375"/>
            </a:xfrm>
            <a:custGeom>
              <a:rect b="b" l="l" r="r" t="t"/>
              <a:pathLst>
                <a:path extrusionOk="0" fill="none" h="1855" w="1308">
                  <a:moveTo>
                    <a:pt x="1308" y="1"/>
                  </a:moveTo>
                  <a:cubicBezTo>
                    <a:pt x="913" y="639"/>
                    <a:pt x="517" y="1308"/>
                    <a:pt x="1"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28"/>
            <p:cNvSpPr/>
            <p:nvPr/>
          </p:nvSpPr>
          <p:spPr>
            <a:xfrm>
              <a:off x="641625" y="4222900"/>
              <a:ext cx="35750" cy="52450"/>
            </a:xfrm>
            <a:custGeom>
              <a:rect b="b" l="l" r="r" t="t"/>
              <a:pathLst>
                <a:path extrusionOk="0" fill="none" h="2098" w="1430">
                  <a:moveTo>
                    <a:pt x="1429" y="0"/>
                  </a:moveTo>
                  <a:cubicBezTo>
                    <a:pt x="1399" y="182"/>
                    <a:pt x="1004" y="699"/>
                    <a:pt x="913" y="821"/>
                  </a:cubicBezTo>
                  <a:cubicBezTo>
                    <a:pt x="791" y="973"/>
                    <a:pt x="639" y="1125"/>
                    <a:pt x="517" y="1277"/>
                  </a:cubicBezTo>
                  <a:cubicBezTo>
                    <a:pt x="335" y="1520"/>
                    <a:pt x="62" y="1763"/>
                    <a:pt x="1" y="209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28"/>
            <p:cNvSpPr/>
            <p:nvPr/>
          </p:nvSpPr>
          <p:spPr>
            <a:xfrm>
              <a:off x="615800" y="4169700"/>
              <a:ext cx="46375" cy="55500"/>
            </a:xfrm>
            <a:custGeom>
              <a:rect b="b" l="l" r="r" t="t"/>
              <a:pathLst>
                <a:path extrusionOk="0" fill="none" h="2220" w="1855">
                  <a:moveTo>
                    <a:pt x="1854" y="0"/>
                  </a:moveTo>
                  <a:cubicBezTo>
                    <a:pt x="973" y="517"/>
                    <a:pt x="699" y="1551"/>
                    <a:pt x="0"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28"/>
            <p:cNvSpPr/>
            <p:nvPr/>
          </p:nvSpPr>
          <p:spPr>
            <a:xfrm>
              <a:off x="589200" y="4114225"/>
              <a:ext cx="31950" cy="46375"/>
            </a:xfrm>
            <a:custGeom>
              <a:rect b="b" l="l" r="r" t="t"/>
              <a:pathLst>
                <a:path extrusionOk="0" fill="none" h="1855" w="1278">
                  <a:moveTo>
                    <a:pt x="1277" y="1"/>
                  </a:moveTo>
                  <a:cubicBezTo>
                    <a:pt x="973" y="456"/>
                    <a:pt x="669" y="943"/>
                    <a:pt x="335" y="1399"/>
                  </a:cubicBezTo>
                  <a:cubicBezTo>
                    <a:pt x="244" y="1551"/>
                    <a:pt x="122" y="1733"/>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28"/>
            <p:cNvSpPr/>
            <p:nvPr/>
          </p:nvSpPr>
          <p:spPr>
            <a:xfrm>
              <a:off x="630225" y="3855875"/>
              <a:ext cx="31950" cy="50175"/>
            </a:xfrm>
            <a:custGeom>
              <a:rect b="b" l="l" r="r" t="t"/>
              <a:pathLst>
                <a:path extrusionOk="0" fill="none" h="2007" w="1278">
                  <a:moveTo>
                    <a:pt x="1277" y="0"/>
                  </a:moveTo>
                  <a:cubicBezTo>
                    <a:pt x="913" y="365"/>
                    <a:pt x="487" y="760"/>
                    <a:pt x="305" y="1246"/>
                  </a:cubicBezTo>
                  <a:cubicBezTo>
                    <a:pt x="214" y="1459"/>
                    <a:pt x="31" y="1763"/>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28"/>
            <p:cNvSpPr/>
            <p:nvPr/>
          </p:nvSpPr>
          <p:spPr>
            <a:xfrm>
              <a:off x="756375" y="3756325"/>
              <a:ext cx="28900" cy="28900"/>
            </a:xfrm>
            <a:custGeom>
              <a:rect b="b" l="l" r="r" t="t"/>
              <a:pathLst>
                <a:path extrusionOk="0" fill="none" h="1156" w="1156">
                  <a:moveTo>
                    <a:pt x="1156" y="0"/>
                  </a:moveTo>
                  <a:cubicBezTo>
                    <a:pt x="608" y="243"/>
                    <a:pt x="244" y="639"/>
                    <a:pt x="0" y="11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28"/>
            <p:cNvSpPr/>
            <p:nvPr/>
          </p:nvSpPr>
          <p:spPr>
            <a:xfrm>
              <a:off x="565650" y="3982000"/>
              <a:ext cx="26600" cy="41075"/>
            </a:xfrm>
            <a:custGeom>
              <a:rect b="b" l="l" r="r" t="t"/>
              <a:pathLst>
                <a:path extrusionOk="0" fill="none" h="1643" w="1064">
                  <a:moveTo>
                    <a:pt x="1064" y="1"/>
                  </a:moveTo>
                  <a:cubicBezTo>
                    <a:pt x="760" y="305"/>
                    <a:pt x="426" y="669"/>
                    <a:pt x="243" y="1065"/>
                  </a:cubicBezTo>
                  <a:cubicBezTo>
                    <a:pt x="152" y="1247"/>
                    <a:pt x="91" y="1460"/>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28"/>
            <p:cNvSpPr/>
            <p:nvPr/>
          </p:nvSpPr>
          <p:spPr>
            <a:xfrm>
              <a:off x="548175" y="4222900"/>
              <a:ext cx="26600" cy="43325"/>
            </a:xfrm>
            <a:custGeom>
              <a:rect b="b" l="l" r="r" t="t"/>
              <a:pathLst>
                <a:path extrusionOk="0" fill="none" h="1733" w="1064">
                  <a:moveTo>
                    <a:pt x="1064" y="0"/>
                  </a:moveTo>
                  <a:cubicBezTo>
                    <a:pt x="821" y="365"/>
                    <a:pt x="517" y="760"/>
                    <a:pt x="334" y="1155"/>
                  </a:cubicBezTo>
                  <a:cubicBezTo>
                    <a:pt x="274" y="1338"/>
                    <a:pt x="182" y="1702"/>
                    <a:pt x="0" y="173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28"/>
            <p:cNvSpPr/>
            <p:nvPr/>
          </p:nvSpPr>
          <p:spPr>
            <a:xfrm>
              <a:off x="583125" y="4278350"/>
              <a:ext cx="26625" cy="41075"/>
            </a:xfrm>
            <a:custGeom>
              <a:rect b="b" l="l" r="r" t="t"/>
              <a:pathLst>
                <a:path extrusionOk="0" fill="none" h="1643" w="1065">
                  <a:moveTo>
                    <a:pt x="1064" y="1"/>
                  </a:moveTo>
                  <a:cubicBezTo>
                    <a:pt x="730" y="335"/>
                    <a:pt x="487" y="700"/>
                    <a:pt x="304" y="1126"/>
                  </a:cubicBezTo>
                  <a:cubicBezTo>
                    <a:pt x="213" y="1278"/>
                    <a:pt x="152" y="1582"/>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28"/>
            <p:cNvSpPr/>
            <p:nvPr/>
          </p:nvSpPr>
          <p:spPr>
            <a:xfrm>
              <a:off x="621125" y="4322425"/>
              <a:ext cx="58525" cy="85150"/>
            </a:xfrm>
            <a:custGeom>
              <a:rect b="b" l="l" r="r" t="t"/>
              <a:pathLst>
                <a:path extrusionOk="0" fill="none" h="3406" w="2341">
                  <a:moveTo>
                    <a:pt x="2341" y="1"/>
                  </a:moveTo>
                  <a:cubicBezTo>
                    <a:pt x="1824" y="578"/>
                    <a:pt x="1368" y="1247"/>
                    <a:pt x="973" y="1946"/>
                  </a:cubicBezTo>
                  <a:cubicBezTo>
                    <a:pt x="821" y="2220"/>
                    <a:pt x="669" y="2433"/>
                    <a:pt x="517" y="2706"/>
                  </a:cubicBezTo>
                  <a:cubicBezTo>
                    <a:pt x="334" y="2919"/>
                    <a:pt x="243" y="3223"/>
                    <a:pt x="0" y="340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28"/>
            <p:cNvSpPr/>
            <p:nvPr/>
          </p:nvSpPr>
          <p:spPr>
            <a:xfrm>
              <a:off x="618075" y="4459975"/>
              <a:ext cx="26625" cy="44100"/>
            </a:xfrm>
            <a:custGeom>
              <a:rect b="b" l="l" r="r" t="t"/>
              <a:pathLst>
                <a:path extrusionOk="0" fill="none" h="1764" w="1065">
                  <a:moveTo>
                    <a:pt x="1064" y="1"/>
                  </a:moveTo>
                  <a:cubicBezTo>
                    <a:pt x="760" y="426"/>
                    <a:pt x="578" y="760"/>
                    <a:pt x="365" y="1216"/>
                  </a:cubicBezTo>
                  <a:cubicBezTo>
                    <a:pt x="304" y="1368"/>
                    <a:pt x="152" y="1642"/>
                    <a:pt x="0"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28"/>
            <p:cNvSpPr/>
            <p:nvPr/>
          </p:nvSpPr>
          <p:spPr>
            <a:xfrm>
              <a:off x="741925" y="4275325"/>
              <a:ext cx="41075" cy="55500"/>
            </a:xfrm>
            <a:custGeom>
              <a:rect b="b" l="l" r="r" t="t"/>
              <a:pathLst>
                <a:path extrusionOk="0" fill="none" h="2220" w="1643">
                  <a:moveTo>
                    <a:pt x="1642" y="0"/>
                  </a:moveTo>
                  <a:cubicBezTo>
                    <a:pt x="1095" y="335"/>
                    <a:pt x="882" y="851"/>
                    <a:pt x="578" y="1368"/>
                  </a:cubicBezTo>
                  <a:cubicBezTo>
                    <a:pt x="426" y="1672"/>
                    <a:pt x="244" y="2037"/>
                    <a:pt x="1"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28"/>
            <p:cNvSpPr/>
            <p:nvPr/>
          </p:nvSpPr>
          <p:spPr>
            <a:xfrm>
              <a:off x="849850" y="4178825"/>
              <a:ext cx="26600" cy="41050"/>
            </a:xfrm>
            <a:custGeom>
              <a:rect b="b" l="l" r="r" t="t"/>
              <a:pathLst>
                <a:path extrusionOk="0" fill="none" h="1642" w="1064">
                  <a:moveTo>
                    <a:pt x="1064" y="0"/>
                  </a:moveTo>
                  <a:cubicBezTo>
                    <a:pt x="790" y="335"/>
                    <a:pt x="517" y="638"/>
                    <a:pt x="304" y="1034"/>
                  </a:cubicBezTo>
                  <a:cubicBezTo>
                    <a:pt x="183" y="1216"/>
                    <a:pt x="152" y="1459"/>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28"/>
            <p:cNvSpPr/>
            <p:nvPr/>
          </p:nvSpPr>
          <p:spPr>
            <a:xfrm>
              <a:off x="944075" y="4102075"/>
              <a:ext cx="49400" cy="70675"/>
            </a:xfrm>
            <a:custGeom>
              <a:rect b="b" l="l" r="r" t="t"/>
              <a:pathLst>
                <a:path extrusionOk="0" fill="none" h="2827" w="1976">
                  <a:moveTo>
                    <a:pt x="1976" y="0"/>
                  </a:moveTo>
                  <a:cubicBezTo>
                    <a:pt x="1429" y="547"/>
                    <a:pt x="1003" y="1094"/>
                    <a:pt x="639" y="1794"/>
                  </a:cubicBezTo>
                  <a:cubicBezTo>
                    <a:pt x="456" y="2098"/>
                    <a:pt x="243" y="2553"/>
                    <a:pt x="0" y="282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28"/>
            <p:cNvSpPr/>
            <p:nvPr/>
          </p:nvSpPr>
          <p:spPr>
            <a:xfrm>
              <a:off x="1052725" y="4013925"/>
              <a:ext cx="34975" cy="50175"/>
            </a:xfrm>
            <a:custGeom>
              <a:rect b="b" l="l" r="r" t="t"/>
              <a:pathLst>
                <a:path extrusionOk="0" fill="none" h="2007" w="1399">
                  <a:moveTo>
                    <a:pt x="1399" y="0"/>
                  </a:moveTo>
                  <a:cubicBezTo>
                    <a:pt x="943" y="456"/>
                    <a:pt x="609" y="851"/>
                    <a:pt x="335" y="1399"/>
                  </a:cubicBezTo>
                  <a:cubicBezTo>
                    <a:pt x="274" y="1490"/>
                    <a:pt x="274" y="1672"/>
                    <a:pt x="183" y="1763"/>
                  </a:cubicBezTo>
                  <a:cubicBezTo>
                    <a:pt x="122" y="1885"/>
                    <a:pt x="62" y="1885"/>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28"/>
            <p:cNvSpPr/>
            <p:nvPr/>
          </p:nvSpPr>
          <p:spPr>
            <a:xfrm>
              <a:off x="1149250" y="3899950"/>
              <a:ext cx="34975" cy="50175"/>
            </a:xfrm>
            <a:custGeom>
              <a:rect b="b" l="l" r="r" t="t"/>
              <a:pathLst>
                <a:path extrusionOk="0" fill="none" h="2007" w="1399">
                  <a:moveTo>
                    <a:pt x="1398" y="0"/>
                  </a:moveTo>
                  <a:cubicBezTo>
                    <a:pt x="1003" y="426"/>
                    <a:pt x="730" y="821"/>
                    <a:pt x="395" y="1307"/>
                  </a:cubicBezTo>
                  <a:cubicBezTo>
                    <a:pt x="243" y="1489"/>
                    <a:pt x="0" y="1733"/>
                    <a:pt x="0"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28"/>
            <p:cNvSpPr/>
            <p:nvPr/>
          </p:nvSpPr>
          <p:spPr>
            <a:xfrm>
              <a:off x="1102125" y="3879425"/>
              <a:ext cx="26625" cy="41050"/>
            </a:xfrm>
            <a:custGeom>
              <a:rect b="b" l="l" r="r" t="t"/>
              <a:pathLst>
                <a:path extrusionOk="0" fill="none" h="1642" w="1065">
                  <a:moveTo>
                    <a:pt x="1064" y="0"/>
                  </a:moveTo>
                  <a:cubicBezTo>
                    <a:pt x="730" y="183"/>
                    <a:pt x="517" y="699"/>
                    <a:pt x="304" y="1003"/>
                  </a:cubicBezTo>
                  <a:cubicBezTo>
                    <a:pt x="183" y="1186"/>
                    <a:pt x="31" y="1429"/>
                    <a:pt x="1"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28"/>
            <p:cNvSpPr/>
            <p:nvPr/>
          </p:nvSpPr>
          <p:spPr>
            <a:xfrm>
              <a:off x="972950" y="3697800"/>
              <a:ext cx="38775" cy="44100"/>
            </a:xfrm>
            <a:custGeom>
              <a:rect b="b" l="l" r="r" t="t"/>
              <a:pathLst>
                <a:path extrusionOk="0" fill="none" h="1764" w="1551">
                  <a:moveTo>
                    <a:pt x="1550" y="1"/>
                  </a:moveTo>
                  <a:cubicBezTo>
                    <a:pt x="1186" y="426"/>
                    <a:pt x="851" y="791"/>
                    <a:pt x="487" y="1186"/>
                  </a:cubicBezTo>
                  <a:cubicBezTo>
                    <a:pt x="365" y="1308"/>
                    <a:pt x="61" y="1612"/>
                    <a:pt x="0"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28"/>
            <p:cNvSpPr/>
            <p:nvPr/>
          </p:nvSpPr>
          <p:spPr>
            <a:xfrm>
              <a:off x="908350" y="3691725"/>
              <a:ext cx="20550" cy="23575"/>
            </a:xfrm>
            <a:custGeom>
              <a:rect b="b" l="l" r="r" t="t"/>
              <a:pathLst>
                <a:path extrusionOk="0" fill="none" h="943" w="822">
                  <a:moveTo>
                    <a:pt x="821" y="1"/>
                  </a:moveTo>
                  <a:cubicBezTo>
                    <a:pt x="457" y="213"/>
                    <a:pt x="122" y="517"/>
                    <a:pt x="1" y="94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28"/>
            <p:cNvSpPr/>
            <p:nvPr/>
          </p:nvSpPr>
          <p:spPr>
            <a:xfrm>
              <a:off x="1207000" y="3779875"/>
              <a:ext cx="38775" cy="49425"/>
            </a:xfrm>
            <a:custGeom>
              <a:rect b="b" l="l" r="r" t="t"/>
              <a:pathLst>
                <a:path extrusionOk="0" fill="none" h="1977" w="1551">
                  <a:moveTo>
                    <a:pt x="1550" y="1"/>
                  </a:moveTo>
                  <a:cubicBezTo>
                    <a:pt x="1094" y="396"/>
                    <a:pt x="730" y="821"/>
                    <a:pt x="334" y="1277"/>
                  </a:cubicBezTo>
                  <a:cubicBezTo>
                    <a:pt x="182" y="1490"/>
                    <a:pt x="0" y="1703"/>
                    <a:pt x="3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28"/>
            <p:cNvSpPr/>
            <p:nvPr/>
          </p:nvSpPr>
          <p:spPr>
            <a:xfrm>
              <a:off x="1275375" y="3814825"/>
              <a:ext cx="38025" cy="38025"/>
            </a:xfrm>
            <a:custGeom>
              <a:rect b="b" l="l" r="r" t="t"/>
              <a:pathLst>
                <a:path extrusionOk="0" fill="none" h="1521" w="1521">
                  <a:moveTo>
                    <a:pt x="1521" y="1"/>
                  </a:moveTo>
                  <a:cubicBezTo>
                    <a:pt x="1125" y="61"/>
                    <a:pt x="852" y="609"/>
                    <a:pt x="639" y="882"/>
                  </a:cubicBezTo>
                  <a:cubicBezTo>
                    <a:pt x="457" y="1065"/>
                    <a:pt x="214" y="136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28"/>
            <p:cNvSpPr/>
            <p:nvPr/>
          </p:nvSpPr>
          <p:spPr>
            <a:xfrm>
              <a:off x="1322500" y="3858900"/>
              <a:ext cx="58525" cy="61575"/>
            </a:xfrm>
            <a:custGeom>
              <a:rect b="b" l="l" r="r" t="t"/>
              <a:pathLst>
                <a:path extrusionOk="0" fill="none" h="2463" w="2341">
                  <a:moveTo>
                    <a:pt x="2341" y="1"/>
                  </a:moveTo>
                  <a:cubicBezTo>
                    <a:pt x="1976" y="274"/>
                    <a:pt x="1520" y="578"/>
                    <a:pt x="1246" y="943"/>
                  </a:cubicBezTo>
                  <a:cubicBezTo>
                    <a:pt x="1095" y="1125"/>
                    <a:pt x="973" y="1338"/>
                    <a:pt x="791" y="1520"/>
                  </a:cubicBezTo>
                  <a:cubicBezTo>
                    <a:pt x="547" y="1824"/>
                    <a:pt x="243" y="2128"/>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28"/>
            <p:cNvSpPr/>
            <p:nvPr/>
          </p:nvSpPr>
          <p:spPr>
            <a:xfrm>
              <a:off x="1325525" y="3944000"/>
              <a:ext cx="66900" cy="72975"/>
            </a:xfrm>
            <a:custGeom>
              <a:rect b="b" l="l" r="r" t="t"/>
              <a:pathLst>
                <a:path extrusionOk="0" fill="none" h="2919" w="2676">
                  <a:moveTo>
                    <a:pt x="2676" y="1"/>
                  </a:moveTo>
                  <a:cubicBezTo>
                    <a:pt x="2159" y="609"/>
                    <a:pt x="1673" y="1308"/>
                    <a:pt x="1034" y="1855"/>
                  </a:cubicBezTo>
                  <a:cubicBezTo>
                    <a:pt x="670" y="2159"/>
                    <a:pt x="335" y="2585"/>
                    <a:pt x="1" y="29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28"/>
            <p:cNvSpPr/>
            <p:nvPr/>
          </p:nvSpPr>
          <p:spPr>
            <a:xfrm>
              <a:off x="1407600" y="3958450"/>
              <a:ext cx="38025" cy="44100"/>
            </a:xfrm>
            <a:custGeom>
              <a:rect b="b" l="l" r="r" t="t"/>
              <a:pathLst>
                <a:path extrusionOk="0" fill="none" h="1764" w="1521">
                  <a:moveTo>
                    <a:pt x="1520" y="0"/>
                  </a:moveTo>
                  <a:cubicBezTo>
                    <a:pt x="1004" y="578"/>
                    <a:pt x="609" y="1307"/>
                    <a:pt x="1"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28"/>
            <p:cNvSpPr/>
            <p:nvPr/>
          </p:nvSpPr>
          <p:spPr>
            <a:xfrm>
              <a:off x="1242700" y="3970600"/>
              <a:ext cx="44100" cy="55500"/>
            </a:xfrm>
            <a:custGeom>
              <a:rect b="b" l="l" r="r" t="t"/>
              <a:pathLst>
                <a:path extrusionOk="0" fill="none" h="2220" w="1764">
                  <a:moveTo>
                    <a:pt x="1764" y="1"/>
                  </a:moveTo>
                  <a:cubicBezTo>
                    <a:pt x="1308" y="274"/>
                    <a:pt x="1034" y="791"/>
                    <a:pt x="791" y="1277"/>
                  </a:cubicBezTo>
                  <a:cubicBezTo>
                    <a:pt x="578" y="1612"/>
                    <a:pt x="274" y="1885"/>
                    <a:pt x="1"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28"/>
            <p:cNvSpPr/>
            <p:nvPr/>
          </p:nvSpPr>
          <p:spPr>
            <a:xfrm>
              <a:off x="1178875" y="3944000"/>
              <a:ext cx="49425" cy="58550"/>
            </a:xfrm>
            <a:custGeom>
              <a:rect b="b" l="l" r="r" t="t"/>
              <a:pathLst>
                <a:path extrusionOk="0" fill="none" h="2342" w="1977">
                  <a:moveTo>
                    <a:pt x="1976" y="1"/>
                  </a:moveTo>
                  <a:cubicBezTo>
                    <a:pt x="1520" y="487"/>
                    <a:pt x="1034" y="974"/>
                    <a:pt x="639" y="1521"/>
                  </a:cubicBezTo>
                  <a:cubicBezTo>
                    <a:pt x="456" y="1764"/>
                    <a:pt x="92" y="206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28"/>
            <p:cNvSpPr/>
            <p:nvPr/>
          </p:nvSpPr>
          <p:spPr>
            <a:xfrm>
              <a:off x="1117325" y="4076225"/>
              <a:ext cx="41050" cy="49425"/>
            </a:xfrm>
            <a:custGeom>
              <a:rect b="b" l="l" r="r" t="t"/>
              <a:pathLst>
                <a:path extrusionOk="0" fill="none" h="1977" w="1642">
                  <a:moveTo>
                    <a:pt x="1642" y="1"/>
                  </a:moveTo>
                  <a:cubicBezTo>
                    <a:pt x="1186" y="396"/>
                    <a:pt x="943" y="882"/>
                    <a:pt x="548" y="1308"/>
                  </a:cubicBezTo>
                  <a:cubicBezTo>
                    <a:pt x="365" y="1521"/>
                    <a:pt x="183" y="1764"/>
                    <a:pt x="0"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28"/>
            <p:cNvSpPr/>
            <p:nvPr/>
          </p:nvSpPr>
          <p:spPr>
            <a:xfrm>
              <a:off x="1198625" y="4084600"/>
              <a:ext cx="41825" cy="50175"/>
            </a:xfrm>
            <a:custGeom>
              <a:rect b="b" l="l" r="r" t="t"/>
              <a:pathLst>
                <a:path extrusionOk="0" fill="none" h="2007" w="1673">
                  <a:moveTo>
                    <a:pt x="1673" y="0"/>
                  </a:moveTo>
                  <a:cubicBezTo>
                    <a:pt x="1308" y="456"/>
                    <a:pt x="1004" y="912"/>
                    <a:pt x="639" y="1338"/>
                  </a:cubicBezTo>
                  <a:cubicBezTo>
                    <a:pt x="457" y="1520"/>
                    <a:pt x="274" y="1915"/>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28"/>
            <p:cNvSpPr/>
            <p:nvPr/>
          </p:nvSpPr>
          <p:spPr>
            <a:xfrm>
              <a:off x="1295900" y="4064075"/>
              <a:ext cx="41050" cy="50175"/>
            </a:xfrm>
            <a:custGeom>
              <a:rect b="b" l="l" r="r" t="t"/>
              <a:pathLst>
                <a:path extrusionOk="0" fill="none" h="2007" w="1642">
                  <a:moveTo>
                    <a:pt x="1642" y="0"/>
                  </a:moveTo>
                  <a:cubicBezTo>
                    <a:pt x="1247" y="487"/>
                    <a:pt x="821" y="912"/>
                    <a:pt x="456" y="1429"/>
                  </a:cubicBezTo>
                  <a:cubicBezTo>
                    <a:pt x="335" y="1611"/>
                    <a:pt x="183" y="1946"/>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28"/>
            <p:cNvSpPr/>
            <p:nvPr/>
          </p:nvSpPr>
          <p:spPr>
            <a:xfrm>
              <a:off x="1360500" y="4061025"/>
              <a:ext cx="58525" cy="61575"/>
            </a:xfrm>
            <a:custGeom>
              <a:rect b="b" l="l" r="r" t="t"/>
              <a:pathLst>
                <a:path extrusionOk="0" fill="none" h="2463" w="2341">
                  <a:moveTo>
                    <a:pt x="2341" y="1"/>
                  </a:moveTo>
                  <a:cubicBezTo>
                    <a:pt x="2006" y="214"/>
                    <a:pt x="1733" y="396"/>
                    <a:pt x="1489" y="730"/>
                  </a:cubicBezTo>
                  <a:cubicBezTo>
                    <a:pt x="1337" y="913"/>
                    <a:pt x="1216" y="1125"/>
                    <a:pt x="1064" y="1308"/>
                  </a:cubicBezTo>
                  <a:cubicBezTo>
                    <a:pt x="669" y="1703"/>
                    <a:pt x="304" y="2037"/>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28"/>
            <p:cNvSpPr/>
            <p:nvPr/>
          </p:nvSpPr>
          <p:spPr>
            <a:xfrm>
              <a:off x="1442550" y="4055725"/>
              <a:ext cx="52475" cy="58525"/>
            </a:xfrm>
            <a:custGeom>
              <a:rect b="b" l="l" r="r" t="t"/>
              <a:pathLst>
                <a:path extrusionOk="0" fill="none" h="2341" w="2099">
                  <a:moveTo>
                    <a:pt x="2098" y="0"/>
                  </a:moveTo>
                  <a:cubicBezTo>
                    <a:pt x="1825" y="456"/>
                    <a:pt x="1399" y="851"/>
                    <a:pt x="1065" y="1277"/>
                  </a:cubicBezTo>
                  <a:cubicBezTo>
                    <a:pt x="761" y="1672"/>
                    <a:pt x="396" y="2037"/>
                    <a:pt x="1"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28"/>
            <p:cNvSpPr/>
            <p:nvPr/>
          </p:nvSpPr>
          <p:spPr>
            <a:xfrm>
              <a:off x="1448625" y="4149175"/>
              <a:ext cx="41075" cy="58550"/>
            </a:xfrm>
            <a:custGeom>
              <a:rect b="b" l="l" r="r" t="t"/>
              <a:pathLst>
                <a:path extrusionOk="0" fill="none" h="2342" w="1643">
                  <a:moveTo>
                    <a:pt x="1642" y="1"/>
                  </a:moveTo>
                  <a:cubicBezTo>
                    <a:pt x="1186" y="852"/>
                    <a:pt x="396" y="1490"/>
                    <a:pt x="1"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28"/>
            <p:cNvSpPr/>
            <p:nvPr/>
          </p:nvSpPr>
          <p:spPr>
            <a:xfrm>
              <a:off x="1480550" y="4193250"/>
              <a:ext cx="58550" cy="67650"/>
            </a:xfrm>
            <a:custGeom>
              <a:rect b="b" l="l" r="r" t="t"/>
              <a:pathLst>
                <a:path extrusionOk="0" fill="none" h="2706" w="2342">
                  <a:moveTo>
                    <a:pt x="2341" y="1"/>
                  </a:moveTo>
                  <a:cubicBezTo>
                    <a:pt x="1885" y="517"/>
                    <a:pt x="1490" y="1065"/>
                    <a:pt x="1064" y="1612"/>
                  </a:cubicBezTo>
                  <a:cubicBezTo>
                    <a:pt x="760" y="2007"/>
                    <a:pt x="365" y="2341"/>
                    <a:pt x="1"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28"/>
            <p:cNvSpPr/>
            <p:nvPr/>
          </p:nvSpPr>
          <p:spPr>
            <a:xfrm>
              <a:off x="1442550" y="4389300"/>
              <a:ext cx="41075" cy="44100"/>
            </a:xfrm>
            <a:custGeom>
              <a:rect b="b" l="l" r="r" t="t"/>
              <a:pathLst>
                <a:path extrusionOk="0" fill="none" h="1764" w="1643">
                  <a:moveTo>
                    <a:pt x="1642" y="1"/>
                  </a:moveTo>
                  <a:cubicBezTo>
                    <a:pt x="1369" y="335"/>
                    <a:pt x="973" y="517"/>
                    <a:pt x="700" y="852"/>
                  </a:cubicBezTo>
                  <a:cubicBezTo>
                    <a:pt x="457" y="1156"/>
                    <a:pt x="244" y="1490"/>
                    <a:pt x="1"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28"/>
            <p:cNvSpPr/>
            <p:nvPr/>
          </p:nvSpPr>
          <p:spPr>
            <a:xfrm>
              <a:off x="1392400" y="4501000"/>
              <a:ext cx="50175" cy="50175"/>
            </a:xfrm>
            <a:custGeom>
              <a:rect b="b" l="l" r="r" t="t"/>
              <a:pathLst>
                <a:path extrusionOk="0" fill="none" h="2007" w="2007">
                  <a:moveTo>
                    <a:pt x="2007" y="1"/>
                  </a:moveTo>
                  <a:cubicBezTo>
                    <a:pt x="1581" y="426"/>
                    <a:pt x="1217" y="882"/>
                    <a:pt x="821" y="1308"/>
                  </a:cubicBezTo>
                  <a:cubicBezTo>
                    <a:pt x="578" y="1551"/>
                    <a:pt x="244" y="1733"/>
                    <a:pt x="1"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28"/>
            <p:cNvSpPr/>
            <p:nvPr/>
          </p:nvSpPr>
          <p:spPr>
            <a:xfrm>
              <a:off x="1474475" y="4295850"/>
              <a:ext cx="38025" cy="47125"/>
            </a:xfrm>
            <a:custGeom>
              <a:rect b="b" l="l" r="r" t="t"/>
              <a:pathLst>
                <a:path extrusionOk="0" fill="none" h="1885" w="1521">
                  <a:moveTo>
                    <a:pt x="1520" y="0"/>
                  </a:moveTo>
                  <a:cubicBezTo>
                    <a:pt x="1216" y="365"/>
                    <a:pt x="912" y="699"/>
                    <a:pt x="639" y="1094"/>
                  </a:cubicBezTo>
                  <a:cubicBezTo>
                    <a:pt x="426" y="1368"/>
                    <a:pt x="274" y="1641"/>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28"/>
            <p:cNvSpPr/>
            <p:nvPr/>
          </p:nvSpPr>
          <p:spPr>
            <a:xfrm>
              <a:off x="1515500" y="4105100"/>
              <a:ext cx="23600" cy="29675"/>
            </a:xfrm>
            <a:custGeom>
              <a:rect b="b" l="l" r="r" t="t"/>
              <a:pathLst>
                <a:path extrusionOk="0" fill="none" h="1187" w="944">
                  <a:moveTo>
                    <a:pt x="943" y="1"/>
                  </a:moveTo>
                  <a:cubicBezTo>
                    <a:pt x="457" y="274"/>
                    <a:pt x="122" y="639"/>
                    <a:pt x="1" y="118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28"/>
            <p:cNvSpPr/>
            <p:nvPr/>
          </p:nvSpPr>
          <p:spPr>
            <a:xfrm>
              <a:off x="1351375" y="4281400"/>
              <a:ext cx="61575" cy="72975"/>
            </a:xfrm>
            <a:custGeom>
              <a:rect b="b" l="l" r="r" t="t"/>
              <a:pathLst>
                <a:path extrusionOk="0" fill="none" h="2919" w="2463">
                  <a:moveTo>
                    <a:pt x="2462" y="1"/>
                  </a:moveTo>
                  <a:cubicBezTo>
                    <a:pt x="2128" y="274"/>
                    <a:pt x="1702" y="548"/>
                    <a:pt x="1429" y="943"/>
                  </a:cubicBezTo>
                  <a:cubicBezTo>
                    <a:pt x="1247" y="1216"/>
                    <a:pt x="1064" y="1490"/>
                    <a:pt x="851" y="1764"/>
                  </a:cubicBezTo>
                  <a:cubicBezTo>
                    <a:pt x="578" y="2128"/>
                    <a:pt x="365" y="2645"/>
                    <a:pt x="0" y="29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28"/>
            <p:cNvSpPr/>
            <p:nvPr/>
          </p:nvSpPr>
          <p:spPr>
            <a:xfrm>
              <a:off x="1333900" y="4199325"/>
              <a:ext cx="44100" cy="46375"/>
            </a:xfrm>
            <a:custGeom>
              <a:rect b="b" l="l" r="r" t="t"/>
              <a:pathLst>
                <a:path extrusionOk="0" fill="none" h="1855" w="1764">
                  <a:moveTo>
                    <a:pt x="1763" y="1"/>
                  </a:moveTo>
                  <a:cubicBezTo>
                    <a:pt x="1368" y="122"/>
                    <a:pt x="1094" y="700"/>
                    <a:pt x="821" y="1004"/>
                  </a:cubicBezTo>
                  <a:cubicBezTo>
                    <a:pt x="547" y="1277"/>
                    <a:pt x="304" y="1581"/>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28"/>
            <p:cNvSpPr/>
            <p:nvPr/>
          </p:nvSpPr>
          <p:spPr>
            <a:xfrm>
              <a:off x="1008650" y="4172750"/>
              <a:ext cx="46375" cy="58525"/>
            </a:xfrm>
            <a:custGeom>
              <a:rect b="b" l="l" r="r" t="t"/>
              <a:pathLst>
                <a:path extrusionOk="0" fill="none" h="2341" w="1855">
                  <a:moveTo>
                    <a:pt x="1855" y="0"/>
                  </a:moveTo>
                  <a:cubicBezTo>
                    <a:pt x="1277" y="790"/>
                    <a:pt x="670" y="1611"/>
                    <a:pt x="1" y="234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28"/>
            <p:cNvSpPr/>
            <p:nvPr/>
          </p:nvSpPr>
          <p:spPr>
            <a:xfrm>
              <a:off x="1114275" y="4193250"/>
              <a:ext cx="38025" cy="41075"/>
            </a:xfrm>
            <a:custGeom>
              <a:rect b="b" l="l" r="r" t="t"/>
              <a:pathLst>
                <a:path extrusionOk="0" fill="none" h="1643" w="1521">
                  <a:moveTo>
                    <a:pt x="1521" y="1"/>
                  </a:moveTo>
                  <a:cubicBezTo>
                    <a:pt x="1095" y="213"/>
                    <a:pt x="670" y="548"/>
                    <a:pt x="396" y="973"/>
                  </a:cubicBezTo>
                  <a:cubicBezTo>
                    <a:pt x="244" y="1186"/>
                    <a:pt x="183" y="1460"/>
                    <a:pt x="1"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28"/>
            <p:cNvSpPr/>
            <p:nvPr/>
          </p:nvSpPr>
          <p:spPr>
            <a:xfrm>
              <a:off x="1216875" y="4187175"/>
              <a:ext cx="31925" cy="35750"/>
            </a:xfrm>
            <a:custGeom>
              <a:rect b="b" l="l" r="r" t="t"/>
              <a:pathLst>
                <a:path extrusionOk="0" fill="none" h="1430" w="1277">
                  <a:moveTo>
                    <a:pt x="1277" y="1"/>
                  </a:moveTo>
                  <a:cubicBezTo>
                    <a:pt x="912" y="335"/>
                    <a:pt x="547" y="517"/>
                    <a:pt x="335" y="943"/>
                  </a:cubicBezTo>
                  <a:cubicBezTo>
                    <a:pt x="243" y="1156"/>
                    <a:pt x="152" y="1247"/>
                    <a:pt x="0" y="142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28"/>
            <p:cNvSpPr/>
            <p:nvPr/>
          </p:nvSpPr>
          <p:spPr>
            <a:xfrm>
              <a:off x="1286775" y="4178825"/>
              <a:ext cx="44100" cy="43325"/>
            </a:xfrm>
            <a:custGeom>
              <a:rect b="b" l="l" r="r" t="t"/>
              <a:pathLst>
                <a:path extrusionOk="0" fill="none" h="1733" w="1764">
                  <a:moveTo>
                    <a:pt x="1764" y="0"/>
                  </a:moveTo>
                  <a:cubicBezTo>
                    <a:pt x="1186" y="487"/>
                    <a:pt x="457" y="1094"/>
                    <a:pt x="1" y="173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28"/>
            <p:cNvSpPr/>
            <p:nvPr/>
          </p:nvSpPr>
          <p:spPr>
            <a:xfrm>
              <a:off x="1146200" y="4310275"/>
              <a:ext cx="58525" cy="64625"/>
            </a:xfrm>
            <a:custGeom>
              <a:rect b="b" l="l" r="r" t="t"/>
              <a:pathLst>
                <a:path extrusionOk="0" fill="none" h="2585" w="2341">
                  <a:moveTo>
                    <a:pt x="2341" y="1"/>
                  </a:moveTo>
                  <a:cubicBezTo>
                    <a:pt x="2037" y="92"/>
                    <a:pt x="1763" y="639"/>
                    <a:pt x="1611" y="852"/>
                  </a:cubicBezTo>
                  <a:cubicBezTo>
                    <a:pt x="1429" y="1064"/>
                    <a:pt x="1247" y="1247"/>
                    <a:pt x="1064" y="1429"/>
                  </a:cubicBezTo>
                  <a:cubicBezTo>
                    <a:pt x="669" y="1794"/>
                    <a:pt x="335" y="2189"/>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28"/>
            <p:cNvSpPr/>
            <p:nvPr/>
          </p:nvSpPr>
          <p:spPr>
            <a:xfrm>
              <a:off x="1102125" y="4286725"/>
              <a:ext cx="50175" cy="56250"/>
            </a:xfrm>
            <a:custGeom>
              <a:rect b="b" l="l" r="r" t="t"/>
              <a:pathLst>
                <a:path extrusionOk="0" fill="none" h="2250" w="2007">
                  <a:moveTo>
                    <a:pt x="2007" y="0"/>
                  </a:moveTo>
                  <a:cubicBezTo>
                    <a:pt x="1277" y="730"/>
                    <a:pt x="639" y="1490"/>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28"/>
            <p:cNvSpPr/>
            <p:nvPr/>
          </p:nvSpPr>
          <p:spPr>
            <a:xfrm>
              <a:off x="994225" y="4310275"/>
              <a:ext cx="49425" cy="50175"/>
            </a:xfrm>
            <a:custGeom>
              <a:rect b="b" l="l" r="r" t="t"/>
              <a:pathLst>
                <a:path extrusionOk="0" fill="none" h="2007" w="1977">
                  <a:moveTo>
                    <a:pt x="1976" y="1"/>
                  </a:moveTo>
                  <a:cubicBezTo>
                    <a:pt x="1551" y="426"/>
                    <a:pt x="1155" y="852"/>
                    <a:pt x="730" y="1247"/>
                  </a:cubicBezTo>
                  <a:cubicBezTo>
                    <a:pt x="487" y="1520"/>
                    <a:pt x="183" y="1703"/>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28"/>
            <p:cNvSpPr/>
            <p:nvPr/>
          </p:nvSpPr>
          <p:spPr>
            <a:xfrm>
              <a:off x="887825" y="4313325"/>
              <a:ext cx="41075" cy="38000"/>
            </a:xfrm>
            <a:custGeom>
              <a:rect b="b" l="l" r="r" t="t"/>
              <a:pathLst>
                <a:path extrusionOk="0" fill="none" h="1520" w="1643">
                  <a:moveTo>
                    <a:pt x="1642" y="0"/>
                  </a:moveTo>
                  <a:cubicBezTo>
                    <a:pt x="1308" y="335"/>
                    <a:pt x="974" y="699"/>
                    <a:pt x="639" y="1034"/>
                  </a:cubicBezTo>
                  <a:cubicBezTo>
                    <a:pt x="426" y="1216"/>
                    <a:pt x="214" y="133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28"/>
            <p:cNvSpPr/>
            <p:nvPr/>
          </p:nvSpPr>
          <p:spPr>
            <a:xfrm>
              <a:off x="882525" y="4234300"/>
              <a:ext cx="41050" cy="47125"/>
            </a:xfrm>
            <a:custGeom>
              <a:rect b="b" l="l" r="r" t="t"/>
              <a:pathLst>
                <a:path extrusionOk="0" fill="none" h="1885" w="1642">
                  <a:moveTo>
                    <a:pt x="1642" y="0"/>
                  </a:moveTo>
                  <a:cubicBezTo>
                    <a:pt x="1003" y="517"/>
                    <a:pt x="578" y="1307"/>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28"/>
            <p:cNvSpPr/>
            <p:nvPr/>
          </p:nvSpPr>
          <p:spPr>
            <a:xfrm>
              <a:off x="770800" y="4368800"/>
              <a:ext cx="47150" cy="53200"/>
            </a:xfrm>
            <a:custGeom>
              <a:rect b="b" l="l" r="r" t="t"/>
              <a:pathLst>
                <a:path extrusionOk="0" fill="none" h="2128" w="1886">
                  <a:moveTo>
                    <a:pt x="1886" y="0"/>
                  </a:moveTo>
                  <a:cubicBezTo>
                    <a:pt x="1399" y="426"/>
                    <a:pt x="974" y="882"/>
                    <a:pt x="579" y="1398"/>
                  </a:cubicBezTo>
                  <a:cubicBezTo>
                    <a:pt x="396" y="1641"/>
                    <a:pt x="244" y="1885"/>
                    <a:pt x="1" y="212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28"/>
            <p:cNvSpPr/>
            <p:nvPr/>
          </p:nvSpPr>
          <p:spPr>
            <a:xfrm>
              <a:off x="723700" y="4483525"/>
              <a:ext cx="41050" cy="50175"/>
            </a:xfrm>
            <a:custGeom>
              <a:rect b="b" l="l" r="r" t="t"/>
              <a:pathLst>
                <a:path extrusionOk="0" fill="none" h="2007" w="1642">
                  <a:moveTo>
                    <a:pt x="1642" y="1"/>
                  </a:moveTo>
                  <a:cubicBezTo>
                    <a:pt x="1277" y="426"/>
                    <a:pt x="943" y="791"/>
                    <a:pt x="700" y="1247"/>
                  </a:cubicBezTo>
                  <a:cubicBezTo>
                    <a:pt x="548" y="1551"/>
                    <a:pt x="274" y="1825"/>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28"/>
            <p:cNvSpPr/>
            <p:nvPr/>
          </p:nvSpPr>
          <p:spPr>
            <a:xfrm>
              <a:off x="709250" y="4583075"/>
              <a:ext cx="31950" cy="38025"/>
            </a:xfrm>
            <a:custGeom>
              <a:rect b="b" l="l" r="r" t="t"/>
              <a:pathLst>
                <a:path extrusionOk="0" fill="none" h="1521" w="1278">
                  <a:moveTo>
                    <a:pt x="1278" y="1"/>
                  </a:moveTo>
                  <a:cubicBezTo>
                    <a:pt x="974" y="457"/>
                    <a:pt x="578" y="133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28"/>
            <p:cNvSpPr/>
            <p:nvPr/>
          </p:nvSpPr>
          <p:spPr>
            <a:xfrm>
              <a:off x="694825" y="4404500"/>
              <a:ext cx="20550" cy="28900"/>
            </a:xfrm>
            <a:custGeom>
              <a:rect b="b" l="l" r="r" t="t"/>
              <a:pathLst>
                <a:path extrusionOk="0" fill="none" h="1156" w="822">
                  <a:moveTo>
                    <a:pt x="821" y="1"/>
                  </a:moveTo>
                  <a:cubicBezTo>
                    <a:pt x="456" y="335"/>
                    <a:pt x="335" y="821"/>
                    <a:pt x="0" y="115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28"/>
            <p:cNvSpPr/>
            <p:nvPr/>
          </p:nvSpPr>
          <p:spPr>
            <a:xfrm>
              <a:off x="577050" y="4404500"/>
              <a:ext cx="20525" cy="26625"/>
            </a:xfrm>
            <a:custGeom>
              <a:rect b="b" l="l" r="r" t="t"/>
              <a:pathLst>
                <a:path extrusionOk="0" fill="none" h="1065" w="821">
                  <a:moveTo>
                    <a:pt x="821" y="1"/>
                  </a:moveTo>
                  <a:cubicBezTo>
                    <a:pt x="517" y="335"/>
                    <a:pt x="304" y="730"/>
                    <a:pt x="0" y="106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28"/>
            <p:cNvSpPr/>
            <p:nvPr/>
          </p:nvSpPr>
          <p:spPr>
            <a:xfrm>
              <a:off x="873400" y="4407550"/>
              <a:ext cx="38025" cy="58525"/>
            </a:xfrm>
            <a:custGeom>
              <a:rect b="b" l="l" r="r" t="t"/>
              <a:pathLst>
                <a:path extrusionOk="0" fill="none" h="2341" w="1521">
                  <a:moveTo>
                    <a:pt x="1520" y="0"/>
                  </a:moveTo>
                  <a:cubicBezTo>
                    <a:pt x="1490" y="304"/>
                    <a:pt x="1095" y="699"/>
                    <a:pt x="943" y="943"/>
                  </a:cubicBezTo>
                  <a:cubicBezTo>
                    <a:pt x="821" y="1155"/>
                    <a:pt x="669" y="1338"/>
                    <a:pt x="548" y="1520"/>
                  </a:cubicBezTo>
                  <a:cubicBezTo>
                    <a:pt x="365" y="1733"/>
                    <a:pt x="31" y="2037"/>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28"/>
            <p:cNvSpPr/>
            <p:nvPr/>
          </p:nvSpPr>
          <p:spPr>
            <a:xfrm>
              <a:off x="955475" y="4421975"/>
              <a:ext cx="50175" cy="55500"/>
            </a:xfrm>
            <a:custGeom>
              <a:rect b="b" l="l" r="r" t="t"/>
              <a:pathLst>
                <a:path extrusionOk="0" fill="none" h="2220" w="2007">
                  <a:moveTo>
                    <a:pt x="2006" y="1"/>
                  </a:moveTo>
                  <a:cubicBezTo>
                    <a:pt x="1611" y="244"/>
                    <a:pt x="1398" y="335"/>
                    <a:pt x="1155" y="669"/>
                  </a:cubicBezTo>
                  <a:cubicBezTo>
                    <a:pt x="1034" y="882"/>
                    <a:pt x="912" y="1095"/>
                    <a:pt x="760" y="1277"/>
                  </a:cubicBezTo>
                  <a:cubicBezTo>
                    <a:pt x="517" y="1612"/>
                    <a:pt x="304" y="1946"/>
                    <a:pt x="0"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28"/>
            <p:cNvSpPr/>
            <p:nvPr/>
          </p:nvSpPr>
          <p:spPr>
            <a:xfrm>
              <a:off x="1084650" y="4415900"/>
              <a:ext cx="26625" cy="32700"/>
            </a:xfrm>
            <a:custGeom>
              <a:rect b="b" l="l" r="r" t="t"/>
              <a:pathLst>
                <a:path extrusionOk="0" fill="none" h="1308" w="1065">
                  <a:moveTo>
                    <a:pt x="1064" y="1"/>
                  </a:moveTo>
                  <a:cubicBezTo>
                    <a:pt x="730" y="365"/>
                    <a:pt x="152" y="821"/>
                    <a:pt x="0" y="130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28"/>
            <p:cNvSpPr/>
            <p:nvPr/>
          </p:nvSpPr>
          <p:spPr>
            <a:xfrm>
              <a:off x="1122650" y="4451625"/>
              <a:ext cx="44100" cy="58525"/>
            </a:xfrm>
            <a:custGeom>
              <a:rect b="b" l="l" r="r" t="t"/>
              <a:pathLst>
                <a:path extrusionOk="0" fill="none" h="2341" w="1764">
                  <a:moveTo>
                    <a:pt x="1763" y="0"/>
                  </a:moveTo>
                  <a:cubicBezTo>
                    <a:pt x="1368" y="517"/>
                    <a:pt x="1003" y="1094"/>
                    <a:pt x="578" y="1611"/>
                  </a:cubicBezTo>
                  <a:cubicBezTo>
                    <a:pt x="395" y="1854"/>
                    <a:pt x="243" y="215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28"/>
            <p:cNvSpPr/>
            <p:nvPr/>
          </p:nvSpPr>
          <p:spPr>
            <a:xfrm>
              <a:off x="1245750" y="4327750"/>
              <a:ext cx="29650" cy="32700"/>
            </a:xfrm>
            <a:custGeom>
              <a:rect b="b" l="l" r="r" t="t"/>
              <a:pathLst>
                <a:path extrusionOk="0" fill="none" h="1308" w="1186">
                  <a:moveTo>
                    <a:pt x="1186" y="1"/>
                  </a:moveTo>
                  <a:cubicBezTo>
                    <a:pt x="851" y="213"/>
                    <a:pt x="456" y="487"/>
                    <a:pt x="304" y="852"/>
                  </a:cubicBezTo>
                  <a:cubicBezTo>
                    <a:pt x="213" y="1034"/>
                    <a:pt x="183" y="1156"/>
                    <a:pt x="0" y="130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28"/>
            <p:cNvSpPr/>
            <p:nvPr/>
          </p:nvSpPr>
          <p:spPr>
            <a:xfrm>
              <a:off x="1284500" y="4418950"/>
              <a:ext cx="31950" cy="44100"/>
            </a:xfrm>
            <a:custGeom>
              <a:rect b="b" l="l" r="r" t="t"/>
              <a:pathLst>
                <a:path extrusionOk="0" fill="none" h="1764" w="1278">
                  <a:moveTo>
                    <a:pt x="1277" y="0"/>
                  </a:moveTo>
                  <a:cubicBezTo>
                    <a:pt x="943" y="395"/>
                    <a:pt x="578" y="821"/>
                    <a:pt x="304" y="1246"/>
                  </a:cubicBezTo>
                  <a:cubicBezTo>
                    <a:pt x="183" y="1398"/>
                    <a:pt x="122" y="1611"/>
                    <a:pt x="0"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28"/>
            <p:cNvSpPr/>
            <p:nvPr/>
          </p:nvSpPr>
          <p:spPr>
            <a:xfrm>
              <a:off x="1292850" y="4507100"/>
              <a:ext cx="35000" cy="49400"/>
            </a:xfrm>
            <a:custGeom>
              <a:rect b="b" l="l" r="r" t="t"/>
              <a:pathLst>
                <a:path extrusionOk="0" fill="none" h="1976" w="1400">
                  <a:moveTo>
                    <a:pt x="1399" y="0"/>
                  </a:moveTo>
                  <a:cubicBezTo>
                    <a:pt x="822" y="517"/>
                    <a:pt x="548" y="1398"/>
                    <a:pt x="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28"/>
            <p:cNvSpPr/>
            <p:nvPr/>
          </p:nvSpPr>
          <p:spPr>
            <a:xfrm>
              <a:off x="1257900" y="4627150"/>
              <a:ext cx="44100" cy="52450"/>
            </a:xfrm>
            <a:custGeom>
              <a:rect b="b" l="l" r="r" t="t"/>
              <a:pathLst>
                <a:path extrusionOk="0" fill="none" h="2098" w="1764">
                  <a:moveTo>
                    <a:pt x="1764" y="1"/>
                  </a:moveTo>
                  <a:cubicBezTo>
                    <a:pt x="1308" y="517"/>
                    <a:pt x="882" y="1034"/>
                    <a:pt x="457" y="1520"/>
                  </a:cubicBezTo>
                  <a:cubicBezTo>
                    <a:pt x="335" y="1672"/>
                    <a:pt x="31" y="1946"/>
                    <a:pt x="1" y="20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28"/>
            <p:cNvSpPr/>
            <p:nvPr/>
          </p:nvSpPr>
          <p:spPr>
            <a:xfrm>
              <a:off x="1175825" y="4636275"/>
              <a:ext cx="41075" cy="49425"/>
            </a:xfrm>
            <a:custGeom>
              <a:rect b="b" l="l" r="r" t="t"/>
              <a:pathLst>
                <a:path extrusionOk="0" fill="none" h="1977" w="1643">
                  <a:moveTo>
                    <a:pt x="1642" y="0"/>
                  </a:moveTo>
                  <a:cubicBezTo>
                    <a:pt x="1156" y="304"/>
                    <a:pt x="852" y="791"/>
                    <a:pt x="578" y="1277"/>
                  </a:cubicBezTo>
                  <a:cubicBezTo>
                    <a:pt x="426" y="1550"/>
                    <a:pt x="214" y="1763"/>
                    <a:pt x="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28"/>
            <p:cNvSpPr/>
            <p:nvPr/>
          </p:nvSpPr>
          <p:spPr>
            <a:xfrm>
              <a:off x="1175825" y="4530650"/>
              <a:ext cx="49425" cy="64600"/>
            </a:xfrm>
            <a:custGeom>
              <a:rect b="b" l="l" r="r" t="t"/>
              <a:pathLst>
                <a:path extrusionOk="0" fill="none" h="2584" w="1977">
                  <a:moveTo>
                    <a:pt x="1977" y="0"/>
                  </a:moveTo>
                  <a:cubicBezTo>
                    <a:pt x="1581" y="426"/>
                    <a:pt x="1156" y="943"/>
                    <a:pt x="822" y="1429"/>
                  </a:cubicBezTo>
                  <a:cubicBezTo>
                    <a:pt x="548" y="1824"/>
                    <a:pt x="305" y="2219"/>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28"/>
            <p:cNvSpPr/>
            <p:nvPr/>
          </p:nvSpPr>
          <p:spPr>
            <a:xfrm>
              <a:off x="1067175" y="4662100"/>
              <a:ext cx="38025" cy="47150"/>
            </a:xfrm>
            <a:custGeom>
              <a:rect b="b" l="l" r="r" t="t"/>
              <a:pathLst>
                <a:path extrusionOk="0" fill="none" h="1886" w="1521">
                  <a:moveTo>
                    <a:pt x="1520" y="1"/>
                  </a:moveTo>
                  <a:cubicBezTo>
                    <a:pt x="1186" y="426"/>
                    <a:pt x="943" y="943"/>
                    <a:pt x="578" y="1308"/>
                  </a:cubicBezTo>
                  <a:cubicBezTo>
                    <a:pt x="395" y="1521"/>
                    <a:pt x="183" y="1703"/>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28"/>
            <p:cNvSpPr/>
            <p:nvPr/>
          </p:nvSpPr>
          <p:spPr>
            <a:xfrm>
              <a:off x="1105175" y="4697825"/>
              <a:ext cx="32700" cy="38025"/>
            </a:xfrm>
            <a:custGeom>
              <a:rect b="b" l="l" r="r" t="t"/>
              <a:pathLst>
                <a:path extrusionOk="0" fill="none" h="1521" w="1308">
                  <a:moveTo>
                    <a:pt x="1307" y="0"/>
                  </a:moveTo>
                  <a:cubicBezTo>
                    <a:pt x="942" y="335"/>
                    <a:pt x="578" y="699"/>
                    <a:pt x="304" y="1125"/>
                  </a:cubicBezTo>
                  <a:cubicBezTo>
                    <a:pt x="243" y="1247"/>
                    <a:pt x="182" y="1490"/>
                    <a:pt x="0"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28"/>
            <p:cNvSpPr/>
            <p:nvPr/>
          </p:nvSpPr>
          <p:spPr>
            <a:xfrm>
              <a:off x="1061100" y="4556475"/>
              <a:ext cx="34975" cy="44100"/>
            </a:xfrm>
            <a:custGeom>
              <a:rect b="b" l="l" r="r" t="t"/>
              <a:pathLst>
                <a:path extrusionOk="0" fill="none" h="1764" w="1399">
                  <a:moveTo>
                    <a:pt x="1398" y="1"/>
                  </a:moveTo>
                  <a:cubicBezTo>
                    <a:pt x="942" y="274"/>
                    <a:pt x="578" y="730"/>
                    <a:pt x="365" y="1247"/>
                  </a:cubicBezTo>
                  <a:cubicBezTo>
                    <a:pt x="304" y="1338"/>
                    <a:pt x="274" y="1460"/>
                    <a:pt x="213" y="1551"/>
                  </a:cubicBezTo>
                  <a:cubicBezTo>
                    <a:pt x="152" y="1642"/>
                    <a:pt x="31" y="1642"/>
                    <a:pt x="0"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28"/>
            <p:cNvSpPr/>
            <p:nvPr/>
          </p:nvSpPr>
          <p:spPr>
            <a:xfrm>
              <a:off x="923550" y="4653750"/>
              <a:ext cx="41050" cy="55500"/>
            </a:xfrm>
            <a:custGeom>
              <a:rect b="b" l="l" r="r" t="t"/>
              <a:pathLst>
                <a:path extrusionOk="0" fill="none" h="2220" w="1642">
                  <a:moveTo>
                    <a:pt x="1642" y="0"/>
                  </a:moveTo>
                  <a:cubicBezTo>
                    <a:pt x="1277" y="487"/>
                    <a:pt x="912" y="1003"/>
                    <a:pt x="517" y="1520"/>
                  </a:cubicBezTo>
                  <a:cubicBezTo>
                    <a:pt x="365" y="1733"/>
                    <a:pt x="183" y="2007"/>
                    <a:pt x="1"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28"/>
            <p:cNvSpPr/>
            <p:nvPr/>
          </p:nvSpPr>
          <p:spPr>
            <a:xfrm>
              <a:off x="947100" y="4527600"/>
              <a:ext cx="44100" cy="55500"/>
            </a:xfrm>
            <a:custGeom>
              <a:rect b="b" l="l" r="r" t="t"/>
              <a:pathLst>
                <a:path extrusionOk="0" fill="none" h="2220" w="1764">
                  <a:moveTo>
                    <a:pt x="1764" y="1"/>
                  </a:moveTo>
                  <a:cubicBezTo>
                    <a:pt x="821" y="517"/>
                    <a:pt x="639" y="1490"/>
                    <a:pt x="1"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28"/>
            <p:cNvSpPr/>
            <p:nvPr/>
          </p:nvSpPr>
          <p:spPr>
            <a:xfrm>
              <a:off x="820975" y="4527600"/>
              <a:ext cx="49400" cy="64625"/>
            </a:xfrm>
            <a:custGeom>
              <a:rect b="b" l="l" r="r" t="t"/>
              <a:pathLst>
                <a:path extrusionOk="0" fill="none" h="2585" w="1976">
                  <a:moveTo>
                    <a:pt x="1976" y="1"/>
                  </a:moveTo>
                  <a:cubicBezTo>
                    <a:pt x="1398" y="487"/>
                    <a:pt x="973" y="913"/>
                    <a:pt x="517" y="1521"/>
                  </a:cubicBezTo>
                  <a:cubicBezTo>
                    <a:pt x="274" y="1855"/>
                    <a:pt x="182" y="2220"/>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28"/>
            <p:cNvSpPr/>
            <p:nvPr/>
          </p:nvSpPr>
          <p:spPr>
            <a:xfrm>
              <a:off x="827050" y="4659825"/>
              <a:ext cx="38025" cy="46375"/>
            </a:xfrm>
            <a:custGeom>
              <a:rect b="b" l="l" r="r" t="t"/>
              <a:pathLst>
                <a:path extrusionOk="0" fill="none" h="1855" w="1521">
                  <a:moveTo>
                    <a:pt x="1520" y="1"/>
                  </a:moveTo>
                  <a:cubicBezTo>
                    <a:pt x="1125" y="365"/>
                    <a:pt x="608" y="730"/>
                    <a:pt x="335" y="1186"/>
                  </a:cubicBezTo>
                  <a:cubicBezTo>
                    <a:pt x="274" y="1308"/>
                    <a:pt x="243" y="1429"/>
                    <a:pt x="183" y="1520"/>
                  </a:cubicBezTo>
                  <a:cubicBezTo>
                    <a:pt x="122" y="1642"/>
                    <a:pt x="0" y="1703"/>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28"/>
            <p:cNvSpPr/>
            <p:nvPr/>
          </p:nvSpPr>
          <p:spPr>
            <a:xfrm>
              <a:off x="772325" y="4647675"/>
              <a:ext cx="22075" cy="23575"/>
            </a:xfrm>
            <a:custGeom>
              <a:rect b="b" l="l" r="r" t="t"/>
              <a:pathLst>
                <a:path extrusionOk="0" fill="none" h="943" w="883">
                  <a:moveTo>
                    <a:pt x="882" y="0"/>
                  </a:moveTo>
                  <a:cubicBezTo>
                    <a:pt x="609" y="152"/>
                    <a:pt x="1" y="578"/>
                    <a:pt x="62" y="94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28"/>
            <p:cNvSpPr/>
            <p:nvPr/>
          </p:nvSpPr>
          <p:spPr>
            <a:xfrm>
              <a:off x="988150" y="4682625"/>
              <a:ext cx="28900" cy="38775"/>
            </a:xfrm>
            <a:custGeom>
              <a:rect b="b" l="l" r="r" t="t"/>
              <a:pathLst>
                <a:path extrusionOk="0" fill="none" h="1551" w="1156">
                  <a:moveTo>
                    <a:pt x="1155" y="0"/>
                  </a:moveTo>
                  <a:cubicBezTo>
                    <a:pt x="760" y="396"/>
                    <a:pt x="547" y="578"/>
                    <a:pt x="335" y="1034"/>
                  </a:cubicBezTo>
                  <a:cubicBezTo>
                    <a:pt x="274" y="1216"/>
                    <a:pt x="152" y="1429"/>
                    <a:pt x="0" y="155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28"/>
            <p:cNvSpPr/>
            <p:nvPr/>
          </p:nvSpPr>
          <p:spPr>
            <a:xfrm>
              <a:off x="1357450" y="4407550"/>
              <a:ext cx="23575" cy="34975"/>
            </a:xfrm>
            <a:custGeom>
              <a:rect b="b" l="l" r="r" t="t"/>
              <a:pathLst>
                <a:path extrusionOk="0" fill="none" h="1399" w="943">
                  <a:moveTo>
                    <a:pt x="943" y="0"/>
                  </a:moveTo>
                  <a:cubicBezTo>
                    <a:pt x="669" y="304"/>
                    <a:pt x="426" y="639"/>
                    <a:pt x="213" y="973"/>
                  </a:cubicBezTo>
                  <a:cubicBezTo>
                    <a:pt x="122" y="1125"/>
                    <a:pt x="0" y="1246"/>
                    <a:pt x="0" y="13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28"/>
            <p:cNvSpPr/>
            <p:nvPr/>
          </p:nvSpPr>
          <p:spPr>
            <a:xfrm>
              <a:off x="1349100" y="4603600"/>
              <a:ext cx="19775" cy="17500"/>
            </a:xfrm>
            <a:custGeom>
              <a:rect b="b" l="l" r="r" t="t"/>
              <a:pathLst>
                <a:path extrusionOk="0" fill="none" h="700" w="791">
                  <a:moveTo>
                    <a:pt x="790" y="0"/>
                  </a:moveTo>
                  <a:cubicBezTo>
                    <a:pt x="578" y="213"/>
                    <a:pt x="213" y="456"/>
                    <a:pt x="0" y="69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28"/>
            <p:cNvSpPr/>
            <p:nvPr/>
          </p:nvSpPr>
          <p:spPr>
            <a:xfrm>
              <a:off x="1005238" y="38760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3" name="Google Shape;3203;p28"/>
          <p:cNvGrpSpPr/>
          <p:nvPr/>
        </p:nvGrpSpPr>
        <p:grpSpPr>
          <a:xfrm>
            <a:off x="26390" y="67520"/>
            <a:ext cx="9050795" cy="4921221"/>
            <a:chOff x="26390" y="67520"/>
            <a:chExt cx="9050795" cy="4921221"/>
          </a:xfrm>
        </p:grpSpPr>
        <p:grpSp>
          <p:nvGrpSpPr>
            <p:cNvPr id="3204" name="Google Shape;3204;p28"/>
            <p:cNvGrpSpPr/>
            <p:nvPr/>
          </p:nvGrpSpPr>
          <p:grpSpPr>
            <a:xfrm>
              <a:off x="270698" y="381005"/>
              <a:ext cx="8456339" cy="4490552"/>
              <a:chOff x="166525" y="220125"/>
              <a:chExt cx="8656300" cy="4815089"/>
            </a:xfrm>
          </p:grpSpPr>
          <p:grpSp>
            <p:nvGrpSpPr>
              <p:cNvPr id="3205" name="Google Shape;3205;p28"/>
              <p:cNvGrpSpPr/>
              <p:nvPr/>
            </p:nvGrpSpPr>
            <p:grpSpPr>
              <a:xfrm flipH="1" rot="10800000">
                <a:off x="166525" y="220125"/>
                <a:ext cx="8656300" cy="4815089"/>
                <a:chOff x="90325" y="97461"/>
                <a:chExt cx="8656300" cy="4815089"/>
              </a:xfrm>
            </p:grpSpPr>
            <p:sp>
              <p:nvSpPr>
                <p:cNvPr id="3206" name="Google Shape;3206;p28"/>
                <p:cNvSpPr/>
                <p:nvPr/>
              </p:nvSpPr>
              <p:spPr>
                <a:xfrm>
                  <a:off x="1675251" y="4684352"/>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28"/>
                <p:cNvSpPr/>
                <p:nvPr/>
              </p:nvSpPr>
              <p:spPr>
                <a:xfrm flipH="1">
                  <a:off x="7851341" y="1390161"/>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28"/>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28"/>
                <p:cNvSpPr/>
                <p:nvPr/>
              </p:nvSpPr>
              <p:spPr>
                <a:xfrm>
                  <a:off x="1075772" y="97461"/>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28"/>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28"/>
                <p:cNvSpPr/>
                <p:nvPr/>
              </p:nvSpPr>
              <p:spPr>
                <a:xfrm>
                  <a:off x="2907925" y="232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28"/>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28"/>
                <p:cNvSpPr/>
                <p:nvPr/>
              </p:nvSpPr>
              <p:spPr>
                <a:xfrm>
                  <a:off x="444550" y="3994675"/>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28"/>
                <p:cNvSpPr/>
                <p:nvPr/>
              </p:nvSpPr>
              <p:spPr>
                <a:xfrm>
                  <a:off x="4639154" y="38574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28"/>
                <p:cNvSpPr/>
                <p:nvPr/>
              </p:nvSpPr>
              <p:spPr>
                <a:xfrm>
                  <a:off x="3502303" y="3937577"/>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16" name="Google Shape;3216;p28"/>
              <p:cNvSpPr/>
              <p:nvPr/>
            </p:nvSpPr>
            <p:spPr>
              <a:xfrm flipH="1" rot="10800000">
                <a:off x="7392538" y="1272693"/>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28"/>
              <p:cNvSpPr/>
              <p:nvPr/>
            </p:nvSpPr>
            <p:spPr>
              <a:xfrm flipH="1" rot="10800000">
                <a:off x="6007150" y="1198958"/>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8" name="Google Shape;3218;p28"/>
            <p:cNvGrpSpPr/>
            <p:nvPr/>
          </p:nvGrpSpPr>
          <p:grpSpPr>
            <a:xfrm flipH="1" rot="10800000">
              <a:off x="26390" y="67520"/>
              <a:ext cx="9050795" cy="4921221"/>
              <a:chOff x="166525" y="220125"/>
              <a:chExt cx="8770150" cy="4768625"/>
            </a:xfrm>
          </p:grpSpPr>
          <p:grpSp>
            <p:nvGrpSpPr>
              <p:cNvPr id="3219" name="Google Shape;3219;p28"/>
              <p:cNvGrpSpPr/>
              <p:nvPr/>
            </p:nvGrpSpPr>
            <p:grpSpPr>
              <a:xfrm flipH="1" rot="10800000">
                <a:off x="166525" y="220125"/>
                <a:ext cx="8770150" cy="4768625"/>
                <a:chOff x="90325" y="143925"/>
                <a:chExt cx="8770150" cy="4768625"/>
              </a:xfrm>
            </p:grpSpPr>
            <p:sp>
              <p:nvSpPr>
                <p:cNvPr id="3220" name="Google Shape;3220;p28"/>
                <p:cNvSpPr/>
                <p:nvPr/>
              </p:nvSpPr>
              <p:spPr>
                <a:xfrm flipH="1">
                  <a:off x="5287862" y="2365784"/>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28"/>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28"/>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28"/>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28"/>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28"/>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28"/>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28"/>
                <p:cNvSpPr/>
                <p:nvPr/>
              </p:nvSpPr>
              <p:spPr>
                <a:xfrm>
                  <a:off x="223038" y="4068512"/>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28"/>
                <p:cNvSpPr/>
                <p:nvPr/>
              </p:nvSpPr>
              <p:spPr>
                <a:xfrm>
                  <a:off x="6678967" y="3089460"/>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28"/>
                <p:cNvSpPr/>
                <p:nvPr/>
              </p:nvSpPr>
              <p:spPr>
                <a:xfrm>
                  <a:off x="4852336" y="27741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30" name="Google Shape;3230;p28"/>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231" name="Google Shape;3231;p28"/>
          <p:cNvSpPr txBox="1"/>
          <p:nvPr>
            <p:ph type="title"/>
          </p:nvPr>
        </p:nvSpPr>
        <p:spPr>
          <a:xfrm>
            <a:off x="2692227" y="616800"/>
            <a:ext cx="3743700" cy="873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65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232" name="Google Shape;3232;p28"/>
          <p:cNvSpPr txBox="1"/>
          <p:nvPr>
            <p:ph idx="1" type="subTitle"/>
          </p:nvPr>
        </p:nvSpPr>
        <p:spPr>
          <a:xfrm>
            <a:off x="2511402" y="1543273"/>
            <a:ext cx="4105500" cy="1426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600">
                <a:latin typeface="Inconsolata"/>
                <a:ea typeface="Inconsolata"/>
                <a:cs typeface="Inconsolata"/>
                <a:sym typeface="Inconsolata"/>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233" name="Google Shape;3233;p28"/>
          <p:cNvSpPr txBox="1"/>
          <p:nvPr/>
        </p:nvSpPr>
        <p:spPr>
          <a:xfrm>
            <a:off x="2046450" y="3860725"/>
            <a:ext cx="5061300" cy="492600"/>
          </a:xfrm>
          <a:prstGeom prst="rect">
            <a:avLst/>
          </a:prstGeom>
          <a:noFill/>
          <a:ln>
            <a:noFill/>
          </a:ln>
        </p:spPr>
        <p:txBody>
          <a:bodyPr anchorCtr="0" anchor="t" bIns="91425" lIns="91425" spcFirstLastPara="1" rIns="91425" wrap="square" tIns="91425">
            <a:spAutoFit/>
          </a:bodyPr>
          <a:lstStyle/>
          <a:p>
            <a:pPr indent="0" lvl="0" marL="0" rtl="0" algn="ctr">
              <a:spcBef>
                <a:spcPts val="300"/>
              </a:spcBef>
              <a:spcAft>
                <a:spcPts val="0"/>
              </a:spcAft>
              <a:buNone/>
            </a:pPr>
            <a:r>
              <a:rPr lang="en" sz="1000">
                <a:solidFill>
                  <a:schemeClr val="lt2"/>
                </a:solidFill>
                <a:latin typeface="Inconsolata"/>
                <a:ea typeface="Inconsolata"/>
                <a:cs typeface="Inconsolata"/>
                <a:sym typeface="Inconsolata"/>
              </a:rPr>
              <a:t>CREDITS: This presentation template was created by </a:t>
            </a:r>
            <a:r>
              <a:rPr lang="en" sz="1000">
                <a:solidFill>
                  <a:schemeClr val="lt2"/>
                </a:solidFill>
                <a:uFill>
                  <a:noFill/>
                </a:uFill>
                <a:latin typeface="Inconsolata"/>
                <a:ea typeface="Inconsolata"/>
                <a:cs typeface="Inconsolata"/>
                <a:sym typeface="Inconsolata"/>
                <a:hlinkClick r:id="rId3">
                  <a:extLst>
                    <a:ext uri="{A12FA001-AC4F-418D-AE19-62706E023703}">
                      <ahyp:hlinkClr val="tx"/>
                    </a:ext>
                  </a:extLst>
                </a:hlinkClick>
              </a:rPr>
              <a:t>Slidesgo</a:t>
            </a:r>
            <a:r>
              <a:rPr lang="en" sz="1000">
                <a:solidFill>
                  <a:schemeClr val="lt2"/>
                </a:solidFill>
                <a:latin typeface="Inconsolata"/>
                <a:ea typeface="Inconsolata"/>
                <a:cs typeface="Inconsolata"/>
                <a:sym typeface="Inconsolata"/>
              </a:rPr>
              <a:t>, including icons by </a:t>
            </a:r>
            <a:r>
              <a:rPr lang="en" sz="1000">
                <a:solidFill>
                  <a:schemeClr val="lt2"/>
                </a:solidFill>
                <a:uFill>
                  <a:noFill/>
                </a:uFill>
                <a:latin typeface="Inconsolata"/>
                <a:ea typeface="Inconsolata"/>
                <a:cs typeface="Inconsolata"/>
                <a:sym typeface="Inconsolata"/>
                <a:hlinkClick r:id="rId4">
                  <a:extLst>
                    <a:ext uri="{A12FA001-AC4F-418D-AE19-62706E023703}">
                      <ahyp:hlinkClr val="tx"/>
                    </a:ext>
                  </a:extLst>
                </a:hlinkClick>
              </a:rPr>
              <a:t>Flaticon</a:t>
            </a:r>
            <a:r>
              <a:rPr lang="en" sz="1000">
                <a:solidFill>
                  <a:schemeClr val="lt2"/>
                </a:solidFill>
                <a:latin typeface="Inconsolata"/>
                <a:ea typeface="Inconsolata"/>
                <a:cs typeface="Inconsolata"/>
                <a:sym typeface="Inconsolata"/>
              </a:rPr>
              <a:t>, and infographics &amp; images by </a:t>
            </a:r>
            <a:r>
              <a:rPr lang="en" sz="1000">
                <a:solidFill>
                  <a:schemeClr val="lt2"/>
                </a:solidFill>
                <a:uFill>
                  <a:noFill/>
                </a:uFill>
                <a:latin typeface="Inconsolata"/>
                <a:ea typeface="Inconsolata"/>
                <a:cs typeface="Inconsolata"/>
                <a:sym typeface="Inconsolata"/>
                <a:hlinkClick r:id="rId5">
                  <a:extLst>
                    <a:ext uri="{A12FA001-AC4F-418D-AE19-62706E023703}">
                      <ahyp:hlinkClr val="tx"/>
                    </a:ext>
                  </a:extLst>
                </a:hlinkClick>
              </a:rPr>
              <a:t>Freepik</a:t>
            </a:r>
            <a:endParaRPr sz="1000">
              <a:solidFill>
                <a:schemeClr val="lt2"/>
              </a:solidFill>
              <a:latin typeface="Inconsolata"/>
              <a:ea typeface="Inconsolata"/>
              <a:cs typeface="Inconsolata"/>
              <a:sym typeface="Inconsolata"/>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3234" name="Shape 3234"/>
        <p:cNvGrpSpPr/>
        <p:nvPr/>
      </p:nvGrpSpPr>
      <p:grpSpPr>
        <a:xfrm>
          <a:off x="0" y="0"/>
          <a:ext cx="0" cy="0"/>
          <a:chOff x="0" y="0"/>
          <a:chExt cx="0" cy="0"/>
        </a:xfrm>
      </p:grpSpPr>
      <p:pic>
        <p:nvPicPr>
          <p:cNvPr id="3235" name="Google Shape;3235;p29"/>
          <p:cNvPicPr preferRelativeResize="0"/>
          <p:nvPr/>
        </p:nvPicPr>
        <p:blipFill>
          <a:blip r:embed="rId2">
            <a:alphaModFix/>
          </a:blip>
          <a:stretch>
            <a:fillRect/>
          </a:stretch>
        </p:blipFill>
        <p:spPr>
          <a:xfrm>
            <a:off x="0" y="0"/>
            <a:ext cx="9144000" cy="5143500"/>
          </a:xfrm>
          <a:prstGeom prst="rect">
            <a:avLst/>
          </a:prstGeom>
          <a:noFill/>
          <a:ln>
            <a:noFill/>
          </a:ln>
        </p:spPr>
      </p:pic>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3236" name="Shape 3236"/>
        <p:cNvGrpSpPr/>
        <p:nvPr/>
      </p:nvGrpSpPr>
      <p:grpSpPr>
        <a:xfrm>
          <a:off x="0" y="0"/>
          <a:ext cx="0" cy="0"/>
          <a:chOff x="0" y="0"/>
          <a:chExt cx="0" cy="0"/>
        </a:xfrm>
      </p:grpSpPr>
      <p:pic>
        <p:nvPicPr>
          <p:cNvPr id="3237" name="Google Shape;3237;p30"/>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3238" name="Google Shape;3238;p30"/>
          <p:cNvGrpSpPr/>
          <p:nvPr/>
        </p:nvGrpSpPr>
        <p:grpSpPr>
          <a:xfrm flipH="1" rot="-5400000">
            <a:off x="-152301" y="4013681"/>
            <a:ext cx="1089907" cy="530503"/>
            <a:chOff x="2378750" y="627850"/>
            <a:chExt cx="1312350" cy="638775"/>
          </a:xfrm>
        </p:grpSpPr>
        <p:sp>
          <p:nvSpPr>
            <p:cNvPr id="3239" name="Google Shape;3239;p30"/>
            <p:cNvSpPr/>
            <p:nvPr/>
          </p:nvSpPr>
          <p:spPr>
            <a:xfrm>
              <a:off x="2514775" y="795425"/>
              <a:ext cx="1070400" cy="471200"/>
            </a:xfrm>
            <a:custGeom>
              <a:rect b="b" l="l" r="r" t="t"/>
              <a:pathLst>
                <a:path extrusionOk="0" h="18848" w="42816">
                  <a:moveTo>
                    <a:pt x="20996" y="1"/>
                  </a:moveTo>
                  <a:cubicBezTo>
                    <a:pt x="12718" y="1"/>
                    <a:pt x="4488" y="3311"/>
                    <a:pt x="0" y="10258"/>
                  </a:cubicBezTo>
                  <a:cubicBezTo>
                    <a:pt x="182" y="12508"/>
                    <a:pt x="5775" y="15030"/>
                    <a:pt x="7660" y="15851"/>
                  </a:cubicBezTo>
                  <a:cubicBezTo>
                    <a:pt x="11550" y="17553"/>
                    <a:pt x="15684" y="18587"/>
                    <a:pt x="19940" y="18769"/>
                  </a:cubicBezTo>
                  <a:cubicBezTo>
                    <a:pt x="20924" y="18819"/>
                    <a:pt x="21933" y="18848"/>
                    <a:pt x="22955" y="18848"/>
                  </a:cubicBezTo>
                  <a:cubicBezTo>
                    <a:pt x="28811" y="18848"/>
                    <a:pt x="35104" y="17899"/>
                    <a:pt x="39788" y="14483"/>
                  </a:cubicBezTo>
                  <a:cubicBezTo>
                    <a:pt x="40730" y="13784"/>
                    <a:pt x="41521" y="12994"/>
                    <a:pt x="42129" y="12021"/>
                  </a:cubicBezTo>
                  <a:cubicBezTo>
                    <a:pt x="42417" y="11473"/>
                    <a:pt x="42815" y="9665"/>
                    <a:pt x="42335" y="9665"/>
                  </a:cubicBezTo>
                  <a:cubicBezTo>
                    <a:pt x="42309" y="9665"/>
                    <a:pt x="42281" y="9670"/>
                    <a:pt x="42250" y="9681"/>
                  </a:cubicBezTo>
                  <a:cubicBezTo>
                    <a:pt x="40487" y="8070"/>
                    <a:pt x="39119" y="6064"/>
                    <a:pt x="37052" y="4666"/>
                  </a:cubicBezTo>
                  <a:cubicBezTo>
                    <a:pt x="32498" y="1592"/>
                    <a:pt x="26735" y="1"/>
                    <a:pt x="209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30"/>
            <p:cNvSpPr/>
            <p:nvPr/>
          </p:nvSpPr>
          <p:spPr>
            <a:xfrm>
              <a:off x="2764775" y="792475"/>
              <a:ext cx="549425" cy="443075"/>
            </a:xfrm>
            <a:custGeom>
              <a:rect b="b" l="l" r="r" t="t"/>
              <a:pathLst>
                <a:path extrusionOk="0" h="17723" w="21977">
                  <a:moveTo>
                    <a:pt x="11877" y="0"/>
                  </a:moveTo>
                  <a:cubicBezTo>
                    <a:pt x="6662" y="0"/>
                    <a:pt x="2098" y="1258"/>
                    <a:pt x="2098" y="1258"/>
                  </a:cubicBezTo>
                  <a:cubicBezTo>
                    <a:pt x="0" y="4419"/>
                    <a:pt x="426" y="8613"/>
                    <a:pt x="1854" y="12079"/>
                  </a:cubicBezTo>
                  <a:cubicBezTo>
                    <a:pt x="2888" y="14662"/>
                    <a:pt x="5350" y="16455"/>
                    <a:pt x="8025" y="17215"/>
                  </a:cubicBezTo>
                  <a:cubicBezTo>
                    <a:pt x="9160" y="17532"/>
                    <a:pt x="10472" y="17723"/>
                    <a:pt x="11793" y="17723"/>
                  </a:cubicBezTo>
                  <a:cubicBezTo>
                    <a:pt x="13514" y="17723"/>
                    <a:pt x="15251" y="17399"/>
                    <a:pt x="16627" y="16607"/>
                  </a:cubicBezTo>
                  <a:cubicBezTo>
                    <a:pt x="19058" y="15179"/>
                    <a:pt x="20305" y="11896"/>
                    <a:pt x="20943" y="9252"/>
                  </a:cubicBezTo>
                  <a:cubicBezTo>
                    <a:pt x="21156" y="8431"/>
                    <a:pt x="21976" y="2382"/>
                    <a:pt x="21338" y="2018"/>
                  </a:cubicBezTo>
                  <a:cubicBezTo>
                    <a:pt x="18546" y="477"/>
                    <a:pt x="15088" y="0"/>
                    <a:pt x="118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30"/>
            <p:cNvSpPr/>
            <p:nvPr/>
          </p:nvSpPr>
          <p:spPr>
            <a:xfrm>
              <a:off x="2378750" y="905225"/>
              <a:ext cx="159600" cy="117025"/>
            </a:xfrm>
            <a:custGeom>
              <a:rect b="b" l="l" r="r" t="t"/>
              <a:pathLst>
                <a:path extrusionOk="0" h="4681" w="6384">
                  <a:moveTo>
                    <a:pt x="973" y="0"/>
                  </a:moveTo>
                  <a:cubicBezTo>
                    <a:pt x="669" y="365"/>
                    <a:pt x="335" y="973"/>
                    <a:pt x="0" y="1368"/>
                  </a:cubicBezTo>
                  <a:cubicBezTo>
                    <a:pt x="1550" y="2432"/>
                    <a:pt x="3101" y="3830"/>
                    <a:pt x="4772" y="4681"/>
                  </a:cubicBezTo>
                  <a:cubicBezTo>
                    <a:pt x="5289" y="3982"/>
                    <a:pt x="6019" y="3344"/>
                    <a:pt x="6383" y="2584"/>
                  </a:cubicBezTo>
                  <a:cubicBezTo>
                    <a:pt x="5228" y="1611"/>
                    <a:pt x="2523" y="365"/>
                    <a:pt x="9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30"/>
            <p:cNvSpPr/>
            <p:nvPr/>
          </p:nvSpPr>
          <p:spPr>
            <a:xfrm>
              <a:off x="2473725" y="795800"/>
              <a:ext cx="164175" cy="133750"/>
            </a:xfrm>
            <a:custGeom>
              <a:rect b="b" l="l" r="r" t="t"/>
              <a:pathLst>
                <a:path extrusionOk="0" h="5350" w="6567">
                  <a:moveTo>
                    <a:pt x="1976" y="0"/>
                  </a:moveTo>
                  <a:lnTo>
                    <a:pt x="1" y="1976"/>
                  </a:lnTo>
                  <a:lnTo>
                    <a:pt x="4378" y="5350"/>
                  </a:lnTo>
                  <a:lnTo>
                    <a:pt x="6566" y="3678"/>
                  </a:lnTo>
                  <a:lnTo>
                    <a:pt x="19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30"/>
            <p:cNvSpPr/>
            <p:nvPr/>
          </p:nvSpPr>
          <p:spPr>
            <a:xfrm>
              <a:off x="2579350" y="715250"/>
              <a:ext cx="150500" cy="147425"/>
            </a:xfrm>
            <a:custGeom>
              <a:rect b="b" l="l" r="r" t="t"/>
              <a:pathLst>
                <a:path extrusionOk="0" h="5897" w="6020">
                  <a:moveTo>
                    <a:pt x="2341" y="0"/>
                  </a:moveTo>
                  <a:lnTo>
                    <a:pt x="1" y="1611"/>
                  </a:lnTo>
                  <a:lnTo>
                    <a:pt x="3739" y="5897"/>
                  </a:lnTo>
                  <a:lnTo>
                    <a:pt x="6019" y="4620"/>
                  </a:lnTo>
                  <a:lnTo>
                    <a:pt x="23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30"/>
            <p:cNvSpPr/>
            <p:nvPr/>
          </p:nvSpPr>
          <p:spPr>
            <a:xfrm>
              <a:off x="2703975" y="664325"/>
              <a:ext cx="129975" cy="152775"/>
            </a:xfrm>
            <a:custGeom>
              <a:rect b="b" l="l" r="r" t="t"/>
              <a:pathLst>
                <a:path extrusionOk="0" h="6111" w="5199">
                  <a:moveTo>
                    <a:pt x="2280" y="1"/>
                  </a:moveTo>
                  <a:lnTo>
                    <a:pt x="1" y="943"/>
                  </a:lnTo>
                  <a:lnTo>
                    <a:pt x="2706" y="6110"/>
                  </a:lnTo>
                  <a:lnTo>
                    <a:pt x="5198" y="5259"/>
                  </a:lnTo>
                  <a:lnTo>
                    <a:pt x="22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30"/>
            <p:cNvSpPr/>
            <p:nvPr/>
          </p:nvSpPr>
          <p:spPr>
            <a:xfrm>
              <a:off x="2857475" y="635450"/>
              <a:ext cx="93500" cy="153525"/>
            </a:xfrm>
            <a:custGeom>
              <a:rect b="b" l="l" r="r" t="t"/>
              <a:pathLst>
                <a:path extrusionOk="0" h="6141" w="3740">
                  <a:moveTo>
                    <a:pt x="2189" y="1"/>
                  </a:moveTo>
                  <a:lnTo>
                    <a:pt x="1" y="487"/>
                  </a:lnTo>
                  <a:lnTo>
                    <a:pt x="1460" y="6141"/>
                  </a:lnTo>
                  <a:lnTo>
                    <a:pt x="3739" y="5685"/>
                  </a:lnTo>
                  <a:lnTo>
                    <a:pt x="21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30"/>
            <p:cNvSpPr/>
            <p:nvPr/>
          </p:nvSpPr>
          <p:spPr>
            <a:xfrm>
              <a:off x="3010975" y="627850"/>
              <a:ext cx="54750" cy="148200"/>
            </a:xfrm>
            <a:custGeom>
              <a:rect b="b" l="l" r="r" t="t"/>
              <a:pathLst>
                <a:path extrusionOk="0" h="5928" w="2190">
                  <a:moveTo>
                    <a:pt x="1" y="1"/>
                  </a:moveTo>
                  <a:lnTo>
                    <a:pt x="1" y="5928"/>
                  </a:lnTo>
                  <a:lnTo>
                    <a:pt x="2189" y="5928"/>
                  </a:lnTo>
                  <a:lnTo>
                    <a:pt x="2189" y="30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30"/>
            <p:cNvSpPr/>
            <p:nvPr/>
          </p:nvSpPr>
          <p:spPr>
            <a:xfrm>
              <a:off x="3128000" y="635450"/>
              <a:ext cx="104125" cy="153525"/>
            </a:xfrm>
            <a:custGeom>
              <a:rect b="b" l="l" r="r" t="t"/>
              <a:pathLst>
                <a:path extrusionOk="0" h="6141" w="4165">
                  <a:moveTo>
                    <a:pt x="1763" y="1"/>
                  </a:moveTo>
                  <a:lnTo>
                    <a:pt x="0" y="5624"/>
                  </a:lnTo>
                  <a:lnTo>
                    <a:pt x="2858" y="6141"/>
                  </a:lnTo>
                  <a:lnTo>
                    <a:pt x="4165" y="487"/>
                  </a:lnTo>
                  <a:lnTo>
                    <a:pt x="1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30"/>
            <p:cNvSpPr/>
            <p:nvPr/>
          </p:nvSpPr>
          <p:spPr>
            <a:xfrm>
              <a:off x="3261750" y="674975"/>
              <a:ext cx="120850" cy="152000"/>
            </a:xfrm>
            <a:custGeom>
              <a:rect b="b" l="l" r="r" t="t"/>
              <a:pathLst>
                <a:path extrusionOk="0" h="6080" w="4834">
                  <a:moveTo>
                    <a:pt x="2401" y="0"/>
                  </a:moveTo>
                  <a:lnTo>
                    <a:pt x="0" y="5137"/>
                  </a:lnTo>
                  <a:lnTo>
                    <a:pt x="2553" y="6079"/>
                  </a:lnTo>
                  <a:lnTo>
                    <a:pt x="4833" y="1064"/>
                  </a:lnTo>
                  <a:lnTo>
                    <a:pt x="24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30"/>
            <p:cNvSpPr/>
            <p:nvPr/>
          </p:nvSpPr>
          <p:spPr>
            <a:xfrm>
              <a:off x="3373450" y="730450"/>
              <a:ext cx="118550" cy="151225"/>
            </a:xfrm>
            <a:custGeom>
              <a:rect b="b" l="l" r="r" t="t"/>
              <a:pathLst>
                <a:path extrusionOk="0" h="6049" w="4742">
                  <a:moveTo>
                    <a:pt x="2827" y="0"/>
                  </a:moveTo>
                  <a:lnTo>
                    <a:pt x="0" y="4894"/>
                  </a:lnTo>
                  <a:lnTo>
                    <a:pt x="1946" y="6049"/>
                  </a:lnTo>
                  <a:lnTo>
                    <a:pt x="4742" y="1368"/>
                  </a:lnTo>
                  <a:lnTo>
                    <a:pt x="2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30"/>
            <p:cNvSpPr/>
            <p:nvPr/>
          </p:nvSpPr>
          <p:spPr>
            <a:xfrm>
              <a:off x="3477550" y="817075"/>
              <a:ext cx="123875" cy="132225"/>
            </a:xfrm>
            <a:custGeom>
              <a:rect b="b" l="l" r="r" t="t"/>
              <a:pathLst>
                <a:path extrusionOk="0" h="5289" w="4955">
                  <a:moveTo>
                    <a:pt x="3283" y="0"/>
                  </a:moveTo>
                  <a:lnTo>
                    <a:pt x="0" y="3921"/>
                  </a:lnTo>
                  <a:lnTo>
                    <a:pt x="1581" y="5289"/>
                  </a:lnTo>
                  <a:lnTo>
                    <a:pt x="4955" y="1216"/>
                  </a:lnTo>
                  <a:lnTo>
                    <a:pt x="32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30"/>
            <p:cNvSpPr/>
            <p:nvPr/>
          </p:nvSpPr>
          <p:spPr>
            <a:xfrm>
              <a:off x="3563425" y="929525"/>
              <a:ext cx="127675" cy="101850"/>
            </a:xfrm>
            <a:custGeom>
              <a:rect b="b" l="l" r="r" t="t"/>
              <a:pathLst>
                <a:path extrusionOk="0" h="4074" w="5107">
                  <a:moveTo>
                    <a:pt x="3708" y="1"/>
                  </a:moveTo>
                  <a:lnTo>
                    <a:pt x="0" y="2189"/>
                  </a:lnTo>
                  <a:lnTo>
                    <a:pt x="1246" y="4074"/>
                  </a:lnTo>
                  <a:lnTo>
                    <a:pt x="5107" y="1308"/>
                  </a:lnTo>
                  <a:lnTo>
                    <a:pt x="37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30"/>
            <p:cNvSpPr/>
            <p:nvPr/>
          </p:nvSpPr>
          <p:spPr>
            <a:xfrm>
              <a:off x="2908400" y="837225"/>
              <a:ext cx="263700" cy="286250"/>
            </a:xfrm>
            <a:custGeom>
              <a:rect b="b" l="l" r="r" t="t"/>
              <a:pathLst>
                <a:path extrusionOk="0" h="11450" w="10548">
                  <a:moveTo>
                    <a:pt x="7074" y="1"/>
                  </a:moveTo>
                  <a:cubicBezTo>
                    <a:pt x="6525" y="1"/>
                    <a:pt x="5982" y="23"/>
                    <a:pt x="5471" y="45"/>
                  </a:cubicBezTo>
                  <a:cubicBezTo>
                    <a:pt x="4137" y="130"/>
                    <a:pt x="2697" y="507"/>
                    <a:pt x="1399" y="507"/>
                  </a:cubicBezTo>
                  <a:cubicBezTo>
                    <a:pt x="1307" y="507"/>
                    <a:pt x="1215" y="505"/>
                    <a:pt x="1125" y="501"/>
                  </a:cubicBezTo>
                  <a:lnTo>
                    <a:pt x="1125" y="501"/>
                  </a:lnTo>
                  <a:cubicBezTo>
                    <a:pt x="0" y="3510"/>
                    <a:pt x="1064" y="8495"/>
                    <a:pt x="3739" y="10501"/>
                  </a:cubicBezTo>
                  <a:cubicBezTo>
                    <a:pt x="4511" y="11091"/>
                    <a:pt x="5515" y="11449"/>
                    <a:pt x="6495" y="11449"/>
                  </a:cubicBezTo>
                  <a:cubicBezTo>
                    <a:pt x="6980" y="11449"/>
                    <a:pt x="7460" y="11361"/>
                    <a:pt x="7903" y="11170"/>
                  </a:cubicBezTo>
                  <a:cubicBezTo>
                    <a:pt x="9605" y="10471"/>
                    <a:pt x="10031" y="8769"/>
                    <a:pt x="10183" y="7067"/>
                  </a:cubicBezTo>
                  <a:cubicBezTo>
                    <a:pt x="10395" y="4817"/>
                    <a:pt x="10547" y="2416"/>
                    <a:pt x="9848" y="319"/>
                  </a:cubicBezTo>
                  <a:cubicBezTo>
                    <a:pt x="8999" y="68"/>
                    <a:pt x="8028" y="1"/>
                    <a:pt x="7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3" name="Google Shape;3253;p30"/>
          <p:cNvGrpSpPr/>
          <p:nvPr/>
        </p:nvGrpSpPr>
        <p:grpSpPr>
          <a:xfrm flipH="1">
            <a:off x="7900849" y="259831"/>
            <a:ext cx="1089907" cy="530503"/>
            <a:chOff x="2378750" y="627850"/>
            <a:chExt cx="1312350" cy="638775"/>
          </a:xfrm>
        </p:grpSpPr>
        <p:sp>
          <p:nvSpPr>
            <p:cNvPr id="3254" name="Google Shape;3254;p30"/>
            <p:cNvSpPr/>
            <p:nvPr/>
          </p:nvSpPr>
          <p:spPr>
            <a:xfrm>
              <a:off x="2514775" y="795425"/>
              <a:ext cx="1070400" cy="471200"/>
            </a:xfrm>
            <a:custGeom>
              <a:rect b="b" l="l" r="r" t="t"/>
              <a:pathLst>
                <a:path extrusionOk="0" h="18848" w="42816">
                  <a:moveTo>
                    <a:pt x="20996" y="1"/>
                  </a:moveTo>
                  <a:cubicBezTo>
                    <a:pt x="12718" y="1"/>
                    <a:pt x="4488" y="3311"/>
                    <a:pt x="0" y="10258"/>
                  </a:cubicBezTo>
                  <a:cubicBezTo>
                    <a:pt x="182" y="12508"/>
                    <a:pt x="5775" y="15030"/>
                    <a:pt x="7660" y="15851"/>
                  </a:cubicBezTo>
                  <a:cubicBezTo>
                    <a:pt x="11550" y="17553"/>
                    <a:pt x="15684" y="18587"/>
                    <a:pt x="19940" y="18769"/>
                  </a:cubicBezTo>
                  <a:cubicBezTo>
                    <a:pt x="20924" y="18819"/>
                    <a:pt x="21933" y="18848"/>
                    <a:pt x="22955" y="18848"/>
                  </a:cubicBezTo>
                  <a:cubicBezTo>
                    <a:pt x="28811" y="18848"/>
                    <a:pt x="35104" y="17899"/>
                    <a:pt x="39788" y="14483"/>
                  </a:cubicBezTo>
                  <a:cubicBezTo>
                    <a:pt x="40730" y="13784"/>
                    <a:pt x="41521" y="12994"/>
                    <a:pt x="42129" y="12021"/>
                  </a:cubicBezTo>
                  <a:cubicBezTo>
                    <a:pt x="42417" y="11473"/>
                    <a:pt x="42815" y="9665"/>
                    <a:pt x="42335" y="9665"/>
                  </a:cubicBezTo>
                  <a:cubicBezTo>
                    <a:pt x="42309" y="9665"/>
                    <a:pt x="42281" y="9670"/>
                    <a:pt x="42250" y="9681"/>
                  </a:cubicBezTo>
                  <a:cubicBezTo>
                    <a:pt x="40487" y="8070"/>
                    <a:pt x="39119" y="6064"/>
                    <a:pt x="37052" y="4666"/>
                  </a:cubicBezTo>
                  <a:cubicBezTo>
                    <a:pt x="32498" y="1592"/>
                    <a:pt x="26735" y="1"/>
                    <a:pt x="209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30"/>
            <p:cNvSpPr/>
            <p:nvPr/>
          </p:nvSpPr>
          <p:spPr>
            <a:xfrm>
              <a:off x="2764775" y="792475"/>
              <a:ext cx="549425" cy="443075"/>
            </a:xfrm>
            <a:custGeom>
              <a:rect b="b" l="l" r="r" t="t"/>
              <a:pathLst>
                <a:path extrusionOk="0" h="17723" w="21977">
                  <a:moveTo>
                    <a:pt x="11877" y="0"/>
                  </a:moveTo>
                  <a:cubicBezTo>
                    <a:pt x="6662" y="0"/>
                    <a:pt x="2098" y="1258"/>
                    <a:pt x="2098" y="1258"/>
                  </a:cubicBezTo>
                  <a:cubicBezTo>
                    <a:pt x="0" y="4419"/>
                    <a:pt x="426" y="8613"/>
                    <a:pt x="1854" y="12079"/>
                  </a:cubicBezTo>
                  <a:cubicBezTo>
                    <a:pt x="2888" y="14662"/>
                    <a:pt x="5350" y="16455"/>
                    <a:pt x="8025" y="17215"/>
                  </a:cubicBezTo>
                  <a:cubicBezTo>
                    <a:pt x="9160" y="17532"/>
                    <a:pt x="10472" y="17723"/>
                    <a:pt x="11793" y="17723"/>
                  </a:cubicBezTo>
                  <a:cubicBezTo>
                    <a:pt x="13514" y="17723"/>
                    <a:pt x="15251" y="17399"/>
                    <a:pt x="16627" y="16607"/>
                  </a:cubicBezTo>
                  <a:cubicBezTo>
                    <a:pt x="19058" y="15179"/>
                    <a:pt x="20305" y="11896"/>
                    <a:pt x="20943" y="9252"/>
                  </a:cubicBezTo>
                  <a:cubicBezTo>
                    <a:pt x="21156" y="8431"/>
                    <a:pt x="21976" y="2382"/>
                    <a:pt x="21338" y="2018"/>
                  </a:cubicBezTo>
                  <a:cubicBezTo>
                    <a:pt x="18546" y="477"/>
                    <a:pt x="15088" y="0"/>
                    <a:pt x="118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30"/>
            <p:cNvSpPr/>
            <p:nvPr/>
          </p:nvSpPr>
          <p:spPr>
            <a:xfrm>
              <a:off x="2378750" y="905225"/>
              <a:ext cx="159600" cy="117025"/>
            </a:xfrm>
            <a:custGeom>
              <a:rect b="b" l="l" r="r" t="t"/>
              <a:pathLst>
                <a:path extrusionOk="0" h="4681" w="6384">
                  <a:moveTo>
                    <a:pt x="973" y="0"/>
                  </a:moveTo>
                  <a:cubicBezTo>
                    <a:pt x="669" y="365"/>
                    <a:pt x="335" y="973"/>
                    <a:pt x="0" y="1368"/>
                  </a:cubicBezTo>
                  <a:cubicBezTo>
                    <a:pt x="1550" y="2432"/>
                    <a:pt x="3101" y="3830"/>
                    <a:pt x="4772" y="4681"/>
                  </a:cubicBezTo>
                  <a:cubicBezTo>
                    <a:pt x="5289" y="3982"/>
                    <a:pt x="6019" y="3344"/>
                    <a:pt x="6383" y="2584"/>
                  </a:cubicBezTo>
                  <a:cubicBezTo>
                    <a:pt x="5228" y="1611"/>
                    <a:pt x="2523" y="365"/>
                    <a:pt x="9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30"/>
            <p:cNvSpPr/>
            <p:nvPr/>
          </p:nvSpPr>
          <p:spPr>
            <a:xfrm>
              <a:off x="2473725" y="795800"/>
              <a:ext cx="164175" cy="133750"/>
            </a:xfrm>
            <a:custGeom>
              <a:rect b="b" l="l" r="r" t="t"/>
              <a:pathLst>
                <a:path extrusionOk="0" h="5350" w="6567">
                  <a:moveTo>
                    <a:pt x="1976" y="0"/>
                  </a:moveTo>
                  <a:lnTo>
                    <a:pt x="1" y="1976"/>
                  </a:lnTo>
                  <a:lnTo>
                    <a:pt x="4378" y="5350"/>
                  </a:lnTo>
                  <a:lnTo>
                    <a:pt x="6566" y="3678"/>
                  </a:lnTo>
                  <a:lnTo>
                    <a:pt x="19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30"/>
            <p:cNvSpPr/>
            <p:nvPr/>
          </p:nvSpPr>
          <p:spPr>
            <a:xfrm>
              <a:off x="2579350" y="715250"/>
              <a:ext cx="150500" cy="147425"/>
            </a:xfrm>
            <a:custGeom>
              <a:rect b="b" l="l" r="r" t="t"/>
              <a:pathLst>
                <a:path extrusionOk="0" h="5897" w="6020">
                  <a:moveTo>
                    <a:pt x="2341" y="0"/>
                  </a:moveTo>
                  <a:lnTo>
                    <a:pt x="1" y="1611"/>
                  </a:lnTo>
                  <a:lnTo>
                    <a:pt x="3739" y="5897"/>
                  </a:lnTo>
                  <a:lnTo>
                    <a:pt x="6019" y="4620"/>
                  </a:lnTo>
                  <a:lnTo>
                    <a:pt x="23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30"/>
            <p:cNvSpPr/>
            <p:nvPr/>
          </p:nvSpPr>
          <p:spPr>
            <a:xfrm>
              <a:off x="2703975" y="664325"/>
              <a:ext cx="129975" cy="152775"/>
            </a:xfrm>
            <a:custGeom>
              <a:rect b="b" l="l" r="r" t="t"/>
              <a:pathLst>
                <a:path extrusionOk="0" h="6111" w="5199">
                  <a:moveTo>
                    <a:pt x="2280" y="1"/>
                  </a:moveTo>
                  <a:lnTo>
                    <a:pt x="1" y="943"/>
                  </a:lnTo>
                  <a:lnTo>
                    <a:pt x="2706" y="6110"/>
                  </a:lnTo>
                  <a:lnTo>
                    <a:pt x="5198" y="5259"/>
                  </a:lnTo>
                  <a:lnTo>
                    <a:pt x="22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30"/>
            <p:cNvSpPr/>
            <p:nvPr/>
          </p:nvSpPr>
          <p:spPr>
            <a:xfrm>
              <a:off x="2857475" y="635450"/>
              <a:ext cx="93500" cy="153525"/>
            </a:xfrm>
            <a:custGeom>
              <a:rect b="b" l="l" r="r" t="t"/>
              <a:pathLst>
                <a:path extrusionOk="0" h="6141" w="3740">
                  <a:moveTo>
                    <a:pt x="2189" y="1"/>
                  </a:moveTo>
                  <a:lnTo>
                    <a:pt x="1" y="487"/>
                  </a:lnTo>
                  <a:lnTo>
                    <a:pt x="1460" y="6141"/>
                  </a:lnTo>
                  <a:lnTo>
                    <a:pt x="3739" y="5685"/>
                  </a:lnTo>
                  <a:lnTo>
                    <a:pt x="21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30"/>
            <p:cNvSpPr/>
            <p:nvPr/>
          </p:nvSpPr>
          <p:spPr>
            <a:xfrm>
              <a:off x="3010975" y="627850"/>
              <a:ext cx="54750" cy="148200"/>
            </a:xfrm>
            <a:custGeom>
              <a:rect b="b" l="l" r="r" t="t"/>
              <a:pathLst>
                <a:path extrusionOk="0" h="5928" w="2190">
                  <a:moveTo>
                    <a:pt x="1" y="1"/>
                  </a:moveTo>
                  <a:lnTo>
                    <a:pt x="1" y="5928"/>
                  </a:lnTo>
                  <a:lnTo>
                    <a:pt x="2189" y="5928"/>
                  </a:lnTo>
                  <a:lnTo>
                    <a:pt x="2189" y="30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30"/>
            <p:cNvSpPr/>
            <p:nvPr/>
          </p:nvSpPr>
          <p:spPr>
            <a:xfrm>
              <a:off x="3128000" y="635450"/>
              <a:ext cx="104125" cy="153525"/>
            </a:xfrm>
            <a:custGeom>
              <a:rect b="b" l="l" r="r" t="t"/>
              <a:pathLst>
                <a:path extrusionOk="0" h="6141" w="4165">
                  <a:moveTo>
                    <a:pt x="1763" y="1"/>
                  </a:moveTo>
                  <a:lnTo>
                    <a:pt x="0" y="5624"/>
                  </a:lnTo>
                  <a:lnTo>
                    <a:pt x="2858" y="6141"/>
                  </a:lnTo>
                  <a:lnTo>
                    <a:pt x="4165" y="487"/>
                  </a:lnTo>
                  <a:lnTo>
                    <a:pt x="1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30"/>
            <p:cNvSpPr/>
            <p:nvPr/>
          </p:nvSpPr>
          <p:spPr>
            <a:xfrm>
              <a:off x="3261750" y="674975"/>
              <a:ext cx="120850" cy="152000"/>
            </a:xfrm>
            <a:custGeom>
              <a:rect b="b" l="l" r="r" t="t"/>
              <a:pathLst>
                <a:path extrusionOk="0" h="6080" w="4834">
                  <a:moveTo>
                    <a:pt x="2401" y="0"/>
                  </a:moveTo>
                  <a:lnTo>
                    <a:pt x="0" y="5137"/>
                  </a:lnTo>
                  <a:lnTo>
                    <a:pt x="2553" y="6079"/>
                  </a:lnTo>
                  <a:lnTo>
                    <a:pt x="4833" y="1064"/>
                  </a:lnTo>
                  <a:lnTo>
                    <a:pt x="24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30"/>
            <p:cNvSpPr/>
            <p:nvPr/>
          </p:nvSpPr>
          <p:spPr>
            <a:xfrm>
              <a:off x="3373450" y="730450"/>
              <a:ext cx="118550" cy="151225"/>
            </a:xfrm>
            <a:custGeom>
              <a:rect b="b" l="l" r="r" t="t"/>
              <a:pathLst>
                <a:path extrusionOk="0" h="6049" w="4742">
                  <a:moveTo>
                    <a:pt x="2827" y="0"/>
                  </a:moveTo>
                  <a:lnTo>
                    <a:pt x="0" y="4894"/>
                  </a:lnTo>
                  <a:lnTo>
                    <a:pt x="1946" y="6049"/>
                  </a:lnTo>
                  <a:lnTo>
                    <a:pt x="4742" y="1368"/>
                  </a:lnTo>
                  <a:lnTo>
                    <a:pt x="2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30"/>
            <p:cNvSpPr/>
            <p:nvPr/>
          </p:nvSpPr>
          <p:spPr>
            <a:xfrm>
              <a:off x="3477550" y="817075"/>
              <a:ext cx="123875" cy="132225"/>
            </a:xfrm>
            <a:custGeom>
              <a:rect b="b" l="l" r="r" t="t"/>
              <a:pathLst>
                <a:path extrusionOk="0" h="5289" w="4955">
                  <a:moveTo>
                    <a:pt x="3283" y="0"/>
                  </a:moveTo>
                  <a:lnTo>
                    <a:pt x="0" y="3921"/>
                  </a:lnTo>
                  <a:lnTo>
                    <a:pt x="1581" y="5289"/>
                  </a:lnTo>
                  <a:lnTo>
                    <a:pt x="4955" y="1216"/>
                  </a:lnTo>
                  <a:lnTo>
                    <a:pt x="32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30"/>
            <p:cNvSpPr/>
            <p:nvPr/>
          </p:nvSpPr>
          <p:spPr>
            <a:xfrm>
              <a:off x="3563425" y="929525"/>
              <a:ext cx="127675" cy="101850"/>
            </a:xfrm>
            <a:custGeom>
              <a:rect b="b" l="l" r="r" t="t"/>
              <a:pathLst>
                <a:path extrusionOk="0" h="4074" w="5107">
                  <a:moveTo>
                    <a:pt x="3708" y="1"/>
                  </a:moveTo>
                  <a:lnTo>
                    <a:pt x="0" y="2189"/>
                  </a:lnTo>
                  <a:lnTo>
                    <a:pt x="1246" y="4074"/>
                  </a:lnTo>
                  <a:lnTo>
                    <a:pt x="5107" y="1308"/>
                  </a:lnTo>
                  <a:lnTo>
                    <a:pt x="37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30"/>
            <p:cNvSpPr/>
            <p:nvPr/>
          </p:nvSpPr>
          <p:spPr>
            <a:xfrm>
              <a:off x="2908400" y="837225"/>
              <a:ext cx="263700" cy="286250"/>
            </a:xfrm>
            <a:custGeom>
              <a:rect b="b" l="l" r="r" t="t"/>
              <a:pathLst>
                <a:path extrusionOk="0" h="11450" w="10548">
                  <a:moveTo>
                    <a:pt x="7074" y="1"/>
                  </a:moveTo>
                  <a:cubicBezTo>
                    <a:pt x="6525" y="1"/>
                    <a:pt x="5982" y="23"/>
                    <a:pt x="5471" y="45"/>
                  </a:cubicBezTo>
                  <a:cubicBezTo>
                    <a:pt x="4137" y="130"/>
                    <a:pt x="2697" y="507"/>
                    <a:pt x="1399" y="507"/>
                  </a:cubicBezTo>
                  <a:cubicBezTo>
                    <a:pt x="1307" y="507"/>
                    <a:pt x="1215" y="505"/>
                    <a:pt x="1125" y="501"/>
                  </a:cubicBezTo>
                  <a:lnTo>
                    <a:pt x="1125" y="501"/>
                  </a:lnTo>
                  <a:cubicBezTo>
                    <a:pt x="0" y="3510"/>
                    <a:pt x="1064" y="8495"/>
                    <a:pt x="3739" y="10501"/>
                  </a:cubicBezTo>
                  <a:cubicBezTo>
                    <a:pt x="4511" y="11091"/>
                    <a:pt x="5515" y="11449"/>
                    <a:pt x="6495" y="11449"/>
                  </a:cubicBezTo>
                  <a:cubicBezTo>
                    <a:pt x="6980" y="11449"/>
                    <a:pt x="7460" y="11361"/>
                    <a:pt x="7903" y="11170"/>
                  </a:cubicBezTo>
                  <a:cubicBezTo>
                    <a:pt x="9605" y="10471"/>
                    <a:pt x="10031" y="8769"/>
                    <a:pt x="10183" y="7067"/>
                  </a:cubicBezTo>
                  <a:cubicBezTo>
                    <a:pt x="10395" y="4817"/>
                    <a:pt x="10547" y="2416"/>
                    <a:pt x="9848" y="319"/>
                  </a:cubicBezTo>
                  <a:cubicBezTo>
                    <a:pt x="8999" y="68"/>
                    <a:pt x="8028" y="1"/>
                    <a:pt x="7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8" name="Google Shape;3268;p30"/>
          <p:cNvGrpSpPr/>
          <p:nvPr/>
        </p:nvGrpSpPr>
        <p:grpSpPr>
          <a:xfrm flipH="1" rot="10800000">
            <a:off x="7811052" y="4278186"/>
            <a:ext cx="1517602" cy="1599077"/>
            <a:chOff x="548175" y="3691725"/>
            <a:chExt cx="990925" cy="1044125"/>
          </a:xfrm>
        </p:grpSpPr>
        <p:sp>
          <p:nvSpPr>
            <p:cNvPr id="3269" name="Google Shape;3269;p30"/>
            <p:cNvSpPr/>
            <p:nvPr/>
          </p:nvSpPr>
          <p:spPr>
            <a:xfrm>
              <a:off x="803500" y="3747200"/>
              <a:ext cx="52450" cy="99575"/>
            </a:xfrm>
            <a:custGeom>
              <a:rect b="b" l="l" r="r" t="t"/>
              <a:pathLst>
                <a:path extrusionOk="0" fill="none" h="3983" w="2098">
                  <a:moveTo>
                    <a:pt x="2097" y="0"/>
                  </a:moveTo>
                  <a:cubicBezTo>
                    <a:pt x="1733" y="760"/>
                    <a:pt x="1307" y="1490"/>
                    <a:pt x="881" y="2250"/>
                  </a:cubicBezTo>
                  <a:cubicBezTo>
                    <a:pt x="578" y="2827"/>
                    <a:pt x="213" y="3374"/>
                    <a:pt x="0" y="398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30"/>
            <p:cNvSpPr/>
            <p:nvPr/>
          </p:nvSpPr>
          <p:spPr>
            <a:xfrm>
              <a:off x="773850" y="3864975"/>
              <a:ext cx="58550" cy="99575"/>
            </a:xfrm>
            <a:custGeom>
              <a:rect b="b" l="l" r="r" t="t"/>
              <a:pathLst>
                <a:path extrusionOk="0" fill="none" h="3983" w="2342">
                  <a:moveTo>
                    <a:pt x="2341" y="1"/>
                  </a:moveTo>
                  <a:cubicBezTo>
                    <a:pt x="2067" y="700"/>
                    <a:pt x="1490" y="1308"/>
                    <a:pt x="1186" y="2007"/>
                  </a:cubicBezTo>
                  <a:cubicBezTo>
                    <a:pt x="852" y="2706"/>
                    <a:pt x="517" y="3436"/>
                    <a:pt x="1" y="398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30"/>
            <p:cNvSpPr/>
            <p:nvPr/>
          </p:nvSpPr>
          <p:spPr>
            <a:xfrm>
              <a:off x="712300" y="3923500"/>
              <a:ext cx="38025" cy="64600"/>
            </a:xfrm>
            <a:custGeom>
              <a:rect b="b" l="l" r="r" t="t"/>
              <a:pathLst>
                <a:path extrusionOk="0" fill="none" h="2584" w="1521">
                  <a:moveTo>
                    <a:pt x="1520" y="0"/>
                  </a:moveTo>
                  <a:cubicBezTo>
                    <a:pt x="1216" y="487"/>
                    <a:pt x="1034" y="1034"/>
                    <a:pt x="700" y="1520"/>
                  </a:cubicBezTo>
                  <a:cubicBezTo>
                    <a:pt x="456" y="1885"/>
                    <a:pt x="244" y="2219"/>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30"/>
            <p:cNvSpPr/>
            <p:nvPr/>
          </p:nvSpPr>
          <p:spPr>
            <a:xfrm>
              <a:off x="718375" y="3829275"/>
              <a:ext cx="41075" cy="64600"/>
            </a:xfrm>
            <a:custGeom>
              <a:rect b="b" l="l" r="r" t="t"/>
              <a:pathLst>
                <a:path extrusionOk="0" fill="none" h="2584" w="1643">
                  <a:moveTo>
                    <a:pt x="1642" y="0"/>
                  </a:moveTo>
                  <a:cubicBezTo>
                    <a:pt x="1034" y="851"/>
                    <a:pt x="487" y="1702"/>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30"/>
            <p:cNvSpPr/>
            <p:nvPr/>
          </p:nvSpPr>
          <p:spPr>
            <a:xfrm>
              <a:off x="621125" y="3993400"/>
              <a:ext cx="26600" cy="53225"/>
            </a:xfrm>
            <a:custGeom>
              <a:rect b="b" l="l" r="r" t="t"/>
              <a:pathLst>
                <a:path extrusionOk="0" fill="none" h="2129" w="1064">
                  <a:moveTo>
                    <a:pt x="1064" y="1"/>
                  </a:moveTo>
                  <a:cubicBezTo>
                    <a:pt x="1003" y="335"/>
                    <a:pt x="699" y="761"/>
                    <a:pt x="517" y="1065"/>
                  </a:cubicBezTo>
                  <a:cubicBezTo>
                    <a:pt x="365" y="1429"/>
                    <a:pt x="182" y="1764"/>
                    <a:pt x="0" y="212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30"/>
            <p:cNvSpPr/>
            <p:nvPr/>
          </p:nvSpPr>
          <p:spPr>
            <a:xfrm>
              <a:off x="662150" y="4043550"/>
              <a:ext cx="32700" cy="58550"/>
            </a:xfrm>
            <a:custGeom>
              <a:rect b="b" l="l" r="r" t="t"/>
              <a:pathLst>
                <a:path extrusionOk="0" fill="none" h="2342" w="1308">
                  <a:moveTo>
                    <a:pt x="1307" y="1"/>
                  </a:moveTo>
                  <a:cubicBezTo>
                    <a:pt x="1034" y="487"/>
                    <a:pt x="578" y="882"/>
                    <a:pt x="396" y="1399"/>
                  </a:cubicBezTo>
                  <a:cubicBezTo>
                    <a:pt x="274" y="1703"/>
                    <a:pt x="244" y="209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30"/>
            <p:cNvSpPr/>
            <p:nvPr/>
          </p:nvSpPr>
          <p:spPr>
            <a:xfrm>
              <a:off x="726750" y="4043550"/>
              <a:ext cx="44075" cy="67650"/>
            </a:xfrm>
            <a:custGeom>
              <a:rect b="b" l="l" r="r" t="t"/>
              <a:pathLst>
                <a:path extrusionOk="0" fill="none" h="2706" w="1763">
                  <a:moveTo>
                    <a:pt x="1763" y="1"/>
                  </a:moveTo>
                  <a:cubicBezTo>
                    <a:pt x="973" y="761"/>
                    <a:pt x="426" y="1703"/>
                    <a:pt x="0"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30"/>
            <p:cNvSpPr/>
            <p:nvPr/>
          </p:nvSpPr>
          <p:spPr>
            <a:xfrm>
              <a:off x="827050" y="3955400"/>
              <a:ext cx="43325" cy="67675"/>
            </a:xfrm>
            <a:custGeom>
              <a:rect b="b" l="l" r="r" t="t"/>
              <a:pathLst>
                <a:path extrusionOk="0" fill="none" h="2707" w="1733">
                  <a:moveTo>
                    <a:pt x="1733" y="1"/>
                  </a:moveTo>
                  <a:cubicBezTo>
                    <a:pt x="1307" y="487"/>
                    <a:pt x="851" y="1065"/>
                    <a:pt x="578" y="1673"/>
                  </a:cubicBezTo>
                  <a:cubicBezTo>
                    <a:pt x="487" y="1855"/>
                    <a:pt x="426" y="2068"/>
                    <a:pt x="304" y="2250"/>
                  </a:cubicBezTo>
                  <a:cubicBezTo>
                    <a:pt x="213" y="2402"/>
                    <a:pt x="0" y="2524"/>
                    <a:pt x="0"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30"/>
            <p:cNvSpPr/>
            <p:nvPr/>
          </p:nvSpPr>
          <p:spPr>
            <a:xfrm>
              <a:off x="908350" y="3835350"/>
              <a:ext cx="44100" cy="76000"/>
            </a:xfrm>
            <a:custGeom>
              <a:rect b="b" l="l" r="r" t="t"/>
              <a:pathLst>
                <a:path extrusionOk="0" fill="none" h="3040" w="1764">
                  <a:moveTo>
                    <a:pt x="1764" y="0"/>
                  </a:moveTo>
                  <a:cubicBezTo>
                    <a:pt x="1399" y="699"/>
                    <a:pt x="1034" y="1429"/>
                    <a:pt x="700" y="2158"/>
                  </a:cubicBezTo>
                  <a:cubicBezTo>
                    <a:pt x="578" y="2462"/>
                    <a:pt x="457" y="3040"/>
                    <a:pt x="1" y="294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30"/>
            <p:cNvSpPr/>
            <p:nvPr/>
          </p:nvSpPr>
          <p:spPr>
            <a:xfrm>
              <a:off x="901525" y="3764675"/>
              <a:ext cx="50925" cy="76775"/>
            </a:xfrm>
            <a:custGeom>
              <a:rect b="b" l="l" r="r" t="t"/>
              <a:pathLst>
                <a:path extrusionOk="0" fill="none" h="3071" w="2037">
                  <a:moveTo>
                    <a:pt x="2037" y="1"/>
                  </a:moveTo>
                  <a:cubicBezTo>
                    <a:pt x="1489" y="457"/>
                    <a:pt x="1155" y="1095"/>
                    <a:pt x="821" y="1703"/>
                  </a:cubicBezTo>
                  <a:cubicBezTo>
                    <a:pt x="608" y="2067"/>
                    <a:pt x="0" y="2645"/>
                    <a:pt x="61" y="307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30"/>
            <p:cNvSpPr/>
            <p:nvPr/>
          </p:nvSpPr>
          <p:spPr>
            <a:xfrm>
              <a:off x="1008650" y="3762400"/>
              <a:ext cx="28900" cy="52450"/>
            </a:xfrm>
            <a:custGeom>
              <a:rect b="b" l="l" r="r" t="t"/>
              <a:pathLst>
                <a:path extrusionOk="0" fill="none" h="2098" w="1156">
                  <a:moveTo>
                    <a:pt x="1156" y="0"/>
                  </a:moveTo>
                  <a:cubicBezTo>
                    <a:pt x="882" y="456"/>
                    <a:pt x="487" y="882"/>
                    <a:pt x="305" y="1399"/>
                  </a:cubicBezTo>
                  <a:cubicBezTo>
                    <a:pt x="214" y="1611"/>
                    <a:pt x="183" y="1915"/>
                    <a:pt x="1" y="20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30"/>
            <p:cNvSpPr/>
            <p:nvPr/>
          </p:nvSpPr>
          <p:spPr>
            <a:xfrm>
              <a:off x="1084650" y="3732750"/>
              <a:ext cx="44100" cy="61600"/>
            </a:xfrm>
            <a:custGeom>
              <a:rect b="b" l="l" r="r" t="t"/>
              <a:pathLst>
                <a:path extrusionOk="0" fill="none" h="2464" w="1764">
                  <a:moveTo>
                    <a:pt x="1763" y="1"/>
                  </a:moveTo>
                  <a:cubicBezTo>
                    <a:pt x="1551" y="487"/>
                    <a:pt x="1277" y="913"/>
                    <a:pt x="943" y="1308"/>
                  </a:cubicBezTo>
                  <a:cubicBezTo>
                    <a:pt x="608" y="1703"/>
                    <a:pt x="396" y="2098"/>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30"/>
            <p:cNvSpPr/>
            <p:nvPr/>
          </p:nvSpPr>
          <p:spPr>
            <a:xfrm>
              <a:off x="1155325" y="3762400"/>
              <a:ext cx="38000" cy="49425"/>
            </a:xfrm>
            <a:custGeom>
              <a:rect b="b" l="l" r="r" t="t"/>
              <a:pathLst>
                <a:path extrusionOk="0" fill="none" h="1977" w="1520">
                  <a:moveTo>
                    <a:pt x="1520" y="0"/>
                  </a:moveTo>
                  <a:cubicBezTo>
                    <a:pt x="1216" y="365"/>
                    <a:pt x="942" y="791"/>
                    <a:pt x="639" y="1155"/>
                  </a:cubicBezTo>
                  <a:cubicBezTo>
                    <a:pt x="426" y="1429"/>
                    <a:pt x="183" y="1672"/>
                    <a:pt x="0"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30"/>
            <p:cNvSpPr/>
            <p:nvPr/>
          </p:nvSpPr>
          <p:spPr>
            <a:xfrm>
              <a:off x="969900" y="39934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30"/>
            <p:cNvSpPr/>
            <p:nvPr/>
          </p:nvSpPr>
          <p:spPr>
            <a:xfrm>
              <a:off x="929625" y="3917425"/>
              <a:ext cx="43350" cy="64600"/>
            </a:xfrm>
            <a:custGeom>
              <a:rect b="b" l="l" r="r" t="t"/>
              <a:pathLst>
                <a:path extrusionOk="0" fill="none" h="2584" w="1734">
                  <a:moveTo>
                    <a:pt x="1733" y="0"/>
                  </a:moveTo>
                  <a:cubicBezTo>
                    <a:pt x="1217" y="882"/>
                    <a:pt x="730" y="1854"/>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30"/>
            <p:cNvSpPr/>
            <p:nvPr/>
          </p:nvSpPr>
          <p:spPr>
            <a:xfrm>
              <a:off x="847550" y="4061025"/>
              <a:ext cx="40300" cy="56275"/>
            </a:xfrm>
            <a:custGeom>
              <a:rect b="b" l="l" r="r" t="t"/>
              <a:pathLst>
                <a:path extrusionOk="0" fill="none" h="2251" w="1612">
                  <a:moveTo>
                    <a:pt x="1612" y="1"/>
                  </a:moveTo>
                  <a:cubicBezTo>
                    <a:pt x="974" y="700"/>
                    <a:pt x="487" y="1429"/>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30"/>
            <p:cNvSpPr/>
            <p:nvPr/>
          </p:nvSpPr>
          <p:spPr>
            <a:xfrm>
              <a:off x="750300" y="4169700"/>
              <a:ext cx="50175" cy="64625"/>
            </a:xfrm>
            <a:custGeom>
              <a:rect b="b" l="l" r="r" t="t"/>
              <a:pathLst>
                <a:path extrusionOk="0" fill="none" h="2585" w="2007">
                  <a:moveTo>
                    <a:pt x="2006" y="0"/>
                  </a:moveTo>
                  <a:cubicBezTo>
                    <a:pt x="1307" y="852"/>
                    <a:pt x="791" y="1824"/>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30"/>
            <p:cNvSpPr/>
            <p:nvPr/>
          </p:nvSpPr>
          <p:spPr>
            <a:xfrm>
              <a:off x="747250" y="4114225"/>
              <a:ext cx="32700" cy="46375"/>
            </a:xfrm>
            <a:custGeom>
              <a:rect b="b" l="l" r="r" t="t"/>
              <a:pathLst>
                <a:path extrusionOk="0" fill="none" h="1855" w="1308">
                  <a:moveTo>
                    <a:pt x="1308" y="1"/>
                  </a:moveTo>
                  <a:cubicBezTo>
                    <a:pt x="913" y="639"/>
                    <a:pt x="517" y="1308"/>
                    <a:pt x="1"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30"/>
            <p:cNvSpPr/>
            <p:nvPr/>
          </p:nvSpPr>
          <p:spPr>
            <a:xfrm>
              <a:off x="641625" y="4222900"/>
              <a:ext cx="35750" cy="52450"/>
            </a:xfrm>
            <a:custGeom>
              <a:rect b="b" l="l" r="r" t="t"/>
              <a:pathLst>
                <a:path extrusionOk="0" fill="none" h="2098" w="1430">
                  <a:moveTo>
                    <a:pt x="1429" y="0"/>
                  </a:moveTo>
                  <a:cubicBezTo>
                    <a:pt x="1399" y="182"/>
                    <a:pt x="1004" y="699"/>
                    <a:pt x="913" y="821"/>
                  </a:cubicBezTo>
                  <a:cubicBezTo>
                    <a:pt x="791" y="973"/>
                    <a:pt x="639" y="1125"/>
                    <a:pt x="517" y="1277"/>
                  </a:cubicBezTo>
                  <a:cubicBezTo>
                    <a:pt x="335" y="1520"/>
                    <a:pt x="62" y="1763"/>
                    <a:pt x="1" y="209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30"/>
            <p:cNvSpPr/>
            <p:nvPr/>
          </p:nvSpPr>
          <p:spPr>
            <a:xfrm>
              <a:off x="615800" y="4169700"/>
              <a:ext cx="46375" cy="55500"/>
            </a:xfrm>
            <a:custGeom>
              <a:rect b="b" l="l" r="r" t="t"/>
              <a:pathLst>
                <a:path extrusionOk="0" fill="none" h="2220" w="1855">
                  <a:moveTo>
                    <a:pt x="1854" y="0"/>
                  </a:moveTo>
                  <a:cubicBezTo>
                    <a:pt x="973" y="517"/>
                    <a:pt x="699" y="1551"/>
                    <a:pt x="0"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30"/>
            <p:cNvSpPr/>
            <p:nvPr/>
          </p:nvSpPr>
          <p:spPr>
            <a:xfrm>
              <a:off x="589200" y="4114225"/>
              <a:ext cx="31950" cy="46375"/>
            </a:xfrm>
            <a:custGeom>
              <a:rect b="b" l="l" r="r" t="t"/>
              <a:pathLst>
                <a:path extrusionOk="0" fill="none" h="1855" w="1278">
                  <a:moveTo>
                    <a:pt x="1277" y="1"/>
                  </a:moveTo>
                  <a:cubicBezTo>
                    <a:pt x="973" y="456"/>
                    <a:pt x="669" y="943"/>
                    <a:pt x="335" y="1399"/>
                  </a:cubicBezTo>
                  <a:cubicBezTo>
                    <a:pt x="244" y="1551"/>
                    <a:pt x="122" y="1733"/>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30"/>
            <p:cNvSpPr/>
            <p:nvPr/>
          </p:nvSpPr>
          <p:spPr>
            <a:xfrm>
              <a:off x="630225" y="3855875"/>
              <a:ext cx="31950" cy="50175"/>
            </a:xfrm>
            <a:custGeom>
              <a:rect b="b" l="l" r="r" t="t"/>
              <a:pathLst>
                <a:path extrusionOk="0" fill="none" h="2007" w="1278">
                  <a:moveTo>
                    <a:pt x="1277" y="0"/>
                  </a:moveTo>
                  <a:cubicBezTo>
                    <a:pt x="913" y="365"/>
                    <a:pt x="487" y="760"/>
                    <a:pt x="305" y="1246"/>
                  </a:cubicBezTo>
                  <a:cubicBezTo>
                    <a:pt x="214" y="1459"/>
                    <a:pt x="31" y="1763"/>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30"/>
            <p:cNvSpPr/>
            <p:nvPr/>
          </p:nvSpPr>
          <p:spPr>
            <a:xfrm>
              <a:off x="756375" y="3756325"/>
              <a:ext cx="28900" cy="28900"/>
            </a:xfrm>
            <a:custGeom>
              <a:rect b="b" l="l" r="r" t="t"/>
              <a:pathLst>
                <a:path extrusionOk="0" fill="none" h="1156" w="1156">
                  <a:moveTo>
                    <a:pt x="1156" y="0"/>
                  </a:moveTo>
                  <a:cubicBezTo>
                    <a:pt x="608" y="243"/>
                    <a:pt x="244" y="639"/>
                    <a:pt x="0" y="11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30"/>
            <p:cNvSpPr/>
            <p:nvPr/>
          </p:nvSpPr>
          <p:spPr>
            <a:xfrm>
              <a:off x="565650" y="3982000"/>
              <a:ext cx="26600" cy="41075"/>
            </a:xfrm>
            <a:custGeom>
              <a:rect b="b" l="l" r="r" t="t"/>
              <a:pathLst>
                <a:path extrusionOk="0" fill="none" h="1643" w="1064">
                  <a:moveTo>
                    <a:pt x="1064" y="1"/>
                  </a:moveTo>
                  <a:cubicBezTo>
                    <a:pt x="760" y="305"/>
                    <a:pt x="426" y="669"/>
                    <a:pt x="243" y="1065"/>
                  </a:cubicBezTo>
                  <a:cubicBezTo>
                    <a:pt x="152" y="1247"/>
                    <a:pt x="91" y="1460"/>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30"/>
            <p:cNvSpPr/>
            <p:nvPr/>
          </p:nvSpPr>
          <p:spPr>
            <a:xfrm>
              <a:off x="548175" y="4222900"/>
              <a:ext cx="26600" cy="43325"/>
            </a:xfrm>
            <a:custGeom>
              <a:rect b="b" l="l" r="r" t="t"/>
              <a:pathLst>
                <a:path extrusionOk="0" fill="none" h="1733" w="1064">
                  <a:moveTo>
                    <a:pt x="1064" y="0"/>
                  </a:moveTo>
                  <a:cubicBezTo>
                    <a:pt x="821" y="365"/>
                    <a:pt x="517" y="760"/>
                    <a:pt x="334" y="1155"/>
                  </a:cubicBezTo>
                  <a:cubicBezTo>
                    <a:pt x="274" y="1338"/>
                    <a:pt x="182" y="1702"/>
                    <a:pt x="0" y="173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30"/>
            <p:cNvSpPr/>
            <p:nvPr/>
          </p:nvSpPr>
          <p:spPr>
            <a:xfrm>
              <a:off x="583125" y="4278350"/>
              <a:ext cx="26625" cy="41075"/>
            </a:xfrm>
            <a:custGeom>
              <a:rect b="b" l="l" r="r" t="t"/>
              <a:pathLst>
                <a:path extrusionOk="0" fill="none" h="1643" w="1065">
                  <a:moveTo>
                    <a:pt x="1064" y="1"/>
                  </a:moveTo>
                  <a:cubicBezTo>
                    <a:pt x="730" y="335"/>
                    <a:pt x="487" y="700"/>
                    <a:pt x="304" y="1126"/>
                  </a:cubicBezTo>
                  <a:cubicBezTo>
                    <a:pt x="213" y="1278"/>
                    <a:pt x="152" y="1582"/>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30"/>
            <p:cNvSpPr/>
            <p:nvPr/>
          </p:nvSpPr>
          <p:spPr>
            <a:xfrm>
              <a:off x="621125" y="4322425"/>
              <a:ext cx="58525" cy="85150"/>
            </a:xfrm>
            <a:custGeom>
              <a:rect b="b" l="l" r="r" t="t"/>
              <a:pathLst>
                <a:path extrusionOk="0" fill="none" h="3406" w="2341">
                  <a:moveTo>
                    <a:pt x="2341" y="1"/>
                  </a:moveTo>
                  <a:cubicBezTo>
                    <a:pt x="1824" y="578"/>
                    <a:pt x="1368" y="1247"/>
                    <a:pt x="973" y="1946"/>
                  </a:cubicBezTo>
                  <a:cubicBezTo>
                    <a:pt x="821" y="2220"/>
                    <a:pt x="669" y="2433"/>
                    <a:pt x="517" y="2706"/>
                  </a:cubicBezTo>
                  <a:cubicBezTo>
                    <a:pt x="334" y="2919"/>
                    <a:pt x="243" y="3223"/>
                    <a:pt x="0" y="340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30"/>
            <p:cNvSpPr/>
            <p:nvPr/>
          </p:nvSpPr>
          <p:spPr>
            <a:xfrm>
              <a:off x="618075" y="4459975"/>
              <a:ext cx="26625" cy="44100"/>
            </a:xfrm>
            <a:custGeom>
              <a:rect b="b" l="l" r="r" t="t"/>
              <a:pathLst>
                <a:path extrusionOk="0" fill="none" h="1764" w="1065">
                  <a:moveTo>
                    <a:pt x="1064" y="1"/>
                  </a:moveTo>
                  <a:cubicBezTo>
                    <a:pt x="760" y="426"/>
                    <a:pt x="578" y="760"/>
                    <a:pt x="365" y="1216"/>
                  </a:cubicBezTo>
                  <a:cubicBezTo>
                    <a:pt x="304" y="1368"/>
                    <a:pt x="152" y="1642"/>
                    <a:pt x="0"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30"/>
            <p:cNvSpPr/>
            <p:nvPr/>
          </p:nvSpPr>
          <p:spPr>
            <a:xfrm>
              <a:off x="741925" y="4275325"/>
              <a:ext cx="41075" cy="55500"/>
            </a:xfrm>
            <a:custGeom>
              <a:rect b="b" l="l" r="r" t="t"/>
              <a:pathLst>
                <a:path extrusionOk="0" fill="none" h="2220" w="1643">
                  <a:moveTo>
                    <a:pt x="1642" y="0"/>
                  </a:moveTo>
                  <a:cubicBezTo>
                    <a:pt x="1095" y="335"/>
                    <a:pt x="882" y="851"/>
                    <a:pt x="578" y="1368"/>
                  </a:cubicBezTo>
                  <a:cubicBezTo>
                    <a:pt x="426" y="1672"/>
                    <a:pt x="244" y="2037"/>
                    <a:pt x="1"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30"/>
            <p:cNvSpPr/>
            <p:nvPr/>
          </p:nvSpPr>
          <p:spPr>
            <a:xfrm>
              <a:off x="849850" y="4178825"/>
              <a:ext cx="26600" cy="41050"/>
            </a:xfrm>
            <a:custGeom>
              <a:rect b="b" l="l" r="r" t="t"/>
              <a:pathLst>
                <a:path extrusionOk="0" fill="none" h="1642" w="1064">
                  <a:moveTo>
                    <a:pt x="1064" y="0"/>
                  </a:moveTo>
                  <a:cubicBezTo>
                    <a:pt x="790" y="335"/>
                    <a:pt x="517" y="638"/>
                    <a:pt x="304" y="1034"/>
                  </a:cubicBezTo>
                  <a:cubicBezTo>
                    <a:pt x="183" y="1216"/>
                    <a:pt x="152" y="1459"/>
                    <a:pt x="0"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30"/>
            <p:cNvSpPr/>
            <p:nvPr/>
          </p:nvSpPr>
          <p:spPr>
            <a:xfrm>
              <a:off x="944075" y="4102075"/>
              <a:ext cx="49400" cy="70675"/>
            </a:xfrm>
            <a:custGeom>
              <a:rect b="b" l="l" r="r" t="t"/>
              <a:pathLst>
                <a:path extrusionOk="0" fill="none" h="2827" w="1976">
                  <a:moveTo>
                    <a:pt x="1976" y="0"/>
                  </a:moveTo>
                  <a:cubicBezTo>
                    <a:pt x="1429" y="547"/>
                    <a:pt x="1003" y="1094"/>
                    <a:pt x="639" y="1794"/>
                  </a:cubicBezTo>
                  <a:cubicBezTo>
                    <a:pt x="456" y="2098"/>
                    <a:pt x="243" y="2553"/>
                    <a:pt x="0" y="282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30"/>
            <p:cNvSpPr/>
            <p:nvPr/>
          </p:nvSpPr>
          <p:spPr>
            <a:xfrm>
              <a:off x="1052725" y="4013925"/>
              <a:ext cx="34975" cy="50175"/>
            </a:xfrm>
            <a:custGeom>
              <a:rect b="b" l="l" r="r" t="t"/>
              <a:pathLst>
                <a:path extrusionOk="0" fill="none" h="2007" w="1399">
                  <a:moveTo>
                    <a:pt x="1399" y="0"/>
                  </a:moveTo>
                  <a:cubicBezTo>
                    <a:pt x="943" y="456"/>
                    <a:pt x="609" y="851"/>
                    <a:pt x="335" y="1399"/>
                  </a:cubicBezTo>
                  <a:cubicBezTo>
                    <a:pt x="274" y="1490"/>
                    <a:pt x="274" y="1672"/>
                    <a:pt x="183" y="1763"/>
                  </a:cubicBezTo>
                  <a:cubicBezTo>
                    <a:pt x="122" y="1885"/>
                    <a:pt x="62" y="1885"/>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30"/>
            <p:cNvSpPr/>
            <p:nvPr/>
          </p:nvSpPr>
          <p:spPr>
            <a:xfrm>
              <a:off x="1149250" y="3899950"/>
              <a:ext cx="34975" cy="50175"/>
            </a:xfrm>
            <a:custGeom>
              <a:rect b="b" l="l" r="r" t="t"/>
              <a:pathLst>
                <a:path extrusionOk="0" fill="none" h="2007" w="1399">
                  <a:moveTo>
                    <a:pt x="1398" y="0"/>
                  </a:moveTo>
                  <a:cubicBezTo>
                    <a:pt x="1003" y="426"/>
                    <a:pt x="730" y="821"/>
                    <a:pt x="395" y="1307"/>
                  </a:cubicBezTo>
                  <a:cubicBezTo>
                    <a:pt x="243" y="1489"/>
                    <a:pt x="0" y="1733"/>
                    <a:pt x="0"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30"/>
            <p:cNvSpPr/>
            <p:nvPr/>
          </p:nvSpPr>
          <p:spPr>
            <a:xfrm>
              <a:off x="1102125" y="3879425"/>
              <a:ext cx="26625" cy="41050"/>
            </a:xfrm>
            <a:custGeom>
              <a:rect b="b" l="l" r="r" t="t"/>
              <a:pathLst>
                <a:path extrusionOk="0" fill="none" h="1642" w="1065">
                  <a:moveTo>
                    <a:pt x="1064" y="0"/>
                  </a:moveTo>
                  <a:cubicBezTo>
                    <a:pt x="730" y="183"/>
                    <a:pt x="517" y="699"/>
                    <a:pt x="304" y="1003"/>
                  </a:cubicBezTo>
                  <a:cubicBezTo>
                    <a:pt x="183" y="1186"/>
                    <a:pt x="31" y="1429"/>
                    <a:pt x="1"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30"/>
            <p:cNvSpPr/>
            <p:nvPr/>
          </p:nvSpPr>
          <p:spPr>
            <a:xfrm>
              <a:off x="972950" y="3697800"/>
              <a:ext cx="38775" cy="44100"/>
            </a:xfrm>
            <a:custGeom>
              <a:rect b="b" l="l" r="r" t="t"/>
              <a:pathLst>
                <a:path extrusionOk="0" fill="none" h="1764" w="1551">
                  <a:moveTo>
                    <a:pt x="1550" y="1"/>
                  </a:moveTo>
                  <a:cubicBezTo>
                    <a:pt x="1186" y="426"/>
                    <a:pt x="851" y="791"/>
                    <a:pt x="487" y="1186"/>
                  </a:cubicBezTo>
                  <a:cubicBezTo>
                    <a:pt x="365" y="1308"/>
                    <a:pt x="61" y="1612"/>
                    <a:pt x="0"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30"/>
            <p:cNvSpPr/>
            <p:nvPr/>
          </p:nvSpPr>
          <p:spPr>
            <a:xfrm>
              <a:off x="908350" y="3691725"/>
              <a:ext cx="20550" cy="23575"/>
            </a:xfrm>
            <a:custGeom>
              <a:rect b="b" l="l" r="r" t="t"/>
              <a:pathLst>
                <a:path extrusionOk="0" fill="none" h="943" w="822">
                  <a:moveTo>
                    <a:pt x="821" y="1"/>
                  </a:moveTo>
                  <a:cubicBezTo>
                    <a:pt x="457" y="213"/>
                    <a:pt x="122" y="517"/>
                    <a:pt x="1" y="94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30"/>
            <p:cNvSpPr/>
            <p:nvPr/>
          </p:nvSpPr>
          <p:spPr>
            <a:xfrm>
              <a:off x="1207000" y="3779875"/>
              <a:ext cx="38775" cy="49425"/>
            </a:xfrm>
            <a:custGeom>
              <a:rect b="b" l="l" r="r" t="t"/>
              <a:pathLst>
                <a:path extrusionOk="0" fill="none" h="1977" w="1551">
                  <a:moveTo>
                    <a:pt x="1550" y="1"/>
                  </a:moveTo>
                  <a:cubicBezTo>
                    <a:pt x="1094" y="396"/>
                    <a:pt x="730" y="821"/>
                    <a:pt x="334" y="1277"/>
                  </a:cubicBezTo>
                  <a:cubicBezTo>
                    <a:pt x="182" y="1490"/>
                    <a:pt x="0" y="1703"/>
                    <a:pt x="3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30"/>
            <p:cNvSpPr/>
            <p:nvPr/>
          </p:nvSpPr>
          <p:spPr>
            <a:xfrm>
              <a:off x="1275375" y="3814825"/>
              <a:ext cx="38025" cy="38025"/>
            </a:xfrm>
            <a:custGeom>
              <a:rect b="b" l="l" r="r" t="t"/>
              <a:pathLst>
                <a:path extrusionOk="0" fill="none" h="1521" w="1521">
                  <a:moveTo>
                    <a:pt x="1521" y="1"/>
                  </a:moveTo>
                  <a:cubicBezTo>
                    <a:pt x="1125" y="61"/>
                    <a:pt x="852" y="609"/>
                    <a:pt x="639" y="882"/>
                  </a:cubicBezTo>
                  <a:cubicBezTo>
                    <a:pt x="457" y="1065"/>
                    <a:pt x="214" y="136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30"/>
            <p:cNvSpPr/>
            <p:nvPr/>
          </p:nvSpPr>
          <p:spPr>
            <a:xfrm>
              <a:off x="1322500" y="3858900"/>
              <a:ext cx="58525" cy="61575"/>
            </a:xfrm>
            <a:custGeom>
              <a:rect b="b" l="l" r="r" t="t"/>
              <a:pathLst>
                <a:path extrusionOk="0" fill="none" h="2463" w="2341">
                  <a:moveTo>
                    <a:pt x="2341" y="1"/>
                  </a:moveTo>
                  <a:cubicBezTo>
                    <a:pt x="1976" y="274"/>
                    <a:pt x="1520" y="578"/>
                    <a:pt x="1246" y="943"/>
                  </a:cubicBezTo>
                  <a:cubicBezTo>
                    <a:pt x="1095" y="1125"/>
                    <a:pt x="973" y="1338"/>
                    <a:pt x="791" y="1520"/>
                  </a:cubicBezTo>
                  <a:cubicBezTo>
                    <a:pt x="547" y="1824"/>
                    <a:pt x="243" y="2128"/>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30"/>
            <p:cNvSpPr/>
            <p:nvPr/>
          </p:nvSpPr>
          <p:spPr>
            <a:xfrm>
              <a:off x="1325525" y="3944000"/>
              <a:ext cx="66900" cy="72975"/>
            </a:xfrm>
            <a:custGeom>
              <a:rect b="b" l="l" r="r" t="t"/>
              <a:pathLst>
                <a:path extrusionOk="0" fill="none" h="2919" w="2676">
                  <a:moveTo>
                    <a:pt x="2676" y="1"/>
                  </a:moveTo>
                  <a:cubicBezTo>
                    <a:pt x="2159" y="609"/>
                    <a:pt x="1673" y="1308"/>
                    <a:pt x="1034" y="1855"/>
                  </a:cubicBezTo>
                  <a:cubicBezTo>
                    <a:pt x="670" y="2159"/>
                    <a:pt x="335" y="2585"/>
                    <a:pt x="1" y="29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30"/>
            <p:cNvSpPr/>
            <p:nvPr/>
          </p:nvSpPr>
          <p:spPr>
            <a:xfrm>
              <a:off x="1407600" y="3958450"/>
              <a:ext cx="38025" cy="44100"/>
            </a:xfrm>
            <a:custGeom>
              <a:rect b="b" l="l" r="r" t="t"/>
              <a:pathLst>
                <a:path extrusionOk="0" fill="none" h="1764" w="1521">
                  <a:moveTo>
                    <a:pt x="1520" y="0"/>
                  </a:moveTo>
                  <a:cubicBezTo>
                    <a:pt x="1004" y="578"/>
                    <a:pt x="609" y="1307"/>
                    <a:pt x="1"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30"/>
            <p:cNvSpPr/>
            <p:nvPr/>
          </p:nvSpPr>
          <p:spPr>
            <a:xfrm>
              <a:off x="1242700" y="3970600"/>
              <a:ext cx="44100" cy="55500"/>
            </a:xfrm>
            <a:custGeom>
              <a:rect b="b" l="l" r="r" t="t"/>
              <a:pathLst>
                <a:path extrusionOk="0" fill="none" h="2220" w="1764">
                  <a:moveTo>
                    <a:pt x="1764" y="1"/>
                  </a:moveTo>
                  <a:cubicBezTo>
                    <a:pt x="1308" y="274"/>
                    <a:pt x="1034" y="791"/>
                    <a:pt x="791" y="1277"/>
                  </a:cubicBezTo>
                  <a:cubicBezTo>
                    <a:pt x="578" y="1612"/>
                    <a:pt x="274" y="1885"/>
                    <a:pt x="1"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30"/>
            <p:cNvSpPr/>
            <p:nvPr/>
          </p:nvSpPr>
          <p:spPr>
            <a:xfrm>
              <a:off x="1178875" y="3944000"/>
              <a:ext cx="49425" cy="58550"/>
            </a:xfrm>
            <a:custGeom>
              <a:rect b="b" l="l" r="r" t="t"/>
              <a:pathLst>
                <a:path extrusionOk="0" fill="none" h="2342" w="1977">
                  <a:moveTo>
                    <a:pt x="1976" y="1"/>
                  </a:moveTo>
                  <a:cubicBezTo>
                    <a:pt x="1520" y="487"/>
                    <a:pt x="1034" y="974"/>
                    <a:pt x="639" y="1521"/>
                  </a:cubicBezTo>
                  <a:cubicBezTo>
                    <a:pt x="456" y="1764"/>
                    <a:pt x="92" y="206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30"/>
            <p:cNvSpPr/>
            <p:nvPr/>
          </p:nvSpPr>
          <p:spPr>
            <a:xfrm>
              <a:off x="1117325" y="4076225"/>
              <a:ext cx="41050" cy="49425"/>
            </a:xfrm>
            <a:custGeom>
              <a:rect b="b" l="l" r="r" t="t"/>
              <a:pathLst>
                <a:path extrusionOk="0" fill="none" h="1977" w="1642">
                  <a:moveTo>
                    <a:pt x="1642" y="1"/>
                  </a:moveTo>
                  <a:cubicBezTo>
                    <a:pt x="1186" y="396"/>
                    <a:pt x="943" y="882"/>
                    <a:pt x="548" y="1308"/>
                  </a:cubicBezTo>
                  <a:cubicBezTo>
                    <a:pt x="365" y="1521"/>
                    <a:pt x="183" y="1764"/>
                    <a:pt x="0"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30"/>
            <p:cNvSpPr/>
            <p:nvPr/>
          </p:nvSpPr>
          <p:spPr>
            <a:xfrm>
              <a:off x="1198625" y="4084600"/>
              <a:ext cx="41825" cy="50175"/>
            </a:xfrm>
            <a:custGeom>
              <a:rect b="b" l="l" r="r" t="t"/>
              <a:pathLst>
                <a:path extrusionOk="0" fill="none" h="2007" w="1673">
                  <a:moveTo>
                    <a:pt x="1673" y="0"/>
                  </a:moveTo>
                  <a:cubicBezTo>
                    <a:pt x="1308" y="456"/>
                    <a:pt x="1004" y="912"/>
                    <a:pt x="639" y="1338"/>
                  </a:cubicBezTo>
                  <a:cubicBezTo>
                    <a:pt x="457" y="1520"/>
                    <a:pt x="274" y="1915"/>
                    <a:pt x="1" y="20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30"/>
            <p:cNvSpPr/>
            <p:nvPr/>
          </p:nvSpPr>
          <p:spPr>
            <a:xfrm>
              <a:off x="1295900" y="4064075"/>
              <a:ext cx="41050" cy="50175"/>
            </a:xfrm>
            <a:custGeom>
              <a:rect b="b" l="l" r="r" t="t"/>
              <a:pathLst>
                <a:path extrusionOk="0" fill="none" h="2007" w="1642">
                  <a:moveTo>
                    <a:pt x="1642" y="0"/>
                  </a:moveTo>
                  <a:cubicBezTo>
                    <a:pt x="1247" y="487"/>
                    <a:pt x="821" y="912"/>
                    <a:pt x="456" y="1429"/>
                  </a:cubicBezTo>
                  <a:cubicBezTo>
                    <a:pt x="335" y="1611"/>
                    <a:pt x="183" y="1946"/>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30"/>
            <p:cNvSpPr/>
            <p:nvPr/>
          </p:nvSpPr>
          <p:spPr>
            <a:xfrm>
              <a:off x="1360500" y="4061025"/>
              <a:ext cx="58525" cy="61575"/>
            </a:xfrm>
            <a:custGeom>
              <a:rect b="b" l="l" r="r" t="t"/>
              <a:pathLst>
                <a:path extrusionOk="0" fill="none" h="2463" w="2341">
                  <a:moveTo>
                    <a:pt x="2341" y="1"/>
                  </a:moveTo>
                  <a:cubicBezTo>
                    <a:pt x="2006" y="214"/>
                    <a:pt x="1733" y="396"/>
                    <a:pt x="1489" y="730"/>
                  </a:cubicBezTo>
                  <a:cubicBezTo>
                    <a:pt x="1337" y="913"/>
                    <a:pt x="1216" y="1125"/>
                    <a:pt x="1064" y="1308"/>
                  </a:cubicBezTo>
                  <a:cubicBezTo>
                    <a:pt x="669" y="1703"/>
                    <a:pt x="304" y="2037"/>
                    <a:pt x="0" y="24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30"/>
            <p:cNvSpPr/>
            <p:nvPr/>
          </p:nvSpPr>
          <p:spPr>
            <a:xfrm>
              <a:off x="1442550" y="4055725"/>
              <a:ext cx="52475" cy="58525"/>
            </a:xfrm>
            <a:custGeom>
              <a:rect b="b" l="l" r="r" t="t"/>
              <a:pathLst>
                <a:path extrusionOk="0" fill="none" h="2341" w="2099">
                  <a:moveTo>
                    <a:pt x="2098" y="0"/>
                  </a:moveTo>
                  <a:cubicBezTo>
                    <a:pt x="1825" y="456"/>
                    <a:pt x="1399" y="851"/>
                    <a:pt x="1065" y="1277"/>
                  </a:cubicBezTo>
                  <a:cubicBezTo>
                    <a:pt x="761" y="1672"/>
                    <a:pt x="396" y="2037"/>
                    <a:pt x="1"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30"/>
            <p:cNvSpPr/>
            <p:nvPr/>
          </p:nvSpPr>
          <p:spPr>
            <a:xfrm>
              <a:off x="1448625" y="4149175"/>
              <a:ext cx="41075" cy="58550"/>
            </a:xfrm>
            <a:custGeom>
              <a:rect b="b" l="l" r="r" t="t"/>
              <a:pathLst>
                <a:path extrusionOk="0" fill="none" h="2342" w="1643">
                  <a:moveTo>
                    <a:pt x="1642" y="1"/>
                  </a:moveTo>
                  <a:cubicBezTo>
                    <a:pt x="1186" y="852"/>
                    <a:pt x="396" y="1490"/>
                    <a:pt x="1"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30"/>
            <p:cNvSpPr/>
            <p:nvPr/>
          </p:nvSpPr>
          <p:spPr>
            <a:xfrm>
              <a:off x="1480550" y="4193250"/>
              <a:ext cx="58550" cy="67650"/>
            </a:xfrm>
            <a:custGeom>
              <a:rect b="b" l="l" r="r" t="t"/>
              <a:pathLst>
                <a:path extrusionOk="0" fill="none" h="2706" w="2342">
                  <a:moveTo>
                    <a:pt x="2341" y="1"/>
                  </a:moveTo>
                  <a:cubicBezTo>
                    <a:pt x="1885" y="517"/>
                    <a:pt x="1490" y="1065"/>
                    <a:pt x="1064" y="1612"/>
                  </a:cubicBezTo>
                  <a:cubicBezTo>
                    <a:pt x="760" y="2007"/>
                    <a:pt x="365" y="2341"/>
                    <a:pt x="1" y="270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30"/>
            <p:cNvSpPr/>
            <p:nvPr/>
          </p:nvSpPr>
          <p:spPr>
            <a:xfrm>
              <a:off x="1442550" y="4389300"/>
              <a:ext cx="41075" cy="44100"/>
            </a:xfrm>
            <a:custGeom>
              <a:rect b="b" l="l" r="r" t="t"/>
              <a:pathLst>
                <a:path extrusionOk="0" fill="none" h="1764" w="1643">
                  <a:moveTo>
                    <a:pt x="1642" y="1"/>
                  </a:moveTo>
                  <a:cubicBezTo>
                    <a:pt x="1369" y="335"/>
                    <a:pt x="973" y="517"/>
                    <a:pt x="700" y="852"/>
                  </a:cubicBezTo>
                  <a:cubicBezTo>
                    <a:pt x="457" y="1156"/>
                    <a:pt x="244" y="1490"/>
                    <a:pt x="1"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30"/>
            <p:cNvSpPr/>
            <p:nvPr/>
          </p:nvSpPr>
          <p:spPr>
            <a:xfrm>
              <a:off x="1392400" y="4501000"/>
              <a:ext cx="50175" cy="50175"/>
            </a:xfrm>
            <a:custGeom>
              <a:rect b="b" l="l" r="r" t="t"/>
              <a:pathLst>
                <a:path extrusionOk="0" fill="none" h="2007" w="2007">
                  <a:moveTo>
                    <a:pt x="2007" y="1"/>
                  </a:moveTo>
                  <a:cubicBezTo>
                    <a:pt x="1581" y="426"/>
                    <a:pt x="1217" y="882"/>
                    <a:pt x="821" y="1308"/>
                  </a:cubicBezTo>
                  <a:cubicBezTo>
                    <a:pt x="578" y="1551"/>
                    <a:pt x="244" y="1733"/>
                    <a:pt x="1"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30"/>
            <p:cNvSpPr/>
            <p:nvPr/>
          </p:nvSpPr>
          <p:spPr>
            <a:xfrm>
              <a:off x="1474475" y="4295850"/>
              <a:ext cx="38025" cy="47125"/>
            </a:xfrm>
            <a:custGeom>
              <a:rect b="b" l="l" r="r" t="t"/>
              <a:pathLst>
                <a:path extrusionOk="0" fill="none" h="1885" w="1521">
                  <a:moveTo>
                    <a:pt x="1520" y="0"/>
                  </a:moveTo>
                  <a:cubicBezTo>
                    <a:pt x="1216" y="365"/>
                    <a:pt x="912" y="699"/>
                    <a:pt x="639" y="1094"/>
                  </a:cubicBezTo>
                  <a:cubicBezTo>
                    <a:pt x="426" y="1368"/>
                    <a:pt x="274" y="1641"/>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30"/>
            <p:cNvSpPr/>
            <p:nvPr/>
          </p:nvSpPr>
          <p:spPr>
            <a:xfrm>
              <a:off x="1515500" y="4105100"/>
              <a:ext cx="23600" cy="29675"/>
            </a:xfrm>
            <a:custGeom>
              <a:rect b="b" l="l" r="r" t="t"/>
              <a:pathLst>
                <a:path extrusionOk="0" fill="none" h="1187" w="944">
                  <a:moveTo>
                    <a:pt x="943" y="1"/>
                  </a:moveTo>
                  <a:cubicBezTo>
                    <a:pt x="457" y="274"/>
                    <a:pt x="122" y="639"/>
                    <a:pt x="1" y="118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30"/>
            <p:cNvSpPr/>
            <p:nvPr/>
          </p:nvSpPr>
          <p:spPr>
            <a:xfrm>
              <a:off x="1351375" y="4281400"/>
              <a:ext cx="61575" cy="72975"/>
            </a:xfrm>
            <a:custGeom>
              <a:rect b="b" l="l" r="r" t="t"/>
              <a:pathLst>
                <a:path extrusionOk="0" fill="none" h="2919" w="2463">
                  <a:moveTo>
                    <a:pt x="2462" y="1"/>
                  </a:moveTo>
                  <a:cubicBezTo>
                    <a:pt x="2128" y="274"/>
                    <a:pt x="1702" y="548"/>
                    <a:pt x="1429" y="943"/>
                  </a:cubicBezTo>
                  <a:cubicBezTo>
                    <a:pt x="1247" y="1216"/>
                    <a:pt x="1064" y="1490"/>
                    <a:pt x="851" y="1764"/>
                  </a:cubicBezTo>
                  <a:cubicBezTo>
                    <a:pt x="578" y="2128"/>
                    <a:pt x="365" y="2645"/>
                    <a:pt x="0" y="29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30"/>
            <p:cNvSpPr/>
            <p:nvPr/>
          </p:nvSpPr>
          <p:spPr>
            <a:xfrm>
              <a:off x="1333900" y="4199325"/>
              <a:ext cx="44100" cy="46375"/>
            </a:xfrm>
            <a:custGeom>
              <a:rect b="b" l="l" r="r" t="t"/>
              <a:pathLst>
                <a:path extrusionOk="0" fill="none" h="1855" w="1764">
                  <a:moveTo>
                    <a:pt x="1763" y="1"/>
                  </a:moveTo>
                  <a:cubicBezTo>
                    <a:pt x="1368" y="122"/>
                    <a:pt x="1094" y="700"/>
                    <a:pt x="821" y="1004"/>
                  </a:cubicBezTo>
                  <a:cubicBezTo>
                    <a:pt x="547" y="1277"/>
                    <a:pt x="304" y="1581"/>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30"/>
            <p:cNvSpPr/>
            <p:nvPr/>
          </p:nvSpPr>
          <p:spPr>
            <a:xfrm>
              <a:off x="1008650" y="4172750"/>
              <a:ext cx="46375" cy="58525"/>
            </a:xfrm>
            <a:custGeom>
              <a:rect b="b" l="l" r="r" t="t"/>
              <a:pathLst>
                <a:path extrusionOk="0" fill="none" h="2341" w="1855">
                  <a:moveTo>
                    <a:pt x="1855" y="0"/>
                  </a:moveTo>
                  <a:cubicBezTo>
                    <a:pt x="1277" y="790"/>
                    <a:pt x="670" y="1611"/>
                    <a:pt x="1" y="234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30"/>
            <p:cNvSpPr/>
            <p:nvPr/>
          </p:nvSpPr>
          <p:spPr>
            <a:xfrm>
              <a:off x="1114275" y="4193250"/>
              <a:ext cx="38025" cy="41075"/>
            </a:xfrm>
            <a:custGeom>
              <a:rect b="b" l="l" r="r" t="t"/>
              <a:pathLst>
                <a:path extrusionOk="0" fill="none" h="1643" w="1521">
                  <a:moveTo>
                    <a:pt x="1521" y="1"/>
                  </a:moveTo>
                  <a:cubicBezTo>
                    <a:pt x="1095" y="213"/>
                    <a:pt x="670" y="548"/>
                    <a:pt x="396" y="973"/>
                  </a:cubicBezTo>
                  <a:cubicBezTo>
                    <a:pt x="244" y="1186"/>
                    <a:pt x="183" y="1460"/>
                    <a:pt x="1" y="1642"/>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30"/>
            <p:cNvSpPr/>
            <p:nvPr/>
          </p:nvSpPr>
          <p:spPr>
            <a:xfrm>
              <a:off x="1216875" y="4187175"/>
              <a:ext cx="31925" cy="35750"/>
            </a:xfrm>
            <a:custGeom>
              <a:rect b="b" l="l" r="r" t="t"/>
              <a:pathLst>
                <a:path extrusionOk="0" fill="none" h="1430" w="1277">
                  <a:moveTo>
                    <a:pt x="1277" y="1"/>
                  </a:moveTo>
                  <a:cubicBezTo>
                    <a:pt x="912" y="335"/>
                    <a:pt x="547" y="517"/>
                    <a:pt x="335" y="943"/>
                  </a:cubicBezTo>
                  <a:cubicBezTo>
                    <a:pt x="243" y="1156"/>
                    <a:pt x="152" y="1247"/>
                    <a:pt x="0" y="142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30"/>
            <p:cNvSpPr/>
            <p:nvPr/>
          </p:nvSpPr>
          <p:spPr>
            <a:xfrm>
              <a:off x="1286775" y="4178825"/>
              <a:ext cx="44100" cy="43325"/>
            </a:xfrm>
            <a:custGeom>
              <a:rect b="b" l="l" r="r" t="t"/>
              <a:pathLst>
                <a:path extrusionOk="0" fill="none" h="1733" w="1764">
                  <a:moveTo>
                    <a:pt x="1764" y="0"/>
                  </a:moveTo>
                  <a:cubicBezTo>
                    <a:pt x="1186" y="487"/>
                    <a:pt x="457" y="1094"/>
                    <a:pt x="1" y="173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30"/>
            <p:cNvSpPr/>
            <p:nvPr/>
          </p:nvSpPr>
          <p:spPr>
            <a:xfrm>
              <a:off x="1146200" y="4310275"/>
              <a:ext cx="58525" cy="64625"/>
            </a:xfrm>
            <a:custGeom>
              <a:rect b="b" l="l" r="r" t="t"/>
              <a:pathLst>
                <a:path extrusionOk="0" fill="none" h="2585" w="2341">
                  <a:moveTo>
                    <a:pt x="2341" y="1"/>
                  </a:moveTo>
                  <a:cubicBezTo>
                    <a:pt x="2037" y="92"/>
                    <a:pt x="1763" y="639"/>
                    <a:pt x="1611" y="852"/>
                  </a:cubicBezTo>
                  <a:cubicBezTo>
                    <a:pt x="1429" y="1064"/>
                    <a:pt x="1247" y="1247"/>
                    <a:pt x="1064" y="1429"/>
                  </a:cubicBezTo>
                  <a:cubicBezTo>
                    <a:pt x="669" y="1794"/>
                    <a:pt x="335" y="2189"/>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30"/>
            <p:cNvSpPr/>
            <p:nvPr/>
          </p:nvSpPr>
          <p:spPr>
            <a:xfrm>
              <a:off x="1102125" y="4286725"/>
              <a:ext cx="50175" cy="56250"/>
            </a:xfrm>
            <a:custGeom>
              <a:rect b="b" l="l" r="r" t="t"/>
              <a:pathLst>
                <a:path extrusionOk="0" fill="none" h="2250" w="2007">
                  <a:moveTo>
                    <a:pt x="2007" y="0"/>
                  </a:moveTo>
                  <a:cubicBezTo>
                    <a:pt x="1277" y="730"/>
                    <a:pt x="639" y="1490"/>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30"/>
            <p:cNvSpPr/>
            <p:nvPr/>
          </p:nvSpPr>
          <p:spPr>
            <a:xfrm>
              <a:off x="994225" y="4310275"/>
              <a:ext cx="49425" cy="50175"/>
            </a:xfrm>
            <a:custGeom>
              <a:rect b="b" l="l" r="r" t="t"/>
              <a:pathLst>
                <a:path extrusionOk="0" fill="none" h="2007" w="1977">
                  <a:moveTo>
                    <a:pt x="1976" y="1"/>
                  </a:moveTo>
                  <a:cubicBezTo>
                    <a:pt x="1551" y="426"/>
                    <a:pt x="1155" y="852"/>
                    <a:pt x="730" y="1247"/>
                  </a:cubicBezTo>
                  <a:cubicBezTo>
                    <a:pt x="487" y="1520"/>
                    <a:pt x="183" y="1703"/>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30"/>
            <p:cNvSpPr/>
            <p:nvPr/>
          </p:nvSpPr>
          <p:spPr>
            <a:xfrm>
              <a:off x="887825" y="4313325"/>
              <a:ext cx="41075" cy="38000"/>
            </a:xfrm>
            <a:custGeom>
              <a:rect b="b" l="l" r="r" t="t"/>
              <a:pathLst>
                <a:path extrusionOk="0" fill="none" h="1520" w="1643">
                  <a:moveTo>
                    <a:pt x="1642" y="0"/>
                  </a:moveTo>
                  <a:cubicBezTo>
                    <a:pt x="1308" y="335"/>
                    <a:pt x="974" y="699"/>
                    <a:pt x="639" y="1034"/>
                  </a:cubicBezTo>
                  <a:cubicBezTo>
                    <a:pt x="426" y="1216"/>
                    <a:pt x="214" y="133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30"/>
            <p:cNvSpPr/>
            <p:nvPr/>
          </p:nvSpPr>
          <p:spPr>
            <a:xfrm>
              <a:off x="882525" y="4234300"/>
              <a:ext cx="41050" cy="47125"/>
            </a:xfrm>
            <a:custGeom>
              <a:rect b="b" l="l" r="r" t="t"/>
              <a:pathLst>
                <a:path extrusionOk="0" fill="none" h="1885" w="1642">
                  <a:moveTo>
                    <a:pt x="1642" y="0"/>
                  </a:moveTo>
                  <a:cubicBezTo>
                    <a:pt x="1003" y="517"/>
                    <a:pt x="578" y="1307"/>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30"/>
            <p:cNvSpPr/>
            <p:nvPr/>
          </p:nvSpPr>
          <p:spPr>
            <a:xfrm>
              <a:off x="770800" y="4368800"/>
              <a:ext cx="47150" cy="53200"/>
            </a:xfrm>
            <a:custGeom>
              <a:rect b="b" l="l" r="r" t="t"/>
              <a:pathLst>
                <a:path extrusionOk="0" fill="none" h="2128" w="1886">
                  <a:moveTo>
                    <a:pt x="1886" y="0"/>
                  </a:moveTo>
                  <a:cubicBezTo>
                    <a:pt x="1399" y="426"/>
                    <a:pt x="974" y="882"/>
                    <a:pt x="579" y="1398"/>
                  </a:cubicBezTo>
                  <a:cubicBezTo>
                    <a:pt x="396" y="1641"/>
                    <a:pt x="244" y="1885"/>
                    <a:pt x="1" y="212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30"/>
            <p:cNvSpPr/>
            <p:nvPr/>
          </p:nvSpPr>
          <p:spPr>
            <a:xfrm>
              <a:off x="723700" y="4483525"/>
              <a:ext cx="41050" cy="50175"/>
            </a:xfrm>
            <a:custGeom>
              <a:rect b="b" l="l" r="r" t="t"/>
              <a:pathLst>
                <a:path extrusionOk="0" fill="none" h="2007" w="1642">
                  <a:moveTo>
                    <a:pt x="1642" y="1"/>
                  </a:moveTo>
                  <a:cubicBezTo>
                    <a:pt x="1277" y="426"/>
                    <a:pt x="943" y="791"/>
                    <a:pt x="700" y="1247"/>
                  </a:cubicBezTo>
                  <a:cubicBezTo>
                    <a:pt x="548" y="1551"/>
                    <a:pt x="274" y="1825"/>
                    <a:pt x="0" y="2007"/>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30"/>
            <p:cNvSpPr/>
            <p:nvPr/>
          </p:nvSpPr>
          <p:spPr>
            <a:xfrm>
              <a:off x="709250" y="4583075"/>
              <a:ext cx="31950" cy="38025"/>
            </a:xfrm>
            <a:custGeom>
              <a:rect b="b" l="l" r="r" t="t"/>
              <a:pathLst>
                <a:path extrusionOk="0" fill="none" h="1521" w="1278">
                  <a:moveTo>
                    <a:pt x="1278" y="1"/>
                  </a:moveTo>
                  <a:cubicBezTo>
                    <a:pt x="974" y="457"/>
                    <a:pt x="578" y="1338"/>
                    <a:pt x="1"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30"/>
            <p:cNvSpPr/>
            <p:nvPr/>
          </p:nvSpPr>
          <p:spPr>
            <a:xfrm>
              <a:off x="694825" y="4404500"/>
              <a:ext cx="20550" cy="28900"/>
            </a:xfrm>
            <a:custGeom>
              <a:rect b="b" l="l" r="r" t="t"/>
              <a:pathLst>
                <a:path extrusionOk="0" fill="none" h="1156" w="822">
                  <a:moveTo>
                    <a:pt x="821" y="1"/>
                  </a:moveTo>
                  <a:cubicBezTo>
                    <a:pt x="456" y="335"/>
                    <a:pt x="335" y="821"/>
                    <a:pt x="0" y="115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30"/>
            <p:cNvSpPr/>
            <p:nvPr/>
          </p:nvSpPr>
          <p:spPr>
            <a:xfrm>
              <a:off x="577050" y="4404500"/>
              <a:ext cx="20525" cy="26625"/>
            </a:xfrm>
            <a:custGeom>
              <a:rect b="b" l="l" r="r" t="t"/>
              <a:pathLst>
                <a:path extrusionOk="0" fill="none" h="1065" w="821">
                  <a:moveTo>
                    <a:pt x="821" y="1"/>
                  </a:moveTo>
                  <a:cubicBezTo>
                    <a:pt x="517" y="335"/>
                    <a:pt x="304" y="730"/>
                    <a:pt x="0" y="106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30"/>
            <p:cNvSpPr/>
            <p:nvPr/>
          </p:nvSpPr>
          <p:spPr>
            <a:xfrm>
              <a:off x="873400" y="4407550"/>
              <a:ext cx="38025" cy="58525"/>
            </a:xfrm>
            <a:custGeom>
              <a:rect b="b" l="l" r="r" t="t"/>
              <a:pathLst>
                <a:path extrusionOk="0" fill="none" h="2341" w="1521">
                  <a:moveTo>
                    <a:pt x="1520" y="0"/>
                  </a:moveTo>
                  <a:cubicBezTo>
                    <a:pt x="1490" y="304"/>
                    <a:pt x="1095" y="699"/>
                    <a:pt x="943" y="943"/>
                  </a:cubicBezTo>
                  <a:cubicBezTo>
                    <a:pt x="821" y="1155"/>
                    <a:pt x="669" y="1338"/>
                    <a:pt x="548" y="1520"/>
                  </a:cubicBezTo>
                  <a:cubicBezTo>
                    <a:pt x="365" y="1733"/>
                    <a:pt x="31" y="2037"/>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30"/>
            <p:cNvSpPr/>
            <p:nvPr/>
          </p:nvSpPr>
          <p:spPr>
            <a:xfrm>
              <a:off x="955475" y="4421975"/>
              <a:ext cx="50175" cy="55500"/>
            </a:xfrm>
            <a:custGeom>
              <a:rect b="b" l="l" r="r" t="t"/>
              <a:pathLst>
                <a:path extrusionOk="0" fill="none" h="2220" w="2007">
                  <a:moveTo>
                    <a:pt x="2006" y="1"/>
                  </a:moveTo>
                  <a:cubicBezTo>
                    <a:pt x="1611" y="244"/>
                    <a:pt x="1398" y="335"/>
                    <a:pt x="1155" y="669"/>
                  </a:cubicBezTo>
                  <a:cubicBezTo>
                    <a:pt x="1034" y="882"/>
                    <a:pt x="912" y="1095"/>
                    <a:pt x="760" y="1277"/>
                  </a:cubicBezTo>
                  <a:cubicBezTo>
                    <a:pt x="517" y="1612"/>
                    <a:pt x="304" y="1946"/>
                    <a:pt x="0"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30"/>
            <p:cNvSpPr/>
            <p:nvPr/>
          </p:nvSpPr>
          <p:spPr>
            <a:xfrm>
              <a:off x="1084650" y="4415900"/>
              <a:ext cx="26625" cy="32700"/>
            </a:xfrm>
            <a:custGeom>
              <a:rect b="b" l="l" r="r" t="t"/>
              <a:pathLst>
                <a:path extrusionOk="0" fill="none" h="1308" w="1065">
                  <a:moveTo>
                    <a:pt x="1064" y="1"/>
                  </a:moveTo>
                  <a:cubicBezTo>
                    <a:pt x="730" y="365"/>
                    <a:pt x="152" y="821"/>
                    <a:pt x="0" y="130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30"/>
            <p:cNvSpPr/>
            <p:nvPr/>
          </p:nvSpPr>
          <p:spPr>
            <a:xfrm>
              <a:off x="1122650" y="4451625"/>
              <a:ext cx="44100" cy="58525"/>
            </a:xfrm>
            <a:custGeom>
              <a:rect b="b" l="l" r="r" t="t"/>
              <a:pathLst>
                <a:path extrusionOk="0" fill="none" h="2341" w="1764">
                  <a:moveTo>
                    <a:pt x="1763" y="0"/>
                  </a:moveTo>
                  <a:cubicBezTo>
                    <a:pt x="1368" y="517"/>
                    <a:pt x="1003" y="1094"/>
                    <a:pt x="578" y="1611"/>
                  </a:cubicBezTo>
                  <a:cubicBezTo>
                    <a:pt x="395" y="1854"/>
                    <a:pt x="243" y="2158"/>
                    <a:pt x="0" y="234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30"/>
            <p:cNvSpPr/>
            <p:nvPr/>
          </p:nvSpPr>
          <p:spPr>
            <a:xfrm>
              <a:off x="1245750" y="4327750"/>
              <a:ext cx="29650" cy="32700"/>
            </a:xfrm>
            <a:custGeom>
              <a:rect b="b" l="l" r="r" t="t"/>
              <a:pathLst>
                <a:path extrusionOk="0" fill="none" h="1308" w="1186">
                  <a:moveTo>
                    <a:pt x="1186" y="1"/>
                  </a:moveTo>
                  <a:cubicBezTo>
                    <a:pt x="851" y="213"/>
                    <a:pt x="456" y="487"/>
                    <a:pt x="304" y="852"/>
                  </a:cubicBezTo>
                  <a:cubicBezTo>
                    <a:pt x="213" y="1034"/>
                    <a:pt x="183" y="1156"/>
                    <a:pt x="0" y="130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30"/>
            <p:cNvSpPr/>
            <p:nvPr/>
          </p:nvSpPr>
          <p:spPr>
            <a:xfrm>
              <a:off x="1284500" y="4418950"/>
              <a:ext cx="31950" cy="44100"/>
            </a:xfrm>
            <a:custGeom>
              <a:rect b="b" l="l" r="r" t="t"/>
              <a:pathLst>
                <a:path extrusionOk="0" fill="none" h="1764" w="1278">
                  <a:moveTo>
                    <a:pt x="1277" y="0"/>
                  </a:moveTo>
                  <a:cubicBezTo>
                    <a:pt x="943" y="395"/>
                    <a:pt x="578" y="821"/>
                    <a:pt x="304" y="1246"/>
                  </a:cubicBezTo>
                  <a:cubicBezTo>
                    <a:pt x="183" y="1398"/>
                    <a:pt x="122" y="1611"/>
                    <a:pt x="0" y="176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30"/>
            <p:cNvSpPr/>
            <p:nvPr/>
          </p:nvSpPr>
          <p:spPr>
            <a:xfrm>
              <a:off x="1292850" y="4507100"/>
              <a:ext cx="35000" cy="49400"/>
            </a:xfrm>
            <a:custGeom>
              <a:rect b="b" l="l" r="r" t="t"/>
              <a:pathLst>
                <a:path extrusionOk="0" fill="none" h="1976" w="1400">
                  <a:moveTo>
                    <a:pt x="1399" y="0"/>
                  </a:moveTo>
                  <a:cubicBezTo>
                    <a:pt x="822" y="517"/>
                    <a:pt x="548" y="1398"/>
                    <a:pt x="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30"/>
            <p:cNvSpPr/>
            <p:nvPr/>
          </p:nvSpPr>
          <p:spPr>
            <a:xfrm>
              <a:off x="1257900" y="4627150"/>
              <a:ext cx="44100" cy="52450"/>
            </a:xfrm>
            <a:custGeom>
              <a:rect b="b" l="l" r="r" t="t"/>
              <a:pathLst>
                <a:path extrusionOk="0" fill="none" h="2098" w="1764">
                  <a:moveTo>
                    <a:pt x="1764" y="1"/>
                  </a:moveTo>
                  <a:cubicBezTo>
                    <a:pt x="1308" y="517"/>
                    <a:pt x="882" y="1034"/>
                    <a:pt x="457" y="1520"/>
                  </a:cubicBezTo>
                  <a:cubicBezTo>
                    <a:pt x="335" y="1672"/>
                    <a:pt x="31" y="1946"/>
                    <a:pt x="1" y="20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30"/>
            <p:cNvSpPr/>
            <p:nvPr/>
          </p:nvSpPr>
          <p:spPr>
            <a:xfrm>
              <a:off x="1175825" y="4636275"/>
              <a:ext cx="41075" cy="49425"/>
            </a:xfrm>
            <a:custGeom>
              <a:rect b="b" l="l" r="r" t="t"/>
              <a:pathLst>
                <a:path extrusionOk="0" fill="none" h="1977" w="1643">
                  <a:moveTo>
                    <a:pt x="1642" y="0"/>
                  </a:moveTo>
                  <a:cubicBezTo>
                    <a:pt x="1156" y="304"/>
                    <a:pt x="852" y="791"/>
                    <a:pt x="578" y="1277"/>
                  </a:cubicBezTo>
                  <a:cubicBezTo>
                    <a:pt x="426" y="1550"/>
                    <a:pt x="214" y="1763"/>
                    <a:pt x="1" y="1976"/>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30"/>
            <p:cNvSpPr/>
            <p:nvPr/>
          </p:nvSpPr>
          <p:spPr>
            <a:xfrm>
              <a:off x="1175825" y="4530650"/>
              <a:ext cx="49425" cy="64600"/>
            </a:xfrm>
            <a:custGeom>
              <a:rect b="b" l="l" r="r" t="t"/>
              <a:pathLst>
                <a:path extrusionOk="0" fill="none" h="2584" w="1977">
                  <a:moveTo>
                    <a:pt x="1977" y="0"/>
                  </a:moveTo>
                  <a:cubicBezTo>
                    <a:pt x="1581" y="426"/>
                    <a:pt x="1156" y="943"/>
                    <a:pt x="822" y="1429"/>
                  </a:cubicBezTo>
                  <a:cubicBezTo>
                    <a:pt x="548" y="1824"/>
                    <a:pt x="305" y="2219"/>
                    <a:pt x="1"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30"/>
            <p:cNvSpPr/>
            <p:nvPr/>
          </p:nvSpPr>
          <p:spPr>
            <a:xfrm>
              <a:off x="1067175" y="4662100"/>
              <a:ext cx="38025" cy="47150"/>
            </a:xfrm>
            <a:custGeom>
              <a:rect b="b" l="l" r="r" t="t"/>
              <a:pathLst>
                <a:path extrusionOk="0" fill="none" h="1886" w="1521">
                  <a:moveTo>
                    <a:pt x="1520" y="1"/>
                  </a:moveTo>
                  <a:cubicBezTo>
                    <a:pt x="1186" y="426"/>
                    <a:pt x="943" y="943"/>
                    <a:pt x="578" y="1308"/>
                  </a:cubicBezTo>
                  <a:cubicBezTo>
                    <a:pt x="395" y="1521"/>
                    <a:pt x="183" y="1703"/>
                    <a:pt x="0" y="188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30"/>
            <p:cNvSpPr/>
            <p:nvPr/>
          </p:nvSpPr>
          <p:spPr>
            <a:xfrm>
              <a:off x="1105175" y="4697825"/>
              <a:ext cx="32700" cy="38025"/>
            </a:xfrm>
            <a:custGeom>
              <a:rect b="b" l="l" r="r" t="t"/>
              <a:pathLst>
                <a:path extrusionOk="0" fill="none" h="1521" w="1308">
                  <a:moveTo>
                    <a:pt x="1307" y="0"/>
                  </a:moveTo>
                  <a:cubicBezTo>
                    <a:pt x="942" y="335"/>
                    <a:pt x="578" y="699"/>
                    <a:pt x="304" y="1125"/>
                  </a:cubicBezTo>
                  <a:cubicBezTo>
                    <a:pt x="243" y="1247"/>
                    <a:pt x="182" y="1490"/>
                    <a:pt x="0" y="15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30"/>
            <p:cNvSpPr/>
            <p:nvPr/>
          </p:nvSpPr>
          <p:spPr>
            <a:xfrm>
              <a:off x="1061100" y="4556475"/>
              <a:ext cx="34975" cy="44100"/>
            </a:xfrm>
            <a:custGeom>
              <a:rect b="b" l="l" r="r" t="t"/>
              <a:pathLst>
                <a:path extrusionOk="0" fill="none" h="1764" w="1399">
                  <a:moveTo>
                    <a:pt x="1398" y="1"/>
                  </a:moveTo>
                  <a:cubicBezTo>
                    <a:pt x="942" y="274"/>
                    <a:pt x="578" y="730"/>
                    <a:pt x="365" y="1247"/>
                  </a:cubicBezTo>
                  <a:cubicBezTo>
                    <a:pt x="304" y="1338"/>
                    <a:pt x="274" y="1460"/>
                    <a:pt x="213" y="1551"/>
                  </a:cubicBezTo>
                  <a:cubicBezTo>
                    <a:pt x="152" y="1642"/>
                    <a:pt x="31" y="1642"/>
                    <a:pt x="0" y="176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30"/>
            <p:cNvSpPr/>
            <p:nvPr/>
          </p:nvSpPr>
          <p:spPr>
            <a:xfrm>
              <a:off x="923550" y="4653750"/>
              <a:ext cx="41050" cy="55500"/>
            </a:xfrm>
            <a:custGeom>
              <a:rect b="b" l="l" r="r" t="t"/>
              <a:pathLst>
                <a:path extrusionOk="0" fill="none" h="2220" w="1642">
                  <a:moveTo>
                    <a:pt x="1642" y="0"/>
                  </a:moveTo>
                  <a:cubicBezTo>
                    <a:pt x="1277" y="487"/>
                    <a:pt x="912" y="1003"/>
                    <a:pt x="517" y="1520"/>
                  </a:cubicBezTo>
                  <a:cubicBezTo>
                    <a:pt x="365" y="1733"/>
                    <a:pt x="183" y="2007"/>
                    <a:pt x="1" y="221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30"/>
            <p:cNvSpPr/>
            <p:nvPr/>
          </p:nvSpPr>
          <p:spPr>
            <a:xfrm>
              <a:off x="947100" y="4527600"/>
              <a:ext cx="44100" cy="55500"/>
            </a:xfrm>
            <a:custGeom>
              <a:rect b="b" l="l" r="r" t="t"/>
              <a:pathLst>
                <a:path extrusionOk="0" fill="none" h="2220" w="1764">
                  <a:moveTo>
                    <a:pt x="1764" y="1"/>
                  </a:moveTo>
                  <a:cubicBezTo>
                    <a:pt x="821" y="517"/>
                    <a:pt x="639" y="1490"/>
                    <a:pt x="1" y="222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30"/>
            <p:cNvSpPr/>
            <p:nvPr/>
          </p:nvSpPr>
          <p:spPr>
            <a:xfrm>
              <a:off x="820975" y="4527600"/>
              <a:ext cx="49400" cy="64625"/>
            </a:xfrm>
            <a:custGeom>
              <a:rect b="b" l="l" r="r" t="t"/>
              <a:pathLst>
                <a:path extrusionOk="0" fill="none" h="2585" w="1976">
                  <a:moveTo>
                    <a:pt x="1976" y="1"/>
                  </a:moveTo>
                  <a:cubicBezTo>
                    <a:pt x="1398" y="487"/>
                    <a:pt x="973" y="913"/>
                    <a:pt x="517" y="1521"/>
                  </a:cubicBezTo>
                  <a:cubicBezTo>
                    <a:pt x="274" y="1855"/>
                    <a:pt x="182" y="2220"/>
                    <a:pt x="0" y="2584"/>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30"/>
            <p:cNvSpPr/>
            <p:nvPr/>
          </p:nvSpPr>
          <p:spPr>
            <a:xfrm>
              <a:off x="827050" y="4659825"/>
              <a:ext cx="38025" cy="46375"/>
            </a:xfrm>
            <a:custGeom>
              <a:rect b="b" l="l" r="r" t="t"/>
              <a:pathLst>
                <a:path extrusionOk="0" fill="none" h="1855" w="1521">
                  <a:moveTo>
                    <a:pt x="1520" y="1"/>
                  </a:moveTo>
                  <a:cubicBezTo>
                    <a:pt x="1125" y="365"/>
                    <a:pt x="608" y="730"/>
                    <a:pt x="335" y="1186"/>
                  </a:cubicBezTo>
                  <a:cubicBezTo>
                    <a:pt x="274" y="1308"/>
                    <a:pt x="243" y="1429"/>
                    <a:pt x="183" y="1520"/>
                  </a:cubicBezTo>
                  <a:cubicBezTo>
                    <a:pt x="122" y="1642"/>
                    <a:pt x="0" y="1703"/>
                    <a:pt x="0" y="1855"/>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30"/>
            <p:cNvSpPr/>
            <p:nvPr/>
          </p:nvSpPr>
          <p:spPr>
            <a:xfrm>
              <a:off x="772325" y="4647675"/>
              <a:ext cx="22075" cy="23575"/>
            </a:xfrm>
            <a:custGeom>
              <a:rect b="b" l="l" r="r" t="t"/>
              <a:pathLst>
                <a:path extrusionOk="0" fill="none" h="943" w="883">
                  <a:moveTo>
                    <a:pt x="882" y="0"/>
                  </a:moveTo>
                  <a:cubicBezTo>
                    <a:pt x="609" y="152"/>
                    <a:pt x="1" y="578"/>
                    <a:pt x="62" y="943"/>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30"/>
            <p:cNvSpPr/>
            <p:nvPr/>
          </p:nvSpPr>
          <p:spPr>
            <a:xfrm>
              <a:off x="988150" y="4682625"/>
              <a:ext cx="28900" cy="38775"/>
            </a:xfrm>
            <a:custGeom>
              <a:rect b="b" l="l" r="r" t="t"/>
              <a:pathLst>
                <a:path extrusionOk="0" fill="none" h="1551" w="1156">
                  <a:moveTo>
                    <a:pt x="1155" y="0"/>
                  </a:moveTo>
                  <a:cubicBezTo>
                    <a:pt x="760" y="396"/>
                    <a:pt x="547" y="578"/>
                    <a:pt x="335" y="1034"/>
                  </a:cubicBezTo>
                  <a:cubicBezTo>
                    <a:pt x="274" y="1216"/>
                    <a:pt x="152" y="1429"/>
                    <a:pt x="0" y="1551"/>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30"/>
            <p:cNvSpPr/>
            <p:nvPr/>
          </p:nvSpPr>
          <p:spPr>
            <a:xfrm>
              <a:off x="1357450" y="4407550"/>
              <a:ext cx="23575" cy="34975"/>
            </a:xfrm>
            <a:custGeom>
              <a:rect b="b" l="l" r="r" t="t"/>
              <a:pathLst>
                <a:path extrusionOk="0" fill="none" h="1399" w="943">
                  <a:moveTo>
                    <a:pt x="943" y="0"/>
                  </a:moveTo>
                  <a:cubicBezTo>
                    <a:pt x="669" y="304"/>
                    <a:pt x="426" y="639"/>
                    <a:pt x="213" y="973"/>
                  </a:cubicBezTo>
                  <a:cubicBezTo>
                    <a:pt x="122" y="1125"/>
                    <a:pt x="0" y="1246"/>
                    <a:pt x="0" y="1398"/>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30"/>
            <p:cNvSpPr/>
            <p:nvPr/>
          </p:nvSpPr>
          <p:spPr>
            <a:xfrm>
              <a:off x="1349100" y="4603600"/>
              <a:ext cx="19775" cy="17500"/>
            </a:xfrm>
            <a:custGeom>
              <a:rect b="b" l="l" r="r" t="t"/>
              <a:pathLst>
                <a:path extrusionOk="0" fill="none" h="700" w="791">
                  <a:moveTo>
                    <a:pt x="790" y="0"/>
                  </a:moveTo>
                  <a:cubicBezTo>
                    <a:pt x="578" y="213"/>
                    <a:pt x="213" y="456"/>
                    <a:pt x="0" y="699"/>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30"/>
            <p:cNvSpPr/>
            <p:nvPr/>
          </p:nvSpPr>
          <p:spPr>
            <a:xfrm>
              <a:off x="1005238" y="38760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l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1" name="Google Shape;3361;p30"/>
          <p:cNvSpPr/>
          <p:nvPr/>
        </p:nvSpPr>
        <p:spPr>
          <a:xfrm flipH="1">
            <a:off x="-97773" y="71550"/>
            <a:ext cx="1517598" cy="74579"/>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6"/>
                  <a:pt x="4134" y="1217"/>
                  <a:pt x="4621" y="1217"/>
                </a:cubicBezTo>
                <a:cubicBezTo>
                  <a:pt x="5198" y="1217"/>
                  <a:pt x="5715" y="1156"/>
                  <a:pt x="6262" y="1399"/>
                </a:cubicBezTo>
                <a:cubicBezTo>
                  <a:pt x="6870" y="1673"/>
                  <a:pt x="7478" y="2007"/>
                  <a:pt x="8055" y="2372"/>
                </a:cubicBezTo>
                <a:cubicBezTo>
                  <a:pt x="8572" y="2706"/>
                  <a:pt x="8937" y="3162"/>
                  <a:pt x="9545" y="3345"/>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4"/>
                </a:cubicBezTo>
                <a:cubicBezTo>
                  <a:pt x="16110" y="579"/>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8"/>
                  <a:pt x="24378" y="4287"/>
                  <a:pt x="25138" y="4287"/>
                </a:cubicBezTo>
                <a:cubicBezTo>
                  <a:pt x="25502" y="4287"/>
                  <a:pt x="26050" y="4378"/>
                  <a:pt x="26414" y="4256"/>
                </a:cubicBezTo>
                <a:cubicBezTo>
                  <a:pt x="26870" y="4135"/>
                  <a:pt x="27296" y="3740"/>
                  <a:pt x="27721" y="3527"/>
                </a:cubicBezTo>
                <a:cubicBezTo>
                  <a:pt x="28451" y="3162"/>
                  <a:pt x="29150" y="2372"/>
                  <a:pt x="29636" y="1734"/>
                </a:cubicBezTo>
                <a:cubicBezTo>
                  <a:pt x="29910" y="1430"/>
                  <a:pt x="30123" y="1065"/>
                  <a:pt x="30335" y="730"/>
                </a:cubicBezTo>
                <a:cubicBezTo>
                  <a:pt x="30427" y="548"/>
                  <a:pt x="30548" y="305"/>
                  <a:pt x="30761" y="275"/>
                </a:cubicBezTo>
                <a:cubicBezTo>
                  <a:pt x="30822" y="457"/>
                  <a:pt x="30822" y="609"/>
                  <a:pt x="30822" y="822"/>
                </a:cubicBezTo>
              </a:path>
            </a:pathLst>
          </a:custGeom>
          <a:noFill/>
          <a:ln cap="flat" cmpd="sng" w="66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30"/>
          <p:cNvSpPr/>
          <p:nvPr/>
        </p:nvSpPr>
        <p:spPr>
          <a:xfrm flipH="1">
            <a:off x="-97773" y="191694"/>
            <a:ext cx="1517598" cy="74579"/>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5"/>
                  <a:pt x="4134" y="1217"/>
                  <a:pt x="4621" y="1217"/>
                </a:cubicBezTo>
                <a:cubicBezTo>
                  <a:pt x="5198" y="1217"/>
                  <a:pt x="5715" y="1156"/>
                  <a:pt x="6262" y="1399"/>
                </a:cubicBezTo>
                <a:cubicBezTo>
                  <a:pt x="6870" y="1673"/>
                  <a:pt x="7478" y="2007"/>
                  <a:pt x="8055" y="2372"/>
                </a:cubicBezTo>
                <a:cubicBezTo>
                  <a:pt x="8572" y="2706"/>
                  <a:pt x="8937" y="3162"/>
                  <a:pt x="9545" y="3344"/>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3"/>
                </a:cubicBezTo>
                <a:cubicBezTo>
                  <a:pt x="16110" y="578"/>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7"/>
                  <a:pt x="24378" y="4287"/>
                  <a:pt x="25138" y="4287"/>
                </a:cubicBezTo>
                <a:cubicBezTo>
                  <a:pt x="25502" y="4287"/>
                  <a:pt x="26050" y="4378"/>
                  <a:pt x="26414" y="4256"/>
                </a:cubicBezTo>
                <a:cubicBezTo>
                  <a:pt x="26870" y="4135"/>
                  <a:pt x="27296" y="3739"/>
                  <a:pt x="27721" y="3527"/>
                </a:cubicBezTo>
                <a:cubicBezTo>
                  <a:pt x="28451" y="3162"/>
                  <a:pt x="29150" y="2372"/>
                  <a:pt x="29636" y="1733"/>
                </a:cubicBezTo>
                <a:cubicBezTo>
                  <a:pt x="29910" y="1399"/>
                  <a:pt x="30123" y="1065"/>
                  <a:pt x="30335" y="730"/>
                </a:cubicBezTo>
                <a:cubicBezTo>
                  <a:pt x="30427" y="548"/>
                  <a:pt x="30548" y="305"/>
                  <a:pt x="30761" y="274"/>
                </a:cubicBezTo>
                <a:cubicBezTo>
                  <a:pt x="30822" y="457"/>
                  <a:pt x="30822" y="609"/>
                  <a:pt x="30822" y="821"/>
                </a:cubicBezTo>
              </a:path>
            </a:pathLst>
          </a:custGeom>
          <a:noFill/>
          <a:ln cap="flat" cmpd="sng" w="76000">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63" name="Google Shape;3363;p30"/>
          <p:cNvGrpSpPr/>
          <p:nvPr/>
        </p:nvGrpSpPr>
        <p:grpSpPr>
          <a:xfrm>
            <a:off x="26390" y="83194"/>
            <a:ext cx="8999788" cy="4905547"/>
            <a:chOff x="26390" y="83194"/>
            <a:chExt cx="8999788" cy="4905547"/>
          </a:xfrm>
        </p:grpSpPr>
        <p:grpSp>
          <p:nvGrpSpPr>
            <p:cNvPr id="3364" name="Google Shape;3364;p30"/>
            <p:cNvGrpSpPr/>
            <p:nvPr/>
          </p:nvGrpSpPr>
          <p:grpSpPr>
            <a:xfrm rot="10800000">
              <a:off x="26390" y="83194"/>
              <a:ext cx="8999788" cy="4905547"/>
              <a:chOff x="215950" y="220125"/>
              <a:chExt cx="8720725" cy="4753437"/>
            </a:xfrm>
          </p:grpSpPr>
          <p:grpSp>
            <p:nvGrpSpPr>
              <p:cNvPr id="3365" name="Google Shape;3365;p30"/>
              <p:cNvGrpSpPr/>
              <p:nvPr/>
            </p:nvGrpSpPr>
            <p:grpSpPr>
              <a:xfrm flipH="1" rot="10800000">
                <a:off x="215950" y="220125"/>
                <a:ext cx="8720725" cy="4753437"/>
                <a:chOff x="139750" y="159113"/>
                <a:chExt cx="8720725" cy="4753437"/>
              </a:xfrm>
            </p:grpSpPr>
            <p:sp>
              <p:nvSpPr>
                <p:cNvPr id="3366" name="Google Shape;3366;p30"/>
                <p:cNvSpPr/>
                <p:nvPr/>
              </p:nvSpPr>
              <p:spPr>
                <a:xfrm flipH="1">
                  <a:off x="8167513" y="1332063"/>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30"/>
                <p:cNvSpPr/>
                <p:nvPr/>
              </p:nvSpPr>
              <p:spPr>
                <a:xfrm>
                  <a:off x="385674"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30"/>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30"/>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30"/>
                <p:cNvSpPr/>
                <p:nvPr/>
              </p:nvSpPr>
              <p:spPr>
                <a:xfrm flipH="1">
                  <a:off x="8768737" y="66078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30"/>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30"/>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30"/>
                <p:cNvSpPr/>
                <p:nvPr/>
              </p:nvSpPr>
              <p:spPr>
                <a:xfrm>
                  <a:off x="223038" y="3773163"/>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30"/>
                <p:cNvSpPr/>
                <p:nvPr/>
              </p:nvSpPr>
              <p:spPr>
                <a:xfrm>
                  <a:off x="7712688" y="652832"/>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30"/>
                <p:cNvSpPr/>
                <p:nvPr/>
              </p:nvSpPr>
              <p:spPr>
                <a:xfrm>
                  <a:off x="4852336" y="27741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76" name="Google Shape;3376;p30"/>
              <p:cNvSpPr/>
              <p:nvPr/>
            </p:nvSpPr>
            <p:spPr>
              <a:xfrm flipH="1" rot="10800000">
                <a:off x="8071638" y="559938"/>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7" name="Google Shape;3377;p30"/>
            <p:cNvGrpSpPr/>
            <p:nvPr/>
          </p:nvGrpSpPr>
          <p:grpSpPr>
            <a:xfrm flipH="1" rot="10800000">
              <a:off x="302291" y="840707"/>
              <a:ext cx="7581014" cy="3439420"/>
              <a:chOff x="-654203" y="781450"/>
              <a:chExt cx="9072539" cy="4116108"/>
            </a:xfrm>
          </p:grpSpPr>
          <p:sp>
            <p:nvSpPr>
              <p:cNvPr id="3378" name="Google Shape;3378;p30"/>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30"/>
              <p:cNvSpPr/>
              <p:nvPr/>
            </p:nvSpPr>
            <p:spPr>
              <a:xfrm flipH="1" rot="10800000">
                <a:off x="6007150" y="1016574"/>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80" name="Google Shape;3380;p30"/>
              <p:cNvGrpSpPr/>
              <p:nvPr/>
            </p:nvGrpSpPr>
            <p:grpSpPr>
              <a:xfrm flipH="1" rot="10800000">
                <a:off x="-654203" y="1133348"/>
                <a:ext cx="9072539" cy="3764210"/>
                <a:chOff x="-730403" y="235117"/>
                <a:chExt cx="9072539" cy="3764210"/>
              </a:xfrm>
            </p:grpSpPr>
            <p:sp>
              <p:nvSpPr>
                <p:cNvPr id="3381" name="Google Shape;3381;p30"/>
                <p:cNvSpPr/>
                <p:nvPr/>
              </p:nvSpPr>
              <p:spPr>
                <a:xfrm>
                  <a:off x="1402525" y="2765982"/>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30"/>
                <p:cNvSpPr/>
                <p:nvPr/>
              </p:nvSpPr>
              <p:spPr>
                <a:xfrm flipH="1">
                  <a:off x="8199759" y="415325"/>
                  <a:ext cx="142378" cy="150430"/>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30"/>
                <p:cNvSpPr/>
                <p:nvPr/>
              </p:nvSpPr>
              <p:spPr>
                <a:xfrm>
                  <a:off x="-730403" y="1390589"/>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30"/>
                <p:cNvSpPr/>
                <p:nvPr/>
              </p:nvSpPr>
              <p:spPr>
                <a:xfrm flipH="1">
                  <a:off x="6688677" y="235117"/>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30"/>
                <p:cNvSpPr/>
                <p:nvPr/>
              </p:nvSpPr>
              <p:spPr>
                <a:xfrm>
                  <a:off x="2451965" y="132725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30"/>
                <p:cNvSpPr/>
                <p:nvPr/>
              </p:nvSpPr>
              <p:spPr>
                <a:xfrm>
                  <a:off x="4209574" y="7942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30"/>
                <p:cNvSpPr/>
                <p:nvPr/>
              </p:nvSpPr>
              <p:spPr>
                <a:xfrm>
                  <a:off x="3502303" y="3937577"/>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391" name="Shape 3391"/>
        <p:cNvGrpSpPr/>
        <p:nvPr/>
      </p:nvGrpSpPr>
      <p:grpSpPr>
        <a:xfrm>
          <a:off x="0" y="0"/>
          <a:ext cx="0" cy="0"/>
          <a:chOff x="0" y="0"/>
          <a:chExt cx="0" cy="0"/>
        </a:xfrm>
      </p:grpSpPr>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395" name="Shape 3395"/>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0" Type="http://schemas.openxmlformats.org/officeDocument/2006/relationships/theme" Target="../theme/theme3.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theme" Target="../theme/theme1.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theme" Target="../theme/theme4.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Lora SemiBold"/>
              <a:buNone/>
              <a:defRPr sz="3000">
                <a:solidFill>
                  <a:schemeClr val="dk1"/>
                </a:solidFill>
                <a:latin typeface="Lora SemiBold"/>
                <a:ea typeface="Lora SemiBold"/>
                <a:cs typeface="Lora SemiBold"/>
                <a:sym typeface="Lora SemiBold"/>
              </a:defRPr>
            </a:lvl1pPr>
            <a:lvl2pPr lvl="1" rtl="0">
              <a:spcBef>
                <a:spcPts val="0"/>
              </a:spcBef>
              <a:spcAft>
                <a:spcPts val="0"/>
              </a:spcAft>
              <a:buClr>
                <a:schemeClr val="dk1"/>
              </a:buClr>
              <a:buSzPts val="3000"/>
              <a:buFont typeface="Bebas Neue"/>
              <a:buNone/>
              <a:defRPr sz="3000">
                <a:solidFill>
                  <a:schemeClr val="dk1"/>
                </a:solidFill>
                <a:latin typeface="Bebas Neue"/>
                <a:ea typeface="Bebas Neue"/>
                <a:cs typeface="Bebas Neue"/>
                <a:sym typeface="Bebas Neue"/>
              </a:defRPr>
            </a:lvl2pPr>
            <a:lvl3pPr lvl="2" rtl="0">
              <a:spcBef>
                <a:spcPts val="0"/>
              </a:spcBef>
              <a:spcAft>
                <a:spcPts val="0"/>
              </a:spcAft>
              <a:buClr>
                <a:schemeClr val="dk1"/>
              </a:buClr>
              <a:buSzPts val="3000"/>
              <a:buFont typeface="Bebas Neue"/>
              <a:buNone/>
              <a:defRPr sz="3000">
                <a:solidFill>
                  <a:schemeClr val="dk1"/>
                </a:solidFill>
                <a:latin typeface="Bebas Neue"/>
                <a:ea typeface="Bebas Neue"/>
                <a:cs typeface="Bebas Neue"/>
                <a:sym typeface="Bebas Neue"/>
              </a:defRPr>
            </a:lvl3pPr>
            <a:lvl4pPr lvl="3" rtl="0">
              <a:spcBef>
                <a:spcPts val="0"/>
              </a:spcBef>
              <a:spcAft>
                <a:spcPts val="0"/>
              </a:spcAft>
              <a:buClr>
                <a:schemeClr val="dk1"/>
              </a:buClr>
              <a:buSzPts val="3000"/>
              <a:buFont typeface="Bebas Neue"/>
              <a:buNone/>
              <a:defRPr sz="3000">
                <a:solidFill>
                  <a:schemeClr val="dk1"/>
                </a:solidFill>
                <a:latin typeface="Bebas Neue"/>
                <a:ea typeface="Bebas Neue"/>
                <a:cs typeface="Bebas Neue"/>
                <a:sym typeface="Bebas Neue"/>
              </a:defRPr>
            </a:lvl4pPr>
            <a:lvl5pPr lvl="4" rtl="0">
              <a:spcBef>
                <a:spcPts val="0"/>
              </a:spcBef>
              <a:spcAft>
                <a:spcPts val="0"/>
              </a:spcAft>
              <a:buClr>
                <a:schemeClr val="dk1"/>
              </a:buClr>
              <a:buSzPts val="3000"/>
              <a:buFont typeface="Bebas Neue"/>
              <a:buNone/>
              <a:defRPr sz="3000">
                <a:solidFill>
                  <a:schemeClr val="dk1"/>
                </a:solidFill>
                <a:latin typeface="Bebas Neue"/>
                <a:ea typeface="Bebas Neue"/>
                <a:cs typeface="Bebas Neue"/>
                <a:sym typeface="Bebas Neue"/>
              </a:defRPr>
            </a:lvl5pPr>
            <a:lvl6pPr lvl="5" rtl="0">
              <a:spcBef>
                <a:spcPts val="0"/>
              </a:spcBef>
              <a:spcAft>
                <a:spcPts val="0"/>
              </a:spcAft>
              <a:buClr>
                <a:schemeClr val="dk1"/>
              </a:buClr>
              <a:buSzPts val="3000"/>
              <a:buFont typeface="Bebas Neue"/>
              <a:buNone/>
              <a:defRPr sz="3000">
                <a:solidFill>
                  <a:schemeClr val="dk1"/>
                </a:solidFill>
                <a:latin typeface="Bebas Neue"/>
                <a:ea typeface="Bebas Neue"/>
                <a:cs typeface="Bebas Neue"/>
                <a:sym typeface="Bebas Neue"/>
              </a:defRPr>
            </a:lvl6pPr>
            <a:lvl7pPr lvl="6" rtl="0">
              <a:spcBef>
                <a:spcPts val="0"/>
              </a:spcBef>
              <a:spcAft>
                <a:spcPts val="0"/>
              </a:spcAft>
              <a:buClr>
                <a:schemeClr val="dk1"/>
              </a:buClr>
              <a:buSzPts val="3000"/>
              <a:buFont typeface="Bebas Neue"/>
              <a:buNone/>
              <a:defRPr sz="3000">
                <a:solidFill>
                  <a:schemeClr val="dk1"/>
                </a:solidFill>
                <a:latin typeface="Bebas Neue"/>
                <a:ea typeface="Bebas Neue"/>
                <a:cs typeface="Bebas Neue"/>
                <a:sym typeface="Bebas Neue"/>
              </a:defRPr>
            </a:lvl7pPr>
            <a:lvl8pPr lvl="7" rtl="0">
              <a:spcBef>
                <a:spcPts val="0"/>
              </a:spcBef>
              <a:spcAft>
                <a:spcPts val="0"/>
              </a:spcAft>
              <a:buClr>
                <a:schemeClr val="dk1"/>
              </a:buClr>
              <a:buSzPts val="3000"/>
              <a:buFont typeface="Bebas Neue"/>
              <a:buNone/>
              <a:defRPr sz="3000">
                <a:solidFill>
                  <a:schemeClr val="dk1"/>
                </a:solidFill>
                <a:latin typeface="Bebas Neue"/>
                <a:ea typeface="Bebas Neue"/>
                <a:cs typeface="Bebas Neue"/>
                <a:sym typeface="Bebas Neue"/>
              </a:defRPr>
            </a:lvl8pPr>
            <a:lvl9pPr lvl="8" rtl="0">
              <a:spcBef>
                <a:spcPts val="0"/>
              </a:spcBef>
              <a:spcAft>
                <a:spcPts val="0"/>
              </a:spcAft>
              <a:buClr>
                <a:schemeClr val="dk1"/>
              </a:buClr>
              <a:buSzPts val="3000"/>
              <a:buFont typeface="Bebas Neue"/>
              <a:buNone/>
              <a:defRPr sz="3000">
                <a:solidFill>
                  <a:schemeClr val="dk1"/>
                </a:solidFill>
                <a:latin typeface="Bebas Neue"/>
                <a:ea typeface="Bebas Neue"/>
                <a:cs typeface="Bebas Neue"/>
                <a:sym typeface="Bebas Neu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lt2"/>
              </a:buClr>
              <a:buSzPts val="1800"/>
              <a:buFont typeface="Philosopher"/>
              <a:buChar char="●"/>
              <a:defRPr sz="1800">
                <a:solidFill>
                  <a:schemeClr val="lt2"/>
                </a:solidFill>
                <a:latin typeface="Philosopher"/>
                <a:ea typeface="Philosopher"/>
                <a:cs typeface="Philosopher"/>
                <a:sym typeface="Philosopher"/>
              </a:defRPr>
            </a:lvl1pPr>
            <a:lvl2pPr indent="-317500" lvl="1" marL="914400">
              <a:lnSpc>
                <a:spcPct val="115000"/>
              </a:lnSpc>
              <a:spcBef>
                <a:spcPts val="1600"/>
              </a:spcBef>
              <a:spcAft>
                <a:spcPts val="0"/>
              </a:spcAft>
              <a:buClr>
                <a:schemeClr val="lt2"/>
              </a:buClr>
              <a:buSzPts val="1400"/>
              <a:buFont typeface="Philosopher"/>
              <a:buChar char="○"/>
              <a:defRPr>
                <a:solidFill>
                  <a:schemeClr val="lt2"/>
                </a:solidFill>
                <a:latin typeface="Philosopher"/>
                <a:ea typeface="Philosopher"/>
                <a:cs typeface="Philosopher"/>
                <a:sym typeface="Philosopher"/>
              </a:defRPr>
            </a:lvl2pPr>
            <a:lvl3pPr indent="-317500" lvl="2" marL="1371600">
              <a:lnSpc>
                <a:spcPct val="115000"/>
              </a:lnSpc>
              <a:spcBef>
                <a:spcPts val="1600"/>
              </a:spcBef>
              <a:spcAft>
                <a:spcPts val="0"/>
              </a:spcAft>
              <a:buClr>
                <a:schemeClr val="lt2"/>
              </a:buClr>
              <a:buSzPts val="1400"/>
              <a:buFont typeface="Philosopher"/>
              <a:buChar char="■"/>
              <a:defRPr>
                <a:solidFill>
                  <a:schemeClr val="lt2"/>
                </a:solidFill>
                <a:latin typeface="Philosopher"/>
                <a:ea typeface="Philosopher"/>
                <a:cs typeface="Philosopher"/>
                <a:sym typeface="Philosopher"/>
              </a:defRPr>
            </a:lvl3pPr>
            <a:lvl4pPr indent="-317500" lvl="3" marL="1828800">
              <a:lnSpc>
                <a:spcPct val="115000"/>
              </a:lnSpc>
              <a:spcBef>
                <a:spcPts val="1600"/>
              </a:spcBef>
              <a:spcAft>
                <a:spcPts val="0"/>
              </a:spcAft>
              <a:buClr>
                <a:schemeClr val="lt2"/>
              </a:buClr>
              <a:buSzPts val="1400"/>
              <a:buFont typeface="Philosopher"/>
              <a:buChar char="●"/>
              <a:defRPr>
                <a:solidFill>
                  <a:schemeClr val="lt2"/>
                </a:solidFill>
                <a:latin typeface="Philosopher"/>
                <a:ea typeface="Philosopher"/>
                <a:cs typeface="Philosopher"/>
                <a:sym typeface="Philosopher"/>
              </a:defRPr>
            </a:lvl4pPr>
            <a:lvl5pPr indent="-317500" lvl="4" marL="2286000">
              <a:lnSpc>
                <a:spcPct val="115000"/>
              </a:lnSpc>
              <a:spcBef>
                <a:spcPts val="1600"/>
              </a:spcBef>
              <a:spcAft>
                <a:spcPts val="0"/>
              </a:spcAft>
              <a:buClr>
                <a:schemeClr val="lt2"/>
              </a:buClr>
              <a:buSzPts val="1400"/>
              <a:buFont typeface="Philosopher"/>
              <a:buChar char="○"/>
              <a:defRPr>
                <a:solidFill>
                  <a:schemeClr val="lt2"/>
                </a:solidFill>
                <a:latin typeface="Philosopher"/>
                <a:ea typeface="Philosopher"/>
                <a:cs typeface="Philosopher"/>
                <a:sym typeface="Philosopher"/>
              </a:defRPr>
            </a:lvl5pPr>
            <a:lvl6pPr indent="-317500" lvl="5" marL="2743200">
              <a:lnSpc>
                <a:spcPct val="115000"/>
              </a:lnSpc>
              <a:spcBef>
                <a:spcPts val="1600"/>
              </a:spcBef>
              <a:spcAft>
                <a:spcPts val="0"/>
              </a:spcAft>
              <a:buClr>
                <a:schemeClr val="lt2"/>
              </a:buClr>
              <a:buSzPts val="1400"/>
              <a:buFont typeface="Philosopher"/>
              <a:buChar char="■"/>
              <a:defRPr>
                <a:solidFill>
                  <a:schemeClr val="lt2"/>
                </a:solidFill>
                <a:latin typeface="Philosopher"/>
                <a:ea typeface="Philosopher"/>
                <a:cs typeface="Philosopher"/>
                <a:sym typeface="Philosopher"/>
              </a:defRPr>
            </a:lvl6pPr>
            <a:lvl7pPr indent="-317500" lvl="6" marL="3200400">
              <a:lnSpc>
                <a:spcPct val="115000"/>
              </a:lnSpc>
              <a:spcBef>
                <a:spcPts val="1600"/>
              </a:spcBef>
              <a:spcAft>
                <a:spcPts val="0"/>
              </a:spcAft>
              <a:buClr>
                <a:schemeClr val="lt2"/>
              </a:buClr>
              <a:buSzPts val="1400"/>
              <a:buFont typeface="Philosopher"/>
              <a:buChar char="●"/>
              <a:defRPr>
                <a:solidFill>
                  <a:schemeClr val="lt2"/>
                </a:solidFill>
                <a:latin typeface="Philosopher"/>
                <a:ea typeface="Philosopher"/>
                <a:cs typeface="Philosopher"/>
                <a:sym typeface="Philosopher"/>
              </a:defRPr>
            </a:lvl7pPr>
            <a:lvl8pPr indent="-317500" lvl="7" marL="3657600">
              <a:lnSpc>
                <a:spcPct val="115000"/>
              </a:lnSpc>
              <a:spcBef>
                <a:spcPts val="1600"/>
              </a:spcBef>
              <a:spcAft>
                <a:spcPts val="0"/>
              </a:spcAft>
              <a:buClr>
                <a:schemeClr val="lt2"/>
              </a:buClr>
              <a:buSzPts val="1400"/>
              <a:buFont typeface="Philosopher"/>
              <a:buChar char="○"/>
              <a:defRPr>
                <a:solidFill>
                  <a:schemeClr val="lt2"/>
                </a:solidFill>
                <a:latin typeface="Philosopher"/>
                <a:ea typeface="Philosopher"/>
                <a:cs typeface="Philosopher"/>
                <a:sym typeface="Philosopher"/>
              </a:defRPr>
            </a:lvl8pPr>
            <a:lvl9pPr indent="-317500" lvl="8" marL="4114800">
              <a:lnSpc>
                <a:spcPct val="115000"/>
              </a:lnSpc>
              <a:spcBef>
                <a:spcPts val="1600"/>
              </a:spcBef>
              <a:spcAft>
                <a:spcPts val="1600"/>
              </a:spcAft>
              <a:buClr>
                <a:schemeClr val="lt2"/>
              </a:buClr>
              <a:buSzPts val="1400"/>
              <a:buFont typeface="Philosopher"/>
              <a:buChar char="■"/>
              <a:defRPr>
                <a:solidFill>
                  <a:schemeClr val="lt2"/>
                </a:solidFill>
                <a:latin typeface="Philosopher"/>
                <a:ea typeface="Philosopher"/>
                <a:cs typeface="Philosopher"/>
                <a:sym typeface="Philosopher"/>
              </a:defRPr>
            </a:lvl9pPr>
          </a:lstStyle>
          <a:p/>
        </p:txBody>
      </p:sp>
      <p:sp>
        <p:nvSpPr>
          <p:cNvPr id="8" name="Google Shape;8;p1"/>
          <p:cNvSpPr txBox="1"/>
          <p:nvPr>
            <p:ph idx="12" type="sldNum"/>
          </p:nvPr>
        </p:nvSpPr>
        <p:spPr>
          <a:xfrm>
            <a:off x="8404384" y="46736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2"/>
                </a:solidFill>
                <a:latin typeface="Bebas Neue"/>
                <a:ea typeface="Bebas Neue"/>
                <a:cs typeface="Bebas Neue"/>
                <a:sym typeface="Bebas Neue"/>
              </a:defRPr>
            </a:lvl1pPr>
            <a:lvl2pPr lvl="1" algn="r">
              <a:buNone/>
              <a:defRPr sz="1300">
                <a:solidFill>
                  <a:schemeClr val="dk2"/>
                </a:solidFill>
                <a:latin typeface="Bebas Neue"/>
                <a:ea typeface="Bebas Neue"/>
                <a:cs typeface="Bebas Neue"/>
                <a:sym typeface="Bebas Neue"/>
              </a:defRPr>
            </a:lvl2pPr>
            <a:lvl3pPr lvl="2" algn="r">
              <a:buNone/>
              <a:defRPr sz="1300">
                <a:solidFill>
                  <a:schemeClr val="dk2"/>
                </a:solidFill>
                <a:latin typeface="Bebas Neue"/>
                <a:ea typeface="Bebas Neue"/>
                <a:cs typeface="Bebas Neue"/>
                <a:sym typeface="Bebas Neue"/>
              </a:defRPr>
            </a:lvl3pPr>
            <a:lvl4pPr lvl="3" algn="r">
              <a:buNone/>
              <a:defRPr sz="1300">
                <a:solidFill>
                  <a:schemeClr val="dk2"/>
                </a:solidFill>
                <a:latin typeface="Bebas Neue"/>
                <a:ea typeface="Bebas Neue"/>
                <a:cs typeface="Bebas Neue"/>
                <a:sym typeface="Bebas Neue"/>
              </a:defRPr>
            </a:lvl4pPr>
            <a:lvl5pPr lvl="4" algn="r">
              <a:buNone/>
              <a:defRPr sz="1300">
                <a:solidFill>
                  <a:schemeClr val="dk2"/>
                </a:solidFill>
                <a:latin typeface="Bebas Neue"/>
                <a:ea typeface="Bebas Neue"/>
                <a:cs typeface="Bebas Neue"/>
                <a:sym typeface="Bebas Neue"/>
              </a:defRPr>
            </a:lvl5pPr>
            <a:lvl6pPr lvl="5" algn="r">
              <a:buNone/>
              <a:defRPr sz="1300">
                <a:solidFill>
                  <a:schemeClr val="dk2"/>
                </a:solidFill>
                <a:latin typeface="Bebas Neue"/>
                <a:ea typeface="Bebas Neue"/>
                <a:cs typeface="Bebas Neue"/>
                <a:sym typeface="Bebas Neue"/>
              </a:defRPr>
            </a:lvl6pPr>
            <a:lvl7pPr lvl="6" algn="r">
              <a:buNone/>
              <a:defRPr sz="1300">
                <a:solidFill>
                  <a:schemeClr val="dk2"/>
                </a:solidFill>
                <a:latin typeface="Bebas Neue"/>
                <a:ea typeface="Bebas Neue"/>
                <a:cs typeface="Bebas Neue"/>
                <a:sym typeface="Bebas Neue"/>
              </a:defRPr>
            </a:lvl7pPr>
            <a:lvl8pPr lvl="7" algn="r">
              <a:buNone/>
              <a:defRPr sz="1300">
                <a:solidFill>
                  <a:schemeClr val="dk2"/>
                </a:solidFill>
                <a:latin typeface="Bebas Neue"/>
                <a:ea typeface="Bebas Neue"/>
                <a:cs typeface="Bebas Neue"/>
                <a:sym typeface="Bebas Neue"/>
              </a:defRPr>
            </a:lvl8pPr>
            <a:lvl9pPr lvl="8" algn="r">
              <a:buNone/>
              <a:defRPr sz="1300">
                <a:solidFill>
                  <a:schemeClr val="dk2"/>
                </a:solidFill>
                <a:latin typeface="Bebas Neue"/>
                <a:ea typeface="Bebas Neue"/>
                <a:cs typeface="Bebas Neue"/>
                <a:sym typeface="Bebas Neue"/>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334">
          <p15:clr>
            <a:srgbClr val="EA4335"/>
          </p15:clr>
        </p15:guide>
        <p15:guide id="2" orient="horz" pos="2906">
          <p15:clr>
            <a:srgbClr val="EA4335"/>
          </p15:clr>
        </p15:guide>
        <p15:guide id="3" pos="447">
          <p15:clr>
            <a:srgbClr val="EA4335"/>
          </p15:clr>
        </p15:guide>
        <p15:guide id="4" pos="5313">
          <p15:clr>
            <a:srgbClr val="EA4335"/>
          </p15:clr>
        </p15:guide>
        <p15:guide id="5" pos="2880">
          <p15:clr>
            <a:srgbClr val="EA4335"/>
          </p15:clr>
        </p15:guide>
        <p15:guide id="6" orient="horz" pos="1620">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388" name="Shape 3388"/>
        <p:cNvGrpSpPr/>
        <p:nvPr/>
      </p:nvGrpSpPr>
      <p:grpSpPr>
        <a:xfrm>
          <a:off x="0" y="0"/>
          <a:ext cx="0" cy="0"/>
          <a:chOff x="0" y="0"/>
          <a:chExt cx="0" cy="0"/>
        </a:xfrm>
      </p:grpSpPr>
      <p:sp>
        <p:nvSpPr>
          <p:cNvPr id="3389" name="Google Shape;3389;p31"/>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3390" name="Google Shape;3390;p31"/>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7"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392" name="Shape 3392"/>
        <p:cNvGrpSpPr/>
        <p:nvPr/>
      </p:nvGrpSpPr>
      <p:grpSpPr>
        <a:xfrm>
          <a:off x="0" y="0"/>
          <a:ext cx="0" cy="0"/>
          <a:chOff x="0" y="0"/>
          <a:chExt cx="0" cy="0"/>
        </a:xfrm>
      </p:grpSpPr>
      <p:sp>
        <p:nvSpPr>
          <p:cNvPr id="3393" name="Google Shape;3393;p3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3394" name="Google Shape;3394;p3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8"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27.xml"/><Relationship Id="rId4" Type="http://schemas.openxmlformats.org/officeDocument/2006/relationships/slide" Target="/ppt/slides/slide26.xml"/><Relationship Id="rId9" Type="http://schemas.openxmlformats.org/officeDocument/2006/relationships/slide" Target="/ppt/slides/slide38.xml"/><Relationship Id="rId5" Type="http://schemas.openxmlformats.org/officeDocument/2006/relationships/slide" Target="/ppt/slides/slide26.xml"/><Relationship Id="rId6" Type="http://schemas.openxmlformats.org/officeDocument/2006/relationships/slide" Target="/ppt/slides/slide24.xml"/><Relationship Id="rId7" Type="http://schemas.openxmlformats.org/officeDocument/2006/relationships/slide" Target="/ppt/slides/slide30.xml"/><Relationship Id="rId8" Type="http://schemas.openxmlformats.org/officeDocument/2006/relationships/slide" Target="/ppt/slides/slide32.xml"/><Relationship Id="rId11" Type="http://schemas.openxmlformats.org/officeDocument/2006/relationships/hyperlink" Target="http://bit.ly/30B07Gq" TargetMode="External"/><Relationship Id="rId10" Type="http://schemas.openxmlformats.org/officeDocument/2006/relationships/hyperlink" Target="http://bit.ly/2Tynxth" TargetMode="External"/><Relationship Id="rId13" Type="http://schemas.openxmlformats.org/officeDocument/2006/relationships/hyperlink" Target="https://www.freepik.com/?utm_source=slidesgo_template&amp;utm_medium=referral-link&amp;utm_campaign=promo-slide&amp;utm_term=slidesgo&amp;utm_content=freepik" TargetMode="External"/><Relationship Id="rId12" Type="http://schemas.openxmlformats.org/officeDocument/2006/relationships/hyperlink" Target="http://bit.ly/33VAFh3" TargetMode="External"/><Relationship Id="rId15" Type="http://schemas.openxmlformats.org/officeDocument/2006/relationships/hyperlink" Target="https://storyset.com/?utm_source=slidesgo_template&amp;utm_medium=referral-link&amp;utm_campaign=promo-slide&amp;utm_term=slidesgo&amp;utm_content=storyset" TargetMode="External"/><Relationship Id="rId14" Type="http://schemas.openxmlformats.org/officeDocument/2006/relationships/hyperlink" Target="https://www.flaticon.com/?utm_source=slidesgo_template&amp;utm_medium=referral-link&amp;utm_campaign=promo-slide&amp;utm_term=slidesgo&amp;utm_content=flaticon" TargetMode="External"/><Relationship Id="rId17" Type="http://schemas.openxmlformats.org/officeDocument/2006/relationships/hyperlink" Target="https://vidfy.com/?utm_source=slidesgo_template&amp;utm_medium=referral-link&amp;utm_campaign=promo-slide&amp;utm_term=slidesgo&amp;utm_content=vidfy" TargetMode="External"/><Relationship Id="rId16"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 Id="rId3" Type="http://schemas.openxmlformats.org/officeDocument/2006/relationships/image" Target="../media/image5.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6.xml"/><Relationship Id="rId3" Type="http://schemas.openxmlformats.org/officeDocument/2006/relationships/image" Target="../media/image10.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 Id="rId3" Type="http://schemas.openxmlformats.org/officeDocument/2006/relationships/hyperlink" Target="https://docs.google.com/spreadsheets/d/1bEB-MiK1_WSC7jO-bHbhBLUFq3wASKwap_IBJc-Dhzo/copy" TargetMode="External"/><Relationship Id="rId4" Type="http://schemas.openxmlformats.org/officeDocument/2006/relationships/image" Target="../media/image4.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7.xml"/><Relationship Id="rId3" Type="http://schemas.openxmlformats.org/officeDocument/2006/relationships/hyperlink" Target="https://www.freepik.com/free-photo/tablet-with-medical-app_1093533.htm/?utm_source=slidesgo_template&amp;utm_medium=referral-link&amp;utm_campaign=sg_resources&amp;utm_content=freepik" TargetMode="External"/><Relationship Id="rId4" Type="http://schemas.openxmlformats.org/officeDocument/2006/relationships/hyperlink" Target="https://www.freepik.com/free-photo/overhead-view-mri-scan-with-reports-pen-black-spectacles_3442536.htm/?utm_source=slidesgo_template&amp;utm_medium=referral-link&amp;utm_campaign=sg_resources&amp;utm_content=freepik" TargetMode="External"/><Relationship Id="rId5" Type="http://schemas.openxmlformats.org/officeDocument/2006/relationships/hyperlink" Target="https://www.freepik.com/free-vector/infographic-template-human-brain-with-four-options_1008909.htm/?utm_source=slidesgo_template&amp;utm_medium=referral-link&amp;utm_campaign=sg_resources&amp;utm_content=freepik" TargetMode="External"/><Relationship Id="rId6" Type="http://schemas.openxmlformats.org/officeDocument/2006/relationships/hyperlink" Target="https://www.freepik.com/free-vector/hand-drawn-abstract-organic-shapes-background_6755996.htm/?utm_source=slidesgo_template&amp;utm_medium=referral-link&amp;utm_campaign=sg_resources&amp;utm_content=freepik" TargetMode="External"/><Relationship Id="rId7" Type="http://schemas.openxmlformats.org/officeDocument/2006/relationships/hyperlink" Target="https://www.freepik.com/free-vector/zodiac-pattern_4510076.htm/?utm_source=slidesgo_template&amp;utm_medium=referral-link&amp;utm_campaign=sg_resources&amp;utm_content=freepik"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8.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9.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0.xml"/><Relationship Id="rId3" Type="http://schemas.openxmlformats.org/officeDocument/2006/relationships/hyperlink" Target="https://fonts.google.com/specimen/Fira+Sans+Extra+Condensed" TargetMode="External"/><Relationship Id="rId4" Type="http://schemas.openxmlformats.org/officeDocument/2006/relationships/hyperlink" Target="https://fonts.google.com/specimen/Roboto+Slab"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1.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3.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7.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9.gif"/><Relationship Id="rId14" Type="http://schemas.openxmlformats.org/officeDocument/2006/relationships/image" Target="../media/image8.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6.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2.xml"/><Relationship Id="rId3" Type="http://schemas.openxmlformats.org/officeDocument/2006/relationships/hyperlink" Target="https://bit.ly/2ZjL1pd"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8.xml"/><Relationship Id="rId3" Type="http://schemas.openxmlformats.org/officeDocument/2006/relationships/hyperlink" Target="https://chrome.google.com/webstore/detail/flaticon-for-gsuit-gslide/haekgjfnhhdkgfgmldhfokhmfkgmciba"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5.xml"/><Relationship Id="rId3" Type="http://schemas.openxmlformats.org/officeDocument/2006/relationships/hyperlink" Target="http://bit.ly/2PfT4lq" TargetMode="External"/><Relationship Id="rId4" Type="http://schemas.openxmlformats.org/officeDocument/2006/relationships/image" Target="../media/image11.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99" name="Shape 3399"/>
        <p:cNvGrpSpPr/>
        <p:nvPr/>
      </p:nvGrpSpPr>
      <p:grpSpPr>
        <a:xfrm>
          <a:off x="0" y="0"/>
          <a:ext cx="0" cy="0"/>
          <a:chOff x="0" y="0"/>
          <a:chExt cx="0" cy="0"/>
        </a:xfrm>
      </p:grpSpPr>
      <p:sp>
        <p:nvSpPr>
          <p:cNvPr id="3400" name="Google Shape;3400;p35"/>
          <p:cNvSpPr txBox="1"/>
          <p:nvPr>
            <p:ph type="ctrTitle"/>
          </p:nvPr>
        </p:nvSpPr>
        <p:spPr>
          <a:xfrm>
            <a:off x="1192250" y="1120125"/>
            <a:ext cx="6759300" cy="218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a:t>
            </a:r>
            <a:r>
              <a:rPr lang="en"/>
              <a:t>sychology Thesis Defense</a:t>
            </a:r>
            <a:endParaRPr/>
          </a:p>
        </p:txBody>
      </p:sp>
      <p:sp>
        <p:nvSpPr>
          <p:cNvPr id="3401" name="Google Shape;3401;p35"/>
          <p:cNvSpPr txBox="1"/>
          <p:nvPr>
            <p:ph idx="1" type="subTitle"/>
          </p:nvPr>
        </p:nvSpPr>
        <p:spPr>
          <a:xfrm>
            <a:off x="2307550" y="3351100"/>
            <a:ext cx="4528800" cy="47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5" name="Shape 3405"/>
        <p:cNvGrpSpPr/>
        <p:nvPr/>
      </p:nvGrpSpPr>
      <p:grpSpPr>
        <a:xfrm>
          <a:off x="0" y="0"/>
          <a:ext cx="0" cy="0"/>
          <a:chOff x="0" y="0"/>
          <a:chExt cx="0" cy="0"/>
        </a:xfrm>
      </p:grpSpPr>
      <p:sp>
        <p:nvSpPr>
          <p:cNvPr id="3406" name="Google Shape;3406;p3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3407" name="Google Shape;3407;p36"/>
          <p:cNvSpPr txBox="1"/>
          <p:nvPr>
            <p:ph idx="1" type="body"/>
          </p:nvPr>
        </p:nvSpPr>
        <p:spPr>
          <a:xfrm>
            <a:off x="720000" y="1109275"/>
            <a:ext cx="7704000" cy="64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This is a slide structure based on a thesis defense presentation</a:t>
            </a:r>
            <a:endParaRPr b="1"/>
          </a:p>
          <a:p>
            <a:pPr indent="0" lvl="0" marL="0" rtl="0" algn="l">
              <a:spcBef>
                <a:spcPts val="0"/>
              </a:spcBef>
              <a:spcAft>
                <a:spcPts val="0"/>
              </a:spcAft>
              <a:buNone/>
            </a:pPr>
            <a:r>
              <a:rPr lang="en"/>
              <a:t>You can delete this slide when you’re done editing the presentation</a:t>
            </a:r>
            <a:endParaRPr sz="1100"/>
          </a:p>
        </p:txBody>
      </p:sp>
      <p:graphicFrame>
        <p:nvGraphicFramePr>
          <p:cNvPr id="3408" name="Google Shape;3408;p36"/>
          <p:cNvGraphicFramePr/>
          <p:nvPr/>
        </p:nvGraphicFramePr>
        <p:xfrm>
          <a:off x="820788" y="1754293"/>
          <a:ext cx="3000000" cy="3000000"/>
        </p:xfrm>
        <a:graphic>
          <a:graphicData uri="http://schemas.openxmlformats.org/drawingml/2006/table">
            <a:tbl>
              <a:tblPr>
                <a:noFill/>
                <a:tableStyleId>{C12C5E86-2B3F-495E-B7E0-148A5202B7A1}</a:tableStyleId>
              </a:tblPr>
              <a:tblGrid>
                <a:gridCol w="2159800"/>
                <a:gridCol w="5329650"/>
              </a:tblGrid>
              <a:tr h="350500">
                <a:tc>
                  <a:txBody>
                    <a:bodyPr/>
                    <a:lstStyle/>
                    <a:p>
                      <a:pPr indent="0" lvl="0" marL="0" rtl="0" algn="l">
                        <a:spcBef>
                          <a:spcPts val="0"/>
                        </a:spcBef>
                        <a:spcAft>
                          <a:spcPts val="0"/>
                        </a:spcAft>
                        <a:buNone/>
                      </a:pPr>
                      <a:r>
                        <a:rPr b="1" lang="en" sz="950" u="sng">
                          <a:solidFill>
                            <a:schemeClr val="accent6"/>
                          </a:solidFill>
                          <a:latin typeface="Inconsolata"/>
                          <a:ea typeface="Inconsolata"/>
                          <a:cs typeface="Inconsolata"/>
                          <a:sym typeface="Inconsolata"/>
                          <a:hlinkClick>
                            <a:extLst>
                              <a:ext uri="{A12FA001-AC4F-418D-AE19-62706E023703}">
                                <ahyp:hlinkClr val="tx"/>
                              </a:ext>
                            </a:extLst>
                          </a:hlinkClick>
                        </a:rPr>
                        <a:t>Fonts</a:t>
                      </a:r>
                      <a:endParaRPr b="1" sz="950" u="sng">
                        <a:solidFill>
                          <a:schemeClr val="accent6"/>
                        </a:solidFill>
                        <a:latin typeface="Inconsolata"/>
                        <a:ea typeface="Inconsolata"/>
                        <a:cs typeface="Inconsolata"/>
                        <a:sym typeface="Inconsolata"/>
                      </a:endParaRPr>
                    </a:p>
                  </a:txBody>
                  <a:tcPr marT="91425" marB="91425" marR="91425" marL="91425">
                    <a:lnL cap="flat" cmpd="sng" w="28575">
                      <a:solidFill>
                        <a:schemeClr val="lt2">
                          <a:alpha val="0"/>
                        </a:schemeClr>
                      </a:solidFill>
                      <a:prstDash val="solid"/>
                      <a:round/>
                      <a:headEnd len="sm" w="sm" type="none"/>
                      <a:tailEnd len="sm" w="sm" type="none"/>
                    </a:lnL>
                    <a:lnR cap="flat" cmpd="sng" w="28575">
                      <a:solidFill>
                        <a:schemeClr val="lt2">
                          <a:alpha val="0"/>
                        </a:schemeClr>
                      </a:solidFill>
                      <a:prstDash val="solid"/>
                      <a:round/>
                      <a:headEnd len="sm" w="sm" type="none"/>
                      <a:tailEnd len="sm" w="sm" type="none"/>
                    </a:lnR>
                    <a:lnT cap="flat" cmpd="sng" w="28575">
                      <a:solidFill>
                        <a:schemeClr val="lt2">
                          <a:alpha val="0"/>
                        </a:schemeClr>
                      </a:solidFill>
                      <a:prstDash val="solid"/>
                      <a:round/>
                      <a:headEnd len="sm" w="sm" type="none"/>
                      <a:tailEnd len="sm" w="sm" type="none"/>
                    </a:lnT>
                    <a:lnB cap="flat" cmpd="sng" w="28575">
                      <a:solidFill>
                        <a:schemeClr val="lt2"/>
                      </a:solidFill>
                      <a:prstDash val="solid"/>
                      <a:round/>
                      <a:headEnd len="sm" w="sm" type="none"/>
                      <a:tailEnd len="sm" w="sm" type="none"/>
                    </a:lnB>
                    <a:noFill/>
                  </a:tcPr>
                </a:tc>
                <a:tc>
                  <a:txBody>
                    <a:bodyPr/>
                    <a:lstStyle/>
                    <a:p>
                      <a:pPr indent="0" lvl="0" marL="0" rtl="0" algn="l">
                        <a:spcBef>
                          <a:spcPts val="0"/>
                        </a:spcBef>
                        <a:spcAft>
                          <a:spcPts val="1600"/>
                        </a:spcAft>
                        <a:buNone/>
                      </a:pPr>
                      <a:r>
                        <a:rPr lang="en" sz="950">
                          <a:solidFill>
                            <a:schemeClr val="accent6"/>
                          </a:solidFill>
                          <a:latin typeface="Inconsolata"/>
                          <a:ea typeface="Inconsolata"/>
                          <a:cs typeface="Inconsolata"/>
                          <a:sym typeface="Inconsolata"/>
                        </a:rPr>
                        <a:t>To view this template correctly in PowerPoint, download and install the fonts we used</a:t>
                      </a:r>
                      <a:endParaRPr sz="950">
                        <a:solidFill>
                          <a:schemeClr val="accent6"/>
                        </a:solidFill>
                        <a:latin typeface="Inconsolata"/>
                        <a:ea typeface="Inconsolata"/>
                        <a:cs typeface="Inconsolata"/>
                        <a:sym typeface="Inconsolata"/>
                      </a:endParaRPr>
                    </a:p>
                  </a:txBody>
                  <a:tcPr marT="91425" marB="91425" marR="91425" marL="91425">
                    <a:lnL cap="flat" cmpd="sng" w="28575">
                      <a:solidFill>
                        <a:schemeClr val="lt2">
                          <a:alpha val="0"/>
                        </a:schemeClr>
                      </a:solidFill>
                      <a:prstDash val="solid"/>
                      <a:round/>
                      <a:headEnd len="sm" w="sm" type="none"/>
                      <a:tailEnd len="sm" w="sm" type="none"/>
                    </a:lnL>
                    <a:lnR cap="flat" cmpd="sng" w="28575">
                      <a:solidFill>
                        <a:schemeClr val="lt2">
                          <a:alpha val="0"/>
                        </a:schemeClr>
                      </a:solidFill>
                      <a:prstDash val="solid"/>
                      <a:round/>
                      <a:headEnd len="sm" w="sm" type="none"/>
                      <a:tailEnd len="sm" w="sm" type="none"/>
                    </a:lnR>
                    <a:lnT cap="flat" cmpd="sng" w="28575">
                      <a:solidFill>
                        <a:schemeClr val="lt2">
                          <a:alpha val="0"/>
                        </a:schemeClr>
                      </a:solidFill>
                      <a:prstDash val="solid"/>
                      <a:round/>
                      <a:headEnd len="sm" w="sm" type="none"/>
                      <a:tailEnd len="sm" w="sm" type="none"/>
                    </a:lnT>
                    <a:lnB cap="flat" cmpd="sng" w="28575">
                      <a:solidFill>
                        <a:schemeClr val="lt2"/>
                      </a:solidFill>
                      <a:prstDash val="solid"/>
                      <a:round/>
                      <a:headEnd len="sm" w="sm" type="none"/>
                      <a:tailEnd len="sm" w="sm" type="none"/>
                    </a:lnB>
                    <a:noFill/>
                  </a:tcPr>
                </a:tc>
              </a:tr>
              <a:tr h="350500">
                <a:tc>
                  <a:txBody>
                    <a:bodyPr/>
                    <a:lstStyle/>
                    <a:p>
                      <a:pPr indent="0" lvl="0" marL="0" rtl="0" algn="l">
                        <a:spcBef>
                          <a:spcPts val="0"/>
                        </a:spcBef>
                        <a:spcAft>
                          <a:spcPts val="0"/>
                        </a:spcAft>
                        <a:buNone/>
                      </a:pPr>
                      <a:r>
                        <a:rPr b="1" lang="en" sz="950" u="sng">
                          <a:solidFill>
                            <a:schemeClr val="accent6"/>
                          </a:solidFill>
                          <a:latin typeface="Inconsolata"/>
                          <a:ea typeface="Inconsolata"/>
                          <a:cs typeface="Inconsolata"/>
                          <a:sym typeface="Inconsolata"/>
                          <a:hlinkClick action="ppaction://hlinksldjump" r:id="rId3">
                            <a:extLst>
                              <a:ext uri="{A12FA001-AC4F-418D-AE19-62706E023703}">
                                <ahyp:hlinkClr val="tx"/>
                              </a:ext>
                            </a:extLst>
                          </a:hlinkClick>
                        </a:rPr>
                        <a:t>Used</a:t>
                      </a:r>
                      <a:r>
                        <a:rPr b="1" lang="en" sz="950">
                          <a:solidFill>
                            <a:schemeClr val="accent6"/>
                          </a:solidFill>
                          <a:latin typeface="Inconsolata"/>
                          <a:ea typeface="Inconsolata"/>
                          <a:cs typeface="Inconsolata"/>
                          <a:sym typeface="Inconsolata"/>
                        </a:rPr>
                        <a:t> and </a:t>
                      </a:r>
                      <a:r>
                        <a:rPr b="1" lang="en" sz="950" u="sng">
                          <a:solidFill>
                            <a:schemeClr val="accent6"/>
                          </a:solidFill>
                          <a:latin typeface="Inconsolata"/>
                          <a:ea typeface="Inconsolata"/>
                          <a:cs typeface="Inconsolata"/>
                          <a:sym typeface="Inconsolata"/>
                          <a:hlinkClick action="ppaction://hlinksldjump" r:id="rId4">
                            <a:extLst>
                              <a:ext uri="{A12FA001-AC4F-418D-AE19-62706E023703}">
                                <ahyp:hlinkClr val="tx"/>
                              </a:ext>
                            </a:extLst>
                          </a:hlinkClick>
                        </a:rPr>
                        <a:t>alternative</a:t>
                      </a:r>
                      <a:r>
                        <a:rPr b="1" lang="en" sz="950" u="sng">
                          <a:solidFill>
                            <a:schemeClr val="accent6"/>
                          </a:solidFill>
                          <a:latin typeface="Inconsolata"/>
                          <a:ea typeface="Inconsolata"/>
                          <a:cs typeface="Inconsolata"/>
                          <a:sym typeface="Inconsolata"/>
                          <a:hlinkClick action="ppaction://hlinksldjump" r:id="rId5">
                            <a:extLst>
                              <a:ext uri="{A12FA001-AC4F-418D-AE19-62706E023703}">
                                <ahyp:hlinkClr val="tx"/>
                              </a:ext>
                            </a:extLst>
                          </a:hlinkClick>
                        </a:rPr>
                        <a:t> resources</a:t>
                      </a:r>
                      <a:endParaRPr b="1" sz="950" u="sng">
                        <a:solidFill>
                          <a:schemeClr val="accent6"/>
                        </a:solidFill>
                        <a:latin typeface="Inconsolata"/>
                        <a:ea typeface="Inconsolata"/>
                        <a:cs typeface="Inconsolata"/>
                        <a:sym typeface="Inconsolata"/>
                      </a:endParaRPr>
                    </a:p>
                  </a:txBody>
                  <a:tcPr marT="91425" marB="91425" marR="91425" marL="91425">
                    <a:lnL cap="flat" cmpd="sng" w="28575">
                      <a:solidFill>
                        <a:srgbClr val="FFFFFF">
                          <a:alpha val="0"/>
                        </a:srgbClr>
                      </a:solidFill>
                      <a:prstDash val="solid"/>
                      <a:round/>
                      <a:headEnd len="sm" w="sm" type="none"/>
                      <a:tailEnd len="sm" w="sm" type="none"/>
                    </a:lnL>
                    <a:lnR cap="flat" cmpd="sng" w="28575">
                      <a:solidFill>
                        <a:srgbClr val="FFFFFF">
                          <a:alpha val="0"/>
                        </a:srgbClr>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noFill/>
                  </a:tcPr>
                </a:tc>
                <a:tc>
                  <a:txBody>
                    <a:bodyPr/>
                    <a:lstStyle/>
                    <a:p>
                      <a:pPr indent="0" lvl="0" marL="0" marR="0" rtl="0" algn="l">
                        <a:lnSpc>
                          <a:spcPct val="100000"/>
                        </a:lnSpc>
                        <a:spcBef>
                          <a:spcPts val="0"/>
                        </a:spcBef>
                        <a:spcAft>
                          <a:spcPts val="1600"/>
                        </a:spcAft>
                        <a:buNone/>
                      </a:pPr>
                      <a:r>
                        <a:rPr lang="en" sz="950">
                          <a:solidFill>
                            <a:schemeClr val="accent6"/>
                          </a:solidFill>
                          <a:latin typeface="Inconsolata"/>
                          <a:ea typeface="Inconsolata"/>
                          <a:cs typeface="Inconsolata"/>
                          <a:sym typeface="Inconsolata"/>
                        </a:rPr>
                        <a:t>An assortment of graphic resources that are suitable for use in this presentation</a:t>
                      </a:r>
                      <a:endParaRPr sz="950">
                        <a:solidFill>
                          <a:schemeClr val="accent6"/>
                        </a:solidFill>
                        <a:latin typeface="Inconsolata"/>
                        <a:ea typeface="Inconsolata"/>
                        <a:cs typeface="Inconsolata"/>
                        <a:sym typeface="Inconsolata"/>
                      </a:endParaRPr>
                    </a:p>
                  </a:txBody>
                  <a:tcPr marT="91425" marB="91425" marR="91425" marL="91425">
                    <a:lnL cap="flat" cmpd="sng" w="28575">
                      <a:solidFill>
                        <a:srgbClr val="FFFFFF">
                          <a:alpha val="0"/>
                        </a:srgbClr>
                      </a:solidFill>
                      <a:prstDash val="solid"/>
                      <a:round/>
                      <a:headEnd len="sm" w="sm" type="none"/>
                      <a:tailEnd len="sm" w="sm" type="none"/>
                    </a:lnL>
                    <a:lnR cap="flat" cmpd="sng" w="28575">
                      <a:solidFill>
                        <a:srgbClr val="FFFFFF">
                          <a:alpha val="0"/>
                        </a:srgbClr>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noFill/>
                  </a:tcPr>
                </a:tc>
              </a:tr>
              <a:tr h="350500">
                <a:tc>
                  <a:txBody>
                    <a:bodyPr/>
                    <a:lstStyle/>
                    <a:p>
                      <a:pPr indent="0" lvl="0" marL="0" rtl="0" algn="l">
                        <a:spcBef>
                          <a:spcPts val="0"/>
                        </a:spcBef>
                        <a:spcAft>
                          <a:spcPts val="0"/>
                        </a:spcAft>
                        <a:buNone/>
                      </a:pPr>
                      <a:r>
                        <a:rPr b="1" lang="en" sz="950" u="sng">
                          <a:solidFill>
                            <a:schemeClr val="accent6"/>
                          </a:solidFill>
                          <a:latin typeface="Inconsolata"/>
                          <a:ea typeface="Inconsolata"/>
                          <a:cs typeface="Inconsolata"/>
                          <a:sym typeface="Inconsolata"/>
                          <a:hlinkClick action="ppaction://hlinksldjump" r:id="rId6">
                            <a:extLst>
                              <a:ext uri="{A12FA001-AC4F-418D-AE19-62706E023703}">
                                <ahyp:hlinkClr val="tx"/>
                              </a:ext>
                            </a:extLst>
                          </a:hlinkClick>
                        </a:rPr>
                        <a:t>Thanks slide</a:t>
                      </a:r>
                      <a:endParaRPr b="1" sz="950" u="sng">
                        <a:solidFill>
                          <a:schemeClr val="accent6"/>
                        </a:solidFill>
                        <a:latin typeface="Inconsolata"/>
                        <a:ea typeface="Inconsolata"/>
                        <a:cs typeface="Inconsolata"/>
                        <a:sym typeface="Inconsolata"/>
                      </a:endParaRPr>
                    </a:p>
                  </a:txBody>
                  <a:tcPr marT="91425" marB="91425" marR="91425" marL="91425">
                    <a:lnL cap="flat" cmpd="sng" w="28575">
                      <a:solidFill>
                        <a:srgbClr val="FFFFFF">
                          <a:alpha val="0"/>
                        </a:srgbClr>
                      </a:solidFill>
                      <a:prstDash val="solid"/>
                      <a:round/>
                      <a:headEnd len="sm" w="sm" type="none"/>
                      <a:tailEnd len="sm" w="sm" type="none"/>
                    </a:lnL>
                    <a:lnR cap="flat" cmpd="sng" w="28575">
                      <a:solidFill>
                        <a:srgbClr val="FFFFFF">
                          <a:alpha val="0"/>
                        </a:srgbClr>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noFill/>
                  </a:tcPr>
                </a:tc>
                <a:tc>
                  <a:txBody>
                    <a:bodyPr/>
                    <a:lstStyle/>
                    <a:p>
                      <a:pPr indent="0" lvl="0" marL="0" rtl="0" algn="l">
                        <a:spcBef>
                          <a:spcPts val="0"/>
                        </a:spcBef>
                        <a:spcAft>
                          <a:spcPts val="1600"/>
                        </a:spcAft>
                        <a:buNone/>
                      </a:pPr>
                      <a:r>
                        <a:rPr lang="en" sz="950">
                          <a:solidFill>
                            <a:schemeClr val="accent6"/>
                          </a:solidFill>
                          <a:latin typeface="Inconsolata"/>
                          <a:ea typeface="Inconsolata"/>
                          <a:cs typeface="Inconsolata"/>
                          <a:sym typeface="Inconsolata"/>
                        </a:rPr>
                        <a:t>You must keep it so that proper credits for our design are given</a:t>
                      </a:r>
                      <a:endParaRPr sz="950">
                        <a:solidFill>
                          <a:schemeClr val="accent6"/>
                        </a:solidFill>
                        <a:latin typeface="Inconsolata"/>
                        <a:ea typeface="Inconsolata"/>
                        <a:cs typeface="Inconsolata"/>
                        <a:sym typeface="Inconsolata"/>
                      </a:endParaRPr>
                    </a:p>
                  </a:txBody>
                  <a:tcPr marT="91425" marB="91425" marR="91425" marL="91425">
                    <a:lnL cap="flat" cmpd="sng" w="28575">
                      <a:solidFill>
                        <a:srgbClr val="FFFFFF">
                          <a:alpha val="0"/>
                        </a:srgbClr>
                      </a:solidFill>
                      <a:prstDash val="solid"/>
                      <a:round/>
                      <a:headEnd len="sm" w="sm" type="none"/>
                      <a:tailEnd len="sm" w="sm" type="none"/>
                    </a:lnL>
                    <a:lnR cap="flat" cmpd="sng" w="28575">
                      <a:solidFill>
                        <a:srgbClr val="FFFFFF">
                          <a:alpha val="0"/>
                        </a:srgbClr>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noFill/>
                  </a:tcPr>
                </a:tc>
              </a:tr>
              <a:tr h="350500">
                <a:tc>
                  <a:txBody>
                    <a:bodyPr/>
                    <a:lstStyle/>
                    <a:p>
                      <a:pPr indent="0" lvl="0" marL="0" rtl="0" algn="l">
                        <a:spcBef>
                          <a:spcPts val="0"/>
                        </a:spcBef>
                        <a:spcAft>
                          <a:spcPts val="0"/>
                        </a:spcAft>
                        <a:buNone/>
                      </a:pPr>
                      <a:r>
                        <a:rPr b="1" lang="en" sz="950" u="sng">
                          <a:solidFill>
                            <a:schemeClr val="accent6"/>
                          </a:solidFill>
                          <a:latin typeface="Inconsolata"/>
                          <a:ea typeface="Inconsolata"/>
                          <a:cs typeface="Inconsolata"/>
                          <a:sym typeface="Inconsolata"/>
                          <a:hlinkClick action="ppaction://hlinksldjump" r:id="rId7">
                            <a:extLst>
                              <a:ext uri="{A12FA001-AC4F-418D-AE19-62706E023703}">
                                <ahyp:hlinkClr val="tx"/>
                              </a:ext>
                            </a:extLst>
                          </a:hlinkClick>
                        </a:rPr>
                        <a:t>Colors</a:t>
                      </a:r>
                      <a:endParaRPr b="1" sz="950" u="sng">
                        <a:solidFill>
                          <a:schemeClr val="accent6"/>
                        </a:solidFill>
                        <a:latin typeface="Inconsolata"/>
                        <a:ea typeface="Inconsolata"/>
                        <a:cs typeface="Inconsolata"/>
                        <a:sym typeface="Inconsolata"/>
                      </a:endParaRPr>
                    </a:p>
                  </a:txBody>
                  <a:tcPr marT="91425" marB="91425" marR="91425" marL="91425">
                    <a:lnL cap="flat" cmpd="sng" w="28575">
                      <a:solidFill>
                        <a:srgbClr val="FFFFFF">
                          <a:alpha val="0"/>
                        </a:srgbClr>
                      </a:solidFill>
                      <a:prstDash val="solid"/>
                      <a:round/>
                      <a:headEnd len="sm" w="sm" type="none"/>
                      <a:tailEnd len="sm" w="sm" type="none"/>
                    </a:lnL>
                    <a:lnR cap="flat" cmpd="sng" w="28575">
                      <a:solidFill>
                        <a:srgbClr val="FFFFFF">
                          <a:alpha val="0"/>
                        </a:srgbClr>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noFill/>
                  </a:tcPr>
                </a:tc>
                <a:tc>
                  <a:txBody>
                    <a:bodyPr/>
                    <a:lstStyle/>
                    <a:p>
                      <a:pPr indent="0" lvl="0" marL="0" rtl="0" algn="l">
                        <a:spcBef>
                          <a:spcPts val="0"/>
                        </a:spcBef>
                        <a:spcAft>
                          <a:spcPts val="1600"/>
                        </a:spcAft>
                        <a:buNone/>
                      </a:pPr>
                      <a:r>
                        <a:rPr lang="en" sz="950">
                          <a:solidFill>
                            <a:schemeClr val="accent6"/>
                          </a:solidFill>
                          <a:latin typeface="Inconsolata"/>
                          <a:ea typeface="Inconsolata"/>
                          <a:cs typeface="Inconsolata"/>
                          <a:sym typeface="Inconsolata"/>
                        </a:rPr>
                        <a:t>All the colors used in this presentation</a:t>
                      </a:r>
                      <a:endParaRPr sz="950">
                        <a:solidFill>
                          <a:schemeClr val="accent6"/>
                        </a:solidFill>
                        <a:latin typeface="Inconsolata"/>
                        <a:ea typeface="Inconsolata"/>
                        <a:cs typeface="Inconsolata"/>
                        <a:sym typeface="Inconsolata"/>
                      </a:endParaRPr>
                    </a:p>
                  </a:txBody>
                  <a:tcPr marT="91425" marB="91425" marR="91425" marL="91425">
                    <a:lnL cap="flat" cmpd="sng" w="28575">
                      <a:solidFill>
                        <a:srgbClr val="FFFFFF">
                          <a:alpha val="0"/>
                        </a:srgbClr>
                      </a:solidFill>
                      <a:prstDash val="solid"/>
                      <a:round/>
                      <a:headEnd len="sm" w="sm" type="none"/>
                      <a:tailEnd len="sm" w="sm" type="none"/>
                    </a:lnL>
                    <a:lnR cap="flat" cmpd="sng" w="28575">
                      <a:solidFill>
                        <a:srgbClr val="FFFFFF">
                          <a:alpha val="0"/>
                        </a:srgbClr>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noFill/>
                  </a:tcPr>
                </a:tc>
              </a:tr>
              <a:tr h="350500">
                <a:tc>
                  <a:txBody>
                    <a:bodyPr/>
                    <a:lstStyle/>
                    <a:p>
                      <a:pPr indent="0" lvl="0" marL="0" rtl="0" algn="l">
                        <a:spcBef>
                          <a:spcPts val="0"/>
                        </a:spcBef>
                        <a:spcAft>
                          <a:spcPts val="0"/>
                        </a:spcAft>
                        <a:buNone/>
                      </a:pPr>
                      <a:r>
                        <a:rPr b="1" lang="en" sz="950" u="sng">
                          <a:solidFill>
                            <a:schemeClr val="accent6"/>
                          </a:solidFill>
                          <a:latin typeface="Inconsolata"/>
                          <a:ea typeface="Inconsolata"/>
                          <a:cs typeface="Inconsolata"/>
                          <a:sym typeface="Inconsolata"/>
                          <a:hlinkClick action="ppaction://hlinksldjump" r:id="rId8">
                            <a:extLst>
                              <a:ext uri="{A12FA001-AC4F-418D-AE19-62706E023703}">
                                <ahyp:hlinkClr val="tx"/>
                              </a:ext>
                            </a:extLst>
                          </a:hlinkClick>
                        </a:rPr>
                        <a:t>Infographic resources</a:t>
                      </a:r>
                      <a:endParaRPr b="1" sz="950" u="sng">
                        <a:solidFill>
                          <a:schemeClr val="accent6"/>
                        </a:solidFill>
                        <a:latin typeface="Inconsolata"/>
                        <a:ea typeface="Inconsolata"/>
                        <a:cs typeface="Inconsolata"/>
                        <a:sym typeface="Inconsolata"/>
                      </a:endParaRPr>
                    </a:p>
                  </a:txBody>
                  <a:tcPr marT="91425" marB="91425" marR="91425" marL="91425">
                    <a:lnL cap="flat" cmpd="sng" w="28575">
                      <a:solidFill>
                        <a:srgbClr val="FFFFFF">
                          <a:alpha val="0"/>
                        </a:srgbClr>
                      </a:solidFill>
                      <a:prstDash val="solid"/>
                      <a:round/>
                      <a:headEnd len="sm" w="sm" type="none"/>
                      <a:tailEnd len="sm" w="sm" type="none"/>
                    </a:lnL>
                    <a:lnR cap="flat" cmpd="sng" w="28575">
                      <a:solidFill>
                        <a:srgbClr val="FFFFFF">
                          <a:alpha val="0"/>
                        </a:srgbClr>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noFill/>
                  </a:tcPr>
                </a:tc>
                <a:tc>
                  <a:txBody>
                    <a:bodyPr/>
                    <a:lstStyle/>
                    <a:p>
                      <a:pPr indent="0" lvl="0" marL="0" rtl="0" algn="l">
                        <a:spcBef>
                          <a:spcPts val="0"/>
                        </a:spcBef>
                        <a:spcAft>
                          <a:spcPts val="0"/>
                        </a:spcAft>
                        <a:buNone/>
                      </a:pPr>
                      <a:r>
                        <a:rPr lang="en" sz="950">
                          <a:solidFill>
                            <a:schemeClr val="accent6"/>
                          </a:solidFill>
                          <a:latin typeface="Inconsolata"/>
                          <a:ea typeface="Inconsolata"/>
                          <a:cs typeface="Inconsolata"/>
                          <a:sym typeface="Inconsolata"/>
                        </a:rPr>
                        <a:t>These can be used in the template, and their size and color can be edited</a:t>
                      </a:r>
                      <a:endParaRPr sz="950">
                        <a:solidFill>
                          <a:schemeClr val="accent6"/>
                        </a:solidFill>
                        <a:latin typeface="Inconsolata"/>
                        <a:ea typeface="Inconsolata"/>
                        <a:cs typeface="Inconsolata"/>
                        <a:sym typeface="Inconsolata"/>
                      </a:endParaRPr>
                    </a:p>
                  </a:txBody>
                  <a:tcPr marT="91425" marB="91425" marR="91425" marL="91425">
                    <a:lnL cap="flat" cmpd="sng" w="28575">
                      <a:solidFill>
                        <a:srgbClr val="FFFFFF">
                          <a:alpha val="0"/>
                        </a:srgbClr>
                      </a:solidFill>
                      <a:prstDash val="solid"/>
                      <a:round/>
                      <a:headEnd len="sm" w="sm" type="none"/>
                      <a:tailEnd len="sm" w="sm" type="none"/>
                    </a:lnL>
                    <a:lnR cap="flat" cmpd="sng" w="28575">
                      <a:solidFill>
                        <a:srgbClr val="FFFFFF">
                          <a:alpha val="0"/>
                        </a:srgbClr>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noFill/>
                  </a:tcPr>
                </a:tc>
              </a:tr>
              <a:tr h="350500">
                <a:tc>
                  <a:txBody>
                    <a:bodyPr/>
                    <a:lstStyle/>
                    <a:p>
                      <a:pPr indent="0" lvl="0" marL="0" rtl="0" algn="l">
                        <a:spcBef>
                          <a:spcPts val="0"/>
                        </a:spcBef>
                        <a:spcAft>
                          <a:spcPts val="0"/>
                        </a:spcAft>
                        <a:buNone/>
                      </a:pPr>
                      <a:r>
                        <a:rPr b="1" lang="en" sz="950" u="sng">
                          <a:solidFill>
                            <a:schemeClr val="accent6"/>
                          </a:solidFill>
                          <a:latin typeface="Inconsolata"/>
                          <a:ea typeface="Inconsolata"/>
                          <a:cs typeface="Inconsolata"/>
                          <a:sym typeface="Inconsolata"/>
                          <a:hlinkClick action="ppaction://hlinksldjump" r:id="rId9">
                            <a:extLst>
                              <a:ext uri="{A12FA001-AC4F-418D-AE19-62706E023703}">
                                <ahyp:hlinkClr val="tx"/>
                              </a:ext>
                            </a:extLst>
                          </a:hlinkClick>
                        </a:rPr>
                        <a:t>Customizable icons</a:t>
                      </a:r>
                      <a:endParaRPr b="1" sz="950" u="sng">
                        <a:solidFill>
                          <a:schemeClr val="accent6"/>
                        </a:solidFill>
                        <a:latin typeface="Inconsolata"/>
                        <a:ea typeface="Inconsolata"/>
                        <a:cs typeface="Inconsolata"/>
                        <a:sym typeface="Inconsolata"/>
                      </a:endParaRPr>
                    </a:p>
                  </a:txBody>
                  <a:tcPr marT="91425" marB="91425" marR="91425" marL="91425">
                    <a:lnL cap="flat" cmpd="sng" w="28575">
                      <a:solidFill>
                        <a:srgbClr val="FFFFFF">
                          <a:alpha val="0"/>
                        </a:srgbClr>
                      </a:solidFill>
                      <a:prstDash val="solid"/>
                      <a:round/>
                      <a:headEnd len="sm" w="sm" type="none"/>
                      <a:tailEnd len="sm" w="sm" type="none"/>
                    </a:lnL>
                    <a:lnR cap="flat" cmpd="sng" w="28575">
                      <a:solidFill>
                        <a:srgbClr val="FFFFFF">
                          <a:alpha val="0"/>
                        </a:srgbClr>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noFill/>
                  </a:tcPr>
                </a:tc>
                <a:tc>
                  <a:txBody>
                    <a:bodyPr/>
                    <a:lstStyle/>
                    <a:p>
                      <a:pPr indent="0" lvl="0" marL="0" rtl="0" algn="l">
                        <a:spcBef>
                          <a:spcPts val="0"/>
                        </a:spcBef>
                        <a:spcAft>
                          <a:spcPts val="1600"/>
                        </a:spcAft>
                        <a:buNone/>
                      </a:pPr>
                      <a:r>
                        <a:rPr lang="en" sz="950">
                          <a:solidFill>
                            <a:schemeClr val="accent6"/>
                          </a:solidFill>
                          <a:latin typeface="Inconsolata"/>
                          <a:ea typeface="Inconsolata"/>
                          <a:cs typeface="Inconsolata"/>
                          <a:sym typeface="Inconsolata"/>
                        </a:rPr>
                        <a:t>They are sorted by theme so you can use them in all kinds of presentations</a:t>
                      </a:r>
                      <a:endParaRPr sz="950">
                        <a:solidFill>
                          <a:schemeClr val="accent6"/>
                        </a:solidFill>
                        <a:latin typeface="Inconsolata"/>
                        <a:ea typeface="Inconsolata"/>
                        <a:cs typeface="Inconsolata"/>
                        <a:sym typeface="Inconsolata"/>
                      </a:endParaRPr>
                    </a:p>
                  </a:txBody>
                  <a:tcPr marT="91425" marB="91425" marR="91425" marL="91425">
                    <a:lnL cap="flat" cmpd="sng" w="28575">
                      <a:solidFill>
                        <a:srgbClr val="FFFFFF">
                          <a:alpha val="0"/>
                        </a:srgbClr>
                      </a:solidFill>
                      <a:prstDash val="solid"/>
                      <a:round/>
                      <a:headEnd len="sm" w="sm" type="none"/>
                      <a:tailEnd len="sm" w="sm" type="none"/>
                    </a:lnL>
                    <a:lnR cap="flat" cmpd="sng" w="28575">
                      <a:solidFill>
                        <a:srgbClr val="FFFFFF">
                          <a:alpha val="0"/>
                        </a:srgbClr>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noFill/>
                  </a:tcPr>
                </a:tc>
              </a:tr>
            </a:tbl>
          </a:graphicData>
        </a:graphic>
      </p:graphicFrame>
      <p:sp>
        <p:nvSpPr>
          <p:cNvPr id="3409" name="Google Shape;3409;p36"/>
          <p:cNvSpPr txBox="1"/>
          <p:nvPr/>
        </p:nvSpPr>
        <p:spPr>
          <a:xfrm>
            <a:off x="820800" y="3997528"/>
            <a:ext cx="3463500" cy="4617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 sz="800">
                <a:solidFill>
                  <a:schemeClr val="lt2"/>
                </a:solidFill>
                <a:latin typeface="Inconsolata"/>
                <a:ea typeface="Inconsolata"/>
                <a:cs typeface="Inconsolata"/>
                <a:sym typeface="Inconsolata"/>
              </a:rPr>
              <a:t>For more info:</a:t>
            </a:r>
            <a:br>
              <a:rPr b="1" lang="en" sz="800">
                <a:solidFill>
                  <a:schemeClr val="lt2"/>
                </a:solidFill>
                <a:latin typeface="Inconsolata"/>
                <a:ea typeface="Inconsolata"/>
                <a:cs typeface="Inconsolata"/>
                <a:sym typeface="Inconsolata"/>
              </a:rPr>
            </a:br>
            <a:r>
              <a:rPr b="1" lang="en" sz="1000">
                <a:solidFill>
                  <a:schemeClr val="lt2"/>
                </a:solidFill>
                <a:uFill>
                  <a:noFill/>
                </a:uFill>
                <a:latin typeface="Inconsolata"/>
                <a:ea typeface="Inconsolata"/>
                <a:cs typeface="Inconsolata"/>
                <a:sym typeface="Inconsolata"/>
                <a:hlinkClick r:id="rId10">
                  <a:extLst>
                    <a:ext uri="{A12FA001-AC4F-418D-AE19-62706E023703}">
                      <ahyp:hlinkClr val="tx"/>
                    </a:ext>
                  </a:extLst>
                </a:hlinkClick>
              </a:rPr>
              <a:t>SLIDESGO </a:t>
            </a:r>
            <a:r>
              <a:rPr b="1" lang="en" sz="1000">
                <a:solidFill>
                  <a:schemeClr val="lt2"/>
                </a:solidFill>
                <a:latin typeface="Inconsolata"/>
                <a:ea typeface="Inconsolata"/>
                <a:cs typeface="Inconsolata"/>
                <a:sym typeface="Inconsolata"/>
              </a:rPr>
              <a:t> |  </a:t>
            </a:r>
            <a:r>
              <a:rPr b="1" lang="en" sz="1000">
                <a:solidFill>
                  <a:schemeClr val="lt2"/>
                </a:solidFill>
                <a:uFill>
                  <a:noFill/>
                </a:uFill>
                <a:latin typeface="Inconsolata"/>
                <a:ea typeface="Inconsolata"/>
                <a:cs typeface="Inconsolata"/>
                <a:sym typeface="Inconsolata"/>
                <a:hlinkClick r:id="rId11">
                  <a:extLst>
                    <a:ext uri="{A12FA001-AC4F-418D-AE19-62706E023703}">
                      <ahyp:hlinkClr val="tx"/>
                    </a:ext>
                  </a:extLst>
                </a:hlinkClick>
              </a:rPr>
              <a:t>SLIDESGO SCHOOL</a:t>
            </a:r>
            <a:r>
              <a:rPr b="1" lang="en" sz="1000">
                <a:solidFill>
                  <a:schemeClr val="lt2"/>
                </a:solidFill>
                <a:latin typeface="Inconsolata"/>
                <a:ea typeface="Inconsolata"/>
                <a:cs typeface="Inconsolata"/>
                <a:sym typeface="Inconsolata"/>
              </a:rPr>
              <a:t>  |  </a:t>
            </a:r>
            <a:r>
              <a:rPr b="1" lang="en" sz="1000">
                <a:solidFill>
                  <a:schemeClr val="lt2"/>
                </a:solidFill>
                <a:uFill>
                  <a:noFill/>
                </a:uFill>
                <a:latin typeface="Inconsolata"/>
                <a:ea typeface="Inconsolata"/>
                <a:cs typeface="Inconsolata"/>
                <a:sym typeface="Inconsolata"/>
                <a:hlinkClick r:id="rId12">
                  <a:extLst>
                    <a:ext uri="{A12FA001-AC4F-418D-AE19-62706E023703}">
                      <ahyp:hlinkClr val="tx"/>
                    </a:ext>
                  </a:extLst>
                </a:hlinkClick>
              </a:rPr>
              <a:t>FAQS</a:t>
            </a:r>
            <a:endParaRPr sz="1500">
              <a:solidFill>
                <a:schemeClr val="lt2"/>
              </a:solidFill>
              <a:latin typeface="Inconsolata"/>
              <a:ea typeface="Inconsolata"/>
              <a:cs typeface="Inconsolata"/>
              <a:sym typeface="Inconsolata"/>
            </a:endParaRPr>
          </a:p>
        </p:txBody>
      </p:sp>
      <p:sp>
        <p:nvSpPr>
          <p:cNvPr id="3410" name="Google Shape;3410;p36"/>
          <p:cNvSpPr txBox="1"/>
          <p:nvPr/>
        </p:nvSpPr>
        <p:spPr>
          <a:xfrm>
            <a:off x="4846662" y="3997528"/>
            <a:ext cx="3463500" cy="4617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 sz="800">
                <a:solidFill>
                  <a:schemeClr val="lt2"/>
                </a:solidFill>
                <a:latin typeface="Inconsolata"/>
                <a:ea typeface="Inconsolata"/>
                <a:cs typeface="Inconsolata"/>
                <a:sym typeface="Inconsolata"/>
              </a:rPr>
              <a:t>You can visit our sister </a:t>
            </a:r>
            <a:r>
              <a:rPr b="1" lang="en" sz="800">
                <a:solidFill>
                  <a:schemeClr val="lt2"/>
                </a:solidFill>
                <a:latin typeface="Inconsolata"/>
                <a:ea typeface="Inconsolata"/>
                <a:cs typeface="Inconsolata"/>
                <a:sym typeface="Inconsolata"/>
              </a:rPr>
              <a:t>projects</a:t>
            </a:r>
            <a:r>
              <a:rPr b="1" lang="en" sz="800">
                <a:solidFill>
                  <a:schemeClr val="lt2"/>
                </a:solidFill>
                <a:latin typeface="Inconsolata"/>
                <a:ea typeface="Inconsolata"/>
                <a:cs typeface="Inconsolata"/>
                <a:sym typeface="Inconsolata"/>
              </a:rPr>
              <a:t>:</a:t>
            </a:r>
            <a:br>
              <a:rPr b="1" lang="en" sz="800">
                <a:solidFill>
                  <a:schemeClr val="lt2"/>
                </a:solidFill>
                <a:latin typeface="Inconsolata"/>
                <a:ea typeface="Inconsolata"/>
                <a:cs typeface="Inconsolata"/>
                <a:sym typeface="Inconsolata"/>
              </a:rPr>
            </a:br>
            <a:r>
              <a:rPr b="1" lang="en" sz="1000">
                <a:solidFill>
                  <a:schemeClr val="lt2"/>
                </a:solidFill>
                <a:uFill>
                  <a:noFill/>
                </a:uFill>
                <a:latin typeface="Inconsolata"/>
                <a:ea typeface="Inconsolata"/>
                <a:cs typeface="Inconsolata"/>
                <a:sym typeface="Inconsolata"/>
                <a:hlinkClick r:id="rId13">
                  <a:extLst>
                    <a:ext uri="{A12FA001-AC4F-418D-AE19-62706E023703}">
                      <ahyp:hlinkClr val="tx"/>
                    </a:ext>
                  </a:extLst>
                </a:hlinkClick>
              </a:rPr>
              <a:t>FREEPIK</a:t>
            </a:r>
            <a:r>
              <a:rPr b="1" lang="en" sz="1000">
                <a:solidFill>
                  <a:schemeClr val="lt2"/>
                </a:solidFill>
                <a:latin typeface="Inconsolata"/>
                <a:ea typeface="Inconsolata"/>
                <a:cs typeface="Inconsolata"/>
                <a:sym typeface="Inconsolata"/>
              </a:rPr>
              <a:t> | </a:t>
            </a:r>
            <a:r>
              <a:rPr b="1" lang="en" sz="1000">
                <a:solidFill>
                  <a:schemeClr val="lt2"/>
                </a:solidFill>
                <a:uFill>
                  <a:noFill/>
                </a:uFill>
                <a:latin typeface="Inconsolata"/>
                <a:ea typeface="Inconsolata"/>
                <a:cs typeface="Inconsolata"/>
                <a:sym typeface="Inconsolata"/>
                <a:hlinkClick r:id="rId14">
                  <a:extLst>
                    <a:ext uri="{A12FA001-AC4F-418D-AE19-62706E023703}">
                      <ahyp:hlinkClr val="tx"/>
                    </a:ext>
                  </a:extLst>
                </a:hlinkClick>
              </a:rPr>
              <a:t>FLATICON</a:t>
            </a:r>
            <a:r>
              <a:rPr b="1" lang="en" sz="1000">
                <a:solidFill>
                  <a:schemeClr val="lt2"/>
                </a:solidFill>
                <a:latin typeface="Inconsolata"/>
                <a:ea typeface="Inconsolata"/>
                <a:cs typeface="Inconsolata"/>
                <a:sym typeface="Inconsolata"/>
              </a:rPr>
              <a:t> | </a:t>
            </a:r>
            <a:r>
              <a:rPr b="1" lang="en" sz="1000">
                <a:solidFill>
                  <a:schemeClr val="lt2"/>
                </a:solidFill>
                <a:uFill>
                  <a:noFill/>
                </a:uFill>
                <a:latin typeface="Inconsolata"/>
                <a:ea typeface="Inconsolata"/>
                <a:cs typeface="Inconsolata"/>
                <a:sym typeface="Inconsolata"/>
                <a:hlinkClick r:id="rId15">
                  <a:extLst>
                    <a:ext uri="{A12FA001-AC4F-418D-AE19-62706E023703}">
                      <ahyp:hlinkClr val="tx"/>
                    </a:ext>
                  </a:extLst>
                </a:hlinkClick>
              </a:rPr>
              <a:t>STORYSET</a:t>
            </a:r>
            <a:r>
              <a:rPr b="1" lang="en" sz="1000">
                <a:solidFill>
                  <a:schemeClr val="lt2"/>
                </a:solidFill>
                <a:latin typeface="Inconsolata"/>
                <a:ea typeface="Inconsolata"/>
                <a:cs typeface="Inconsolata"/>
                <a:sym typeface="Inconsolata"/>
              </a:rPr>
              <a:t> | </a:t>
            </a:r>
            <a:r>
              <a:rPr b="1" lang="en" sz="1000">
                <a:solidFill>
                  <a:schemeClr val="lt2"/>
                </a:solidFill>
                <a:uFill>
                  <a:noFill/>
                </a:uFill>
                <a:latin typeface="Inconsolata"/>
                <a:ea typeface="Inconsolata"/>
                <a:cs typeface="Inconsolata"/>
                <a:sym typeface="Inconsolata"/>
                <a:hlinkClick r:id="rId16">
                  <a:extLst>
                    <a:ext uri="{A12FA001-AC4F-418D-AE19-62706E023703}">
                      <ahyp:hlinkClr val="tx"/>
                    </a:ext>
                  </a:extLst>
                </a:hlinkClick>
              </a:rPr>
              <a:t>WEPIK </a:t>
            </a:r>
            <a:r>
              <a:rPr b="1" lang="en" sz="1000">
                <a:solidFill>
                  <a:schemeClr val="lt2"/>
                </a:solidFill>
                <a:latin typeface="Inconsolata"/>
                <a:ea typeface="Inconsolata"/>
                <a:cs typeface="Inconsolata"/>
                <a:sym typeface="Inconsolata"/>
              </a:rPr>
              <a:t>| </a:t>
            </a:r>
            <a:r>
              <a:rPr b="1" lang="en" sz="1000">
                <a:solidFill>
                  <a:schemeClr val="lt2"/>
                </a:solidFill>
                <a:uFill>
                  <a:noFill/>
                </a:uFill>
                <a:latin typeface="Inconsolata"/>
                <a:ea typeface="Inconsolata"/>
                <a:cs typeface="Inconsolata"/>
                <a:sym typeface="Inconsolata"/>
                <a:hlinkClick r:id="rId17">
                  <a:extLst>
                    <a:ext uri="{A12FA001-AC4F-418D-AE19-62706E023703}">
                      <ahyp:hlinkClr val="tx"/>
                    </a:ext>
                  </a:extLst>
                </a:hlinkClick>
              </a:rPr>
              <a:t>VIDFY</a:t>
            </a:r>
            <a:endParaRPr b="1" sz="600">
              <a:solidFill>
                <a:schemeClr val="lt2"/>
              </a:solidFill>
              <a:latin typeface="Inconsolata"/>
              <a:ea typeface="Inconsolata"/>
              <a:cs typeface="Inconsolata"/>
              <a:sym typeface="Inconsolata"/>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14" name="Shape 3414"/>
        <p:cNvGrpSpPr/>
        <p:nvPr/>
      </p:nvGrpSpPr>
      <p:grpSpPr>
        <a:xfrm>
          <a:off x="0" y="0"/>
          <a:ext cx="0" cy="0"/>
          <a:chOff x="0" y="0"/>
          <a:chExt cx="0" cy="0"/>
        </a:xfrm>
      </p:grpSpPr>
      <p:sp>
        <p:nvSpPr>
          <p:cNvPr id="3415" name="Google Shape;3415;p37"/>
          <p:cNvSpPr txBox="1"/>
          <p:nvPr>
            <p:ph type="title"/>
          </p:nvPr>
        </p:nvSpPr>
        <p:spPr>
          <a:xfrm>
            <a:off x="1774200" y="1189000"/>
            <a:ext cx="5595600" cy="1964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3416" name="Google Shape;3416;p37"/>
          <p:cNvSpPr txBox="1"/>
          <p:nvPr>
            <p:ph idx="1" type="subTitle"/>
          </p:nvPr>
        </p:nvSpPr>
        <p:spPr>
          <a:xfrm>
            <a:off x="1660225" y="3153500"/>
            <a:ext cx="5869500" cy="801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This </a:t>
            </a:r>
            <a:r>
              <a:rPr lang="en"/>
              <a:t>can</a:t>
            </a:r>
            <a:r>
              <a:rPr lang="en"/>
              <a:t> be the part of the presentation where you can introduce yourself, write your email…</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0" name="Shape 3420"/>
        <p:cNvGrpSpPr/>
        <p:nvPr/>
      </p:nvGrpSpPr>
      <p:grpSpPr>
        <a:xfrm>
          <a:off x="0" y="0"/>
          <a:ext cx="0" cy="0"/>
          <a:chOff x="0" y="0"/>
          <a:chExt cx="0" cy="0"/>
        </a:xfrm>
      </p:grpSpPr>
      <p:sp>
        <p:nvSpPr>
          <p:cNvPr id="3421" name="Google Shape;3421;p38"/>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3422" name="Google Shape;3422;p38"/>
          <p:cNvSpPr txBox="1"/>
          <p:nvPr>
            <p:ph type="title"/>
          </p:nvPr>
        </p:nvSpPr>
        <p:spPr>
          <a:xfrm>
            <a:off x="1448775" y="1682850"/>
            <a:ext cx="29265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Objectives</a:t>
            </a:r>
            <a:endParaRPr/>
          </a:p>
        </p:txBody>
      </p:sp>
      <p:sp>
        <p:nvSpPr>
          <p:cNvPr id="3423" name="Google Shape;3423;p38"/>
          <p:cNvSpPr txBox="1"/>
          <p:nvPr>
            <p:ph idx="1" type="subTitle"/>
          </p:nvPr>
        </p:nvSpPr>
        <p:spPr>
          <a:xfrm>
            <a:off x="1448775" y="2190575"/>
            <a:ext cx="29265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a:t>
            </a:r>
            <a:r>
              <a:rPr lang="en"/>
              <a:t>can</a:t>
            </a:r>
            <a:r>
              <a:rPr lang="en"/>
              <a:t> describe the topic of the section here</a:t>
            </a:r>
            <a:endParaRPr/>
          </a:p>
        </p:txBody>
      </p:sp>
      <p:sp>
        <p:nvSpPr>
          <p:cNvPr id="3424" name="Google Shape;3424;p38"/>
          <p:cNvSpPr txBox="1"/>
          <p:nvPr>
            <p:ph idx="2" type="title"/>
          </p:nvPr>
        </p:nvSpPr>
        <p:spPr>
          <a:xfrm>
            <a:off x="5497799" y="1682850"/>
            <a:ext cx="29262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Methodology</a:t>
            </a:r>
            <a:endParaRPr/>
          </a:p>
        </p:txBody>
      </p:sp>
      <p:sp>
        <p:nvSpPr>
          <p:cNvPr id="3425" name="Google Shape;3425;p38"/>
          <p:cNvSpPr txBox="1"/>
          <p:nvPr>
            <p:ph idx="3" type="subTitle"/>
          </p:nvPr>
        </p:nvSpPr>
        <p:spPr>
          <a:xfrm>
            <a:off x="5497799" y="2190575"/>
            <a:ext cx="29262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a:t>
            </a:r>
            <a:r>
              <a:rPr lang="en"/>
              <a:t>can</a:t>
            </a:r>
            <a:r>
              <a:rPr lang="en"/>
              <a:t> describe the topic of the section here</a:t>
            </a:r>
            <a:endParaRPr/>
          </a:p>
        </p:txBody>
      </p:sp>
      <p:sp>
        <p:nvSpPr>
          <p:cNvPr id="3426" name="Google Shape;3426;p38"/>
          <p:cNvSpPr txBox="1"/>
          <p:nvPr>
            <p:ph idx="4" type="title"/>
          </p:nvPr>
        </p:nvSpPr>
        <p:spPr>
          <a:xfrm>
            <a:off x="1448775" y="3116250"/>
            <a:ext cx="29265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Results Analysis</a:t>
            </a:r>
            <a:endParaRPr/>
          </a:p>
        </p:txBody>
      </p:sp>
      <p:sp>
        <p:nvSpPr>
          <p:cNvPr id="3427" name="Google Shape;3427;p38"/>
          <p:cNvSpPr txBox="1"/>
          <p:nvPr>
            <p:ph idx="5" type="subTitle"/>
          </p:nvPr>
        </p:nvSpPr>
        <p:spPr>
          <a:xfrm>
            <a:off x="1448775" y="3623975"/>
            <a:ext cx="29265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a:t>
            </a:r>
            <a:r>
              <a:rPr lang="en"/>
              <a:t>can</a:t>
            </a:r>
            <a:r>
              <a:rPr lang="en"/>
              <a:t> describe the topic of the section here</a:t>
            </a:r>
            <a:endParaRPr/>
          </a:p>
        </p:txBody>
      </p:sp>
      <p:sp>
        <p:nvSpPr>
          <p:cNvPr id="3428" name="Google Shape;3428;p38"/>
          <p:cNvSpPr txBox="1"/>
          <p:nvPr>
            <p:ph idx="6" type="title"/>
          </p:nvPr>
        </p:nvSpPr>
        <p:spPr>
          <a:xfrm>
            <a:off x="5497799" y="3116250"/>
            <a:ext cx="29262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Conclusions</a:t>
            </a:r>
            <a:endParaRPr/>
          </a:p>
        </p:txBody>
      </p:sp>
      <p:sp>
        <p:nvSpPr>
          <p:cNvPr id="3429" name="Google Shape;3429;p38"/>
          <p:cNvSpPr txBox="1"/>
          <p:nvPr>
            <p:ph idx="7" type="subTitle"/>
          </p:nvPr>
        </p:nvSpPr>
        <p:spPr>
          <a:xfrm>
            <a:off x="5497799" y="3623975"/>
            <a:ext cx="29262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a:t>
            </a:r>
            <a:r>
              <a:rPr lang="en"/>
              <a:t>can</a:t>
            </a:r>
            <a:r>
              <a:rPr lang="en"/>
              <a:t> describe the topic of the section here</a:t>
            </a:r>
            <a:endParaRPr/>
          </a:p>
        </p:txBody>
      </p:sp>
      <p:sp>
        <p:nvSpPr>
          <p:cNvPr id="3430" name="Google Shape;3430;p38"/>
          <p:cNvSpPr/>
          <p:nvPr/>
        </p:nvSpPr>
        <p:spPr>
          <a:xfrm>
            <a:off x="709987" y="1682850"/>
            <a:ext cx="728775" cy="694150"/>
          </a:xfrm>
          <a:custGeom>
            <a:rect b="b" l="l" r="r" t="t"/>
            <a:pathLst>
              <a:path extrusionOk="0" h="27766" w="29151">
                <a:moveTo>
                  <a:pt x="4317" y="2872"/>
                </a:moveTo>
                <a:lnTo>
                  <a:pt x="4347" y="2944"/>
                </a:lnTo>
                <a:lnTo>
                  <a:pt x="4347" y="2944"/>
                </a:lnTo>
                <a:cubicBezTo>
                  <a:pt x="4346" y="2920"/>
                  <a:pt x="4341" y="2896"/>
                  <a:pt x="4317" y="2872"/>
                </a:cubicBezTo>
                <a:close/>
                <a:moveTo>
                  <a:pt x="4347" y="2944"/>
                </a:moveTo>
                <a:cubicBezTo>
                  <a:pt x="4347" y="2950"/>
                  <a:pt x="4347" y="2957"/>
                  <a:pt x="4347" y="2963"/>
                </a:cubicBezTo>
                <a:cubicBezTo>
                  <a:pt x="4349" y="2961"/>
                  <a:pt x="4351" y="2958"/>
                  <a:pt x="4352" y="2956"/>
                </a:cubicBezTo>
                <a:lnTo>
                  <a:pt x="4352" y="2956"/>
                </a:lnTo>
                <a:lnTo>
                  <a:pt x="4347" y="2944"/>
                </a:lnTo>
                <a:close/>
                <a:moveTo>
                  <a:pt x="12820" y="1"/>
                </a:moveTo>
                <a:cubicBezTo>
                  <a:pt x="12608" y="1"/>
                  <a:pt x="12392" y="14"/>
                  <a:pt x="12189" y="14"/>
                </a:cubicBezTo>
                <a:cubicBezTo>
                  <a:pt x="12144" y="10"/>
                  <a:pt x="12100" y="8"/>
                  <a:pt x="12059" y="8"/>
                </a:cubicBezTo>
                <a:cubicBezTo>
                  <a:pt x="11795" y="8"/>
                  <a:pt x="11601" y="84"/>
                  <a:pt x="11338" y="136"/>
                </a:cubicBezTo>
                <a:cubicBezTo>
                  <a:pt x="11065" y="166"/>
                  <a:pt x="10882" y="136"/>
                  <a:pt x="10609" y="227"/>
                </a:cubicBezTo>
                <a:cubicBezTo>
                  <a:pt x="10244" y="379"/>
                  <a:pt x="9849" y="470"/>
                  <a:pt x="9484" y="622"/>
                </a:cubicBezTo>
                <a:cubicBezTo>
                  <a:pt x="8542" y="1017"/>
                  <a:pt x="7509" y="1291"/>
                  <a:pt x="6627" y="1777"/>
                </a:cubicBezTo>
                <a:cubicBezTo>
                  <a:pt x="6262" y="1990"/>
                  <a:pt x="5928" y="2264"/>
                  <a:pt x="5502" y="2416"/>
                </a:cubicBezTo>
                <a:cubicBezTo>
                  <a:pt x="5049" y="2567"/>
                  <a:pt x="4655" y="2538"/>
                  <a:pt x="4352" y="2956"/>
                </a:cubicBezTo>
                <a:lnTo>
                  <a:pt x="4352" y="2956"/>
                </a:lnTo>
                <a:lnTo>
                  <a:pt x="4469" y="3236"/>
                </a:lnTo>
                <a:cubicBezTo>
                  <a:pt x="3983" y="3510"/>
                  <a:pt x="3679" y="3875"/>
                  <a:pt x="3344" y="4209"/>
                </a:cubicBezTo>
                <a:cubicBezTo>
                  <a:pt x="3040" y="4543"/>
                  <a:pt x="2888" y="4847"/>
                  <a:pt x="2676" y="5212"/>
                </a:cubicBezTo>
                <a:cubicBezTo>
                  <a:pt x="2402" y="5668"/>
                  <a:pt x="2128" y="6124"/>
                  <a:pt x="1885" y="6610"/>
                </a:cubicBezTo>
                <a:cubicBezTo>
                  <a:pt x="1551" y="7218"/>
                  <a:pt x="1308" y="7826"/>
                  <a:pt x="1065" y="8495"/>
                </a:cubicBezTo>
                <a:cubicBezTo>
                  <a:pt x="882" y="9072"/>
                  <a:pt x="700" y="9680"/>
                  <a:pt x="517" y="10288"/>
                </a:cubicBezTo>
                <a:cubicBezTo>
                  <a:pt x="366" y="10866"/>
                  <a:pt x="396" y="11474"/>
                  <a:pt x="305" y="12081"/>
                </a:cubicBezTo>
                <a:cubicBezTo>
                  <a:pt x="92" y="13388"/>
                  <a:pt x="1" y="14787"/>
                  <a:pt x="214" y="16094"/>
                </a:cubicBezTo>
                <a:cubicBezTo>
                  <a:pt x="335" y="16671"/>
                  <a:pt x="366" y="17279"/>
                  <a:pt x="517" y="17826"/>
                </a:cubicBezTo>
                <a:cubicBezTo>
                  <a:pt x="669" y="18313"/>
                  <a:pt x="730" y="18890"/>
                  <a:pt x="973" y="19346"/>
                </a:cubicBezTo>
                <a:cubicBezTo>
                  <a:pt x="1399" y="20258"/>
                  <a:pt x="1916" y="21200"/>
                  <a:pt x="2493" y="22021"/>
                </a:cubicBezTo>
                <a:cubicBezTo>
                  <a:pt x="3527" y="23571"/>
                  <a:pt x="4925" y="25121"/>
                  <a:pt x="6657" y="26063"/>
                </a:cubicBezTo>
                <a:cubicBezTo>
                  <a:pt x="8299" y="26945"/>
                  <a:pt x="10214" y="27097"/>
                  <a:pt x="12037" y="27431"/>
                </a:cubicBezTo>
                <a:cubicBezTo>
                  <a:pt x="12767" y="27553"/>
                  <a:pt x="13496" y="27553"/>
                  <a:pt x="14196" y="27674"/>
                </a:cubicBezTo>
                <a:cubicBezTo>
                  <a:pt x="14515" y="27735"/>
                  <a:pt x="14902" y="27766"/>
                  <a:pt x="15290" y="27766"/>
                </a:cubicBezTo>
                <a:cubicBezTo>
                  <a:pt x="15677" y="27766"/>
                  <a:pt x="16065" y="27735"/>
                  <a:pt x="16384" y="27674"/>
                </a:cubicBezTo>
                <a:cubicBezTo>
                  <a:pt x="17539" y="27492"/>
                  <a:pt x="18694" y="27006"/>
                  <a:pt x="19819" y="26580"/>
                </a:cubicBezTo>
                <a:cubicBezTo>
                  <a:pt x="20579" y="26307"/>
                  <a:pt x="21278" y="25911"/>
                  <a:pt x="21977" y="25516"/>
                </a:cubicBezTo>
                <a:cubicBezTo>
                  <a:pt x="22281" y="25364"/>
                  <a:pt x="22646" y="25212"/>
                  <a:pt x="22950" y="25030"/>
                </a:cubicBezTo>
                <a:cubicBezTo>
                  <a:pt x="23284" y="24756"/>
                  <a:pt x="23527" y="24544"/>
                  <a:pt x="23922" y="24331"/>
                </a:cubicBezTo>
                <a:cubicBezTo>
                  <a:pt x="24500" y="24027"/>
                  <a:pt x="24925" y="23510"/>
                  <a:pt x="25412" y="23054"/>
                </a:cubicBezTo>
                <a:cubicBezTo>
                  <a:pt x="26019" y="22477"/>
                  <a:pt x="26871" y="21838"/>
                  <a:pt x="27205" y="21079"/>
                </a:cubicBezTo>
                <a:cubicBezTo>
                  <a:pt x="27509" y="20349"/>
                  <a:pt x="27904" y="19711"/>
                  <a:pt x="28117" y="18951"/>
                </a:cubicBezTo>
                <a:cubicBezTo>
                  <a:pt x="28330" y="18191"/>
                  <a:pt x="28421" y="17462"/>
                  <a:pt x="28573" y="16702"/>
                </a:cubicBezTo>
                <a:cubicBezTo>
                  <a:pt x="28968" y="15030"/>
                  <a:pt x="29150" y="13297"/>
                  <a:pt x="28846" y="11595"/>
                </a:cubicBezTo>
                <a:cubicBezTo>
                  <a:pt x="28634" y="10501"/>
                  <a:pt x="28269" y="9164"/>
                  <a:pt x="27539" y="8252"/>
                </a:cubicBezTo>
                <a:cubicBezTo>
                  <a:pt x="27327" y="7948"/>
                  <a:pt x="27175" y="7674"/>
                  <a:pt x="26931" y="7431"/>
                </a:cubicBezTo>
                <a:cubicBezTo>
                  <a:pt x="26475" y="6975"/>
                  <a:pt x="25928" y="6610"/>
                  <a:pt x="25503" y="6154"/>
                </a:cubicBezTo>
                <a:cubicBezTo>
                  <a:pt x="25351" y="5972"/>
                  <a:pt x="25138" y="5850"/>
                  <a:pt x="24986" y="5668"/>
                </a:cubicBezTo>
                <a:cubicBezTo>
                  <a:pt x="24804" y="5486"/>
                  <a:pt x="24682" y="5273"/>
                  <a:pt x="24469" y="5091"/>
                </a:cubicBezTo>
                <a:cubicBezTo>
                  <a:pt x="23497" y="4209"/>
                  <a:pt x="22950" y="2963"/>
                  <a:pt x="21734" y="2325"/>
                </a:cubicBezTo>
                <a:cubicBezTo>
                  <a:pt x="21460" y="2173"/>
                  <a:pt x="21247" y="1960"/>
                  <a:pt x="20974" y="1838"/>
                </a:cubicBezTo>
                <a:cubicBezTo>
                  <a:pt x="20791" y="1747"/>
                  <a:pt x="20579" y="1686"/>
                  <a:pt x="20396" y="1595"/>
                </a:cubicBezTo>
                <a:cubicBezTo>
                  <a:pt x="19849" y="1321"/>
                  <a:pt x="19363" y="1109"/>
                  <a:pt x="18725" y="1017"/>
                </a:cubicBezTo>
                <a:cubicBezTo>
                  <a:pt x="18208" y="926"/>
                  <a:pt x="17569" y="835"/>
                  <a:pt x="17083" y="653"/>
                </a:cubicBezTo>
                <a:cubicBezTo>
                  <a:pt x="16810" y="562"/>
                  <a:pt x="16688" y="531"/>
                  <a:pt x="16414" y="501"/>
                </a:cubicBezTo>
                <a:cubicBezTo>
                  <a:pt x="16171" y="470"/>
                  <a:pt x="15989" y="410"/>
                  <a:pt x="15776" y="379"/>
                </a:cubicBezTo>
                <a:cubicBezTo>
                  <a:pt x="15229" y="318"/>
                  <a:pt x="14712" y="288"/>
                  <a:pt x="14196" y="227"/>
                </a:cubicBezTo>
                <a:cubicBezTo>
                  <a:pt x="13831" y="166"/>
                  <a:pt x="13496" y="45"/>
                  <a:pt x="13132" y="14"/>
                </a:cubicBezTo>
                <a:cubicBezTo>
                  <a:pt x="13030" y="4"/>
                  <a:pt x="12926" y="1"/>
                  <a:pt x="128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38"/>
          <p:cNvSpPr/>
          <p:nvPr/>
        </p:nvSpPr>
        <p:spPr>
          <a:xfrm flipH="1">
            <a:off x="709987" y="3116250"/>
            <a:ext cx="728775" cy="694150"/>
          </a:xfrm>
          <a:custGeom>
            <a:rect b="b" l="l" r="r" t="t"/>
            <a:pathLst>
              <a:path extrusionOk="0" h="27766" w="29151">
                <a:moveTo>
                  <a:pt x="4317" y="2872"/>
                </a:moveTo>
                <a:lnTo>
                  <a:pt x="4347" y="2944"/>
                </a:lnTo>
                <a:lnTo>
                  <a:pt x="4347" y="2944"/>
                </a:lnTo>
                <a:cubicBezTo>
                  <a:pt x="4346" y="2920"/>
                  <a:pt x="4341" y="2896"/>
                  <a:pt x="4317" y="2872"/>
                </a:cubicBezTo>
                <a:close/>
                <a:moveTo>
                  <a:pt x="4347" y="2944"/>
                </a:moveTo>
                <a:cubicBezTo>
                  <a:pt x="4347" y="2950"/>
                  <a:pt x="4347" y="2957"/>
                  <a:pt x="4347" y="2963"/>
                </a:cubicBezTo>
                <a:cubicBezTo>
                  <a:pt x="4349" y="2961"/>
                  <a:pt x="4351" y="2958"/>
                  <a:pt x="4352" y="2956"/>
                </a:cubicBezTo>
                <a:lnTo>
                  <a:pt x="4352" y="2956"/>
                </a:lnTo>
                <a:lnTo>
                  <a:pt x="4347" y="2944"/>
                </a:lnTo>
                <a:close/>
                <a:moveTo>
                  <a:pt x="12820" y="1"/>
                </a:moveTo>
                <a:cubicBezTo>
                  <a:pt x="12608" y="1"/>
                  <a:pt x="12392" y="14"/>
                  <a:pt x="12189" y="14"/>
                </a:cubicBezTo>
                <a:cubicBezTo>
                  <a:pt x="12144" y="10"/>
                  <a:pt x="12100" y="8"/>
                  <a:pt x="12059" y="8"/>
                </a:cubicBezTo>
                <a:cubicBezTo>
                  <a:pt x="11795" y="8"/>
                  <a:pt x="11601" y="84"/>
                  <a:pt x="11338" y="136"/>
                </a:cubicBezTo>
                <a:cubicBezTo>
                  <a:pt x="11065" y="166"/>
                  <a:pt x="10882" y="136"/>
                  <a:pt x="10609" y="227"/>
                </a:cubicBezTo>
                <a:cubicBezTo>
                  <a:pt x="10244" y="379"/>
                  <a:pt x="9849" y="470"/>
                  <a:pt x="9484" y="622"/>
                </a:cubicBezTo>
                <a:cubicBezTo>
                  <a:pt x="8542" y="1017"/>
                  <a:pt x="7509" y="1291"/>
                  <a:pt x="6627" y="1777"/>
                </a:cubicBezTo>
                <a:cubicBezTo>
                  <a:pt x="6262" y="1990"/>
                  <a:pt x="5928" y="2264"/>
                  <a:pt x="5502" y="2416"/>
                </a:cubicBezTo>
                <a:cubicBezTo>
                  <a:pt x="5049" y="2567"/>
                  <a:pt x="4655" y="2538"/>
                  <a:pt x="4352" y="2956"/>
                </a:cubicBezTo>
                <a:lnTo>
                  <a:pt x="4352" y="2956"/>
                </a:lnTo>
                <a:lnTo>
                  <a:pt x="4469" y="3236"/>
                </a:lnTo>
                <a:cubicBezTo>
                  <a:pt x="3983" y="3510"/>
                  <a:pt x="3679" y="3875"/>
                  <a:pt x="3344" y="4209"/>
                </a:cubicBezTo>
                <a:cubicBezTo>
                  <a:pt x="3040" y="4543"/>
                  <a:pt x="2888" y="4847"/>
                  <a:pt x="2676" y="5212"/>
                </a:cubicBezTo>
                <a:cubicBezTo>
                  <a:pt x="2402" y="5668"/>
                  <a:pt x="2128" y="6124"/>
                  <a:pt x="1885" y="6610"/>
                </a:cubicBezTo>
                <a:cubicBezTo>
                  <a:pt x="1551" y="7218"/>
                  <a:pt x="1308" y="7826"/>
                  <a:pt x="1065" y="8495"/>
                </a:cubicBezTo>
                <a:cubicBezTo>
                  <a:pt x="882" y="9072"/>
                  <a:pt x="700" y="9680"/>
                  <a:pt x="517" y="10288"/>
                </a:cubicBezTo>
                <a:cubicBezTo>
                  <a:pt x="366" y="10866"/>
                  <a:pt x="396" y="11474"/>
                  <a:pt x="305" y="12081"/>
                </a:cubicBezTo>
                <a:cubicBezTo>
                  <a:pt x="92" y="13388"/>
                  <a:pt x="1" y="14787"/>
                  <a:pt x="214" y="16094"/>
                </a:cubicBezTo>
                <a:cubicBezTo>
                  <a:pt x="335" y="16671"/>
                  <a:pt x="366" y="17279"/>
                  <a:pt x="517" y="17826"/>
                </a:cubicBezTo>
                <a:cubicBezTo>
                  <a:pt x="669" y="18313"/>
                  <a:pt x="730" y="18890"/>
                  <a:pt x="973" y="19346"/>
                </a:cubicBezTo>
                <a:cubicBezTo>
                  <a:pt x="1399" y="20258"/>
                  <a:pt x="1916" y="21200"/>
                  <a:pt x="2493" y="22021"/>
                </a:cubicBezTo>
                <a:cubicBezTo>
                  <a:pt x="3527" y="23571"/>
                  <a:pt x="4925" y="25121"/>
                  <a:pt x="6657" y="26063"/>
                </a:cubicBezTo>
                <a:cubicBezTo>
                  <a:pt x="8299" y="26945"/>
                  <a:pt x="10214" y="27097"/>
                  <a:pt x="12037" y="27431"/>
                </a:cubicBezTo>
                <a:cubicBezTo>
                  <a:pt x="12767" y="27553"/>
                  <a:pt x="13496" y="27553"/>
                  <a:pt x="14196" y="27674"/>
                </a:cubicBezTo>
                <a:cubicBezTo>
                  <a:pt x="14515" y="27735"/>
                  <a:pt x="14902" y="27766"/>
                  <a:pt x="15290" y="27766"/>
                </a:cubicBezTo>
                <a:cubicBezTo>
                  <a:pt x="15677" y="27766"/>
                  <a:pt x="16065" y="27735"/>
                  <a:pt x="16384" y="27674"/>
                </a:cubicBezTo>
                <a:cubicBezTo>
                  <a:pt x="17539" y="27492"/>
                  <a:pt x="18694" y="27006"/>
                  <a:pt x="19819" y="26580"/>
                </a:cubicBezTo>
                <a:cubicBezTo>
                  <a:pt x="20579" y="26307"/>
                  <a:pt x="21278" y="25911"/>
                  <a:pt x="21977" y="25516"/>
                </a:cubicBezTo>
                <a:cubicBezTo>
                  <a:pt x="22281" y="25364"/>
                  <a:pt x="22646" y="25212"/>
                  <a:pt x="22950" y="25030"/>
                </a:cubicBezTo>
                <a:cubicBezTo>
                  <a:pt x="23284" y="24756"/>
                  <a:pt x="23527" y="24544"/>
                  <a:pt x="23922" y="24331"/>
                </a:cubicBezTo>
                <a:cubicBezTo>
                  <a:pt x="24500" y="24027"/>
                  <a:pt x="24925" y="23510"/>
                  <a:pt x="25412" y="23054"/>
                </a:cubicBezTo>
                <a:cubicBezTo>
                  <a:pt x="26019" y="22477"/>
                  <a:pt x="26871" y="21838"/>
                  <a:pt x="27205" y="21079"/>
                </a:cubicBezTo>
                <a:cubicBezTo>
                  <a:pt x="27509" y="20349"/>
                  <a:pt x="27904" y="19711"/>
                  <a:pt x="28117" y="18951"/>
                </a:cubicBezTo>
                <a:cubicBezTo>
                  <a:pt x="28330" y="18191"/>
                  <a:pt x="28421" y="17462"/>
                  <a:pt x="28573" y="16702"/>
                </a:cubicBezTo>
                <a:cubicBezTo>
                  <a:pt x="28968" y="15030"/>
                  <a:pt x="29150" y="13297"/>
                  <a:pt x="28846" y="11595"/>
                </a:cubicBezTo>
                <a:cubicBezTo>
                  <a:pt x="28634" y="10501"/>
                  <a:pt x="28269" y="9164"/>
                  <a:pt x="27539" y="8252"/>
                </a:cubicBezTo>
                <a:cubicBezTo>
                  <a:pt x="27327" y="7948"/>
                  <a:pt x="27175" y="7674"/>
                  <a:pt x="26931" y="7431"/>
                </a:cubicBezTo>
                <a:cubicBezTo>
                  <a:pt x="26475" y="6975"/>
                  <a:pt x="25928" y="6610"/>
                  <a:pt x="25503" y="6154"/>
                </a:cubicBezTo>
                <a:cubicBezTo>
                  <a:pt x="25351" y="5972"/>
                  <a:pt x="25138" y="5850"/>
                  <a:pt x="24986" y="5668"/>
                </a:cubicBezTo>
                <a:cubicBezTo>
                  <a:pt x="24804" y="5486"/>
                  <a:pt x="24682" y="5273"/>
                  <a:pt x="24469" y="5091"/>
                </a:cubicBezTo>
                <a:cubicBezTo>
                  <a:pt x="23497" y="4209"/>
                  <a:pt x="22950" y="2963"/>
                  <a:pt x="21734" y="2325"/>
                </a:cubicBezTo>
                <a:cubicBezTo>
                  <a:pt x="21460" y="2173"/>
                  <a:pt x="21247" y="1960"/>
                  <a:pt x="20974" y="1838"/>
                </a:cubicBezTo>
                <a:cubicBezTo>
                  <a:pt x="20791" y="1747"/>
                  <a:pt x="20579" y="1686"/>
                  <a:pt x="20396" y="1595"/>
                </a:cubicBezTo>
                <a:cubicBezTo>
                  <a:pt x="19849" y="1321"/>
                  <a:pt x="19363" y="1109"/>
                  <a:pt x="18725" y="1017"/>
                </a:cubicBezTo>
                <a:cubicBezTo>
                  <a:pt x="18208" y="926"/>
                  <a:pt x="17569" y="835"/>
                  <a:pt x="17083" y="653"/>
                </a:cubicBezTo>
                <a:cubicBezTo>
                  <a:pt x="16810" y="562"/>
                  <a:pt x="16688" y="531"/>
                  <a:pt x="16414" y="501"/>
                </a:cubicBezTo>
                <a:cubicBezTo>
                  <a:pt x="16171" y="470"/>
                  <a:pt x="15989" y="410"/>
                  <a:pt x="15776" y="379"/>
                </a:cubicBezTo>
                <a:cubicBezTo>
                  <a:pt x="15229" y="318"/>
                  <a:pt x="14712" y="288"/>
                  <a:pt x="14196" y="227"/>
                </a:cubicBezTo>
                <a:cubicBezTo>
                  <a:pt x="13831" y="166"/>
                  <a:pt x="13496" y="45"/>
                  <a:pt x="13132" y="14"/>
                </a:cubicBezTo>
                <a:cubicBezTo>
                  <a:pt x="13030" y="4"/>
                  <a:pt x="12926" y="1"/>
                  <a:pt x="128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38"/>
          <p:cNvSpPr/>
          <p:nvPr/>
        </p:nvSpPr>
        <p:spPr>
          <a:xfrm flipH="1" rot="10800000">
            <a:off x="4724550" y="1682850"/>
            <a:ext cx="728775" cy="694150"/>
          </a:xfrm>
          <a:custGeom>
            <a:rect b="b" l="l" r="r" t="t"/>
            <a:pathLst>
              <a:path extrusionOk="0" h="27766" w="29151">
                <a:moveTo>
                  <a:pt x="4317" y="2872"/>
                </a:moveTo>
                <a:lnTo>
                  <a:pt x="4347" y="2944"/>
                </a:lnTo>
                <a:lnTo>
                  <a:pt x="4347" y="2944"/>
                </a:lnTo>
                <a:cubicBezTo>
                  <a:pt x="4346" y="2920"/>
                  <a:pt x="4341" y="2896"/>
                  <a:pt x="4317" y="2872"/>
                </a:cubicBezTo>
                <a:close/>
                <a:moveTo>
                  <a:pt x="4347" y="2944"/>
                </a:moveTo>
                <a:cubicBezTo>
                  <a:pt x="4347" y="2950"/>
                  <a:pt x="4347" y="2957"/>
                  <a:pt x="4347" y="2963"/>
                </a:cubicBezTo>
                <a:cubicBezTo>
                  <a:pt x="4349" y="2961"/>
                  <a:pt x="4351" y="2958"/>
                  <a:pt x="4352" y="2956"/>
                </a:cubicBezTo>
                <a:lnTo>
                  <a:pt x="4352" y="2956"/>
                </a:lnTo>
                <a:lnTo>
                  <a:pt x="4347" y="2944"/>
                </a:lnTo>
                <a:close/>
                <a:moveTo>
                  <a:pt x="12820" y="1"/>
                </a:moveTo>
                <a:cubicBezTo>
                  <a:pt x="12608" y="1"/>
                  <a:pt x="12392" y="14"/>
                  <a:pt x="12189" y="14"/>
                </a:cubicBezTo>
                <a:cubicBezTo>
                  <a:pt x="12144" y="10"/>
                  <a:pt x="12100" y="8"/>
                  <a:pt x="12059" y="8"/>
                </a:cubicBezTo>
                <a:cubicBezTo>
                  <a:pt x="11795" y="8"/>
                  <a:pt x="11601" y="84"/>
                  <a:pt x="11338" y="136"/>
                </a:cubicBezTo>
                <a:cubicBezTo>
                  <a:pt x="11065" y="166"/>
                  <a:pt x="10882" y="136"/>
                  <a:pt x="10609" y="227"/>
                </a:cubicBezTo>
                <a:cubicBezTo>
                  <a:pt x="10244" y="379"/>
                  <a:pt x="9849" y="470"/>
                  <a:pt x="9484" y="622"/>
                </a:cubicBezTo>
                <a:cubicBezTo>
                  <a:pt x="8542" y="1017"/>
                  <a:pt x="7509" y="1291"/>
                  <a:pt x="6627" y="1777"/>
                </a:cubicBezTo>
                <a:cubicBezTo>
                  <a:pt x="6262" y="1990"/>
                  <a:pt x="5928" y="2264"/>
                  <a:pt x="5502" y="2416"/>
                </a:cubicBezTo>
                <a:cubicBezTo>
                  <a:pt x="5049" y="2567"/>
                  <a:pt x="4655" y="2538"/>
                  <a:pt x="4352" y="2956"/>
                </a:cubicBezTo>
                <a:lnTo>
                  <a:pt x="4352" y="2956"/>
                </a:lnTo>
                <a:lnTo>
                  <a:pt x="4469" y="3236"/>
                </a:lnTo>
                <a:cubicBezTo>
                  <a:pt x="3983" y="3510"/>
                  <a:pt x="3679" y="3875"/>
                  <a:pt x="3344" y="4209"/>
                </a:cubicBezTo>
                <a:cubicBezTo>
                  <a:pt x="3040" y="4543"/>
                  <a:pt x="2888" y="4847"/>
                  <a:pt x="2676" y="5212"/>
                </a:cubicBezTo>
                <a:cubicBezTo>
                  <a:pt x="2402" y="5668"/>
                  <a:pt x="2128" y="6124"/>
                  <a:pt x="1885" y="6610"/>
                </a:cubicBezTo>
                <a:cubicBezTo>
                  <a:pt x="1551" y="7218"/>
                  <a:pt x="1308" y="7826"/>
                  <a:pt x="1065" y="8495"/>
                </a:cubicBezTo>
                <a:cubicBezTo>
                  <a:pt x="882" y="9072"/>
                  <a:pt x="700" y="9680"/>
                  <a:pt x="517" y="10288"/>
                </a:cubicBezTo>
                <a:cubicBezTo>
                  <a:pt x="366" y="10866"/>
                  <a:pt x="396" y="11474"/>
                  <a:pt x="305" y="12081"/>
                </a:cubicBezTo>
                <a:cubicBezTo>
                  <a:pt x="92" y="13388"/>
                  <a:pt x="1" y="14787"/>
                  <a:pt x="214" y="16094"/>
                </a:cubicBezTo>
                <a:cubicBezTo>
                  <a:pt x="335" y="16671"/>
                  <a:pt x="366" y="17279"/>
                  <a:pt x="517" y="17826"/>
                </a:cubicBezTo>
                <a:cubicBezTo>
                  <a:pt x="669" y="18313"/>
                  <a:pt x="730" y="18890"/>
                  <a:pt x="973" y="19346"/>
                </a:cubicBezTo>
                <a:cubicBezTo>
                  <a:pt x="1399" y="20258"/>
                  <a:pt x="1916" y="21200"/>
                  <a:pt x="2493" y="22021"/>
                </a:cubicBezTo>
                <a:cubicBezTo>
                  <a:pt x="3527" y="23571"/>
                  <a:pt x="4925" y="25121"/>
                  <a:pt x="6657" y="26063"/>
                </a:cubicBezTo>
                <a:cubicBezTo>
                  <a:pt x="8299" y="26945"/>
                  <a:pt x="10214" y="27097"/>
                  <a:pt x="12037" y="27431"/>
                </a:cubicBezTo>
                <a:cubicBezTo>
                  <a:pt x="12767" y="27553"/>
                  <a:pt x="13496" y="27553"/>
                  <a:pt x="14196" y="27674"/>
                </a:cubicBezTo>
                <a:cubicBezTo>
                  <a:pt x="14515" y="27735"/>
                  <a:pt x="14902" y="27766"/>
                  <a:pt x="15290" y="27766"/>
                </a:cubicBezTo>
                <a:cubicBezTo>
                  <a:pt x="15677" y="27766"/>
                  <a:pt x="16065" y="27735"/>
                  <a:pt x="16384" y="27674"/>
                </a:cubicBezTo>
                <a:cubicBezTo>
                  <a:pt x="17539" y="27492"/>
                  <a:pt x="18694" y="27006"/>
                  <a:pt x="19819" y="26580"/>
                </a:cubicBezTo>
                <a:cubicBezTo>
                  <a:pt x="20579" y="26307"/>
                  <a:pt x="21278" y="25911"/>
                  <a:pt x="21977" y="25516"/>
                </a:cubicBezTo>
                <a:cubicBezTo>
                  <a:pt x="22281" y="25364"/>
                  <a:pt x="22646" y="25212"/>
                  <a:pt x="22950" y="25030"/>
                </a:cubicBezTo>
                <a:cubicBezTo>
                  <a:pt x="23284" y="24756"/>
                  <a:pt x="23527" y="24544"/>
                  <a:pt x="23922" y="24331"/>
                </a:cubicBezTo>
                <a:cubicBezTo>
                  <a:pt x="24500" y="24027"/>
                  <a:pt x="24925" y="23510"/>
                  <a:pt x="25412" y="23054"/>
                </a:cubicBezTo>
                <a:cubicBezTo>
                  <a:pt x="26019" y="22477"/>
                  <a:pt x="26871" y="21838"/>
                  <a:pt x="27205" y="21079"/>
                </a:cubicBezTo>
                <a:cubicBezTo>
                  <a:pt x="27509" y="20349"/>
                  <a:pt x="27904" y="19711"/>
                  <a:pt x="28117" y="18951"/>
                </a:cubicBezTo>
                <a:cubicBezTo>
                  <a:pt x="28330" y="18191"/>
                  <a:pt x="28421" y="17462"/>
                  <a:pt x="28573" y="16702"/>
                </a:cubicBezTo>
                <a:cubicBezTo>
                  <a:pt x="28968" y="15030"/>
                  <a:pt x="29150" y="13297"/>
                  <a:pt x="28846" y="11595"/>
                </a:cubicBezTo>
                <a:cubicBezTo>
                  <a:pt x="28634" y="10501"/>
                  <a:pt x="28269" y="9164"/>
                  <a:pt x="27539" y="8252"/>
                </a:cubicBezTo>
                <a:cubicBezTo>
                  <a:pt x="27327" y="7948"/>
                  <a:pt x="27175" y="7674"/>
                  <a:pt x="26931" y="7431"/>
                </a:cubicBezTo>
                <a:cubicBezTo>
                  <a:pt x="26475" y="6975"/>
                  <a:pt x="25928" y="6610"/>
                  <a:pt x="25503" y="6154"/>
                </a:cubicBezTo>
                <a:cubicBezTo>
                  <a:pt x="25351" y="5972"/>
                  <a:pt x="25138" y="5850"/>
                  <a:pt x="24986" y="5668"/>
                </a:cubicBezTo>
                <a:cubicBezTo>
                  <a:pt x="24804" y="5486"/>
                  <a:pt x="24682" y="5273"/>
                  <a:pt x="24469" y="5091"/>
                </a:cubicBezTo>
                <a:cubicBezTo>
                  <a:pt x="23497" y="4209"/>
                  <a:pt x="22950" y="2963"/>
                  <a:pt x="21734" y="2325"/>
                </a:cubicBezTo>
                <a:cubicBezTo>
                  <a:pt x="21460" y="2173"/>
                  <a:pt x="21247" y="1960"/>
                  <a:pt x="20974" y="1838"/>
                </a:cubicBezTo>
                <a:cubicBezTo>
                  <a:pt x="20791" y="1747"/>
                  <a:pt x="20579" y="1686"/>
                  <a:pt x="20396" y="1595"/>
                </a:cubicBezTo>
                <a:cubicBezTo>
                  <a:pt x="19849" y="1321"/>
                  <a:pt x="19363" y="1109"/>
                  <a:pt x="18725" y="1017"/>
                </a:cubicBezTo>
                <a:cubicBezTo>
                  <a:pt x="18208" y="926"/>
                  <a:pt x="17569" y="835"/>
                  <a:pt x="17083" y="653"/>
                </a:cubicBezTo>
                <a:cubicBezTo>
                  <a:pt x="16810" y="562"/>
                  <a:pt x="16688" y="531"/>
                  <a:pt x="16414" y="501"/>
                </a:cubicBezTo>
                <a:cubicBezTo>
                  <a:pt x="16171" y="470"/>
                  <a:pt x="15989" y="410"/>
                  <a:pt x="15776" y="379"/>
                </a:cubicBezTo>
                <a:cubicBezTo>
                  <a:pt x="15229" y="318"/>
                  <a:pt x="14712" y="288"/>
                  <a:pt x="14196" y="227"/>
                </a:cubicBezTo>
                <a:cubicBezTo>
                  <a:pt x="13831" y="166"/>
                  <a:pt x="13496" y="45"/>
                  <a:pt x="13132" y="14"/>
                </a:cubicBezTo>
                <a:cubicBezTo>
                  <a:pt x="13030" y="4"/>
                  <a:pt x="12926" y="1"/>
                  <a:pt x="128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38"/>
          <p:cNvSpPr/>
          <p:nvPr/>
        </p:nvSpPr>
        <p:spPr>
          <a:xfrm rot="10800000">
            <a:off x="4724550" y="3116250"/>
            <a:ext cx="728775" cy="694150"/>
          </a:xfrm>
          <a:custGeom>
            <a:rect b="b" l="l" r="r" t="t"/>
            <a:pathLst>
              <a:path extrusionOk="0" h="27766" w="29151">
                <a:moveTo>
                  <a:pt x="4317" y="2872"/>
                </a:moveTo>
                <a:lnTo>
                  <a:pt x="4347" y="2944"/>
                </a:lnTo>
                <a:lnTo>
                  <a:pt x="4347" y="2944"/>
                </a:lnTo>
                <a:cubicBezTo>
                  <a:pt x="4346" y="2920"/>
                  <a:pt x="4341" y="2896"/>
                  <a:pt x="4317" y="2872"/>
                </a:cubicBezTo>
                <a:close/>
                <a:moveTo>
                  <a:pt x="4347" y="2944"/>
                </a:moveTo>
                <a:cubicBezTo>
                  <a:pt x="4347" y="2950"/>
                  <a:pt x="4347" y="2957"/>
                  <a:pt x="4347" y="2963"/>
                </a:cubicBezTo>
                <a:cubicBezTo>
                  <a:pt x="4349" y="2961"/>
                  <a:pt x="4351" y="2958"/>
                  <a:pt x="4352" y="2956"/>
                </a:cubicBezTo>
                <a:lnTo>
                  <a:pt x="4352" y="2956"/>
                </a:lnTo>
                <a:lnTo>
                  <a:pt x="4347" y="2944"/>
                </a:lnTo>
                <a:close/>
                <a:moveTo>
                  <a:pt x="12820" y="1"/>
                </a:moveTo>
                <a:cubicBezTo>
                  <a:pt x="12608" y="1"/>
                  <a:pt x="12392" y="14"/>
                  <a:pt x="12189" y="14"/>
                </a:cubicBezTo>
                <a:cubicBezTo>
                  <a:pt x="12144" y="10"/>
                  <a:pt x="12100" y="8"/>
                  <a:pt x="12059" y="8"/>
                </a:cubicBezTo>
                <a:cubicBezTo>
                  <a:pt x="11795" y="8"/>
                  <a:pt x="11601" y="84"/>
                  <a:pt x="11338" y="136"/>
                </a:cubicBezTo>
                <a:cubicBezTo>
                  <a:pt x="11065" y="166"/>
                  <a:pt x="10882" y="136"/>
                  <a:pt x="10609" y="227"/>
                </a:cubicBezTo>
                <a:cubicBezTo>
                  <a:pt x="10244" y="379"/>
                  <a:pt x="9849" y="470"/>
                  <a:pt x="9484" y="622"/>
                </a:cubicBezTo>
                <a:cubicBezTo>
                  <a:pt x="8542" y="1017"/>
                  <a:pt x="7509" y="1291"/>
                  <a:pt x="6627" y="1777"/>
                </a:cubicBezTo>
                <a:cubicBezTo>
                  <a:pt x="6262" y="1990"/>
                  <a:pt x="5928" y="2264"/>
                  <a:pt x="5502" y="2416"/>
                </a:cubicBezTo>
                <a:cubicBezTo>
                  <a:pt x="5049" y="2567"/>
                  <a:pt x="4655" y="2538"/>
                  <a:pt x="4352" y="2956"/>
                </a:cubicBezTo>
                <a:lnTo>
                  <a:pt x="4352" y="2956"/>
                </a:lnTo>
                <a:lnTo>
                  <a:pt x="4469" y="3236"/>
                </a:lnTo>
                <a:cubicBezTo>
                  <a:pt x="3983" y="3510"/>
                  <a:pt x="3679" y="3875"/>
                  <a:pt x="3344" y="4209"/>
                </a:cubicBezTo>
                <a:cubicBezTo>
                  <a:pt x="3040" y="4543"/>
                  <a:pt x="2888" y="4847"/>
                  <a:pt x="2676" y="5212"/>
                </a:cubicBezTo>
                <a:cubicBezTo>
                  <a:pt x="2402" y="5668"/>
                  <a:pt x="2128" y="6124"/>
                  <a:pt x="1885" y="6610"/>
                </a:cubicBezTo>
                <a:cubicBezTo>
                  <a:pt x="1551" y="7218"/>
                  <a:pt x="1308" y="7826"/>
                  <a:pt x="1065" y="8495"/>
                </a:cubicBezTo>
                <a:cubicBezTo>
                  <a:pt x="882" y="9072"/>
                  <a:pt x="700" y="9680"/>
                  <a:pt x="517" y="10288"/>
                </a:cubicBezTo>
                <a:cubicBezTo>
                  <a:pt x="366" y="10866"/>
                  <a:pt x="396" y="11474"/>
                  <a:pt x="305" y="12081"/>
                </a:cubicBezTo>
                <a:cubicBezTo>
                  <a:pt x="92" y="13388"/>
                  <a:pt x="1" y="14787"/>
                  <a:pt x="214" y="16094"/>
                </a:cubicBezTo>
                <a:cubicBezTo>
                  <a:pt x="335" y="16671"/>
                  <a:pt x="366" y="17279"/>
                  <a:pt x="517" y="17826"/>
                </a:cubicBezTo>
                <a:cubicBezTo>
                  <a:pt x="669" y="18313"/>
                  <a:pt x="730" y="18890"/>
                  <a:pt x="973" y="19346"/>
                </a:cubicBezTo>
                <a:cubicBezTo>
                  <a:pt x="1399" y="20258"/>
                  <a:pt x="1916" y="21200"/>
                  <a:pt x="2493" y="22021"/>
                </a:cubicBezTo>
                <a:cubicBezTo>
                  <a:pt x="3527" y="23571"/>
                  <a:pt x="4925" y="25121"/>
                  <a:pt x="6657" y="26063"/>
                </a:cubicBezTo>
                <a:cubicBezTo>
                  <a:pt x="8299" y="26945"/>
                  <a:pt x="10214" y="27097"/>
                  <a:pt x="12037" y="27431"/>
                </a:cubicBezTo>
                <a:cubicBezTo>
                  <a:pt x="12767" y="27553"/>
                  <a:pt x="13496" y="27553"/>
                  <a:pt x="14196" y="27674"/>
                </a:cubicBezTo>
                <a:cubicBezTo>
                  <a:pt x="14515" y="27735"/>
                  <a:pt x="14902" y="27766"/>
                  <a:pt x="15290" y="27766"/>
                </a:cubicBezTo>
                <a:cubicBezTo>
                  <a:pt x="15677" y="27766"/>
                  <a:pt x="16065" y="27735"/>
                  <a:pt x="16384" y="27674"/>
                </a:cubicBezTo>
                <a:cubicBezTo>
                  <a:pt x="17539" y="27492"/>
                  <a:pt x="18694" y="27006"/>
                  <a:pt x="19819" y="26580"/>
                </a:cubicBezTo>
                <a:cubicBezTo>
                  <a:pt x="20579" y="26307"/>
                  <a:pt x="21278" y="25911"/>
                  <a:pt x="21977" y="25516"/>
                </a:cubicBezTo>
                <a:cubicBezTo>
                  <a:pt x="22281" y="25364"/>
                  <a:pt x="22646" y="25212"/>
                  <a:pt x="22950" y="25030"/>
                </a:cubicBezTo>
                <a:cubicBezTo>
                  <a:pt x="23284" y="24756"/>
                  <a:pt x="23527" y="24544"/>
                  <a:pt x="23922" y="24331"/>
                </a:cubicBezTo>
                <a:cubicBezTo>
                  <a:pt x="24500" y="24027"/>
                  <a:pt x="24925" y="23510"/>
                  <a:pt x="25412" y="23054"/>
                </a:cubicBezTo>
                <a:cubicBezTo>
                  <a:pt x="26019" y="22477"/>
                  <a:pt x="26871" y="21838"/>
                  <a:pt x="27205" y="21079"/>
                </a:cubicBezTo>
                <a:cubicBezTo>
                  <a:pt x="27509" y="20349"/>
                  <a:pt x="27904" y="19711"/>
                  <a:pt x="28117" y="18951"/>
                </a:cubicBezTo>
                <a:cubicBezTo>
                  <a:pt x="28330" y="18191"/>
                  <a:pt x="28421" y="17462"/>
                  <a:pt x="28573" y="16702"/>
                </a:cubicBezTo>
                <a:cubicBezTo>
                  <a:pt x="28968" y="15030"/>
                  <a:pt x="29150" y="13297"/>
                  <a:pt x="28846" y="11595"/>
                </a:cubicBezTo>
                <a:cubicBezTo>
                  <a:pt x="28634" y="10501"/>
                  <a:pt x="28269" y="9164"/>
                  <a:pt x="27539" y="8252"/>
                </a:cubicBezTo>
                <a:cubicBezTo>
                  <a:pt x="27327" y="7948"/>
                  <a:pt x="27175" y="7674"/>
                  <a:pt x="26931" y="7431"/>
                </a:cubicBezTo>
                <a:cubicBezTo>
                  <a:pt x="26475" y="6975"/>
                  <a:pt x="25928" y="6610"/>
                  <a:pt x="25503" y="6154"/>
                </a:cubicBezTo>
                <a:cubicBezTo>
                  <a:pt x="25351" y="5972"/>
                  <a:pt x="25138" y="5850"/>
                  <a:pt x="24986" y="5668"/>
                </a:cubicBezTo>
                <a:cubicBezTo>
                  <a:pt x="24804" y="5486"/>
                  <a:pt x="24682" y="5273"/>
                  <a:pt x="24469" y="5091"/>
                </a:cubicBezTo>
                <a:cubicBezTo>
                  <a:pt x="23497" y="4209"/>
                  <a:pt x="22950" y="2963"/>
                  <a:pt x="21734" y="2325"/>
                </a:cubicBezTo>
                <a:cubicBezTo>
                  <a:pt x="21460" y="2173"/>
                  <a:pt x="21247" y="1960"/>
                  <a:pt x="20974" y="1838"/>
                </a:cubicBezTo>
                <a:cubicBezTo>
                  <a:pt x="20791" y="1747"/>
                  <a:pt x="20579" y="1686"/>
                  <a:pt x="20396" y="1595"/>
                </a:cubicBezTo>
                <a:cubicBezTo>
                  <a:pt x="19849" y="1321"/>
                  <a:pt x="19363" y="1109"/>
                  <a:pt x="18725" y="1017"/>
                </a:cubicBezTo>
                <a:cubicBezTo>
                  <a:pt x="18208" y="926"/>
                  <a:pt x="17569" y="835"/>
                  <a:pt x="17083" y="653"/>
                </a:cubicBezTo>
                <a:cubicBezTo>
                  <a:pt x="16810" y="562"/>
                  <a:pt x="16688" y="531"/>
                  <a:pt x="16414" y="501"/>
                </a:cubicBezTo>
                <a:cubicBezTo>
                  <a:pt x="16171" y="470"/>
                  <a:pt x="15989" y="410"/>
                  <a:pt x="15776" y="379"/>
                </a:cubicBezTo>
                <a:cubicBezTo>
                  <a:pt x="15229" y="318"/>
                  <a:pt x="14712" y="288"/>
                  <a:pt x="14196" y="227"/>
                </a:cubicBezTo>
                <a:cubicBezTo>
                  <a:pt x="13831" y="166"/>
                  <a:pt x="13496" y="45"/>
                  <a:pt x="13132" y="14"/>
                </a:cubicBezTo>
                <a:cubicBezTo>
                  <a:pt x="13030" y="4"/>
                  <a:pt x="12926" y="1"/>
                  <a:pt x="128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38"/>
          <p:cNvSpPr txBox="1"/>
          <p:nvPr>
            <p:ph idx="8" type="title"/>
          </p:nvPr>
        </p:nvSpPr>
        <p:spPr>
          <a:xfrm>
            <a:off x="710000" y="1856825"/>
            <a:ext cx="728700" cy="34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01</a:t>
            </a:r>
            <a:endParaRPr>
              <a:solidFill>
                <a:schemeClr val="lt1"/>
              </a:solidFill>
            </a:endParaRPr>
          </a:p>
        </p:txBody>
      </p:sp>
      <p:sp>
        <p:nvSpPr>
          <p:cNvPr id="3435" name="Google Shape;3435;p38"/>
          <p:cNvSpPr txBox="1"/>
          <p:nvPr>
            <p:ph idx="9" type="title"/>
          </p:nvPr>
        </p:nvSpPr>
        <p:spPr>
          <a:xfrm>
            <a:off x="710000" y="3290225"/>
            <a:ext cx="728700" cy="34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02</a:t>
            </a:r>
            <a:endParaRPr>
              <a:solidFill>
                <a:schemeClr val="lt1"/>
              </a:solidFill>
            </a:endParaRPr>
          </a:p>
        </p:txBody>
      </p:sp>
      <p:sp>
        <p:nvSpPr>
          <p:cNvPr id="3436" name="Google Shape;3436;p38"/>
          <p:cNvSpPr txBox="1"/>
          <p:nvPr>
            <p:ph idx="13" type="title"/>
          </p:nvPr>
        </p:nvSpPr>
        <p:spPr>
          <a:xfrm>
            <a:off x="4724550" y="1856825"/>
            <a:ext cx="728700" cy="34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03</a:t>
            </a:r>
            <a:endParaRPr>
              <a:solidFill>
                <a:schemeClr val="lt1"/>
              </a:solidFill>
            </a:endParaRPr>
          </a:p>
        </p:txBody>
      </p:sp>
      <p:sp>
        <p:nvSpPr>
          <p:cNvPr id="3437" name="Google Shape;3437;p38"/>
          <p:cNvSpPr txBox="1"/>
          <p:nvPr>
            <p:ph idx="14" type="title"/>
          </p:nvPr>
        </p:nvSpPr>
        <p:spPr>
          <a:xfrm>
            <a:off x="4724550" y="3290225"/>
            <a:ext cx="728700" cy="34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04</a:t>
            </a:r>
            <a:endParaRPr>
              <a:solidFill>
                <a:schemeClr val="lt1"/>
              </a:solidFill>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1" name="Shape 3441"/>
        <p:cNvGrpSpPr/>
        <p:nvPr/>
      </p:nvGrpSpPr>
      <p:grpSpPr>
        <a:xfrm>
          <a:off x="0" y="0"/>
          <a:ext cx="0" cy="0"/>
          <a:chOff x="0" y="0"/>
          <a:chExt cx="0" cy="0"/>
        </a:xfrm>
      </p:grpSpPr>
      <p:sp>
        <p:nvSpPr>
          <p:cNvPr id="3442" name="Google Shape;3442;p39"/>
          <p:cNvSpPr/>
          <p:nvPr/>
        </p:nvSpPr>
        <p:spPr>
          <a:xfrm>
            <a:off x="3975577" y="871373"/>
            <a:ext cx="1203135" cy="1145972"/>
          </a:xfrm>
          <a:custGeom>
            <a:rect b="b" l="l" r="r" t="t"/>
            <a:pathLst>
              <a:path extrusionOk="0" h="27766" w="29151">
                <a:moveTo>
                  <a:pt x="4317" y="2872"/>
                </a:moveTo>
                <a:lnTo>
                  <a:pt x="4347" y="2944"/>
                </a:lnTo>
                <a:lnTo>
                  <a:pt x="4347" y="2944"/>
                </a:lnTo>
                <a:cubicBezTo>
                  <a:pt x="4346" y="2920"/>
                  <a:pt x="4341" y="2896"/>
                  <a:pt x="4317" y="2872"/>
                </a:cubicBezTo>
                <a:close/>
                <a:moveTo>
                  <a:pt x="4347" y="2944"/>
                </a:moveTo>
                <a:cubicBezTo>
                  <a:pt x="4347" y="2950"/>
                  <a:pt x="4347" y="2957"/>
                  <a:pt x="4347" y="2963"/>
                </a:cubicBezTo>
                <a:cubicBezTo>
                  <a:pt x="4349" y="2961"/>
                  <a:pt x="4351" y="2958"/>
                  <a:pt x="4352" y="2956"/>
                </a:cubicBezTo>
                <a:lnTo>
                  <a:pt x="4352" y="2956"/>
                </a:lnTo>
                <a:lnTo>
                  <a:pt x="4347" y="2944"/>
                </a:lnTo>
                <a:close/>
                <a:moveTo>
                  <a:pt x="12820" y="1"/>
                </a:moveTo>
                <a:cubicBezTo>
                  <a:pt x="12608" y="1"/>
                  <a:pt x="12392" y="14"/>
                  <a:pt x="12189" y="14"/>
                </a:cubicBezTo>
                <a:cubicBezTo>
                  <a:pt x="12144" y="10"/>
                  <a:pt x="12100" y="8"/>
                  <a:pt x="12059" y="8"/>
                </a:cubicBezTo>
                <a:cubicBezTo>
                  <a:pt x="11795" y="8"/>
                  <a:pt x="11601" y="84"/>
                  <a:pt x="11338" y="136"/>
                </a:cubicBezTo>
                <a:cubicBezTo>
                  <a:pt x="11065" y="166"/>
                  <a:pt x="10882" y="136"/>
                  <a:pt x="10609" y="227"/>
                </a:cubicBezTo>
                <a:cubicBezTo>
                  <a:pt x="10244" y="379"/>
                  <a:pt x="9849" y="470"/>
                  <a:pt x="9484" y="622"/>
                </a:cubicBezTo>
                <a:cubicBezTo>
                  <a:pt x="8542" y="1017"/>
                  <a:pt x="7509" y="1291"/>
                  <a:pt x="6627" y="1777"/>
                </a:cubicBezTo>
                <a:cubicBezTo>
                  <a:pt x="6262" y="1990"/>
                  <a:pt x="5928" y="2264"/>
                  <a:pt x="5502" y="2416"/>
                </a:cubicBezTo>
                <a:cubicBezTo>
                  <a:pt x="5049" y="2567"/>
                  <a:pt x="4655" y="2538"/>
                  <a:pt x="4352" y="2956"/>
                </a:cubicBezTo>
                <a:lnTo>
                  <a:pt x="4352" y="2956"/>
                </a:lnTo>
                <a:lnTo>
                  <a:pt x="4469" y="3236"/>
                </a:lnTo>
                <a:cubicBezTo>
                  <a:pt x="3983" y="3510"/>
                  <a:pt x="3679" y="3875"/>
                  <a:pt x="3344" y="4209"/>
                </a:cubicBezTo>
                <a:cubicBezTo>
                  <a:pt x="3040" y="4543"/>
                  <a:pt x="2888" y="4847"/>
                  <a:pt x="2676" y="5212"/>
                </a:cubicBezTo>
                <a:cubicBezTo>
                  <a:pt x="2402" y="5668"/>
                  <a:pt x="2128" y="6124"/>
                  <a:pt x="1885" y="6610"/>
                </a:cubicBezTo>
                <a:cubicBezTo>
                  <a:pt x="1551" y="7218"/>
                  <a:pt x="1308" y="7826"/>
                  <a:pt x="1065" y="8495"/>
                </a:cubicBezTo>
                <a:cubicBezTo>
                  <a:pt x="882" y="9072"/>
                  <a:pt x="700" y="9680"/>
                  <a:pt x="517" y="10288"/>
                </a:cubicBezTo>
                <a:cubicBezTo>
                  <a:pt x="366" y="10866"/>
                  <a:pt x="396" y="11474"/>
                  <a:pt x="305" y="12081"/>
                </a:cubicBezTo>
                <a:cubicBezTo>
                  <a:pt x="92" y="13388"/>
                  <a:pt x="1" y="14787"/>
                  <a:pt x="214" y="16094"/>
                </a:cubicBezTo>
                <a:cubicBezTo>
                  <a:pt x="335" y="16671"/>
                  <a:pt x="366" y="17279"/>
                  <a:pt x="517" y="17826"/>
                </a:cubicBezTo>
                <a:cubicBezTo>
                  <a:pt x="669" y="18313"/>
                  <a:pt x="730" y="18890"/>
                  <a:pt x="973" y="19346"/>
                </a:cubicBezTo>
                <a:cubicBezTo>
                  <a:pt x="1399" y="20258"/>
                  <a:pt x="1916" y="21200"/>
                  <a:pt x="2493" y="22021"/>
                </a:cubicBezTo>
                <a:cubicBezTo>
                  <a:pt x="3527" y="23571"/>
                  <a:pt x="4925" y="25121"/>
                  <a:pt x="6657" y="26063"/>
                </a:cubicBezTo>
                <a:cubicBezTo>
                  <a:pt x="8299" y="26945"/>
                  <a:pt x="10214" y="27097"/>
                  <a:pt x="12037" y="27431"/>
                </a:cubicBezTo>
                <a:cubicBezTo>
                  <a:pt x="12767" y="27553"/>
                  <a:pt x="13496" y="27553"/>
                  <a:pt x="14196" y="27674"/>
                </a:cubicBezTo>
                <a:cubicBezTo>
                  <a:pt x="14515" y="27735"/>
                  <a:pt x="14902" y="27766"/>
                  <a:pt x="15290" y="27766"/>
                </a:cubicBezTo>
                <a:cubicBezTo>
                  <a:pt x="15677" y="27766"/>
                  <a:pt x="16065" y="27735"/>
                  <a:pt x="16384" y="27674"/>
                </a:cubicBezTo>
                <a:cubicBezTo>
                  <a:pt x="17539" y="27492"/>
                  <a:pt x="18694" y="27006"/>
                  <a:pt x="19819" y="26580"/>
                </a:cubicBezTo>
                <a:cubicBezTo>
                  <a:pt x="20579" y="26307"/>
                  <a:pt x="21278" y="25911"/>
                  <a:pt x="21977" y="25516"/>
                </a:cubicBezTo>
                <a:cubicBezTo>
                  <a:pt x="22281" y="25364"/>
                  <a:pt x="22646" y="25212"/>
                  <a:pt x="22950" y="25030"/>
                </a:cubicBezTo>
                <a:cubicBezTo>
                  <a:pt x="23284" y="24756"/>
                  <a:pt x="23527" y="24544"/>
                  <a:pt x="23922" y="24331"/>
                </a:cubicBezTo>
                <a:cubicBezTo>
                  <a:pt x="24500" y="24027"/>
                  <a:pt x="24925" y="23510"/>
                  <a:pt x="25412" y="23054"/>
                </a:cubicBezTo>
                <a:cubicBezTo>
                  <a:pt x="26019" y="22477"/>
                  <a:pt x="26871" y="21838"/>
                  <a:pt x="27205" y="21079"/>
                </a:cubicBezTo>
                <a:cubicBezTo>
                  <a:pt x="27509" y="20349"/>
                  <a:pt x="27904" y="19711"/>
                  <a:pt x="28117" y="18951"/>
                </a:cubicBezTo>
                <a:cubicBezTo>
                  <a:pt x="28330" y="18191"/>
                  <a:pt x="28421" y="17462"/>
                  <a:pt x="28573" y="16702"/>
                </a:cubicBezTo>
                <a:cubicBezTo>
                  <a:pt x="28968" y="15030"/>
                  <a:pt x="29150" y="13297"/>
                  <a:pt x="28846" y="11595"/>
                </a:cubicBezTo>
                <a:cubicBezTo>
                  <a:pt x="28634" y="10501"/>
                  <a:pt x="28269" y="9164"/>
                  <a:pt x="27539" y="8252"/>
                </a:cubicBezTo>
                <a:cubicBezTo>
                  <a:pt x="27327" y="7948"/>
                  <a:pt x="27175" y="7674"/>
                  <a:pt x="26931" y="7431"/>
                </a:cubicBezTo>
                <a:cubicBezTo>
                  <a:pt x="26475" y="6975"/>
                  <a:pt x="25928" y="6610"/>
                  <a:pt x="25503" y="6154"/>
                </a:cubicBezTo>
                <a:cubicBezTo>
                  <a:pt x="25351" y="5972"/>
                  <a:pt x="25138" y="5850"/>
                  <a:pt x="24986" y="5668"/>
                </a:cubicBezTo>
                <a:cubicBezTo>
                  <a:pt x="24804" y="5486"/>
                  <a:pt x="24682" y="5273"/>
                  <a:pt x="24469" y="5091"/>
                </a:cubicBezTo>
                <a:cubicBezTo>
                  <a:pt x="23497" y="4209"/>
                  <a:pt x="22950" y="2963"/>
                  <a:pt x="21734" y="2325"/>
                </a:cubicBezTo>
                <a:cubicBezTo>
                  <a:pt x="21460" y="2173"/>
                  <a:pt x="21247" y="1960"/>
                  <a:pt x="20974" y="1838"/>
                </a:cubicBezTo>
                <a:cubicBezTo>
                  <a:pt x="20791" y="1747"/>
                  <a:pt x="20579" y="1686"/>
                  <a:pt x="20396" y="1595"/>
                </a:cubicBezTo>
                <a:cubicBezTo>
                  <a:pt x="19849" y="1321"/>
                  <a:pt x="19363" y="1109"/>
                  <a:pt x="18725" y="1017"/>
                </a:cubicBezTo>
                <a:cubicBezTo>
                  <a:pt x="18208" y="926"/>
                  <a:pt x="17569" y="835"/>
                  <a:pt x="17083" y="653"/>
                </a:cubicBezTo>
                <a:cubicBezTo>
                  <a:pt x="16810" y="562"/>
                  <a:pt x="16688" y="531"/>
                  <a:pt x="16414" y="501"/>
                </a:cubicBezTo>
                <a:cubicBezTo>
                  <a:pt x="16171" y="470"/>
                  <a:pt x="15989" y="410"/>
                  <a:pt x="15776" y="379"/>
                </a:cubicBezTo>
                <a:cubicBezTo>
                  <a:pt x="15229" y="318"/>
                  <a:pt x="14712" y="288"/>
                  <a:pt x="14196" y="227"/>
                </a:cubicBezTo>
                <a:cubicBezTo>
                  <a:pt x="13831" y="166"/>
                  <a:pt x="13496" y="45"/>
                  <a:pt x="13132" y="14"/>
                </a:cubicBezTo>
                <a:cubicBezTo>
                  <a:pt x="13030" y="4"/>
                  <a:pt x="12926" y="1"/>
                  <a:pt x="128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443" name="Google Shape;3443;p39"/>
          <p:cNvSpPr txBox="1"/>
          <p:nvPr>
            <p:ph type="title"/>
          </p:nvPr>
        </p:nvSpPr>
        <p:spPr>
          <a:xfrm>
            <a:off x="725402" y="2074650"/>
            <a:ext cx="77034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Objectives</a:t>
            </a:r>
            <a:endParaRPr>
              <a:latin typeface="Lora SemiBold"/>
              <a:ea typeface="Lora SemiBold"/>
              <a:cs typeface="Lora SemiBold"/>
              <a:sym typeface="Lora SemiBold"/>
            </a:endParaRPr>
          </a:p>
        </p:txBody>
      </p:sp>
      <p:sp>
        <p:nvSpPr>
          <p:cNvPr id="3444" name="Google Shape;3444;p39"/>
          <p:cNvSpPr txBox="1"/>
          <p:nvPr>
            <p:ph idx="2" type="title"/>
          </p:nvPr>
        </p:nvSpPr>
        <p:spPr>
          <a:xfrm>
            <a:off x="4085200" y="1160250"/>
            <a:ext cx="9837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rPr>
              <a:t>01</a:t>
            </a:r>
            <a:endParaRPr>
              <a:solidFill>
                <a:schemeClr val="lt1"/>
              </a:solidFill>
            </a:endParaRPr>
          </a:p>
        </p:txBody>
      </p:sp>
      <p:sp>
        <p:nvSpPr>
          <p:cNvPr id="3445" name="Google Shape;3445;p39"/>
          <p:cNvSpPr txBox="1"/>
          <p:nvPr>
            <p:ph idx="1" type="subTitle"/>
          </p:nvPr>
        </p:nvSpPr>
        <p:spPr>
          <a:xfrm>
            <a:off x="2043350" y="3747775"/>
            <a:ext cx="5067600" cy="470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can enter a subtitle here if you need it</a:t>
            </a:r>
            <a:endParaRPr/>
          </a:p>
        </p:txBody>
      </p:sp>
      <p:grpSp>
        <p:nvGrpSpPr>
          <p:cNvPr id="3446" name="Google Shape;3446;p39"/>
          <p:cNvGrpSpPr/>
          <p:nvPr/>
        </p:nvGrpSpPr>
        <p:grpSpPr>
          <a:xfrm>
            <a:off x="2038165" y="3185925"/>
            <a:ext cx="5067180" cy="285750"/>
            <a:chOff x="709975" y="3185925"/>
            <a:chExt cx="8434055" cy="285750"/>
          </a:xfrm>
        </p:grpSpPr>
        <p:sp>
          <p:nvSpPr>
            <p:cNvPr id="3447" name="Google Shape;3447;p39"/>
            <p:cNvSpPr/>
            <p:nvPr/>
          </p:nvSpPr>
          <p:spPr>
            <a:xfrm>
              <a:off x="709975" y="3185925"/>
              <a:ext cx="8434055"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6"/>
                    <a:pt x="4134" y="1217"/>
                    <a:pt x="4621" y="1217"/>
                  </a:cubicBezTo>
                  <a:cubicBezTo>
                    <a:pt x="5198" y="1217"/>
                    <a:pt x="5715" y="1156"/>
                    <a:pt x="6262" y="1399"/>
                  </a:cubicBezTo>
                  <a:cubicBezTo>
                    <a:pt x="6870" y="1673"/>
                    <a:pt x="7478" y="2007"/>
                    <a:pt x="8055" y="2372"/>
                  </a:cubicBezTo>
                  <a:cubicBezTo>
                    <a:pt x="8572" y="2706"/>
                    <a:pt x="8937" y="3162"/>
                    <a:pt x="9545" y="3345"/>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4"/>
                  </a:cubicBezTo>
                  <a:cubicBezTo>
                    <a:pt x="16110" y="579"/>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8"/>
                    <a:pt x="24378" y="4287"/>
                    <a:pt x="25138" y="4287"/>
                  </a:cubicBezTo>
                  <a:cubicBezTo>
                    <a:pt x="25502" y="4287"/>
                    <a:pt x="26050" y="4378"/>
                    <a:pt x="26414" y="4256"/>
                  </a:cubicBezTo>
                  <a:cubicBezTo>
                    <a:pt x="26870" y="4135"/>
                    <a:pt x="27296" y="3740"/>
                    <a:pt x="27721" y="3527"/>
                  </a:cubicBezTo>
                  <a:cubicBezTo>
                    <a:pt x="28451" y="3162"/>
                    <a:pt x="29150" y="2372"/>
                    <a:pt x="29636" y="1734"/>
                  </a:cubicBezTo>
                  <a:cubicBezTo>
                    <a:pt x="29910" y="1430"/>
                    <a:pt x="30123" y="1065"/>
                    <a:pt x="30335" y="730"/>
                  </a:cubicBezTo>
                  <a:cubicBezTo>
                    <a:pt x="30427" y="548"/>
                    <a:pt x="30548" y="305"/>
                    <a:pt x="30761" y="275"/>
                  </a:cubicBezTo>
                  <a:cubicBezTo>
                    <a:pt x="30822" y="457"/>
                    <a:pt x="30822" y="609"/>
                    <a:pt x="30822" y="822"/>
                  </a:cubicBezTo>
                </a:path>
              </a:pathLst>
            </a:custGeom>
            <a:noFill/>
            <a:ln cap="flat" cmpd="sng" w="66875">
              <a:solidFill>
                <a:schemeClr val="accent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448" name="Google Shape;3448;p39"/>
            <p:cNvSpPr/>
            <p:nvPr/>
          </p:nvSpPr>
          <p:spPr>
            <a:xfrm>
              <a:off x="709975" y="3362225"/>
              <a:ext cx="8434055"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5"/>
                    <a:pt x="4134" y="1217"/>
                    <a:pt x="4621" y="1217"/>
                  </a:cubicBezTo>
                  <a:cubicBezTo>
                    <a:pt x="5198" y="1217"/>
                    <a:pt x="5715" y="1156"/>
                    <a:pt x="6262" y="1399"/>
                  </a:cubicBezTo>
                  <a:cubicBezTo>
                    <a:pt x="6870" y="1673"/>
                    <a:pt x="7478" y="2007"/>
                    <a:pt x="8055" y="2372"/>
                  </a:cubicBezTo>
                  <a:cubicBezTo>
                    <a:pt x="8572" y="2706"/>
                    <a:pt x="8937" y="3162"/>
                    <a:pt x="9545" y="3344"/>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3"/>
                  </a:cubicBezTo>
                  <a:cubicBezTo>
                    <a:pt x="16110" y="578"/>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7"/>
                    <a:pt x="24378" y="4287"/>
                    <a:pt x="25138" y="4287"/>
                  </a:cubicBezTo>
                  <a:cubicBezTo>
                    <a:pt x="25502" y="4287"/>
                    <a:pt x="26050" y="4378"/>
                    <a:pt x="26414" y="4256"/>
                  </a:cubicBezTo>
                  <a:cubicBezTo>
                    <a:pt x="26870" y="4135"/>
                    <a:pt x="27296" y="3739"/>
                    <a:pt x="27721" y="3527"/>
                  </a:cubicBezTo>
                  <a:cubicBezTo>
                    <a:pt x="28451" y="3162"/>
                    <a:pt x="29150" y="2372"/>
                    <a:pt x="29636" y="1733"/>
                  </a:cubicBezTo>
                  <a:cubicBezTo>
                    <a:pt x="29910" y="1399"/>
                    <a:pt x="30123" y="1065"/>
                    <a:pt x="30335" y="730"/>
                  </a:cubicBezTo>
                  <a:cubicBezTo>
                    <a:pt x="30427" y="548"/>
                    <a:pt x="30548" y="305"/>
                    <a:pt x="30761" y="274"/>
                  </a:cubicBezTo>
                  <a:cubicBezTo>
                    <a:pt x="30822" y="457"/>
                    <a:pt x="30822" y="609"/>
                    <a:pt x="30822" y="821"/>
                  </a:cubicBezTo>
                </a:path>
              </a:pathLst>
            </a:custGeom>
            <a:noFill/>
            <a:ln cap="flat" cmpd="sng" w="76000">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52" name="Shape 3452"/>
        <p:cNvGrpSpPr/>
        <p:nvPr/>
      </p:nvGrpSpPr>
      <p:grpSpPr>
        <a:xfrm>
          <a:off x="0" y="0"/>
          <a:ext cx="0" cy="0"/>
          <a:chOff x="0" y="0"/>
          <a:chExt cx="0" cy="0"/>
        </a:xfrm>
      </p:grpSpPr>
      <p:sp>
        <p:nvSpPr>
          <p:cNvPr id="3453" name="Google Shape;3453;p40"/>
          <p:cNvSpPr txBox="1"/>
          <p:nvPr>
            <p:ph type="title"/>
          </p:nvPr>
        </p:nvSpPr>
        <p:spPr>
          <a:xfrm>
            <a:off x="720000" y="1688088"/>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3454" name="Google Shape;3454;p40"/>
          <p:cNvSpPr txBox="1"/>
          <p:nvPr>
            <p:ph idx="1" type="subTitle"/>
          </p:nvPr>
        </p:nvSpPr>
        <p:spPr>
          <a:xfrm>
            <a:off x="2196975" y="2465000"/>
            <a:ext cx="4750200" cy="122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grpSp>
        <p:nvGrpSpPr>
          <p:cNvPr id="3455" name="Google Shape;3455;p40"/>
          <p:cNvGrpSpPr/>
          <p:nvPr/>
        </p:nvGrpSpPr>
        <p:grpSpPr>
          <a:xfrm>
            <a:off x="26390" y="67520"/>
            <a:ext cx="9050795" cy="5019938"/>
            <a:chOff x="26390" y="67520"/>
            <a:chExt cx="9050795" cy="5019938"/>
          </a:xfrm>
        </p:grpSpPr>
        <p:grpSp>
          <p:nvGrpSpPr>
            <p:cNvPr id="3456" name="Google Shape;3456;p40"/>
            <p:cNvGrpSpPr/>
            <p:nvPr/>
          </p:nvGrpSpPr>
          <p:grpSpPr>
            <a:xfrm rot="-8100000">
              <a:off x="1863024" y="2939203"/>
              <a:ext cx="1063783" cy="668788"/>
              <a:chOff x="5359363" y="1011134"/>
              <a:chExt cx="927050" cy="582826"/>
            </a:xfrm>
          </p:grpSpPr>
          <p:sp>
            <p:nvSpPr>
              <p:cNvPr id="3457" name="Google Shape;3457;p40"/>
              <p:cNvSpPr/>
              <p:nvPr/>
            </p:nvSpPr>
            <p:spPr>
              <a:xfrm flipH="1" rot="10800000">
                <a:off x="5359363" y="1495536"/>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0"/>
              <p:cNvSpPr/>
              <p:nvPr/>
            </p:nvSpPr>
            <p:spPr>
              <a:xfrm flipH="1" rot="10800000">
                <a:off x="6194974" y="1011134"/>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9" name="Google Shape;3459;p40"/>
            <p:cNvGrpSpPr/>
            <p:nvPr/>
          </p:nvGrpSpPr>
          <p:grpSpPr>
            <a:xfrm>
              <a:off x="26390" y="67520"/>
              <a:ext cx="9050795" cy="5019938"/>
              <a:chOff x="26390" y="67520"/>
              <a:chExt cx="9050795" cy="5019938"/>
            </a:xfrm>
          </p:grpSpPr>
          <p:sp>
            <p:nvSpPr>
              <p:cNvPr id="3460" name="Google Shape;3460;p40"/>
              <p:cNvSpPr/>
              <p:nvPr/>
            </p:nvSpPr>
            <p:spPr>
              <a:xfrm flipH="1">
                <a:off x="7862725" y="372525"/>
                <a:ext cx="1119378"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6"/>
                      <a:pt x="4134" y="1217"/>
                      <a:pt x="4621" y="1217"/>
                    </a:cubicBezTo>
                    <a:cubicBezTo>
                      <a:pt x="5198" y="1217"/>
                      <a:pt x="5715" y="1156"/>
                      <a:pt x="6262" y="1399"/>
                    </a:cubicBezTo>
                    <a:cubicBezTo>
                      <a:pt x="6870" y="1673"/>
                      <a:pt x="7478" y="2007"/>
                      <a:pt x="8055" y="2372"/>
                    </a:cubicBezTo>
                    <a:cubicBezTo>
                      <a:pt x="8572" y="2706"/>
                      <a:pt x="8937" y="3162"/>
                      <a:pt x="9545" y="3345"/>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4"/>
                    </a:cubicBezTo>
                    <a:cubicBezTo>
                      <a:pt x="16110" y="579"/>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8"/>
                      <a:pt x="24378" y="4287"/>
                      <a:pt x="25138" y="4287"/>
                    </a:cubicBezTo>
                    <a:cubicBezTo>
                      <a:pt x="25502" y="4287"/>
                      <a:pt x="26050" y="4378"/>
                      <a:pt x="26414" y="4256"/>
                    </a:cubicBezTo>
                    <a:cubicBezTo>
                      <a:pt x="26870" y="4135"/>
                      <a:pt x="27296" y="3740"/>
                      <a:pt x="27721" y="3527"/>
                    </a:cubicBezTo>
                    <a:cubicBezTo>
                      <a:pt x="28451" y="3162"/>
                      <a:pt x="29150" y="2372"/>
                      <a:pt x="29636" y="1734"/>
                    </a:cubicBezTo>
                    <a:cubicBezTo>
                      <a:pt x="29910" y="1430"/>
                      <a:pt x="30123" y="1065"/>
                      <a:pt x="30335" y="730"/>
                    </a:cubicBezTo>
                    <a:cubicBezTo>
                      <a:pt x="30427" y="548"/>
                      <a:pt x="30548" y="305"/>
                      <a:pt x="30761" y="275"/>
                    </a:cubicBezTo>
                    <a:cubicBezTo>
                      <a:pt x="30822" y="457"/>
                      <a:pt x="30822" y="609"/>
                      <a:pt x="30822" y="822"/>
                    </a:cubicBezTo>
                  </a:path>
                </a:pathLst>
              </a:custGeom>
              <a:noFill/>
              <a:ln cap="flat" cmpd="sng" w="66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0"/>
              <p:cNvSpPr/>
              <p:nvPr/>
            </p:nvSpPr>
            <p:spPr>
              <a:xfrm flipH="1">
                <a:off x="7862725" y="548825"/>
                <a:ext cx="1119378"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5"/>
                      <a:pt x="4134" y="1217"/>
                      <a:pt x="4621" y="1217"/>
                    </a:cubicBezTo>
                    <a:cubicBezTo>
                      <a:pt x="5198" y="1217"/>
                      <a:pt x="5715" y="1156"/>
                      <a:pt x="6262" y="1399"/>
                    </a:cubicBezTo>
                    <a:cubicBezTo>
                      <a:pt x="6870" y="1673"/>
                      <a:pt x="7478" y="2007"/>
                      <a:pt x="8055" y="2372"/>
                    </a:cubicBezTo>
                    <a:cubicBezTo>
                      <a:pt x="8572" y="2706"/>
                      <a:pt x="8937" y="3162"/>
                      <a:pt x="9545" y="3344"/>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3"/>
                    </a:cubicBezTo>
                    <a:cubicBezTo>
                      <a:pt x="16110" y="578"/>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7"/>
                      <a:pt x="24378" y="4287"/>
                      <a:pt x="25138" y="4287"/>
                    </a:cubicBezTo>
                    <a:cubicBezTo>
                      <a:pt x="25502" y="4287"/>
                      <a:pt x="26050" y="4378"/>
                      <a:pt x="26414" y="4256"/>
                    </a:cubicBezTo>
                    <a:cubicBezTo>
                      <a:pt x="26870" y="4135"/>
                      <a:pt x="27296" y="3739"/>
                      <a:pt x="27721" y="3527"/>
                    </a:cubicBezTo>
                    <a:cubicBezTo>
                      <a:pt x="28451" y="3162"/>
                      <a:pt x="29150" y="2372"/>
                      <a:pt x="29636" y="1733"/>
                    </a:cubicBezTo>
                    <a:cubicBezTo>
                      <a:pt x="29910" y="1399"/>
                      <a:pt x="30123" y="1065"/>
                      <a:pt x="30335" y="730"/>
                    </a:cubicBezTo>
                    <a:cubicBezTo>
                      <a:pt x="30427" y="548"/>
                      <a:pt x="30548" y="305"/>
                      <a:pt x="30761" y="274"/>
                    </a:cubicBezTo>
                    <a:cubicBezTo>
                      <a:pt x="30822" y="457"/>
                      <a:pt x="30822" y="609"/>
                      <a:pt x="30822" y="821"/>
                    </a:cubicBezTo>
                  </a:path>
                </a:pathLst>
              </a:custGeom>
              <a:noFill/>
              <a:ln cap="flat" cmpd="sng" w="76000">
                <a:solidFill>
                  <a:schemeClr val="accent4"/>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62" name="Google Shape;3462;p40"/>
              <p:cNvGrpSpPr/>
              <p:nvPr/>
            </p:nvGrpSpPr>
            <p:grpSpPr>
              <a:xfrm flipH="1">
                <a:off x="107029" y="385431"/>
                <a:ext cx="8449790" cy="4355304"/>
                <a:chOff x="166525" y="220125"/>
                <a:chExt cx="9078962" cy="4679600"/>
              </a:xfrm>
            </p:grpSpPr>
            <p:grpSp>
              <p:nvGrpSpPr>
                <p:cNvPr id="3463" name="Google Shape;3463;p40"/>
                <p:cNvGrpSpPr/>
                <p:nvPr/>
              </p:nvGrpSpPr>
              <p:grpSpPr>
                <a:xfrm flipH="1" rot="10800000">
                  <a:off x="166525" y="220125"/>
                  <a:ext cx="7882780" cy="4679600"/>
                  <a:chOff x="90325" y="232950"/>
                  <a:chExt cx="7882780" cy="4679600"/>
                </a:xfrm>
              </p:grpSpPr>
              <p:sp>
                <p:nvSpPr>
                  <p:cNvPr id="3464" name="Google Shape;3464;p40"/>
                  <p:cNvSpPr/>
                  <p:nvPr/>
                </p:nvSpPr>
                <p:spPr>
                  <a:xfrm>
                    <a:off x="1402525" y="3130750"/>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0"/>
                  <p:cNvSpPr/>
                  <p:nvPr/>
                </p:nvSpPr>
                <p:spPr>
                  <a:xfrm flipH="1">
                    <a:off x="7913855" y="1471701"/>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0"/>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0"/>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0"/>
                  <p:cNvSpPr/>
                  <p:nvPr/>
                </p:nvSpPr>
                <p:spPr>
                  <a:xfrm>
                    <a:off x="2907925" y="232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0"/>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0"/>
                  <p:cNvSpPr/>
                  <p:nvPr/>
                </p:nvSpPr>
                <p:spPr>
                  <a:xfrm>
                    <a:off x="444550" y="3994675"/>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0"/>
                  <p:cNvSpPr/>
                  <p:nvPr/>
                </p:nvSpPr>
                <p:spPr>
                  <a:xfrm>
                    <a:off x="4646898" y="630527"/>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0"/>
                  <p:cNvSpPr/>
                  <p:nvPr/>
                </p:nvSpPr>
                <p:spPr>
                  <a:xfrm>
                    <a:off x="3502303" y="3937577"/>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73" name="Google Shape;3473;p40"/>
                <p:cNvSpPr/>
                <p:nvPr/>
              </p:nvSpPr>
              <p:spPr>
                <a:xfrm flipH="1" rot="10800000">
                  <a:off x="9193762" y="945198"/>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0"/>
                <p:cNvSpPr/>
                <p:nvPr/>
              </p:nvSpPr>
              <p:spPr>
                <a:xfrm flipH="1" rot="10800000">
                  <a:off x="6007150" y="1198958"/>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5" name="Google Shape;3475;p40"/>
              <p:cNvGrpSpPr/>
              <p:nvPr/>
            </p:nvGrpSpPr>
            <p:grpSpPr>
              <a:xfrm flipH="1">
                <a:off x="26390" y="67520"/>
                <a:ext cx="9050795" cy="4921221"/>
                <a:chOff x="90325" y="143925"/>
                <a:chExt cx="8770150" cy="4768625"/>
              </a:xfrm>
            </p:grpSpPr>
            <p:sp>
              <p:nvSpPr>
                <p:cNvPr id="3476" name="Google Shape;3476;p40"/>
                <p:cNvSpPr/>
                <p:nvPr/>
              </p:nvSpPr>
              <p:spPr>
                <a:xfrm flipH="1">
                  <a:off x="8315187" y="1701249"/>
                  <a:ext cx="59250" cy="62575"/>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0"/>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0"/>
                <p:cNvSpPr/>
                <p:nvPr/>
              </p:nvSpPr>
              <p:spPr>
                <a:xfrm flipH="1">
                  <a:off x="8807900" y="2806975"/>
                  <a:ext cx="52575" cy="51725"/>
                </a:xfrm>
                <a:custGeom>
                  <a:rect b="b" l="l" r="r" t="t"/>
                  <a:pathLst>
                    <a:path extrusionOk="0" h="2069" w="2103">
                      <a:moveTo>
                        <a:pt x="1035" y="0"/>
                      </a:moveTo>
                      <a:cubicBezTo>
                        <a:pt x="968" y="234"/>
                        <a:pt x="902" y="467"/>
                        <a:pt x="801" y="701"/>
                      </a:cubicBezTo>
                      <a:lnTo>
                        <a:pt x="1" y="701"/>
                      </a:lnTo>
                      <a:cubicBezTo>
                        <a:pt x="201" y="901"/>
                        <a:pt x="435" y="1068"/>
                        <a:pt x="635" y="1201"/>
                      </a:cubicBezTo>
                      <a:cubicBezTo>
                        <a:pt x="601" y="1401"/>
                        <a:pt x="535" y="1601"/>
                        <a:pt x="468" y="1802"/>
                      </a:cubicBezTo>
                      <a:cubicBezTo>
                        <a:pt x="635" y="1702"/>
                        <a:pt x="768" y="1568"/>
                        <a:pt x="935" y="1401"/>
                      </a:cubicBezTo>
                      <a:cubicBezTo>
                        <a:pt x="935" y="1435"/>
                        <a:pt x="935" y="1435"/>
                        <a:pt x="968" y="1435"/>
                      </a:cubicBezTo>
                      <a:cubicBezTo>
                        <a:pt x="1202" y="1635"/>
                        <a:pt x="1435" y="1835"/>
                        <a:pt x="1635" y="2068"/>
                      </a:cubicBezTo>
                      <a:lnTo>
                        <a:pt x="1635" y="1968"/>
                      </a:lnTo>
                      <a:cubicBezTo>
                        <a:pt x="1535" y="1668"/>
                        <a:pt x="1402" y="1335"/>
                        <a:pt x="1302" y="1034"/>
                      </a:cubicBezTo>
                      <a:cubicBezTo>
                        <a:pt x="1569" y="834"/>
                        <a:pt x="1802" y="667"/>
                        <a:pt x="2102" y="534"/>
                      </a:cubicBezTo>
                      <a:cubicBezTo>
                        <a:pt x="2083" y="495"/>
                        <a:pt x="2040" y="479"/>
                        <a:pt x="1995" y="479"/>
                      </a:cubicBezTo>
                      <a:cubicBezTo>
                        <a:pt x="1963" y="479"/>
                        <a:pt x="1930" y="487"/>
                        <a:pt x="1902" y="501"/>
                      </a:cubicBezTo>
                      <a:cubicBezTo>
                        <a:pt x="1669" y="567"/>
                        <a:pt x="1435" y="601"/>
                        <a:pt x="1202" y="634"/>
                      </a:cubicBezTo>
                      <a:cubicBezTo>
                        <a:pt x="1135" y="434"/>
                        <a:pt x="1102" y="200"/>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0"/>
                <p:cNvSpPr/>
                <p:nvPr/>
              </p:nvSpPr>
              <p:spPr>
                <a:xfrm>
                  <a:off x="139750" y="26087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0"/>
                <p:cNvSpPr/>
                <p:nvPr/>
              </p:nvSpPr>
              <p:spPr>
                <a:xfrm flipH="1">
                  <a:off x="8694900"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0"/>
                <p:cNvSpPr/>
                <p:nvPr/>
              </p:nvSpPr>
              <p:spPr>
                <a:xfrm>
                  <a:off x="2907925" y="159113"/>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0"/>
                <p:cNvSpPr/>
                <p:nvPr/>
              </p:nvSpPr>
              <p:spPr>
                <a:xfrm>
                  <a:off x="6870325" y="4804950"/>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0"/>
                <p:cNvSpPr/>
                <p:nvPr/>
              </p:nvSpPr>
              <p:spPr>
                <a:xfrm>
                  <a:off x="223038" y="4068512"/>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0"/>
                <p:cNvSpPr/>
                <p:nvPr/>
              </p:nvSpPr>
              <p:spPr>
                <a:xfrm>
                  <a:off x="8008037" y="2794111"/>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0"/>
                <p:cNvSpPr/>
                <p:nvPr/>
              </p:nvSpPr>
              <p:spPr>
                <a:xfrm>
                  <a:off x="4852336" y="277415"/>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6" name="Google Shape;3486;p40"/>
              <p:cNvGrpSpPr/>
              <p:nvPr/>
            </p:nvGrpSpPr>
            <p:grpSpPr>
              <a:xfrm>
                <a:off x="707782" y="630007"/>
                <a:ext cx="1072715" cy="522135"/>
                <a:chOff x="2378750" y="627850"/>
                <a:chExt cx="1312350" cy="638775"/>
              </a:xfrm>
            </p:grpSpPr>
            <p:sp>
              <p:nvSpPr>
                <p:cNvPr id="3487" name="Google Shape;3487;p40"/>
                <p:cNvSpPr/>
                <p:nvPr/>
              </p:nvSpPr>
              <p:spPr>
                <a:xfrm>
                  <a:off x="2514775" y="795425"/>
                  <a:ext cx="1070400" cy="471200"/>
                </a:xfrm>
                <a:custGeom>
                  <a:rect b="b" l="l" r="r" t="t"/>
                  <a:pathLst>
                    <a:path extrusionOk="0" h="18848" w="42816">
                      <a:moveTo>
                        <a:pt x="20996" y="1"/>
                      </a:moveTo>
                      <a:cubicBezTo>
                        <a:pt x="12718" y="1"/>
                        <a:pt x="4488" y="3311"/>
                        <a:pt x="0" y="10258"/>
                      </a:cubicBezTo>
                      <a:cubicBezTo>
                        <a:pt x="182" y="12508"/>
                        <a:pt x="5775" y="15030"/>
                        <a:pt x="7660" y="15851"/>
                      </a:cubicBezTo>
                      <a:cubicBezTo>
                        <a:pt x="11550" y="17553"/>
                        <a:pt x="15684" y="18587"/>
                        <a:pt x="19940" y="18769"/>
                      </a:cubicBezTo>
                      <a:cubicBezTo>
                        <a:pt x="20924" y="18819"/>
                        <a:pt x="21933" y="18848"/>
                        <a:pt x="22955" y="18848"/>
                      </a:cubicBezTo>
                      <a:cubicBezTo>
                        <a:pt x="28811" y="18848"/>
                        <a:pt x="35104" y="17899"/>
                        <a:pt x="39788" y="14483"/>
                      </a:cubicBezTo>
                      <a:cubicBezTo>
                        <a:pt x="40730" y="13784"/>
                        <a:pt x="41521" y="12994"/>
                        <a:pt x="42129" y="12021"/>
                      </a:cubicBezTo>
                      <a:cubicBezTo>
                        <a:pt x="42417" y="11473"/>
                        <a:pt x="42815" y="9665"/>
                        <a:pt x="42335" y="9665"/>
                      </a:cubicBezTo>
                      <a:cubicBezTo>
                        <a:pt x="42309" y="9665"/>
                        <a:pt x="42281" y="9670"/>
                        <a:pt x="42250" y="9681"/>
                      </a:cubicBezTo>
                      <a:cubicBezTo>
                        <a:pt x="40487" y="8070"/>
                        <a:pt x="39119" y="6064"/>
                        <a:pt x="37052" y="4666"/>
                      </a:cubicBezTo>
                      <a:cubicBezTo>
                        <a:pt x="32498" y="1592"/>
                        <a:pt x="26735" y="1"/>
                        <a:pt x="2099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0"/>
                <p:cNvSpPr/>
                <p:nvPr/>
              </p:nvSpPr>
              <p:spPr>
                <a:xfrm>
                  <a:off x="2764775" y="792475"/>
                  <a:ext cx="549425" cy="443075"/>
                </a:xfrm>
                <a:custGeom>
                  <a:rect b="b" l="l" r="r" t="t"/>
                  <a:pathLst>
                    <a:path extrusionOk="0" h="17723" w="21977">
                      <a:moveTo>
                        <a:pt x="11877" y="0"/>
                      </a:moveTo>
                      <a:cubicBezTo>
                        <a:pt x="6662" y="0"/>
                        <a:pt x="2098" y="1258"/>
                        <a:pt x="2098" y="1258"/>
                      </a:cubicBezTo>
                      <a:cubicBezTo>
                        <a:pt x="0" y="4419"/>
                        <a:pt x="426" y="8613"/>
                        <a:pt x="1854" y="12079"/>
                      </a:cubicBezTo>
                      <a:cubicBezTo>
                        <a:pt x="2888" y="14662"/>
                        <a:pt x="5350" y="16455"/>
                        <a:pt x="8025" y="17215"/>
                      </a:cubicBezTo>
                      <a:cubicBezTo>
                        <a:pt x="9160" y="17532"/>
                        <a:pt x="10472" y="17723"/>
                        <a:pt x="11793" y="17723"/>
                      </a:cubicBezTo>
                      <a:cubicBezTo>
                        <a:pt x="13514" y="17723"/>
                        <a:pt x="15251" y="17399"/>
                        <a:pt x="16627" y="16607"/>
                      </a:cubicBezTo>
                      <a:cubicBezTo>
                        <a:pt x="19058" y="15179"/>
                        <a:pt x="20305" y="11896"/>
                        <a:pt x="20943" y="9252"/>
                      </a:cubicBezTo>
                      <a:cubicBezTo>
                        <a:pt x="21156" y="8431"/>
                        <a:pt x="21976" y="2382"/>
                        <a:pt x="21338" y="2018"/>
                      </a:cubicBezTo>
                      <a:cubicBezTo>
                        <a:pt x="18546" y="477"/>
                        <a:pt x="15088" y="0"/>
                        <a:pt x="118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0"/>
                <p:cNvSpPr/>
                <p:nvPr/>
              </p:nvSpPr>
              <p:spPr>
                <a:xfrm>
                  <a:off x="2378750" y="905225"/>
                  <a:ext cx="159600" cy="117025"/>
                </a:xfrm>
                <a:custGeom>
                  <a:rect b="b" l="l" r="r" t="t"/>
                  <a:pathLst>
                    <a:path extrusionOk="0" h="4681" w="6384">
                      <a:moveTo>
                        <a:pt x="973" y="0"/>
                      </a:moveTo>
                      <a:cubicBezTo>
                        <a:pt x="669" y="365"/>
                        <a:pt x="335" y="973"/>
                        <a:pt x="0" y="1368"/>
                      </a:cubicBezTo>
                      <a:cubicBezTo>
                        <a:pt x="1550" y="2432"/>
                        <a:pt x="3101" y="3830"/>
                        <a:pt x="4772" y="4681"/>
                      </a:cubicBezTo>
                      <a:cubicBezTo>
                        <a:pt x="5289" y="3982"/>
                        <a:pt x="6019" y="3344"/>
                        <a:pt x="6383" y="2584"/>
                      </a:cubicBezTo>
                      <a:cubicBezTo>
                        <a:pt x="5228" y="1611"/>
                        <a:pt x="2523" y="365"/>
                        <a:pt x="9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0"/>
                <p:cNvSpPr/>
                <p:nvPr/>
              </p:nvSpPr>
              <p:spPr>
                <a:xfrm>
                  <a:off x="2473725" y="795800"/>
                  <a:ext cx="164175" cy="133750"/>
                </a:xfrm>
                <a:custGeom>
                  <a:rect b="b" l="l" r="r" t="t"/>
                  <a:pathLst>
                    <a:path extrusionOk="0" h="5350" w="6567">
                      <a:moveTo>
                        <a:pt x="1976" y="0"/>
                      </a:moveTo>
                      <a:lnTo>
                        <a:pt x="1" y="1976"/>
                      </a:lnTo>
                      <a:lnTo>
                        <a:pt x="4378" y="5350"/>
                      </a:lnTo>
                      <a:lnTo>
                        <a:pt x="6566" y="3678"/>
                      </a:lnTo>
                      <a:lnTo>
                        <a:pt x="19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0"/>
                <p:cNvSpPr/>
                <p:nvPr/>
              </p:nvSpPr>
              <p:spPr>
                <a:xfrm>
                  <a:off x="2579350" y="715250"/>
                  <a:ext cx="150500" cy="147425"/>
                </a:xfrm>
                <a:custGeom>
                  <a:rect b="b" l="l" r="r" t="t"/>
                  <a:pathLst>
                    <a:path extrusionOk="0" h="5897" w="6020">
                      <a:moveTo>
                        <a:pt x="2341" y="0"/>
                      </a:moveTo>
                      <a:lnTo>
                        <a:pt x="1" y="1611"/>
                      </a:lnTo>
                      <a:lnTo>
                        <a:pt x="3739" y="5897"/>
                      </a:lnTo>
                      <a:lnTo>
                        <a:pt x="6019" y="4620"/>
                      </a:lnTo>
                      <a:lnTo>
                        <a:pt x="23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0"/>
                <p:cNvSpPr/>
                <p:nvPr/>
              </p:nvSpPr>
              <p:spPr>
                <a:xfrm>
                  <a:off x="2703975" y="664325"/>
                  <a:ext cx="129975" cy="152775"/>
                </a:xfrm>
                <a:custGeom>
                  <a:rect b="b" l="l" r="r" t="t"/>
                  <a:pathLst>
                    <a:path extrusionOk="0" h="6111" w="5199">
                      <a:moveTo>
                        <a:pt x="2280" y="1"/>
                      </a:moveTo>
                      <a:lnTo>
                        <a:pt x="1" y="943"/>
                      </a:lnTo>
                      <a:lnTo>
                        <a:pt x="2706" y="6110"/>
                      </a:lnTo>
                      <a:lnTo>
                        <a:pt x="5198" y="5259"/>
                      </a:lnTo>
                      <a:lnTo>
                        <a:pt x="22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0"/>
                <p:cNvSpPr/>
                <p:nvPr/>
              </p:nvSpPr>
              <p:spPr>
                <a:xfrm>
                  <a:off x="2857475" y="635450"/>
                  <a:ext cx="93500" cy="153525"/>
                </a:xfrm>
                <a:custGeom>
                  <a:rect b="b" l="l" r="r" t="t"/>
                  <a:pathLst>
                    <a:path extrusionOk="0" h="6141" w="3740">
                      <a:moveTo>
                        <a:pt x="2189" y="1"/>
                      </a:moveTo>
                      <a:lnTo>
                        <a:pt x="1" y="487"/>
                      </a:lnTo>
                      <a:lnTo>
                        <a:pt x="1460" y="6141"/>
                      </a:lnTo>
                      <a:lnTo>
                        <a:pt x="3739" y="5685"/>
                      </a:lnTo>
                      <a:lnTo>
                        <a:pt x="21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0"/>
                <p:cNvSpPr/>
                <p:nvPr/>
              </p:nvSpPr>
              <p:spPr>
                <a:xfrm>
                  <a:off x="3010975" y="627850"/>
                  <a:ext cx="54750" cy="148200"/>
                </a:xfrm>
                <a:custGeom>
                  <a:rect b="b" l="l" r="r" t="t"/>
                  <a:pathLst>
                    <a:path extrusionOk="0" h="5928" w="2190">
                      <a:moveTo>
                        <a:pt x="1" y="1"/>
                      </a:moveTo>
                      <a:lnTo>
                        <a:pt x="1" y="5928"/>
                      </a:lnTo>
                      <a:lnTo>
                        <a:pt x="2189" y="5928"/>
                      </a:lnTo>
                      <a:lnTo>
                        <a:pt x="2189" y="30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0"/>
                <p:cNvSpPr/>
                <p:nvPr/>
              </p:nvSpPr>
              <p:spPr>
                <a:xfrm>
                  <a:off x="3128000" y="635450"/>
                  <a:ext cx="104125" cy="153525"/>
                </a:xfrm>
                <a:custGeom>
                  <a:rect b="b" l="l" r="r" t="t"/>
                  <a:pathLst>
                    <a:path extrusionOk="0" h="6141" w="4165">
                      <a:moveTo>
                        <a:pt x="1763" y="1"/>
                      </a:moveTo>
                      <a:lnTo>
                        <a:pt x="0" y="5624"/>
                      </a:lnTo>
                      <a:lnTo>
                        <a:pt x="2858" y="6141"/>
                      </a:lnTo>
                      <a:lnTo>
                        <a:pt x="4165" y="487"/>
                      </a:lnTo>
                      <a:lnTo>
                        <a:pt x="1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0"/>
                <p:cNvSpPr/>
                <p:nvPr/>
              </p:nvSpPr>
              <p:spPr>
                <a:xfrm>
                  <a:off x="3261750" y="674975"/>
                  <a:ext cx="120850" cy="152000"/>
                </a:xfrm>
                <a:custGeom>
                  <a:rect b="b" l="l" r="r" t="t"/>
                  <a:pathLst>
                    <a:path extrusionOk="0" h="6080" w="4834">
                      <a:moveTo>
                        <a:pt x="2401" y="0"/>
                      </a:moveTo>
                      <a:lnTo>
                        <a:pt x="0" y="5137"/>
                      </a:lnTo>
                      <a:lnTo>
                        <a:pt x="2553" y="6079"/>
                      </a:lnTo>
                      <a:lnTo>
                        <a:pt x="4833" y="1064"/>
                      </a:lnTo>
                      <a:lnTo>
                        <a:pt x="24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0"/>
                <p:cNvSpPr/>
                <p:nvPr/>
              </p:nvSpPr>
              <p:spPr>
                <a:xfrm>
                  <a:off x="3373450" y="730450"/>
                  <a:ext cx="118550" cy="151225"/>
                </a:xfrm>
                <a:custGeom>
                  <a:rect b="b" l="l" r="r" t="t"/>
                  <a:pathLst>
                    <a:path extrusionOk="0" h="6049" w="4742">
                      <a:moveTo>
                        <a:pt x="2827" y="0"/>
                      </a:moveTo>
                      <a:lnTo>
                        <a:pt x="0" y="4894"/>
                      </a:lnTo>
                      <a:lnTo>
                        <a:pt x="1946" y="6049"/>
                      </a:lnTo>
                      <a:lnTo>
                        <a:pt x="4742" y="1368"/>
                      </a:lnTo>
                      <a:lnTo>
                        <a:pt x="2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0"/>
                <p:cNvSpPr/>
                <p:nvPr/>
              </p:nvSpPr>
              <p:spPr>
                <a:xfrm>
                  <a:off x="3477550" y="817075"/>
                  <a:ext cx="123875" cy="132225"/>
                </a:xfrm>
                <a:custGeom>
                  <a:rect b="b" l="l" r="r" t="t"/>
                  <a:pathLst>
                    <a:path extrusionOk="0" h="5289" w="4955">
                      <a:moveTo>
                        <a:pt x="3283" y="0"/>
                      </a:moveTo>
                      <a:lnTo>
                        <a:pt x="0" y="3921"/>
                      </a:lnTo>
                      <a:lnTo>
                        <a:pt x="1581" y="5289"/>
                      </a:lnTo>
                      <a:lnTo>
                        <a:pt x="4955" y="1216"/>
                      </a:lnTo>
                      <a:lnTo>
                        <a:pt x="32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0"/>
                <p:cNvSpPr/>
                <p:nvPr/>
              </p:nvSpPr>
              <p:spPr>
                <a:xfrm>
                  <a:off x="3563425" y="929525"/>
                  <a:ext cx="127675" cy="101850"/>
                </a:xfrm>
                <a:custGeom>
                  <a:rect b="b" l="l" r="r" t="t"/>
                  <a:pathLst>
                    <a:path extrusionOk="0" h="4074" w="5107">
                      <a:moveTo>
                        <a:pt x="3708" y="1"/>
                      </a:moveTo>
                      <a:lnTo>
                        <a:pt x="0" y="2189"/>
                      </a:lnTo>
                      <a:lnTo>
                        <a:pt x="1246" y="4074"/>
                      </a:lnTo>
                      <a:lnTo>
                        <a:pt x="5107" y="1308"/>
                      </a:lnTo>
                      <a:lnTo>
                        <a:pt x="37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0"/>
                <p:cNvSpPr/>
                <p:nvPr/>
              </p:nvSpPr>
              <p:spPr>
                <a:xfrm>
                  <a:off x="2908400" y="837225"/>
                  <a:ext cx="263700" cy="286250"/>
                </a:xfrm>
                <a:custGeom>
                  <a:rect b="b" l="l" r="r" t="t"/>
                  <a:pathLst>
                    <a:path extrusionOk="0" h="11450" w="10548">
                      <a:moveTo>
                        <a:pt x="7074" y="1"/>
                      </a:moveTo>
                      <a:cubicBezTo>
                        <a:pt x="6525" y="1"/>
                        <a:pt x="5982" y="23"/>
                        <a:pt x="5471" y="45"/>
                      </a:cubicBezTo>
                      <a:cubicBezTo>
                        <a:pt x="4137" y="130"/>
                        <a:pt x="2697" y="507"/>
                        <a:pt x="1399" y="507"/>
                      </a:cubicBezTo>
                      <a:cubicBezTo>
                        <a:pt x="1307" y="507"/>
                        <a:pt x="1215" y="505"/>
                        <a:pt x="1125" y="501"/>
                      </a:cubicBezTo>
                      <a:lnTo>
                        <a:pt x="1125" y="501"/>
                      </a:lnTo>
                      <a:cubicBezTo>
                        <a:pt x="0" y="3510"/>
                        <a:pt x="1064" y="8495"/>
                        <a:pt x="3739" y="10501"/>
                      </a:cubicBezTo>
                      <a:cubicBezTo>
                        <a:pt x="4511" y="11091"/>
                        <a:pt x="5515" y="11449"/>
                        <a:pt x="6495" y="11449"/>
                      </a:cubicBezTo>
                      <a:cubicBezTo>
                        <a:pt x="6980" y="11449"/>
                        <a:pt x="7460" y="11361"/>
                        <a:pt x="7903" y="11170"/>
                      </a:cubicBezTo>
                      <a:cubicBezTo>
                        <a:pt x="9605" y="10471"/>
                        <a:pt x="10031" y="8769"/>
                        <a:pt x="10183" y="7067"/>
                      </a:cubicBezTo>
                      <a:cubicBezTo>
                        <a:pt x="10395" y="4817"/>
                        <a:pt x="10547" y="2416"/>
                        <a:pt x="9848" y="319"/>
                      </a:cubicBezTo>
                      <a:cubicBezTo>
                        <a:pt x="8999" y="68"/>
                        <a:pt x="8028" y="1"/>
                        <a:pt x="7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1" name="Google Shape;3501;p40"/>
              <p:cNvGrpSpPr/>
              <p:nvPr/>
            </p:nvGrpSpPr>
            <p:grpSpPr>
              <a:xfrm rot="5400000">
                <a:off x="7646066" y="3742216"/>
                <a:ext cx="1072715" cy="522135"/>
                <a:chOff x="2378750" y="627850"/>
                <a:chExt cx="1312350" cy="638775"/>
              </a:xfrm>
            </p:grpSpPr>
            <p:sp>
              <p:nvSpPr>
                <p:cNvPr id="3502" name="Google Shape;3502;p40"/>
                <p:cNvSpPr/>
                <p:nvPr/>
              </p:nvSpPr>
              <p:spPr>
                <a:xfrm>
                  <a:off x="2514775" y="795425"/>
                  <a:ext cx="1070400" cy="471200"/>
                </a:xfrm>
                <a:custGeom>
                  <a:rect b="b" l="l" r="r" t="t"/>
                  <a:pathLst>
                    <a:path extrusionOk="0" h="18848" w="42816">
                      <a:moveTo>
                        <a:pt x="20996" y="1"/>
                      </a:moveTo>
                      <a:cubicBezTo>
                        <a:pt x="12718" y="1"/>
                        <a:pt x="4488" y="3311"/>
                        <a:pt x="0" y="10258"/>
                      </a:cubicBezTo>
                      <a:cubicBezTo>
                        <a:pt x="182" y="12508"/>
                        <a:pt x="5775" y="15030"/>
                        <a:pt x="7660" y="15851"/>
                      </a:cubicBezTo>
                      <a:cubicBezTo>
                        <a:pt x="11550" y="17553"/>
                        <a:pt x="15684" y="18587"/>
                        <a:pt x="19940" y="18769"/>
                      </a:cubicBezTo>
                      <a:cubicBezTo>
                        <a:pt x="20924" y="18819"/>
                        <a:pt x="21933" y="18848"/>
                        <a:pt x="22955" y="18848"/>
                      </a:cubicBezTo>
                      <a:cubicBezTo>
                        <a:pt x="28811" y="18848"/>
                        <a:pt x="35104" y="17899"/>
                        <a:pt x="39788" y="14483"/>
                      </a:cubicBezTo>
                      <a:cubicBezTo>
                        <a:pt x="40730" y="13784"/>
                        <a:pt x="41521" y="12994"/>
                        <a:pt x="42129" y="12021"/>
                      </a:cubicBezTo>
                      <a:cubicBezTo>
                        <a:pt x="42417" y="11473"/>
                        <a:pt x="42815" y="9665"/>
                        <a:pt x="42335" y="9665"/>
                      </a:cubicBezTo>
                      <a:cubicBezTo>
                        <a:pt x="42309" y="9665"/>
                        <a:pt x="42281" y="9670"/>
                        <a:pt x="42250" y="9681"/>
                      </a:cubicBezTo>
                      <a:cubicBezTo>
                        <a:pt x="40487" y="8070"/>
                        <a:pt x="39119" y="6064"/>
                        <a:pt x="37052" y="4666"/>
                      </a:cubicBezTo>
                      <a:cubicBezTo>
                        <a:pt x="32498" y="1592"/>
                        <a:pt x="26735" y="1"/>
                        <a:pt x="209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0"/>
                <p:cNvSpPr/>
                <p:nvPr/>
              </p:nvSpPr>
              <p:spPr>
                <a:xfrm>
                  <a:off x="2764775" y="792475"/>
                  <a:ext cx="549425" cy="443075"/>
                </a:xfrm>
                <a:custGeom>
                  <a:rect b="b" l="l" r="r" t="t"/>
                  <a:pathLst>
                    <a:path extrusionOk="0" h="17723" w="21977">
                      <a:moveTo>
                        <a:pt x="11877" y="0"/>
                      </a:moveTo>
                      <a:cubicBezTo>
                        <a:pt x="6662" y="0"/>
                        <a:pt x="2098" y="1258"/>
                        <a:pt x="2098" y="1258"/>
                      </a:cubicBezTo>
                      <a:cubicBezTo>
                        <a:pt x="0" y="4419"/>
                        <a:pt x="426" y="8613"/>
                        <a:pt x="1854" y="12079"/>
                      </a:cubicBezTo>
                      <a:cubicBezTo>
                        <a:pt x="2888" y="14662"/>
                        <a:pt x="5350" y="16455"/>
                        <a:pt x="8025" y="17215"/>
                      </a:cubicBezTo>
                      <a:cubicBezTo>
                        <a:pt x="9160" y="17532"/>
                        <a:pt x="10472" y="17723"/>
                        <a:pt x="11793" y="17723"/>
                      </a:cubicBezTo>
                      <a:cubicBezTo>
                        <a:pt x="13514" y="17723"/>
                        <a:pt x="15251" y="17399"/>
                        <a:pt x="16627" y="16607"/>
                      </a:cubicBezTo>
                      <a:cubicBezTo>
                        <a:pt x="19058" y="15179"/>
                        <a:pt x="20305" y="11896"/>
                        <a:pt x="20943" y="9252"/>
                      </a:cubicBezTo>
                      <a:cubicBezTo>
                        <a:pt x="21156" y="8431"/>
                        <a:pt x="21976" y="2382"/>
                        <a:pt x="21338" y="2018"/>
                      </a:cubicBezTo>
                      <a:cubicBezTo>
                        <a:pt x="18546" y="477"/>
                        <a:pt x="15088" y="0"/>
                        <a:pt x="118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0"/>
                <p:cNvSpPr/>
                <p:nvPr/>
              </p:nvSpPr>
              <p:spPr>
                <a:xfrm>
                  <a:off x="2378750" y="905225"/>
                  <a:ext cx="159600" cy="117025"/>
                </a:xfrm>
                <a:custGeom>
                  <a:rect b="b" l="l" r="r" t="t"/>
                  <a:pathLst>
                    <a:path extrusionOk="0" h="4681" w="6384">
                      <a:moveTo>
                        <a:pt x="973" y="0"/>
                      </a:moveTo>
                      <a:cubicBezTo>
                        <a:pt x="669" y="365"/>
                        <a:pt x="335" y="973"/>
                        <a:pt x="0" y="1368"/>
                      </a:cubicBezTo>
                      <a:cubicBezTo>
                        <a:pt x="1550" y="2432"/>
                        <a:pt x="3101" y="3830"/>
                        <a:pt x="4772" y="4681"/>
                      </a:cubicBezTo>
                      <a:cubicBezTo>
                        <a:pt x="5289" y="3982"/>
                        <a:pt x="6019" y="3344"/>
                        <a:pt x="6383" y="2584"/>
                      </a:cubicBezTo>
                      <a:cubicBezTo>
                        <a:pt x="5228" y="1611"/>
                        <a:pt x="2523" y="365"/>
                        <a:pt x="9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0"/>
                <p:cNvSpPr/>
                <p:nvPr/>
              </p:nvSpPr>
              <p:spPr>
                <a:xfrm>
                  <a:off x="2473725" y="795800"/>
                  <a:ext cx="164175" cy="133750"/>
                </a:xfrm>
                <a:custGeom>
                  <a:rect b="b" l="l" r="r" t="t"/>
                  <a:pathLst>
                    <a:path extrusionOk="0" h="5350" w="6567">
                      <a:moveTo>
                        <a:pt x="1976" y="0"/>
                      </a:moveTo>
                      <a:lnTo>
                        <a:pt x="1" y="1976"/>
                      </a:lnTo>
                      <a:lnTo>
                        <a:pt x="4378" y="5350"/>
                      </a:lnTo>
                      <a:lnTo>
                        <a:pt x="6566" y="3678"/>
                      </a:lnTo>
                      <a:lnTo>
                        <a:pt x="19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0"/>
                <p:cNvSpPr/>
                <p:nvPr/>
              </p:nvSpPr>
              <p:spPr>
                <a:xfrm>
                  <a:off x="2579350" y="715250"/>
                  <a:ext cx="150500" cy="147425"/>
                </a:xfrm>
                <a:custGeom>
                  <a:rect b="b" l="l" r="r" t="t"/>
                  <a:pathLst>
                    <a:path extrusionOk="0" h="5897" w="6020">
                      <a:moveTo>
                        <a:pt x="2341" y="0"/>
                      </a:moveTo>
                      <a:lnTo>
                        <a:pt x="1" y="1611"/>
                      </a:lnTo>
                      <a:lnTo>
                        <a:pt x="3739" y="5897"/>
                      </a:lnTo>
                      <a:lnTo>
                        <a:pt x="6019" y="4620"/>
                      </a:lnTo>
                      <a:lnTo>
                        <a:pt x="23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0"/>
                <p:cNvSpPr/>
                <p:nvPr/>
              </p:nvSpPr>
              <p:spPr>
                <a:xfrm>
                  <a:off x="2703975" y="664325"/>
                  <a:ext cx="129975" cy="152775"/>
                </a:xfrm>
                <a:custGeom>
                  <a:rect b="b" l="l" r="r" t="t"/>
                  <a:pathLst>
                    <a:path extrusionOk="0" h="6111" w="5199">
                      <a:moveTo>
                        <a:pt x="2280" y="1"/>
                      </a:moveTo>
                      <a:lnTo>
                        <a:pt x="1" y="943"/>
                      </a:lnTo>
                      <a:lnTo>
                        <a:pt x="2706" y="6110"/>
                      </a:lnTo>
                      <a:lnTo>
                        <a:pt x="5198" y="5259"/>
                      </a:lnTo>
                      <a:lnTo>
                        <a:pt x="22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0"/>
                <p:cNvSpPr/>
                <p:nvPr/>
              </p:nvSpPr>
              <p:spPr>
                <a:xfrm>
                  <a:off x="2857475" y="635450"/>
                  <a:ext cx="93500" cy="153525"/>
                </a:xfrm>
                <a:custGeom>
                  <a:rect b="b" l="l" r="r" t="t"/>
                  <a:pathLst>
                    <a:path extrusionOk="0" h="6141" w="3740">
                      <a:moveTo>
                        <a:pt x="2189" y="1"/>
                      </a:moveTo>
                      <a:lnTo>
                        <a:pt x="1" y="487"/>
                      </a:lnTo>
                      <a:lnTo>
                        <a:pt x="1460" y="6141"/>
                      </a:lnTo>
                      <a:lnTo>
                        <a:pt x="3739" y="5685"/>
                      </a:lnTo>
                      <a:lnTo>
                        <a:pt x="21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0"/>
                <p:cNvSpPr/>
                <p:nvPr/>
              </p:nvSpPr>
              <p:spPr>
                <a:xfrm>
                  <a:off x="3010975" y="627850"/>
                  <a:ext cx="54750" cy="148200"/>
                </a:xfrm>
                <a:custGeom>
                  <a:rect b="b" l="l" r="r" t="t"/>
                  <a:pathLst>
                    <a:path extrusionOk="0" h="5928" w="2190">
                      <a:moveTo>
                        <a:pt x="1" y="1"/>
                      </a:moveTo>
                      <a:lnTo>
                        <a:pt x="1" y="5928"/>
                      </a:lnTo>
                      <a:lnTo>
                        <a:pt x="2189" y="5928"/>
                      </a:lnTo>
                      <a:lnTo>
                        <a:pt x="2189" y="30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0"/>
                <p:cNvSpPr/>
                <p:nvPr/>
              </p:nvSpPr>
              <p:spPr>
                <a:xfrm>
                  <a:off x="3128000" y="635450"/>
                  <a:ext cx="104125" cy="153525"/>
                </a:xfrm>
                <a:custGeom>
                  <a:rect b="b" l="l" r="r" t="t"/>
                  <a:pathLst>
                    <a:path extrusionOk="0" h="6141" w="4165">
                      <a:moveTo>
                        <a:pt x="1763" y="1"/>
                      </a:moveTo>
                      <a:lnTo>
                        <a:pt x="0" y="5624"/>
                      </a:lnTo>
                      <a:lnTo>
                        <a:pt x="2858" y="6141"/>
                      </a:lnTo>
                      <a:lnTo>
                        <a:pt x="4165" y="487"/>
                      </a:lnTo>
                      <a:lnTo>
                        <a:pt x="1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0"/>
                <p:cNvSpPr/>
                <p:nvPr/>
              </p:nvSpPr>
              <p:spPr>
                <a:xfrm>
                  <a:off x="3261750" y="674975"/>
                  <a:ext cx="120850" cy="152000"/>
                </a:xfrm>
                <a:custGeom>
                  <a:rect b="b" l="l" r="r" t="t"/>
                  <a:pathLst>
                    <a:path extrusionOk="0" h="6080" w="4834">
                      <a:moveTo>
                        <a:pt x="2401" y="0"/>
                      </a:moveTo>
                      <a:lnTo>
                        <a:pt x="0" y="5137"/>
                      </a:lnTo>
                      <a:lnTo>
                        <a:pt x="2553" y="6079"/>
                      </a:lnTo>
                      <a:lnTo>
                        <a:pt x="4833" y="1064"/>
                      </a:lnTo>
                      <a:lnTo>
                        <a:pt x="24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0"/>
                <p:cNvSpPr/>
                <p:nvPr/>
              </p:nvSpPr>
              <p:spPr>
                <a:xfrm>
                  <a:off x="3373450" y="730450"/>
                  <a:ext cx="118550" cy="151225"/>
                </a:xfrm>
                <a:custGeom>
                  <a:rect b="b" l="l" r="r" t="t"/>
                  <a:pathLst>
                    <a:path extrusionOk="0" h="6049" w="4742">
                      <a:moveTo>
                        <a:pt x="2827" y="0"/>
                      </a:moveTo>
                      <a:lnTo>
                        <a:pt x="0" y="4894"/>
                      </a:lnTo>
                      <a:lnTo>
                        <a:pt x="1946" y="6049"/>
                      </a:lnTo>
                      <a:lnTo>
                        <a:pt x="4742" y="1368"/>
                      </a:lnTo>
                      <a:lnTo>
                        <a:pt x="2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0"/>
                <p:cNvSpPr/>
                <p:nvPr/>
              </p:nvSpPr>
              <p:spPr>
                <a:xfrm>
                  <a:off x="3477550" y="817075"/>
                  <a:ext cx="123875" cy="132225"/>
                </a:xfrm>
                <a:custGeom>
                  <a:rect b="b" l="l" r="r" t="t"/>
                  <a:pathLst>
                    <a:path extrusionOk="0" h="5289" w="4955">
                      <a:moveTo>
                        <a:pt x="3283" y="0"/>
                      </a:moveTo>
                      <a:lnTo>
                        <a:pt x="0" y="3921"/>
                      </a:lnTo>
                      <a:lnTo>
                        <a:pt x="1581" y="5289"/>
                      </a:lnTo>
                      <a:lnTo>
                        <a:pt x="4955" y="1216"/>
                      </a:lnTo>
                      <a:lnTo>
                        <a:pt x="32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0"/>
                <p:cNvSpPr/>
                <p:nvPr/>
              </p:nvSpPr>
              <p:spPr>
                <a:xfrm>
                  <a:off x="3563425" y="929525"/>
                  <a:ext cx="127675" cy="101850"/>
                </a:xfrm>
                <a:custGeom>
                  <a:rect b="b" l="l" r="r" t="t"/>
                  <a:pathLst>
                    <a:path extrusionOk="0" h="4074" w="5107">
                      <a:moveTo>
                        <a:pt x="3708" y="1"/>
                      </a:moveTo>
                      <a:lnTo>
                        <a:pt x="0" y="2189"/>
                      </a:lnTo>
                      <a:lnTo>
                        <a:pt x="1246" y="4074"/>
                      </a:lnTo>
                      <a:lnTo>
                        <a:pt x="5107" y="1308"/>
                      </a:lnTo>
                      <a:lnTo>
                        <a:pt x="37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0"/>
                <p:cNvSpPr/>
                <p:nvPr/>
              </p:nvSpPr>
              <p:spPr>
                <a:xfrm>
                  <a:off x="2908400" y="837225"/>
                  <a:ext cx="263700" cy="286250"/>
                </a:xfrm>
                <a:custGeom>
                  <a:rect b="b" l="l" r="r" t="t"/>
                  <a:pathLst>
                    <a:path extrusionOk="0" h="11450" w="10548">
                      <a:moveTo>
                        <a:pt x="7074" y="1"/>
                      </a:moveTo>
                      <a:cubicBezTo>
                        <a:pt x="6525" y="1"/>
                        <a:pt x="5982" y="23"/>
                        <a:pt x="5471" y="45"/>
                      </a:cubicBezTo>
                      <a:cubicBezTo>
                        <a:pt x="4137" y="130"/>
                        <a:pt x="2697" y="507"/>
                        <a:pt x="1399" y="507"/>
                      </a:cubicBezTo>
                      <a:cubicBezTo>
                        <a:pt x="1307" y="507"/>
                        <a:pt x="1215" y="505"/>
                        <a:pt x="1125" y="501"/>
                      </a:cubicBezTo>
                      <a:lnTo>
                        <a:pt x="1125" y="501"/>
                      </a:lnTo>
                      <a:cubicBezTo>
                        <a:pt x="0" y="3510"/>
                        <a:pt x="1064" y="8495"/>
                        <a:pt x="3739" y="10501"/>
                      </a:cubicBezTo>
                      <a:cubicBezTo>
                        <a:pt x="4511" y="11091"/>
                        <a:pt x="5515" y="11449"/>
                        <a:pt x="6495" y="11449"/>
                      </a:cubicBezTo>
                      <a:cubicBezTo>
                        <a:pt x="6980" y="11449"/>
                        <a:pt x="7460" y="11361"/>
                        <a:pt x="7903" y="11170"/>
                      </a:cubicBezTo>
                      <a:cubicBezTo>
                        <a:pt x="9605" y="10471"/>
                        <a:pt x="10031" y="8769"/>
                        <a:pt x="10183" y="7067"/>
                      </a:cubicBezTo>
                      <a:cubicBezTo>
                        <a:pt x="10395" y="4817"/>
                        <a:pt x="10547" y="2416"/>
                        <a:pt x="9848" y="319"/>
                      </a:cubicBezTo>
                      <a:cubicBezTo>
                        <a:pt x="8999" y="68"/>
                        <a:pt x="8028" y="1"/>
                        <a:pt x="7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6" name="Google Shape;3516;p40"/>
              <p:cNvGrpSpPr/>
              <p:nvPr/>
            </p:nvGrpSpPr>
            <p:grpSpPr>
              <a:xfrm>
                <a:off x="139553" y="3122542"/>
                <a:ext cx="199521" cy="638794"/>
                <a:chOff x="3702475" y="1864200"/>
                <a:chExt cx="416450" cy="1194900"/>
              </a:xfrm>
            </p:grpSpPr>
            <p:sp>
              <p:nvSpPr>
                <p:cNvPr id="3517" name="Google Shape;3517;p40"/>
                <p:cNvSpPr/>
                <p:nvPr/>
              </p:nvSpPr>
              <p:spPr>
                <a:xfrm>
                  <a:off x="3882575" y="1864200"/>
                  <a:ext cx="177075" cy="500650"/>
                </a:xfrm>
                <a:custGeom>
                  <a:rect b="b" l="l" r="r" t="t"/>
                  <a:pathLst>
                    <a:path extrusionOk="0" h="20026" w="7083">
                      <a:moveTo>
                        <a:pt x="2158" y="0"/>
                      </a:moveTo>
                      <a:cubicBezTo>
                        <a:pt x="517" y="4408"/>
                        <a:pt x="0" y="9970"/>
                        <a:pt x="0" y="14681"/>
                      </a:cubicBezTo>
                      <a:cubicBezTo>
                        <a:pt x="0" y="16247"/>
                        <a:pt x="0" y="20026"/>
                        <a:pt x="2089" y="20026"/>
                      </a:cubicBezTo>
                      <a:cubicBezTo>
                        <a:pt x="2473" y="20026"/>
                        <a:pt x="2927" y="19898"/>
                        <a:pt x="3466" y="19605"/>
                      </a:cubicBezTo>
                      <a:cubicBezTo>
                        <a:pt x="7083" y="17599"/>
                        <a:pt x="3921" y="9241"/>
                        <a:pt x="3496" y="6262"/>
                      </a:cubicBezTo>
                      <a:cubicBezTo>
                        <a:pt x="3162" y="4012"/>
                        <a:pt x="2736" y="1854"/>
                        <a:pt x="21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0"/>
                <p:cNvSpPr/>
                <p:nvPr/>
              </p:nvSpPr>
              <p:spPr>
                <a:xfrm>
                  <a:off x="3702475" y="2394600"/>
                  <a:ext cx="126175" cy="522000"/>
                </a:xfrm>
                <a:custGeom>
                  <a:rect b="b" l="l" r="r" t="t"/>
                  <a:pathLst>
                    <a:path extrusionOk="0" h="20880" w="5047">
                      <a:moveTo>
                        <a:pt x="2858" y="0"/>
                      </a:moveTo>
                      <a:lnTo>
                        <a:pt x="2858" y="0"/>
                      </a:lnTo>
                      <a:cubicBezTo>
                        <a:pt x="1095" y="1247"/>
                        <a:pt x="730" y="5988"/>
                        <a:pt x="396" y="7934"/>
                      </a:cubicBezTo>
                      <a:cubicBezTo>
                        <a:pt x="1" y="10244"/>
                        <a:pt x="92" y="12554"/>
                        <a:pt x="122" y="14894"/>
                      </a:cubicBezTo>
                      <a:cubicBezTo>
                        <a:pt x="122" y="16511"/>
                        <a:pt x="301" y="20879"/>
                        <a:pt x="2233" y="20879"/>
                      </a:cubicBezTo>
                      <a:cubicBezTo>
                        <a:pt x="2553" y="20879"/>
                        <a:pt x="2921" y="20759"/>
                        <a:pt x="3344" y="20487"/>
                      </a:cubicBezTo>
                      <a:cubicBezTo>
                        <a:pt x="5046" y="19393"/>
                        <a:pt x="4651" y="15988"/>
                        <a:pt x="4621" y="14104"/>
                      </a:cubicBezTo>
                      <a:cubicBezTo>
                        <a:pt x="4590" y="11429"/>
                        <a:pt x="4195" y="8693"/>
                        <a:pt x="3800" y="6079"/>
                      </a:cubicBezTo>
                      <a:cubicBezTo>
                        <a:pt x="3496" y="4165"/>
                        <a:pt x="2402" y="1946"/>
                        <a:pt x="28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0"/>
                <p:cNvSpPr/>
                <p:nvPr/>
              </p:nvSpPr>
              <p:spPr>
                <a:xfrm>
                  <a:off x="3954750" y="2569375"/>
                  <a:ext cx="164175" cy="489725"/>
                </a:xfrm>
                <a:custGeom>
                  <a:rect b="b" l="l" r="r" t="t"/>
                  <a:pathLst>
                    <a:path extrusionOk="0" h="19589" w="6567">
                      <a:moveTo>
                        <a:pt x="3041" y="0"/>
                      </a:moveTo>
                      <a:cubicBezTo>
                        <a:pt x="1369" y="1976"/>
                        <a:pt x="1095" y="6657"/>
                        <a:pt x="852" y="9149"/>
                      </a:cubicBezTo>
                      <a:cubicBezTo>
                        <a:pt x="609" y="11520"/>
                        <a:pt x="1" y="14317"/>
                        <a:pt x="396" y="16688"/>
                      </a:cubicBezTo>
                      <a:cubicBezTo>
                        <a:pt x="635" y="18203"/>
                        <a:pt x="1974" y="19589"/>
                        <a:pt x="3219" y="19589"/>
                      </a:cubicBezTo>
                      <a:cubicBezTo>
                        <a:pt x="3871" y="19589"/>
                        <a:pt x="4497" y="19208"/>
                        <a:pt x="4925" y="18268"/>
                      </a:cubicBezTo>
                      <a:cubicBezTo>
                        <a:pt x="6566" y="14681"/>
                        <a:pt x="3892" y="9636"/>
                        <a:pt x="3496" y="6140"/>
                      </a:cubicBezTo>
                      <a:cubicBezTo>
                        <a:pt x="3284" y="4408"/>
                        <a:pt x="3314" y="1551"/>
                        <a:pt x="30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0" name="Google Shape;3520;p40"/>
              <p:cNvGrpSpPr/>
              <p:nvPr/>
            </p:nvGrpSpPr>
            <p:grpSpPr>
              <a:xfrm rot="10800000">
                <a:off x="988091" y="764507"/>
                <a:ext cx="7385604" cy="3515620"/>
                <a:chOff x="166525" y="781450"/>
                <a:chExt cx="8838684" cy="4207300"/>
              </a:xfrm>
            </p:grpSpPr>
            <p:grpSp>
              <p:nvGrpSpPr>
                <p:cNvPr id="3521" name="Google Shape;3521;p40"/>
                <p:cNvGrpSpPr/>
                <p:nvPr/>
              </p:nvGrpSpPr>
              <p:grpSpPr>
                <a:xfrm flipH="1" rot="10800000">
                  <a:off x="166525" y="1133348"/>
                  <a:ext cx="8838684" cy="3855402"/>
                  <a:chOff x="90325" y="143925"/>
                  <a:chExt cx="8838684" cy="3855402"/>
                </a:xfrm>
              </p:grpSpPr>
              <p:sp>
                <p:nvSpPr>
                  <p:cNvPr id="3522" name="Google Shape;3522;p40"/>
                  <p:cNvSpPr/>
                  <p:nvPr/>
                </p:nvSpPr>
                <p:spPr>
                  <a:xfrm>
                    <a:off x="1402525" y="3130750"/>
                    <a:ext cx="98425" cy="104250"/>
                  </a:xfrm>
                  <a:custGeom>
                    <a:rect b="b" l="l" r="r" t="t"/>
                    <a:pathLst>
                      <a:path extrusionOk="0" h="4170" w="3937">
                        <a:moveTo>
                          <a:pt x="2102" y="0"/>
                        </a:moveTo>
                        <a:cubicBezTo>
                          <a:pt x="1768" y="467"/>
                          <a:pt x="1535" y="967"/>
                          <a:pt x="1301" y="1501"/>
                        </a:cubicBezTo>
                        <a:cubicBezTo>
                          <a:pt x="868" y="1468"/>
                          <a:pt x="434" y="1434"/>
                          <a:pt x="0" y="1401"/>
                        </a:cubicBezTo>
                        <a:lnTo>
                          <a:pt x="0" y="1401"/>
                        </a:lnTo>
                        <a:cubicBezTo>
                          <a:pt x="267" y="1701"/>
                          <a:pt x="634" y="1935"/>
                          <a:pt x="1001" y="2135"/>
                        </a:cubicBezTo>
                        <a:cubicBezTo>
                          <a:pt x="1001" y="2168"/>
                          <a:pt x="968" y="2202"/>
                          <a:pt x="968" y="2268"/>
                        </a:cubicBezTo>
                        <a:cubicBezTo>
                          <a:pt x="701" y="2835"/>
                          <a:pt x="367" y="3369"/>
                          <a:pt x="0" y="3869"/>
                        </a:cubicBezTo>
                        <a:lnTo>
                          <a:pt x="200" y="3869"/>
                        </a:lnTo>
                        <a:cubicBezTo>
                          <a:pt x="768" y="3469"/>
                          <a:pt x="1335" y="3136"/>
                          <a:pt x="1935" y="2802"/>
                        </a:cubicBezTo>
                        <a:cubicBezTo>
                          <a:pt x="2435" y="3202"/>
                          <a:pt x="2902" y="3636"/>
                          <a:pt x="3269" y="4170"/>
                        </a:cubicBezTo>
                        <a:cubicBezTo>
                          <a:pt x="3403" y="4070"/>
                          <a:pt x="3336" y="3869"/>
                          <a:pt x="3269" y="3736"/>
                        </a:cubicBezTo>
                        <a:cubicBezTo>
                          <a:pt x="3036" y="3302"/>
                          <a:pt x="2869" y="2835"/>
                          <a:pt x="2702" y="2402"/>
                        </a:cubicBezTo>
                        <a:cubicBezTo>
                          <a:pt x="3103" y="2168"/>
                          <a:pt x="3536" y="1968"/>
                          <a:pt x="3936" y="1801"/>
                        </a:cubicBezTo>
                        <a:cubicBezTo>
                          <a:pt x="3436" y="1735"/>
                          <a:pt x="2969" y="1668"/>
                          <a:pt x="2435" y="1635"/>
                        </a:cubicBezTo>
                        <a:cubicBezTo>
                          <a:pt x="2302" y="1101"/>
                          <a:pt x="2169" y="534"/>
                          <a:pt x="2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0"/>
                  <p:cNvSpPr/>
                  <p:nvPr/>
                </p:nvSpPr>
                <p:spPr>
                  <a:xfrm flipH="1">
                    <a:off x="8199759" y="1509629"/>
                    <a:ext cx="142378" cy="150430"/>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0"/>
                  <p:cNvSpPr/>
                  <p:nvPr/>
                </p:nvSpPr>
                <p:spPr>
                  <a:xfrm>
                    <a:off x="90325" y="2120125"/>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0"/>
                  <p:cNvSpPr/>
                  <p:nvPr/>
                </p:nvSpPr>
                <p:spPr>
                  <a:xfrm flipH="1">
                    <a:off x="8877284" y="143925"/>
                    <a:ext cx="51725" cy="51725"/>
                  </a:xfrm>
                  <a:custGeom>
                    <a:rect b="b" l="l" r="r" t="t"/>
                    <a:pathLst>
                      <a:path extrusionOk="0" h="2069" w="2069">
                        <a:moveTo>
                          <a:pt x="1034" y="1"/>
                        </a:moveTo>
                        <a:cubicBezTo>
                          <a:pt x="967" y="234"/>
                          <a:pt x="867" y="468"/>
                          <a:pt x="801" y="701"/>
                        </a:cubicBezTo>
                        <a:lnTo>
                          <a:pt x="0" y="701"/>
                        </a:lnTo>
                        <a:cubicBezTo>
                          <a:pt x="200" y="901"/>
                          <a:pt x="400" y="1068"/>
                          <a:pt x="634" y="1235"/>
                        </a:cubicBezTo>
                        <a:cubicBezTo>
                          <a:pt x="567" y="1435"/>
                          <a:pt x="500" y="1635"/>
                          <a:pt x="467" y="1835"/>
                        </a:cubicBezTo>
                        <a:cubicBezTo>
                          <a:pt x="634" y="1735"/>
                          <a:pt x="767" y="1569"/>
                          <a:pt x="901" y="1402"/>
                        </a:cubicBezTo>
                        <a:cubicBezTo>
                          <a:pt x="934" y="1435"/>
                          <a:pt x="934" y="1435"/>
                          <a:pt x="967" y="1435"/>
                        </a:cubicBezTo>
                        <a:cubicBezTo>
                          <a:pt x="1201" y="1635"/>
                          <a:pt x="1401" y="1835"/>
                          <a:pt x="1601" y="2069"/>
                        </a:cubicBezTo>
                        <a:lnTo>
                          <a:pt x="1635" y="1969"/>
                        </a:lnTo>
                        <a:cubicBezTo>
                          <a:pt x="1501" y="1669"/>
                          <a:pt x="1401" y="1368"/>
                          <a:pt x="1301" y="1035"/>
                        </a:cubicBezTo>
                        <a:cubicBezTo>
                          <a:pt x="1535" y="835"/>
                          <a:pt x="1801" y="668"/>
                          <a:pt x="2068" y="534"/>
                        </a:cubicBezTo>
                        <a:cubicBezTo>
                          <a:pt x="2052" y="501"/>
                          <a:pt x="2018" y="493"/>
                          <a:pt x="1981" y="493"/>
                        </a:cubicBezTo>
                        <a:cubicBezTo>
                          <a:pt x="1943" y="493"/>
                          <a:pt x="1901" y="501"/>
                          <a:pt x="1868" y="501"/>
                        </a:cubicBezTo>
                        <a:cubicBezTo>
                          <a:pt x="1635" y="568"/>
                          <a:pt x="1434" y="635"/>
                          <a:pt x="1201" y="668"/>
                        </a:cubicBezTo>
                        <a:cubicBezTo>
                          <a:pt x="1134" y="434"/>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0"/>
                  <p:cNvSpPr/>
                  <p:nvPr/>
                </p:nvSpPr>
                <p:spPr>
                  <a:xfrm>
                    <a:off x="2907925" y="1509637"/>
                    <a:ext cx="103425" cy="107600"/>
                  </a:xfrm>
                  <a:custGeom>
                    <a:rect b="b" l="l" r="r" t="t"/>
                    <a:pathLst>
                      <a:path extrusionOk="0" h="4304" w="4137">
                        <a:moveTo>
                          <a:pt x="2035" y="0"/>
                        </a:moveTo>
                        <a:cubicBezTo>
                          <a:pt x="1868" y="534"/>
                          <a:pt x="1735" y="801"/>
                          <a:pt x="1435" y="1268"/>
                        </a:cubicBezTo>
                        <a:cubicBezTo>
                          <a:pt x="1168" y="1735"/>
                          <a:pt x="534" y="2168"/>
                          <a:pt x="0" y="2302"/>
                        </a:cubicBezTo>
                        <a:cubicBezTo>
                          <a:pt x="400" y="2569"/>
                          <a:pt x="901" y="2769"/>
                          <a:pt x="1234" y="3102"/>
                        </a:cubicBezTo>
                        <a:cubicBezTo>
                          <a:pt x="1601" y="3436"/>
                          <a:pt x="1935" y="3869"/>
                          <a:pt x="2102" y="4303"/>
                        </a:cubicBezTo>
                        <a:cubicBezTo>
                          <a:pt x="2369" y="3469"/>
                          <a:pt x="3369" y="2735"/>
                          <a:pt x="4136" y="2368"/>
                        </a:cubicBezTo>
                        <a:cubicBezTo>
                          <a:pt x="3202" y="1801"/>
                          <a:pt x="2168" y="1101"/>
                          <a:pt x="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0"/>
                  <p:cNvSpPr/>
                  <p:nvPr/>
                </p:nvSpPr>
                <p:spPr>
                  <a:xfrm>
                    <a:off x="5095340" y="3538715"/>
                    <a:ext cx="98376" cy="98423"/>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0"/>
                  <p:cNvSpPr/>
                  <p:nvPr/>
                </p:nvSpPr>
                <p:spPr>
                  <a:xfrm>
                    <a:off x="4939110" y="1067851"/>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0"/>
                  <p:cNvSpPr/>
                  <p:nvPr/>
                </p:nvSpPr>
                <p:spPr>
                  <a:xfrm>
                    <a:off x="3502303" y="3937577"/>
                    <a:ext cx="59250" cy="61750"/>
                  </a:xfrm>
                  <a:custGeom>
                    <a:rect b="b" l="l" r="r" t="t"/>
                    <a:pathLst>
                      <a:path extrusionOk="0" h="2470" w="2370">
                        <a:moveTo>
                          <a:pt x="1269" y="1"/>
                        </a:moveTo>
                        <a:cubicBezTo>
                          <a:pt x="1068" y="267"/>
                          <a:pt x="935" y="568"/>
                          <a:pt x="802" y="901"/>
                        </a:cubicBezTo>
                        <a:cubicBezTo>
                          <a:pt x="535" y="868"/>
                          <a:pt x="268" y="835"/>
                          <a:pt x="1" y="835"/>
                        </a:cubicBezTo>
                        <a:cubicBezTo>
                          <a:pt x="168" y="1001"/>
                          <a:pt x="401" y="1135"/>
                          <a:pt x="635" y="1268"/>
                        </a:cubicBezTo>
                        <a:cubicBezTo>
                          <a:pt x="601" y="1302"/>
                          <a:pt x="601" y="1302"/>
                          <a:pt x="601" y="1335"/>
                        </a:cubicBezTo>
                        <a:cubicBezTo>
                          <a:pt x="435" y="1668"/>
                          <a:pt x="234" y="2002"/>
                          <a:pt x="1" y="2302"/>
                        </a:cubicBezTo>
                        <a:lnTo>
                          <a:pt x="134" y="2302"/>
                        </a:lnTo>
                        <a:cubicBezTo>
                          <a:pt x="468" y="2069"/>
                          <a:pt x="835" y="1869"/>
                          <a:pt x="1168" y="1668"/>
                        </a:cubicBezTo>
                        <a:cubicBezTo>
                          <a:pt x="1469" y="1902"/>
                          <a:pt x="1769" y="2169"/>
                          <a:pt x="2002" y="2469"/>
                        </a:cubicBezTo>
                        <a:cubicBezTo>
                          <a:pt x="2069" y="2436"/>
                          <a:pt x="2036" y="2302"/>
                          <a:pt x="1969" y="2236"/>
                        </a:cubicBezTo>
                        <a:cubicBezTo>
                          <a:pt x="1836" y="1969"/>
                          <a:pt x="1736" y="1702"/>
                          <a:pt x="1635" y="1435"/>
                        </a:cubicBezTo>
                        <a:cubicBezTo>
                          <a:pt x="1869" y="1302"/>
                          <a:pt x="2136" y="1168"/>
                          <a:pt x="2369" y="1068"/>
                        </a:cubicBezTo>
                        <a:cubicBezTo>
                          <a:pt x="2069" y="1035"/>
                          <a:pt x="1769" y="1001"/>
                          <a:pt x="1469" y="968"/>
                        </a:cubicBezTo>
                        <a:cubicBezTo>
                          <a:pt x="1402" y="634"/>
                          <a:pt x="1335" y="30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30" name="Google Shape;3530;p40"/>
                <p:cNvSpPr/>
                <p:nvPr/>
              </p:nvSpPr>
              <p:spPr>
                <a:xfrm flipH="1" rot="10800000">
                  <a:off x="8293150" y="781450"/>
                  <a:ext cx="51725" cy="51750"/>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0"/>
                <p:cNvSpPr/>
                <p:nvPr/>
              </p:nvSpPr>
              <p:spPr>
                <a:xfrm flipH="1" rot="10800000">
                  <a:off x="6007150" y="1198958"/>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32" name="Google Shape;3532;p40"/>
              <p:cNvSpPr/>
              <p:nvPr/>
            </p:nvSpPr>
            <p:spPr>
              <a:xfrm>
                <a:off x="4093850" y="4669050"/>
                <a:ext cx="768896" cy="259714"/>
              </a:xfrm>
              <a:custGeom>
                <a:rect b="b" l="l" r="r" t="t"/>
                <a:pathLst>
                  <a:path extrusionOk="0" h="14826" w="43893">
                    <a:moveTo>
                      <a:pt x="1483" y="1"/>
                    </a:moveTo>
                    <a:cubicBezTo>
                      <a:pt x="992" y="1"/>
                      <a:pt x="498" y="15"/>
                      <a:pt x="1" y="41"/>
                    </a:cubicBezTo>
                    <a:cubicBezTo>
                      <a:pt x="335" y="3415"/>
                      <a:pt x="1126" y="7336"/>
                      <a:pt x="4743" y="8674"/>
                    </a:cubicBezTo>
                    <a:cubicBezTo>
                      <a:pt x="8512" y="10042"/>
                      <a:pt x="12706" y="9890"/>
                      <a:pt x="16445" y="11227"/>
                    </a:cubicBezTo>
                    <a:cubicBezTo>
                      <a:pt x="18390" y="11926"/>
                      <a:pt x="20305" y="13112"/>
                      <a:pt x="22159" y="13750"/>
                    </a:cubicBezTo>
                    <a:cubicBezTo>
                      <a:pt x="22429" y="14533"/>
                      <a:pt x="23087" y="14825"/>
                      <a:pt x="23924" y="14825"/>
                    </a:cubicBezTo>
                    <a:cubicBezTo>
                      <a:pt x="26009" y="14825"/>
                      <a:pt x="29203" y="13007"/>
                      <a:pt x="30245" y="12443"/>
                    </a:cubicBezTo>
                    <a:cubicBezTo>
                      <a:pt x="35473" y="9646"/>
                      <a:pt x="39242" y="5817"/>
                      <a:pt x="43892" y="2321"/>
                    </a:cubicBezTo>
                    <a:lnTo>
                      <a:pt x="43892" y="2321"/>
                    </a:lnTo>
                    <a:cubicBezTo>
                      <a:pt x="40701" y="2807"/>
                      <a:pt x="37570" y="3415"/>
                      <a:pt x="34439" y="4662"/>
                    </a:cubicBezTo>
                    <a:cubicBezTo>
                      <a:pt x="29850" y="6455"/>
                      <a:pt x="26202" y="9829"/>
                      <a:pt x="22159" y="12504"/>
                    </a:cubicBezTo>
                    <a:cubicBezTo>
                      <a:pt x="19697" y="7944"/>
                      <a:pt x="14257" y="4236"/>
                      <a:pt x="9728" y="1865"/>
                    </a:cubicBezTo>
                    <a:cubicBezTo>
                      <a:pt x="7106" y="490"/>
                      <a:pt x="4352" y="1"/>
                      <a:pt x="14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33" name="Google Shape;3533;p40"/>
              <p:cNvGrpSpPr/>
              <p:nvPr/>
            </p:nvGrpSpPr>
            <p:grpSpPr>
              <a:xfrm>
                <a:off x="540801" y="4139706"/>
                <a:ext cx="1028977" cy="947752"/>
                <a:chOff x="548175" y="3691725"/>
                <a:chExt cx="990925" cy="1044125"/>
              </a:xfrm>
            </p:grpSpPr>
            <p:sp>
              <p:nvSpPr>
                <p:cNvPr id="3534" name="Google Shape;3534;p40"/>
                <p:cNvSpPr/>
                <p:nvPr/>
              </p:nvSpPr>
              <p:spPr>
                <a:xfrm>
                  <a:off x="803500" y="3747200"/>
                  <a:ext cx="52450" cy="99575"/>
                </a:xfrm>
                <a:custGeom>
                  <a:rect b="b" l="l" r="r" t="t"/>
                  <a:pathLst>
                    <a:path extrusionOk="0" fill="none" h="3983" w="2098">
                      <a:moveTo>
                        <a:pt x="2097" y="0"/>
                      </a:moveTo>
                      <a:cubicBezTo>
                        <a:pt x="1733" y="760"/>
                        <a:pt x="1307" y="1490"/>
                        <a:pt x="881" y="2250"/>
                      </a:cubicBezTo>
                      <a:cubicBezTo>
                        <a:pt x="578" y="2827"/>
                        <a:pt x="213" y="3374"/>
                        <a:pt x="0" y="3982"/>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0"/>
                <p:cNvSpPr/>
                <p:nvPr/>
              </p:nvSpPr>
              <p:spPr>
                <a:xfrm>
                  <a:off x="773850" y="3864975"/>
                  <a:ext cx="58550" cy="99575"/>
                </a:xfrm>
                <a:custGeom>
                  <a:rect b="b" l="l" r="r" t="t"/>
                  <a:pathLst>
                    <a:path extrusionOk="0" fill="none" h="3983" w="2342">
                      <a:moveTo>
                        <a:pt x="2341" y="1"/>
                      </a:moveTo>
                      <a:cubicBezTo>
                        <a:pt x="2067" y="700"/>
                        <a:pt x="1490" y="1308"/>
                        <a:pt x="1186" y="2007"/>
                      </a:cubicBezTo>
                      <a:cubicBezTo>
                        <a:pt x="852" y="2706"/>
                        <a:pt x="517" y="3436"/>
                        <a:pt x="1" y="3983"/>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0"/>
                <p:cNvSpPr/>
                <p:nvPr/>
              </p:nvSpPr>
              <p:spPr>
                <a:xfrm>
                  <a:off x="712300" y="3923500"/>
                  <a:ext cx="38025" cy="64600"/>
                </a:xfrm>
                <a:custGeom>
                  <a:rect b="b" l="l" r="r" t="t"/>
                  <a:pathLst>
                    <a:path extrusionOk="0" fill="none" h="2584" w="1521">
                      <a:moveTo>
                        <a:pt x="1520" y="0"/>
                      </a:moveTo>
                      <a:cubicBezTo>
                        <a:pt x="1216" y="487"/>
                        <a:pt x="1034" y="1034"/>
                        <a:pt x="700" y="1520"/>
                      </a:cubicBezTo>
                      <a:cubicBezTo>
                        <a:pt x="456" y="1885"/>
                        <a:pt x="244" y="2219"/>
                        <a:pt x="1" y="2584"/>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0"/>
                <p:cNvSpPr/>
                <p:nvPr/>
              </p:nvSpPr>
              <p:spPr>
                <a:xfrm>
                  <a:off x="718375" y="3829275"/>
                  <a:ext cx="41075" cy="64600"/>
                </a:xfrm>
                <a:custGeom>
                  <a:rect b="b" l="l" r="r" t="t"/>
                  <a:pathLst>
                    <a:path extrusionOk="0" fill="none" h="2584" w="1643">
                      <a:moveTo>
                        <a:pt x="1642" y="0"/>
                      </a:moveTo>
                      <a:cubicBezTo>
                        <a:pt x="1034" y="851"/>
                        <a:pt x="487" y="1702"/>
                        <a:pt x="1" y="2584"/>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0"/>
                <p:cNvSpPr/>
                <p:nvPr/>
              </p:nvSpPr>
              <p:spPr>
                <a:xfrm>
                  <a:off x="621125" y="3993400"/>
                  <a:ext cx="26600" cy="53225"/>
                </a:xfrm>
                <a:custGeom>
                  <a:rect b="b" l="l" r="r" t="t"/>
                  <a:pathLst>
                    <a:path extrusionOk="0" fill="none" h="2129" w="1064">
                      <a:moveTo>
                        <a:pt x="1064" y="1"/>
                      </a:moveTo>
                      <a:cubicBezTo>
                        <a:pt x="1003" y="335"/>
                        <a:pt x="699" y="761"/>
                        <a:pt x="517" y="1065"/>
                      </a:cubicBezTo>
                      <a:cubicBezTo>
                        <a:pt x="365" y="1429"/>
                        <a:pt x="182" y="1764"/>
                        <a:pt x="0" y="2128"/>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0"/>
                <p:cNvSpPr/>
                <p:nvPr/>
              </p:nvSpPr>
              <p:spPr>
                <a:xfrm>
                  <a:off x="662150" y="4043550"/>
                  <a:ext cx="32700" cy="58550"/>
                </a:xfrm>
                <a:custGeom>
                  <a:rect b="b" l="l" r="r" t="t"/>
                  <a:pathLst>
                    <a:path extrusionOk="0" fill="none" h="2342" w="1308">
                      <a:moveTo>
                        <a:pt x="1307" y="1"/>
                      </a:moveTo>
                      <a:cubicBezTo>
                        <a:pt x="1034" y="487"/>
                        <a:pt x="578" y="882"/>
                        <a:pt x="396" y="1399"/>
                      </a:cubicBezTo>
                      <a:cubicBezTo>
                        <a:pt x="274" y="1703"/>
                        <a:pt x="244" y="2098"/>
                        <a:pt x="0" y="2341"/>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0"/>
                <p:cNvSpPr/>
                <p:nvPr/>
              </p:nvSpPr>
              <p:spPr>
                <a:xfrm>
                  <a:off x="726750" y="4043550"/>
                  <a:ext cx="44075" cy="67650"/>
                </a:xfrm>
                <a:custGeom>
                  <a:rect b="b" l="l" r="r" t="t"/>
                  <a:pathLst>
                    <a:path extrusionOk="0" fill="none" h="2706" w="1763">
                      <a:moveTo>
                        <a:pt x="1763" y="1"/>
                      </a:moveTo>
                      <a:cubicBezTo>
                        <a:pt x="973" y="761"/>
                        <a:pt x="426" y="1703"/>
                        <a:pt x="0" y="2706"/>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0"/>
                <p:cNvSpPr/>
                <p:nvPr/>
              </p:nvSpPr>
              <p:spPr>
                <a:xfrm>
                  <a:off x="827050" y="3955400"/>
                  <a:ext cx="43325" cy="67675"/>
                </a:xfrm>
                <a:custGeom>
                  <a:rect b="b" l="l" r="r" t="t"/>
                  <a:pathLst>
                    <a:path extrusionOk="0" fill="none" h="2707" w="1733">
                      <a:moveTo>
                        <a:pt x="1733" y="1"/>
                      </a:moveTo>
                      <a:cubicBezTo>
                        <a:pt x="1307" y="487"/>
                        <a:pt x="851" y="1065"/>
                        <a:pt x="578" y="1673"/>
                      </a:cubicBezTo>
                      <a:cubicBezTo>
                        <a:pt x="487" y="1855"/>
                        <a:pt x="426" y="2068"/>
                        <a:pt x="304" y="2250"/>
                      </a:cubicBezTo>
                      <a:cubicBezTo>
                        <a:pt x="213" y="2402"/>
                        <a:pt x="0" y="2524"/>
                        <a:pt x="0" y="2706"/>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0"/>
                <p:cNvSpPr/>
                <p:nvPr/>
              </p:nvSpPr>
              <p:spPr>
                <a:xfrm>
                  <a:off x="908350" y="3835350"/>
                  <a:ext cx="44100" cy="76000"/>
                </a:xfrm>
                <a:custGeom>
                  <a:rect b="b" l="l" r="r" t="t"/>
                  <a:pathLst>
                    <a:path extrusionOk="0" fill="none" h="3040" w="1764">
                      <a:moveTo>
                        <a:pt x="1764" y="0"/>
                      </a:moveTo>
                      <a:cubicBezTo>
                        <a:pt x="1399" y="699"/>
                        <a:pt x="1034" y="1429"/>
                        <a:pt x="700" y="2158"/>
                      </a:cubicBezTo>
                      <a:cubicBezTo>
                        <a:pt x="578" y="2462"/>
                        <a:pt x="457" y="3040"/>
                        <a:pt x="1" y="2949"/>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0"/>
                <p:cNvSpPr/>
                <p:nvPr/>
              </p:nvSpPr>
              <p:spPr>
                <a:xfrm>
                  <a:off x="901525" y="3764675"/>
                  <a:ext cx="50925" cy="76775"/>
                </a:xfrm>
                <a:custGeom>
                  <a:rect b="b" l="l" r="r" t="t"/>
                  <a:pathLst>
                    <a:path extrusionOk="0" fill="none" h="3071" w="2037">
                      <a:moveTo>
                        <a:pt x="2037" y="1"/>
                      </a:moveTo>
                      <a:cubicBezTo>
                        <a:pt x="1489" y="457"/>
                        <a:pt x="1155" y="1095"/>
                        <a:pt x="821" y="1703"/>
                      </a:cubicBezTo>
                      <a:cubicBezTo>
                        <a:pt x="608" y="2067"/>
                        <a:pt x="0" y="2645"/>
                        <a:pt x="61" y="3071"/>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0"/>
                <p:cNvSpPr/>
                <p:nvPr/>
              </p:nvSpPr>
              <p:spPr>
                <a:xfrm>
                  <a:off x="1008650" y="3762400"/>
                  <a:ext cx="28900" cy="52450"/>
                </a:xfrm>
                <a:custGeom>
                  <a:rect b="b" l="l" r="r" t="t"/>
                  <a:pathLst>
                    <a:path extrusionOk="0" fill="none" h="2098" w="1156">
                      <a:moveTo>
                        <a:pt x="1156" y="0"/>
                      </a:moveTo>
                      <a:cubicBezTo>
                        <a:pt x="882" y="456"/>
                        <a:pt x="487" y="882"/>
                        <a:pt x="305" y="1399"/>
                      </a:cubicBezTo>
                      <a:cubicBezTo>
                        <a:pt x="214" y="1611"/>
                        <a:pt x="183" y="1915"/>
                        <a:pt x="1" y="2098"/>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0"/>
                <p:cNvSpPr/>
                <p:nvPr/>
              </p:nvSpPr>
              <p:spPr>
                <a:xfrm>
                  <a:off x="1084650" y="3732750"/>
                  <a:ext cx="44100" cy="61600"/>
                </a:xfrm>
                <a:custGeom>
                  <a:rect b="b" l="l" r="r" t="t"/>
                  <a:pathLst>
                    <a:path extrusionOk="0" fill="none" h="2464" w="1764">
                      <a:moveTo>
                        <a:pt x="1763" y="1"/>
                      </a:moveTo>
                      <a:cubicBezTo>
                        <a:pt x="1551" y="487"/>
                        <a:pt x="1277" y="913"/>
                        <a:pt x="943" y="1308"/>
                      </a:cubicBezTo>
                      <a:cubicBezTo>
                        <a:pt x="608" y="1703"/>
                        <a:pt x="396" y="2098"/>
                        <a:pt x="0" y="2463"/>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0"/>
                <p:cNvSpPr/>
                <p:nvPr/>
              </p:nvSpPr>
              <p:spPr>
                <a:xfrm>
                  <a:off x="1155325" y="3762400"/>
                  <a:ext cx="38000" cy="49425"/>
                </a:xfrm>
                <a:custGeom>
                  <a:rect b="b" l="l" r="r" t="t"/>
                  <a:pathLst>
                    <a:path extrusionOk="0" fill="none" h="1977" w="1520">
                      <a:moveTo>
                        <a:pt x="1520" y="0"/>
                      </a:moveTo>
                      <a:cubicBezTo>
                        <a:pt x="1216" y="365"/>
                        <a:pt x="942" y="791"/>
                        <a:pt x="639" y="1155"/>
                      </a:cubicBezTo>
                      <a:cubicBezTo>
                        <a:pt x="426" y="1429"/>
                        <a:pt x="183" y="1672"/>
                        <a:pt x="0" y="1976"/>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0"/>
                <p:cNvSpPr/>
                <p:nvPr/>
              </p:nvSpPr>
              <p:spPr>
                <a:xfrm>
                  <a:off x="969900" y="39934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0"/>
                <p:cNvSpPr/>
                <p:nvPr/>
              </p:nvSpPr>
              <p:spPr>
                <a:xfrm>
                  <a:off x="929625" y="3917425"/>
                  <a:ext cx="43350" cy="64600"/>
                </a:xfrm>
                <a:custGeom>
                  <a:rect b="b" l="l" r="r" t="t"/>
                  <a:pathLst>
                    <a:path extrusionOk="0" fill="none" h="2584" w="1734">
                      <a:moveTo>
                        <a:pt x="1733" y="0"/>
                      </a:moveTo>
                      <a:cubicBezTo>
                        <a:pt x="1217" y="882"/>
                        <a:pt x="730" y="1854"/>
                        <a:pt x="1" y="2584"/>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0"/>
                <p:cNvSpPr/>
                <p:nvPr/>
              </p:nvSpPr>
              <p:spPr>
                <a:xfrm>
                  <a:off x="847550" y="4061025"/>
                  <a:ext cx="40300" cy="56275"/>
                </a:xfrm>
                <a:custGeom>
                  <a:rect b="b" l="l" r="r" t="t"/>
                  <a:pathLst>
                    <a:path extrusionOk="0" fill="none" h="2251" w="1612">
                      <a:moveTo>
                        <a:pt x="1612" y="1"/>
                      </a:moveTo>
                      <a:cubicBezTo>
                        <a:pt x="974" y="700"/>
                        <a:pt x="487" y="1429"/>
                        <a:pt x="1" y="2250"/>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0"/>
                <p:cNvSpPr/>
                <p:nvPr/>
              </p:nvSpPr>
              <p:spPr>
                <a:xfrm>
                  <a:off x="750300" y="4169700"/>
                  <a:ext cx="50175" cy="64625"/>
                </a:xfrm>
                <a:custGeom>
                  <a:rect b="b" l="l" r="r" t="t"/>
                  <a:pathLst>
                    <a:path extrusionOk="0" fill="none" h="2585" w="2007">
                      <a:moveTo>
                        <a:pt x="2006" y="0"/>
                      </a:moveTo>
                      <a:cubicBezTo>
                        <a:pt x="1307" y="852"/>
                        <a:pt x="791" y="1824"/>
                        <a:pt x="0" y="2584"/>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0"/>
                <p:cNvSpPr/>
                <p:nvPr/>
              </p:nvSpPr>
              <p:spPr>
                <a:xfrm>
                  <a:off x="747250" y="4114225"/>
                  <a:ext cx="32700" cy="46375"/>
                </a:xfrm>
                <a:custGeom>
                  <a:rect b="b" l="l" r="r" t="t"/>
                  <a:pathLst>
                    <a:path extrusionOk="0" fill="none" h="1855" w="1308">
                      <a:moveTo>
                        <a:pt x="1308" y="1"/>
                      </a:moveTo>
                      <a:cubicBezTo>
                        <a:pt x="913" y="639"/>
                        <a:pt x="517" y="1308"/>
                        <a:pt x="1" y="1855"/>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0"/>
                <p:cNvSpPr/>
                <p:nvPr/>
              </p:nvSpPr>
              <p:spPr>
                <a:xfrm>
                  <a:off x="641625" y="4222900"/>
                  <a:ext cx="35750" cy="52450"/>
                </a:xfrm>
                <a:custGeom>
                  <a:rect b="b" l="l" r="r" t="t"/>
                  <a:pathLst>
                    <a:path extrusionOk="0" fill="none" h="2098" w="1430">
                      <a:moveTo>
                        <a:pt x="1429" y="0"/>
                      </a:moveTo>
                      <a:cubicBezTo>
                        <a:pt x="1399" y="182"/>
                        <a:pt x="1004" y="699"/>
                        <a:pt x="913" y="821"/>
                      </a:cubicBezTo>
                      <a:cubicBezTo>
                        <a:pt x="791" y="973"/>
                        <a:pt x="639" y="1125"/>
                        <a:pt x="517" y="1277"/>
                      </a:cubicBezTo>
                      <a:cubicBezTo>
                        <a:pt x="335" y="1520"/>
                        <a:pt x="62" y="1763"/>
                        <a:pt x="1" y="2097"/>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0"/>
                <p:cNvSpPr/>
                <p:nvPr/>
              </p:nvSpPr>
              <p:spPr>
                <a:xfrm>
                  <a:off x="615800" y="4169700"/>
                  <a:ext cx="46375" cy="55500"/>
                </a:xfrm>
                <a:custGeom>
                  <a:rect b="b" l="l" r="r" t="t"/>
                  <a:pathLst>
                    <a:path extrusionOk="0" fill="none" h="2220" w="1855">
                      <a:moveTo>
                        <a:pt x="1854" y="0"/>
                      </a:moveTo>
                      <a:cubicBezTo>
                        <a:pt x="973" y="517"/>
                        <a:pt x="699" y="1551"/>
                        <a:pt x="0" y="2219"/>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0"/>
                <p:cNvSpPr/>
                <p:nvPr/>
              </p:nvSpPr>
              <p:spPr>
                <a:xfrm>
                  <a:off x="589200" y="4114225"/>
                  <a:ext cx="31950" cy="46375"/>
                </a:xfrm>
                <a:custGeom>
                  <a:rect b="b" l="l" r="r" t="t"/>
                  <a:pathLst>
                    <a:path extrusionOk="0" fill="none" h="1855" w="1278">
                      <a:moveTo>
                        <a:pt x="1277" y="1"/>
                      </a:moveTo>
                      <a:cubicBezTo>
                        <a:pt x="973" y="456"/>
                        <a:pt x="669" y="943"/>
                        <a:pt x="335" y="1399"/>
                      </a:cubicBezTo>
                      <a:cubicBezTo>
                        <a:pt x="244" y="1551"/>
                        <a:pt x="122" y="1733"/>
                        <a:pt x="0" y="1855"/>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0"/>
                <p:cNvSpPr/>
                <p:nvPr/>
              </p:nvSpPr>
              <p:spPr>
                <a:xfrm>
                  <a:off x="630225" y="3855875"/>
                  <a:ext cx="31950" cy="50175"/>
                </a:xfrm>
                <a:custGeom>
                  <a:rect b="b" l="l" r="r" t="t"/>
                  <a:pathLst>
                    <a:path extrusionOk="0" fill="none" h="2007" w="1278">
                      <a:moveTo>
                        <a:pt x="1277" y="0"/>
                      </a:moveTo>
                      <a:cubicBezTo>
                        <a:pt x="913" y="365"/>
                        <a:pt x="487" y="760"/>
                        <a:pt x="305" y="1246"/>
                      </a:cubicBezTo>
                      <a:cubicBezTo>
                        <a:pt x="214" y="1459"/>
                        <a:pt x="31" y="1763"/>
                        <a:pt x="1" y="2006"/>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0"/>
                <p:cNvSpPr/>
                <p:nvPr/>
              </p:nvSpPr>
              <p:spPr>
                <a:xfrm>
                  <a:off x="756375" y="3756325"/>
                  <a:ext cx="28900" cy="28900"/>
                </a:xfrm>
                <a:custGeom>
                  <a:rect b="b" l="l" r="r" t="t"/>
                  <a:pathLst>
                    <a:path extrusionOk="0" fill="none" h="1156" w="1156">
                      <a:moveTo>
                        <a:pt x="1156" y="0"/>
                      </a:moveTo>
                      <a:cubicBezTo>
                        <a:pt x="608" y="243"/>
                        <a:pt x="244" y="639"/>
                        <a:pt x="0" y="1155"/>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0"/>
                <p:cNvSpPr/>
                <p:nvPr/>
              </p:nvSpPr>
              <p:spPr>
                <a:xfrm>
                  <a:off x="565650" y="3982000"/>
                  <a:ext cx="26600" cy="41075"/>
                </a:xfrm>
                <a:custGeom>
                  <a:rect b="b" l="l" r="r" t="t"/>
                  <a:pathLst>
                    <a:path extrusionOk="0" fill="none" h="1643" w="1064">
                      <a:moveTo>
                        <a:pt x="1064" y="1"/>
                      </a:moveTo>
                      <a:cubicBezTo>
                        <a:pt x="760" y="305"/>
                        <a:pt x="426" y="669"/>
                        <a:pt x="243" y="1065"/>
                      </a:cubicBezTo>
                      <a:cubicBezTo>
                        <a:pt x="152" y="1247"/>
                        <a:pt x="91" y="1460"/>
                        <a:pt x="0" y="1642"/>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0"/>
                <p:cNvSpPr/>
                <p:nvPr/>
              </p:nvSpPr>
              <p:spPr>
                <a:xfrm>
                  <a:off x="548175" y="4222900"/>
                  <a:ext cx="26600" cy="43325"/>
                </a:xfrm>
                <a:custGeom>
                  <a:rect b="b" l="l" r="r" t="t"/>
                  <a:pathLst>
                    <a:path extrusionOk="0" fill="none" h="1733" w="1064">
                      <a:moveTo>
                        <a:pt x="1064" y="0"/>
                      </a:moveTo>
                      <a:cubicBezTo>
                        <a:pt x="821" y="365"/>
                        <a:pt x="517" y="760"/>
                        <a:pt x="334" y="1155"/>
                      </a:cubicBezTo>
                      <a:cubicBezTo>
                        <a:pt x="274" y="1338"/>
                        <a:pt x="182" y="1702"/>
                        <a:pt x="0" y="1733"/>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0"/>
                <p:cNvSpPr/>
                <p:nvPr/>
              </p:nvSpPr>
              <p:spPr>
                <a:xfrm>
                  <a:off x="583125" y="4278350"/>
                  <a:ext cx="26625" cy="41075"/>
                </a:xfrm>
                <a:custGeom>
                  <a:rect b="b" l="l" r="r" t="t"/>
                  <a:pathLst>
                    <a:path extrusionOk="0" fill="none" h="1643" w="1065">
                      <a:moveTo>
                        <a:pt x="1064" y="1"/>
                      </a:moveTo>
                      <a:cubicBezTo>
                        <a:pt x="730" y="335"/>
                        <a:pt x="487" y="700"/>
                        <a:pt x="304" y="1126"/>
                      </a:cubicBezTo>
                      <a:cubicBezTo>
                        <a:pt x="213" y="1278"/>
                        <a:pt x="152" y="1582"/>
                        <a:pt x="0" y="1642"/>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0"/>
                <p:cNvSpPr/>
                <p:nvPr/>
              </p:nvSpPr>
              <p:spPr>
                <a:xfrm>
                  <a:off x="621125" y="4322425"/>
                  <a:ext cx="58525" cy="85150"/>
                </a:xfrm>
                <a:custGeom>
                  <a:rect b="b" l="l" r="r" t="t"/>
                  <a:pathLst>
                    <a:path extrusionOk="0" fill="none" h="3406" w="2341">
                      <a:moveTo>
                        <a:pt x="2341" y="1"/>
                      </a:moveTo>
                      <a:cubicBezTo>
                        <a:pt x="1824" y="578"/>
                        <a:pt x="1368" y="1247"/>
                        <a:pt x="973" y="1946"/>
                      </a:cubicBezTo>
                      <a:cubicBezTo>
                        <a:pt x="821" y="2220"/>
                        <a:pt x="669" y="2433"/>
                        <a:pt x="517" y="2706"/>
                      </a:cubicBezTo>
                      <a:cubicBezTo>
                        <a:pt x="334" y="2919"/>
                        <a:pt x="243" y="3223"/>
                        <a:pt x="0" y="3405"/>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0"/>
                <p:cNvSpPr/>
                <p:nvPr/>
              </p:nvSpPr>
              <p:spPr>
                <a:xfrm>
                  <a:off x="618075" y="4459975"/>
                  <a:ext cx="26625" cy="44100"/>
                </a:xfrm>
                <a:custGeom>
                  <a:rect b="b" l="l" r="r" t="t"/>
                  <a:pathLst>
                    <a:path extrusionOk="0" fill="none" h="1764" w="1065">
                      <a:moveTo>
                        <a:pt x="1064" y="1"/>
                      </a:moveTo>
                      <a:cubicBezTo>
                        <a:pt x="760" y="426"/>
                        <a:pt x="578" y="760"/>
                        <a:pt x="365" y="1216"/>
                      </a:cubicBezTo>
                      <a:cubicBezTo>
                        <a:pt x="304" y="1368"/>
                        <a:pt x="152" y="1642"/>
                        <a:pt x="0" y="1763"/>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0"/>
                <p:cNvSpPr/>
                <p:nvPr/>
              </p:nvSpPr>
              <p:spPr>
                <a:xfrm>
                  <a:off x="741925" y="4275325"/>
                  <a:ext cx="41075" cy="55500"/>
                </a:xfrm>
                <a:custGeom>
                  <a:rect b="b" l="l" r="r" t="t"/>
                  <a:pathLst>
                    <a:path extrusionOk="0" fill="none" h="2220" w="1643">
                      <a:moveTo>
                        <a:pt x="1642" y="0"/>
                      </a:moveTo>
                      <a:cubicBezTo>
                        <a:pt x="1095" y="335"/>
                        <a:pt x="882" y="851"/>
                        <a:pt x="578" y="1368"/>
                      </a:cubicBezTo>
                      <a:cubicBezTo>
                        <a:pt x="426" y="1672"/>
                        <a:pt x="244" y="2037"/>
                        <a:pt x="1" y="2219"/>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0"/>
                <p:cNvSpPr/>
                <p:nvPr/>
              </p:nvSpPr>
              <p:spPr>
                <a:xfrm>
                  <a:off x="849850" y="4178825"/>
                  <a:ext cx="26600" cy="41050"/>
                </a:xfrm>
                <a:custGeom>
                  <a:rect b="b" l="l" r="r" t="t"/>
                  <a:pathLst>
                    <a:path extrusionOk="0" fill="none" h="1642" w="1064">
                      <a:moveTo>
                        <a:pt x="1064" y="0"/>
                      </a:moveTo>
                      <a:cubicBezTo>
                        <a:pt x="790" y="335"/>
                        <a:pt x="517" y="638"/>
                        <a:pt x="304" y="1034"/>
                      </a:cubicBezTo>
                      <a:cubicBezTo>
                        <a:pt x="183" y="1216"/>
                        <a:pt x="152" y="1459"/>
                        <a:pt x="0" y="1642"/>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0"/>
                <p:cNvSpPr/>
                <p:nvPr/>
              </p:nvSpPr>
              <p:spPr>
                <a:xfrm>
                  <a:off x="944075" y="4102075"/>
                  <a:ext cx="49400" cy="70675"/>
                </a:xfrm>
                <a:custGeom>
                  <a:rect b="b" l="l" r="r" t="t"/>
                  <a:pathLst>
                    <a:path extrusionOk="0" fill="none" h="2827" w="1976">
                      <a:moveTo>
                        <a:pt x="1976" y="0"/>
                      </a:moveTo>
                      <a:cubicBezTo>
                        <a:pt x="1429" y="547"/>
                        <a:pt x="1003" y="1094"/>
                        <a:pt x="639" y="1794"/>
                      </a:cubicBezTo>
                      <a:cubicBezTo>
                        <a:pt x="456" y="2098"/>
                        <a:pt x="243" y="2553"/>
                        <a:pt x="0" y="2827"/>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0"/>
                <p:cNvSpPr/>
                <p:nvPr/>
              </p:nvSpPr>
              <p:spPr>
                <a:xfrm>
                  <a:off x="1052725" y="4013925"/>
                  <a:ext cx="34975" cy="50175"/>
                </a:xfrm>
                <a:custGeom>
                  <a:rect b="b" l="l" r="r" t="t"/>
                  <a:pathLst>
                    <a:path extrusionOk="0" fill="none" h="2007" w="1399">
                      <a:moveTo>
                        <a:pt x="1399" y="0"/>
                      </a:moveTo>
                      <a:cubicBezTo>
                        <a:pt x="943" y="456"/>
                        <a:pt x="609" y="851"/>
                        <a:pt x="335" y="1399"/>
                      </a:cubicBezTo>
                      <a:cubicBezTo>
                        <a:pt x="274" y="1490"/>
                        <a:pt x="274" y="1672"/>
                        <a:pt x="183" y="1763"/>
                      </a:cubicBezTo>
                      <a:cubicBezTo>
                        <a:pt x="122" y="1885"/>
                        <a:pt x="62" y="1885"/>
                        <a:pt x="1" y="2006"/>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0"/>
                <p:cNvSpPr/>
                <p:nvPr/>
              </p:nvSpPr>
              <p:spPr>
                <a:xfrm>
                  <a:off x="1149250" y="3899950"/>
                  <a:ext cx="34975" cy="50175"/>
                </a:xfrm>
                <a:custGeom>
                  <a:rect b="b" l="l" r="r" t="t"/>
                  <a:pathLst>
                    <a:path extrusionOk="0" fill="none" h="2007" w="1399">
                      <a:moveTo>
                        <a:pt x="1398" y="0"/>
                      </a:moveTo>
                      <a:cubicBezTo>
                        <a:pt x="1003" y="426"/>
                        <a:pt x="730" y="821"/>
                        <a:pt x="395" y="1307"/>
                      </a:cubicBezTo>
                      <a:cubicBezTo>
                        <a:pt x="243" y="1489"/>
                        <a:pt x="0" y="1733"/>
                        <a:pt x="0" y="2006"/>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0"/>
                <p:cNvSpPr/>
                <p:nvPr/>
              </p:nvSpPr>
              <p:spPr>
                <a:xfrm>
                  <a:off x="1102125" y="3879425"/>
                  <a:ext cx="26625" cy="41050"/>
                </a:xfrm>
                <a:custGeom>
                  <a:rect b="b" l="l" r="r" t="t"/>
                  <a:pathLst>
                    <a:path extrusionOk="0" fill="none" h="1642" w="1065">
                      <a:moveTo>
                        <a:pt x="1064" y="0"/>
                      </a:moveTo>
                      <a:cubicBezTo>
                        <a:pt x="730" y="183"/>
                        <a:pt x="517" y="699"/>
                        <a:pt x="304" y="1003"/>
                      </a:cubicBezTo>
                      <a:cubicBezTo>
                        <a:pt x="183" y="1186"/>
                        <a:pt x="31" y="1429"/>
                        <a:pt x="1" y="1642"/>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0"/>
                <p:cNvSpPr/>
                <p:nvPr/>
              </p:nvSpPr>
              <p:spPr>
                <a:xfrm>
                  <a:off x="972950" y="3697800"/>
                  <a:ext cx="38775" cy="44100"/>
                </a:xfrm>
                <a:custGeom>
                  <a:rect b="b" l="l" r="r" t="t"/>
                  <a:pathLst>
                    <a:path extrusionOk="0" fill="none" h="1764" w="1551">
                      <a:moveTo>
                        <a:pt x="1550" y="1"/>
                      </a:moveTo>
                      <a:cubicBezTo>
                        <a:pt x="1186" y="426"/>
                        <a:pt x="851" y="791"/>
                        <a:pt x="487" y="1186"/>
                      </a:cubicBezTo>
                      <a:cubicBezTo>
                        <a:pt x="365" y="1308"/>
                        <a:pt x="61" y="1612"/>
                        <a:pt x="0" y="1764"/>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0"/>
                <p:cNvSpPr/>
                <p:nvPr/>
              </p:nvSpPr>
              <p:spPr>
                <a:xfrm>
                  <a:off x="908350" y="3691725"/>
                  <a:ext cx="20550" cy="23575"/>
                </a:xfrm>
                <a:custGeom>
                  <a:rect b="b" l="l" r="r" t="t"/>
                  <a:pathLst>
                    <a:path extrusionOk="0" fill="none" h="943" w="822">
                      <a:moveTo>
                        <a:pt x="821" y="1"/>
                      </a:moveTo>
                      <a:cubicBezTo>
                        <a:pt x="457" y="213"/>
                        <a:pt x="122" y="517"/>
                        <a:pt x="1" y="943"/>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0"/>
                <p:cNvSpPr/>
                <p:nvPr/>
              </p:nvSpPr>
              <p:spPr>
                <a:xfrm>
                  <a:off x="1207000" y="3779875"/>
                  <a:ext cx="38775" cy="49425"/>
                </a:xfrm>
                <a:custGeom>
                  <a:rect b="b" l="l" r="r" t="t"/>
                  <a:pathLst>
                    <a:path extrusionOk="0" fill="none" h="1977" w="1551">
                      <a:moveTo>
                        <a:pt x="1550" y="1"/>
                      </a:moveTo>
                      <a:cubicBezTo>
                        <a:pt x="1094" y="396"/>
                        <a:pt x="730" y="821"/>
                        <a:pt x="334" y="1277"/>
                      </a:cubicBezTo>
                      <a:cubicBezTo>
                        <a:pt x="182" y="1490"/>
                        <a:pt x="0" y="1703"/>
                        <a:pt x="31" y="1976"/>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0"/>
                <p:cNvSpPr/>
                <p:nvPr/>
              </p:nvSpPr>
              <p:spPr>
                <a:xfrm>
                  <a:off x="1275375" y="3814825"/>
                  <a:ext cx="38025" cy="38025"/>
                </a:xfrm>
                <a:custGeom>
                  <a:rect b="b" l="l" r="r" t="t"/>
                  <a:pathLst>
                    <a:path extrusionOk="0" fill="none" h="1521" w="1521">
                      <a:moveTo>
                        <a:pt x="1521" y="1"/>
                      </a:moveTo>
                      <a:cubicBezTo>
                        <a:pt x="1125" y="61"/>
                        <a:pt x="852" y="609"/>
                        <a:pt x="639" y="882"/>
                      </a:cubicBezTo>
                      <a:cubicBezTo>
                        <a:pt x="457" y="1065"/>
                        <a:pt x="214" y="1368"/>
                        <a:pt x="1" y="1520"/>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0"/>
                <p:cNvSpPr/>
                <p:nvPr/>
              </p:nvSpPr>
              <p:spPr>
                <a:xfrm>
                  <a:off x="1322500" y="3858900"/>
                  <a:ext cx="58525" cy="61575"/>
                </a:xfrm>
                <a:custGeom>
                  <a:rect b="b" l="l" r="r" t="t"/>
                  <a:pathLst>
                    <a:path extrusionOk="0" fill="none" h="2463" w="2341">
                      <a:moveTo>
                        <a:pt x="2341" y="1"/>
                      </a:moveTo>
                      <a:cubicBezTo>
                        <a:pt x="1976" y="274"/>
                        <a:pt x="1520" y="578"/>
                        <a:pt x="1246" y="943"/>
                      </a:cubicBezTo>
                      <a:cubicBezTo>
                        <a:pt x="1095" y="1125"/>
                        <a:pt x="973" y="1338"/>
                        <a:pt x="791" y="1520"/>
                      </a:cubicBezTo>
                      <a:cubicBezTo>
                        <a:pt x="547" y="1824"/>
                        <a:pt x="243" y="2128"/>
                        <a:pt x="0" y="2463"/>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0"/>
                <p:cNvSpPr/>
                <p:nvPr/>
              </p:nvSpPr>
              <p:spPr>
                <a:xfrm>
                  <a:off x="1325525" y="3944000"/>
                  <a:ext cx="66900" cy="72975"/>
                </a:xfrm>
                <a:custGeom>
                  <a:rect b="b" l="l" r="r" t="t"/>
                  <a:pathLst>
                    <a:path extrusionOk="0" fill="none" h="2919" w="2676">
                      <a:moveTo>
                        <a:pt x="2676" y="1"/>
                      </a:moveTo>
                      <a:cubicBezTo>
                        <a:pt x="2159" y="609"/>
                        <a:pt x="1673" y="1308"/>
                        <a:pt x="1034" y="1855"/>
                      </a:cubicBezTo>
                      <a:cubicBezTo>
                        <a:pt x="670" y="2159"/>
                        <a:pt x="335" y="2585"/>
                        <a:pt x="1" y="2919"/>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0"/>
                <p:cNvSpPr/>
                <p:nvPr/>
              </p:nvSpPr>
              <p:spPr>
                <a:xfrm>
                  <a:off x="1407600" y="3958450"/>
                  <a:ext cx="38025" cy="44100"/>
                </a:xfrm>
                <a:custGeom>
                  <a:rect b="b" l="l" r="r" t="t"/>
                  <a:pathLst>
                    <a:path extrusionOk="0" fill="none" h="1764" w="1521">
                      <a:moveTo>
                        <a:pt x="1520" y="0"/>
                      </a:moveTo>
                      <a:cubicBezTo>
                        <a:pt x="1004" y="578"/>
                        <a:pt x="609" y="1307"/>
                        <a:pt x="1" y="1763"/>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0"/>
                <p:cNvSpPr/>
                <p:nvPr/>
              </p:nvSpPr>
              <p:spPr>
                <a:xfrm>
                  <a:off x="1242700" y="3970600"/>
                  <a:ext cx="44100" cy="55500"/>
                </a:xfrm>
                <a:custGeom>
                  <a:rect b="b" l="l" r="r" t="t"/>
                  <a:pathLst>
                    <a:path extrusionOk="0" fill="none" h="2220" w="1764">
                      <a:moveTo>
                        <a:pt x="1764" y="1"/>
                      </a:moveTo>
                      <a:cubicBezTo>
                        <a:pt x="1308" y="274"/>
                        <a:pt x="1034" y="791"/>
                        <a:pt x="791" y="1277"/>
                      </a:cubicBezTo>
                      <a:cubicBezTo>
                        <a:pt x="578" y="1612"/>
                        <a:pt x="274" y="1885"/>
                        <a:pt x="1" y="2220"/>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0"/>
                <p:cNvSpPr/>
                <p:nvPr/>
              </p:nvSpPr>
              <p:spPr>
                <a:xfrm>
                  <a:off x="1178875" y="3944000"/>
                  <a:ext cx="49425" cy="58550"/>
                </a:xfrm>
                <a:custGeom>
                  <a:rect b="b" l="l" r="r" t="t"/>
                  <a:pathLst>
                    <a:path extrusionOk="0" fill="none" h="2342" w="1977">
                      <a:moveTo>
                        <a:pt x="1976" y="1"/>
                      </a:moveTo>
                      <a:cubicBezTo>
                        <a:pt x="1520" y="487"/>
                        <a:pt x="1034" y="974"/>
                        <a:pt x="639" y="1521"/>
                      </a:cubicBezTo>
                      <a:cubicBezTo>
                        <a:pt x="456" y="1764"/>
                        <a:pt x="92" y="2068"/>
                        <a:pt x="0" y="2341"/>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0"/>
                <p:cNvSpPr/>
                <p:nvPr/>
              </p:nvSpPr>
              <p:spPr>
                <a:xfrm>
                  <a:off x="1117325" y="4076225"/>
                  <a:ext cx="41050" cy="49425"/>
                </a:xfrm>
                <a:custGeom>
                  <a:rect b="b" l="l" r="r" t="t"/>
                  <a:pathLst>
                    <a:path extrusionOk="0" fill="none" h="1977" w="1642">
                      <a:moveTo>
                        <a:pt x="1642" y="1"/>
                      </a:moveTo>
                      <a:cubicBezTo>
                        <a:pt x="1186" y="396"/>
                        <a:pt x="943" y="882"/>
                        <a:pt x="548" y="1308"/>
                      </a:cubicBezTo>
                      <a:cubicBezTo>
                        <a:pt x="365" y="1521"/>
                        <a:pt x="183" y="1764"/>
                        <a:pt x="0" y="1976"/>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0"/>
                <p:cNvSpPr/>
                <p:nvPr/>
              </p:nvSpPr>
              <p:spPr>
                <a:xfrm>
                  <a:off x="1198625" y="4084600"/>
                  <a:ext cx="41825" cy="50175"/>
                </a:xfrm>
                <a:custGeom>
                  <a:rect b="b" l="l" r="r" t="t"/>
                  <a:pathLst>
                    <a:path extrusionOk="0" fill="none" h="2007" w="1673">
                      <a:moveTo>
                        <a:pt x="1673" y="0"/>
                      </a:moveTo>
                      <a:cubicBezTo>
                        <a:pt x="1308" y="456"/>
                        <a:pt x="1004" y="912"/>
                        <a:pt x="639" y="1338"/>
                      </a:cubicBezTo>
                      <a:cubicBezTo>
                        <a:pt x="457" y="1520"/>
                        <a:pt x="274" y="1915"/>
                        <a:pt x="1" y="2006"/>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0"/>
                <p:cNvSpPr/>
                <p:nvPr/>
              </p:nvSpPr>
              <p:spPr>
                <a:xfrm>
                  <a:off x="1295900" y="4064075"/>
                  <a:ext cx="41050" cy="50175"/>
                </a:xfrm>
                <a:custGeom>
                  <a:rect b="b" l="l" r="r" t="t"/>
                  <a:pathLst>
                    <a:path extrusionOk="0" fill="none" h="2007" w="1642">
                      <a:moveTo>
                        <a:pt x="1642" y="0"/>
                      </a:moveTo>
                      <a:cubicBezTo>
                        <a:pt x="1247" y="487"/>
                        <a:pt x="821" y="912"/>
                        <a:pt x="456" y="1429"/>
                      </a:cubicBezTo>
                      <a:cubicBezTo>
                        <a:pt x="335" y="1611"/>
                        <a:pt x="183" y="1946"/>
                        <a:pt x="0" y="2007"/>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0"/>
                <p:cNvSpPr/>
                <p:nvPr/>
              </p:nvSpPr>
              <p:spPr>
                <a:xfrm>
                  <a:off x="1360500" y="4061025"/>
                  <a:ext cx="58525" cy="61575"/>
                </a:xfrm>
                <a:custGeom>
                  <a:rect b="b" l="l" r="r" t="t"/>
                  <a:pathLst>
                    <a:path extrusionOk="0" fill="none" h="2463" w="2341">
                      <a:moveTo>
                        <a:pt x="2341" y="1"/>
                      </a:moveTo>
                      <a:cubicBezTo>
                        <a:pt x="2006" y="214"/>
                        <a:pt x="1733" y="396"/>
                        <a:pt x="1489" y="730"/>
                      </a:cubicBezTo>
                      <a:cubicBezTo>
                        <a:pt x="1337" y="913"/>
                        <a:pt x="1216" y="1125"/>
                        <a:pt x="1064" y="1308"/>
                      </a:cubicBezTo>
                      <a:cubicBezTo>
                        <a:pt x="669" y="1703"/>
                        <a:pt x="304" y="2037"/>
                        <a:pt x="0" y="2463"/>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0"/>
                <p:cNvSpPr/>
                <p:nvPr/>
              </p:nvSpPr>
              <p:spPr>
                <a:xfrm>
                  <a:off x="1442550" y="4055725"/>
                  <a:ext cx="52475" cy="58525"/>
                </a:xfrm>
                <a:custGeom>
                  <a:rect b="b" l="l" r="r" t="t"/>
                  <a:pathLst>
                    <a:path extrusionOk="0" fill="none" h="2341" w="2099">
                      <a:moveTo>
                        <a:pt x="2098" y="0"/>
                      </a:moveTo>
                      <a:cubicBezTo>
                        <a:pt x="1825" y="456"/>
                        <a:pt x="1399" y="851"/>
                        <a:pt x="1065" y="1277"/>
                      </a:cubicBezTo>
                      <a:cubicBezTo>
                        <a:pt x="761" y="1672"/>
                        <a:pt x="396" y="2037"/>
                        <a:pt x="1" y="2341"/>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0"/>
                <p:cNvSpPr/>
                <p:nvPr/>
              </p:nvSpPr>
              <p:spPr>
                <a:xfrm>
                  <a:off x="1448625" y="4149175"/>
                  <a:ext cx="41075" cy="58550"/>
                </a:xfrm>
                <a:custGeom>
                  <a:rect b="b" l="l" r="r" t="t"/>
                  <a:pathLst>
                    <a:path extrusionOk="0" fill="none" h="2342" w="1643">
                      <a:moveTo>
                        <a:pt x="1642" y="1"/>
                      </a:moveTo>
                      <a:cubicBezTo>
                        <a:pt x="1186" y="852"/>
                        <a:pt x="396" y="1490"/>
                        <a:pt x="1" y="2341"/>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0"/>
                <p:cNvSpPr/>
                <p:nvPr/>
              </p:nvSpPr>
              <p:spPr>
                <a:xfrm>
                  <a:off x="1480550" y="4193250"/>
                  <a:ext cx="58550" cy="67650"/>
                </a:xfrm>
                <a:custGeom>
                  <a:rect b="b" l="l" r="r" t="t"/>
                  <a:pathLst>
                    <a:path extrusionOk="0" fill="none" h="2706" w="2342">
                      <a:moveTo>
                        <a:pt x="2341" y="1"/>
                      </a:moveTo>
                      <a:cubicBezTo>
                        <a:pt x="1885" y="517"/>
                        <a:pt x="1490" y="1065"/>
                        <a:pt x="1064" y="1612"/>
                      </a:cubicBezTo>
                      <a:cubicBezTo>
                        <a:pt x="760" y="2007"/>
                        <a:pt x="365" y="2341"/>
                        <a:pt x="1" y="2706"/>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0"/>
                <p:cNvSpPr/>
                <p:nvPr/>
              </p:nvSpPr>
              <p:spPr>
                <a:xfrm>
                  <a:off x="1442550" y="4389300"/>
                  <a:ext cx="41075" cy="44100"/>
                </a:xfrm>
                <a:custGeom>
                  <a:rect b="b" l="l" r="r" t="t"/>
                  <a:pathLst>
                    <a:path extrusionOk="0" fill="none" h="1764" w="1643">
                      <a:moveTo>
                        <a:pt x="1642" y="1"/>
                      </a:moveTo>
                      <a:cubicBezTo>
                        <a:pt x="1369" y="335"/>
                        <a:pt x="973" y="517"/>
                        <a:pt x="700" y="852"/>
                      </a:cubicBezTo>
                      <a:cubicBezTo>
                        <a:pt x="457" y="1156"/>
                        <a:pt x="244" y="1490"/>
                        <a:pt x="1" y="1764"/>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0"/>
                <p:cNvSpPr/>
                <p:nvPr/>
              </p:nvSpPr>
              <p:spPr>
                <a:xfrm>
                  <a:off x="1392400" y="4501000"/>
                  <a:ext cx="50175" cy="50175"/>
                </a:xfrm>
                <a:custGeom>
                  <a:rect b="b" l="l" r="r" t="t"/>
                  <a:pathLst>
                    <a:path extrusionOk="0" fill="none" h="2007" w="2007">
                      <a:moveTo>
                        <a:pt x="2007" y="1"/>
                      </a:moveTo>
                      <a:cubicBezTo>
                        <a:pt x="1581" y="426"/>
                        <a:pt x="1217" y="882"/>
                        <a:pt x="821" y="1308"/>
                      </a:cubicBezTo>
                      <a:cubicBezTo>
                        <a:pt x="578" y="1551"/>
                        <a:pt x="244" y="1733"/>
                        <a:pt x="1" y="2007"/>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0"/>
                <p:cNvSpPr/>
                <p:nvPr/>
              </p:nvSpPr>
              <p:spPr>
                <a:xfrm>
                  <a:off x="1474475" y="4295850"/>
                  <a:ext cx="38025" cy="47125"/>
                </a:xfrm>
                <a:custGeom>
                  <a:rect b="b" l="l" r="r" t="t"/>
                  <a:pathLst>
                    <a:path extrusionOk="0" fill="none" h="1885" w="1521">
                      <a:moveTo>
                        <a:pt x="1520" y="0"/>
                      </a:moveTo>
                      <a:cubicBezTo>
                        <a:pt x="1216" y="365"/>
                        <a:pt x="912" y="699"/>
                        <a:pt x="639" y="1094"/>
                      </a:cubicBezTo>
                      <a:cubicBezTo>
                        <a:pt x="426" y="1368"/>
                        <a:pt x="274" y="1641"/>
                        <a:pt x="0" y="1885"/>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0"/>
                <p:cNvSpPr/>
                <p:nvPr/>
              </p:nvSpPr>
              <p:spPr>
                <a:xfrm>
                  <a:off x="1515500" y="4105100"/>
                  <a:ext cx="23600" cy="29675"/>
                </a:xfrm>
                <a:custGeom>
                  <a:rect b="b" l="l" r="r" t="t"/>
                  <a:pathLst>
                    <a:path extrusionOk="0" fill="none" h="1187" w="944">
                      <a:moveTo>
                        <a:pt x="943" y="1"/>
                      </a:moveTo>
                      <a:cubicBezTo>
                        <a:pt x="457" y="274"/>
                        <a:pt x="122" y="639"/>
                        <a:pt x="1" y="1186"/>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0"/>
                <p:cNvSpPr/>
                <p:nvPr/>
              </p:nvSpPr>
              <p:spPr>
                <a:xfrm>
                  <a:off x="1351375" y="4281400"/>
                  <a:ext cx="61575" cy="72975"/>
                </a:xfrm>
                <a:custGeom>
                  <a:rect b="b" l="l" r="r" t="t"/>
                  <a:pathLst>
                    <a:path extrusionOk="0" fill="none" h="2919" w="2463">
                      <a:moveTo>
                        <a:pt x="2462" y="1"/>
                      </a:moveTo>
                      <a:cubicBezTo>
                        <a:pt x="2128" y="274"/>
                        <a:pt x="1702" y="548"/>
                        <a:pt x="1429" y="943"/>
                      </a:cubicBezTo>
                      <a:cubicBezTo>
                        <a:pt x="1247" y="1216"/>
                        <a:pt x="1064" y="1490"/>
                        <a:pt x="851" y="1764"/>
                      </a:cubicBezTo>
                      <a:cubicBezTo>
                        <a:pt x="578" y="2128"/>
                        <a:pt x="365" y="2645"/>
                        <a:pt x="0" y="2919"/>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0"/>
                <p:cNvSpPr/>
                <p:nvPr/>
              </p:nvSpPr>
              <p:spPr>
                <a:xfrm>
                  <a:off x="1333900" y="4199325"/>
                  <a:ext cx="44100" cy="46375"/>
                </a:xfrm>
                <a:custGeom>
                  <a:rect b="b" l="l" r="r" t="t"/>
                  <a:pathLst>
                    <a:path extrusionOk="0" fill="none" h="1855" w="1764">
                      <a:moveTo>
                        <a:pt x="1763" y="1"/>
                      </a:moveTo>
                      <a:cubicBezTo>
                        <a:pt x="1368" y="122"/>
                        <a:pt x="1094" y="700"/>
                        <a:pt x="821" y="1004"/>
                      </a:cubicBezTo>
                      <a:cubicBezTo>
                        <a:pt x="547" y="1277"/>
                        <a:pt x="304" y="1581"/>
                        <a:pt x="0" y="1855"/>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0"/>
                <p:cNvSpPr/>
                <p:nvPr/>
              </p:nvSpPr>
              <p:spPr>
                <a:xfrm>
                  <a:off x="1008650" y="4172750"/>
                  <a:ext cx="46375" cy="58525"/>
                </a:xfrm>
                <a:custGeom>
                  <a:rect b="b" l="l" r="r" t="t"/>
                  <a:pathLst>
                    <a:path extrusionOk="0" fill="none" h="2341" w="1855">
                      <a:moveTo>
                        <a:pt x="1855" y="0"/>
                      </a:moveTo>
                      <a:cubicBezTo>
                        <a:pt x="1277" y="790"/>
                        <a:pt x="670" y="1611"/>
                        <a:pt x="1" y="2340"/>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0"/>
                <p:cNvSpPr/>
                <p:nvPr/>
              </p:nvSpPr>
              <p:spPr>
                <a:xfrm>
                  <a:off x="1114275" y="4193250"/>
                  <a:ext cx="38025" cy="41075"/>
                </a:xfrm>
                <a:custGeom>
                  <a:rect b="b" l="l" r="r" t="t"/>
                  <a:pathLst>
                    <a:path extrusionOk="0" fill="none" h="1643" w="1521">
                      <a:moveTo>
                        <a:pt x="1521" y="1"/>
                      </a:moveTo>
                      <a:cubicBezTo>
                        <a:pt x="1095" y="213"/>
                        <a:pt x="670" y="548"/>
                        <a:pt x="396" y="973"/>
                      </a:cubicBezTo>
                      <a:cubicBezTo>
                        <a:pt x="244" y="1186"/>
                        <a:pt x="183" y="1460"/>
                        <a:pt x="1" y="1642"/>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0"/>
                <p:cNvSpPr/>
                <p:nvPr/>
              </p:nvSpPr>
              <p:spPr>
                <a:xfrm>
                  <a:off x="1216875" y="4187175"/>
                  <a:ext cx="31925" cy="35750"/>
                </a:xfrm>
                <a:custGeom>
                  <a:rect b="b" l="l" r="r" t="t"/>
                  <a:pathLst>
                    <a:path extrusionOk="0" fill="none" h="1430" w="1277">
                      <a:moveTo>
                        <a:pt x="1277" y="1"/>
                      </a:moveTo>
                      <a:cubicBezTo>
                        <a:pt x="912" y="335"/>
                        <a:pt x="547" y="517"/>
                        <a:pt x="335" y="943"/>
                      </a:cubicBezTo>
                      <a:cubicBezTo>
                        <a:pt x="243" y="1156"/>
                        <a:pt x="152" y="1247"/>
                        <a:pt x="0" y="1429"/>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0"/>
                <p:cNvSpPr/>
                <p:nvPr/>
              </p:nvSpPr>
              <p:spPr>
                <a:xfrm>
                  <a:off x="1286775" y="4178825"/>
                  <a:ext cx="44100" cy="43325"/>
                </a:xfrm>
                <a:custGeom>
                  <a:rect b="b" l="l" r="r" t="t"/>
                  <a:pathLst>
                    <a:path extrusionOk="0" fill="none" h="1733" w="1764">
                      <a:moveTo>
                        <a:pt x="1764" y="0"/>
                      </a:moveTo>
                      <a:cubicBezTo>
                        <a:pt x="1186" y="487"/>
                        <a:pt x="457" y="1094"/>
                        <a:pt x="1" y="1733"/>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0"/>
                <p:cNvSpPr/>
                <p:nvPr/>
              </p:nvSpPr>
              <p:spPr>
                <a:xfrm>
                  <a:off x="1146200" y="4310275"/>
                  <a:ext cx="58525" cy="64625"/>
                </a:xfrm>
                <a:custGeom>
                  <a:rect b="b" l="l" r="r" t="t"/>
                  <a:pathLst>
                    <a:path extrusionOk="0" fill="none" h="2585" w="2341">
                      <a:moveTo>
                        <a:pt x="2341" y="1"/>
                      </a:moveTo>
                      <a:cubicBezTo>
                        <a:pt x="2037" y="92"/>
                        <a:pt x="1763" y="639"/>
                        <a:pt x="1611" y="852"/>
                      </a:cubicBezTo>
                      <a:cubicBezTo>
                        <a:pt x="1429" y="1064"/>
                        <a:pt x="1247" y="1247"/>
                        <a:pt x="1064" y="1429"/>
                      </a:cubicBezTo>
                      <a:cubicBezTo>
                        <a:pt x="669" y="1794"/>
                        <a:pt x="335" y="2189"/>
                        <a:pt x="0" y="2584"/>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0"/>
                <p:cNvSpPr/>
                <p:nvPr/>
              </p:nvSpPr>
              <p:spPr>
                <a:xfrm>
                  <a:off x="1102125" y="4286725"/>
                  <a:ext cx="50175" cy="56250"/>
                </a:xfrm>
                <a:custGeom>
                  <a:rect b="b" l="l" r="r" t="t"/>
                  <a:pathLst>
                    <a:path extrusionOk="0" fill="none" h="2250" w="2007">
                      <a:moveTo>
                        <a:pt x="2007" y="0"/>
                      </a:moveTo>
                      <a:cubicBezTo>
                        <a:pt x="1277" y="730"/>
                        <a:pt x="639" y="1490"/>
                        <a:pt x="1" y="2250"/>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0"/>
                <p:cNvSpPr/>
                <p:nvPr/>
              </p:nvSpPr>
              <p:spPr>
                <a:xfrm>
                  <a:off x="994225" y="4310275"/>
                  <a:ext cx="49425" cy="50175"/>
                </a:xfrm>
                <a:custGeom>
                  <a:rect b="b" l="l" r="r" t="t"/>
                  <a:pathLst>
                    <a:path extrusionOk="0" fill="none" h="2007" w="1977">
                      <a:moveTo>
                        <a:pt x="1976" y="1"/>
                      </a:moveTo>
                      <a:cubicBezTo>
                        <a:pt x="1551" y="426"/>
                        <a:pt x="1155" y="852"/>
                        <a:pt x="730" y="1247"/>
                      </a:cubicBezTo>
                      <a:cubicBezTo>
                        <a:pt x="487" y="1520"/>
                        <a:pt x="183" y="1703"/>
                        <a:pt x="0" y="2007"/>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0"/>
                <p:cNvSpPr/>
                <p:nvPr/>
              </p:nvSpPr>
              <p:spPr>
                <a:xfrm>
                  <a:off x="887825" y="4313325"/>
                  <a:ext cx="41075" cy="38000"/>
                </a:xfrm>
                <a:custGeom>
                  <a:rect b="b" l="l" r="r" t="t"/>
                  <a:pathLst>
                    <a:path extrusionOk="0" fill="none" h="1520" w="1643">
                      <a:moveTo>
                        <a:pt x="1642" y="0"/>
                      </a:moveTo>
                      <a:cubicBezTo>
                        <a:pt x="1308" y="335"/>
                        <a:pt x="974" y="699"/>
                        <a:pt x="639" y="1034"/>
                      </a:cubicBezTo>
                      <a:cubicBezTo>
                        <a:pt x="426" y="1216"/>
                        <a:pt x="214" y="1338"/>
                        <a:pt x="1" y="1520"/>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0"/>
                <p:cNvSpPr/>
                <p:nvPr/>
              </p:nvSpPr>
              <p:spPr>
                <a:xfrm>
                  <a:off x="882525" y="4234300"/>
                  <a:ext cx="41050" cy="47125"/>
                </a:xfrm>
                <a:custGeom>
                  <a:rect b="b" l="l" r="r" t="t"/>
                  <a:pathLst>
                    <a:path extrusionOk="0" fill="none" h="1885" w="1642">
                      <a:moveTo>
                        <a:pt x="1642" y="0"/>
                      </a:moveTo>
                      <a:cubicBezTo>
                        <a:pt x="1003" y="517"/>
                        <a:pt x="578" y="1307"/>
                        <a:pt x="0" y="1885"/>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0"/>
                <p:cNvSpPr/>
                <p:nvPr/>
              </p:nvSpPr>
              <p:spPr>
                <a:xfrm>
                  <a:off x="770800" y="4368800"/>
                  <a:ext cx="47150" cy="53200"/>
                </a:xfrm>
                <a:custGeom>
                  <a:rect b="b" l="l" r="r" t="t"/>
                  <a:pathLst>
                    <a:path extrusionOk="0" fill="none" h="2128" w="1886">
                      <a:moveTo>
                        <a:pt x="1886" y="0"/>
                      </a:moveTo>
                      <a:cubicBezTo>
                        <a:pt x="1399" y="426"/>
                        <a:pt x="974" y="882"/>
                        <a:pt x="579" y="1398"/>
                      </a:cubicBezTo>
                      <a:cubicBezTo>
                        <a:pt x="396" y="1641"/>
                        <a:pt x="244" y="1885"/>
                        <a:pt x="1" y="2128"/>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0"/>
                <p:cNvSpPr/>
                <p:nvPr/>
              </p:nvSpPr>
              <p:spPr>
                <a:xfrm>
                  <a:off x="723700" y="4483525"/>
                  <a:ext cx="41050" cy="50175"/>
                </a:xfrm>
                <a:custGeom>
                  <a:rect b="b" l="l" r="r" t="t"/>
                  <a:pathLst>
                    <a:path extrusionOk="0" fill="none" h="2007" w="1642">
                      <a:moveTo>
                        <a:pt x="1642" y="1"/>
                      </a:moveTo>
                      <a:cubicBezTo>
                        <a:pt x="1277" y="426"/>
                        <a:pt x="943" y="791"/>
                        <a:pt x="700" y="1247"/>
                      </a:cubicBezTo>
                      <a:cubicBezTo>
                        <a:pt x="548" y="1551"/>
                        <a:pt x="274" y="1825"/>
                        <a:pt x="0" y="2007"/>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0"/>
                <p:cNvSpPr/>
                <p:nvPr/>
              </p:nvSpPr>
              <p:spPr>
                <a:xfrm>
                  <a:off x="709250" y="4583075"/>
                  <a:ext cx="31950" cy="38025"/>
                </a:xfrm>
                <a:custGeom>
                  <a:rect b="b" l="l" r="r" t="t"/>
                  <a:pathLst>
                    <a:path extrusionOk="0" fill="none" h="1521" w="1278">
                      <a:moveTo>
                        <a:pt x="1278" y="1"/>
                      </a:moveTo>
                      <a:cubicBezTo>
                        <a:pt x="974" y="457"/>
                        <a:pt x="578" y="1338"/>
                        <a:pt x="1" y="1520"/>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0"/>
                <p:cNvSpPr/>
                <p:nvPr/>
              </p:nvSpPr>
              <p:spPr>
                <a:xfrm>
                  <a:off x="694825" y="4404500"/>
                  <a:ext cx="20550" cy="28900"/>
                </a:xfrm>
                <a:custGeom>
                  <a:rect b="b" l="l" r="r" t="t"/>
                  <a:pathLst>
                    <a:path extrusionOk="0" fill="none" h="1156" w="822">
                      <a:moveTo>
                        <a:pt x="821" y="1"/>
                      </a:moveTo>
                      <a:cubicBezTo>
                        <a:pt x="456" y="335"/>
                        <a:pt x="335" y="821"/>
                        <a:pt x="0" y="1156"/>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0"/>
                <p:cNvSpPr/>
                <p:nvPr/>
              </p:nvSpPr>
              <p:spPr>
                <a:xfrm>
                  <a:off x="577050" y="4404500"/>
                  <a:ext cx="20525" cy="26625"/>
                </a:xfrm>
                <a:custGeom>
                  <a:rect b="b" l="l" r="r" t="t"/>
                  <a:pathLst>
                    <a:path extrusionOk="0" fill="none" h="1065" w="821">
                      <a:moveTo>
                        <a:pt x="821" y="1"/>
                      </a:moveTo>
                      <a:cubicBezTo>
                        <a:pt x="517" y="335"/>
                        <a:pt x="304" y="730"/>
                        <a:pt x="0" y="1065"/>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0"/>
                <p:cNvSpPr/>
                <p:nvPr/>
              </p:nvSpPr>
              <p:spPr>
                <a:xfrm>
                  <a:off x="873400" y="4407550"/>
                  <a:ext cx="38025" cy="58525"/>
                </a:xfrm>
                <a:custGeom>
                  <a:rect b="b" l="l" r="r" t="t"/>
                  <a:pathLst>
                    <a:path extrusionOk="0" fill="none" h="2341" w="1521">
                      <a:moveTo>
                        <a:pt x="1520" y="0"/>
                      </a:moveTo>
                      <a:cubicBezTo>
                        <a:pt x="1490" y="304"/>
                        <a:pt x="1095" y="699"/>
                        <a:pt x="943" y="943"/>
                      </a:cubicBezTo>
                      <a:cubicBezTo>
                        <a:pt x="821" y="1155"/>
                        <a:pt x="669" y="1338"/>
                        <a:pt x="548" y="1520"/>
                      </a:cubicBezTo>
                      <a:cubicBezTo>
                        <a:pt x="365" y="1733"/>
                        <a:pt x="31" y="2037"/>
                        <a:pt x="0" y="2341"/>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0"/>
                <p:cNvSpPr/>
                <p:nvPr/>
              </p:nvSpPr>
              <p:spPr>
                <a:xfrm>
                  <a:off x="955475" y="4421975"/>
                  <a:ext cx="50175" cy="55500"/>
                </a:xfrm>
                <a:custGeom>
                  <a:rect b="b" l="l" r="r" t="t"/>
                  <a:pathLst>
                    <a:path extrusionOk="0" fill="none" h="2220" w="2007">
                      <a:moveTo>
                        <a:pt x="2006" y="1"/>
                      </a:moveTo>
                      <a:cubicBezTo>
                        <a:pt x="1611" y="244"/>
                        <a:pt x="1398" y="335"/>
                        <a:pt x="1155" y="669"/>
                      </a:cubicBezTo>
                      <a:cubicBezTo>
                        <a:pt x="1034" y="882"/>
                        <a:pt x="912" y="1095"/>
                        <a:pt x="760" y="1277"/>
                      </a:cubicBezTo>
                      <a:cubicBezTo>
                        <a:pt x="517" y="1612"/>
                        <a:pt x="304" y="1946"/>
                        <a:pt x="0" y="2220"/>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0"/>
                <p:cNvSpPr/>
                <p:nvPr/>
              </p:nvSpPr>
              <p:spPr>
                <a:xfrm>
                  <a:off x="1084650" y="4415900"/>
                  <a:ext cx="26625" cy="32700"/>
                </a:xfrm>
                <a:custGeom>
                  <a:rect b="b" l="l" r="r" t="t"/>
                  <a:pathLst>
                    <a:path extrusionOk="0" fill="none" h="1308" w="1065">
                      <a:moveTo>
                        <a:pt x="1064" y="1"/>
                      </a:moveTo>
                      <a:cubicBezTo>
                        <a:pt x="730" y="365"/>
                        <a:pt x="152" y="821"/>
                        <a:pt x="0" y="1308"/>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0"/>
                <p:cNvSpPr/>
                <p:nvPr/>
              </p:nvSpPr>
              <p:spPr>
                <a:xfrm>
                  <a:off x="1122650" y="4451625"/>
                  <a:ext cx="44100" cy="58525"/>
                </a:xfrm>
                <a:custGeom>
                  <a:rect b="b" l="l" r="r" t="t"/>
                  <a:pathLst>
                    <a:path extrusionOk="0" fill="none" h="2341" w="1764">
                      <a:moveTo>
                        <a:pt x="1763" y="0"/>
                      </a:moveTo>
                      <a:cubicBezTo>
                        <a:pt x="1368" y="517"/>
                        <a:pt x="1003" y="1094"/>
                        <a:pt x="578" y="1611"/>
                      </a:cubicBezTo>
                      <a:cubicBezTo>
                        <a:pt x="395" y="1854"/>
                        <a:pt x="243" y="2158"/>
                        <a:pt x="0" y="2341"/>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0"/>
                <p:cNvSpPr/>
                <p:nvPr/>
              </p:nvSpPr>
              <p:spPr>
                <a:xfrm>
                  <a:off x="1245750" y="4327750"/>
                  <a:ext cx="29650" cy="32700"/>
                </a:xfrm>
                <a:custGeom>
                  <a:rect b="b" l="l" r="r" t="t"/>
                  <a:pathLst>
                    <a:path extrusionOk="0" fill="none" h="1308" w="1186">
                      <a:moveTo>
                        <a:pt x="1186" y="1"/>
                      </a:moveTo>
                      <a:cubicBezTo>
                        <a:pt x="851" y="213"/>
                        <a:pt x="456" y="487"/>
                        <a:pt x="304" y="852"/>
                      </a:cubicBezTo>
                      <a:cubicBezTo>
                        <a:pt x="213" y="1034"/>
                        <a:pt x="183" y="1156"/>
                        <a:pt x="0" y="1308"/>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0"/>
                <p:cNvSpPr/>
                <p:nvPr/>
              </p:nvSpPr>
              <p:spPr>
                <a:xfrm>
                  <a:off x="1284500" y="4418950"/>
                  <a:ext cx="31950" cy="44100"/>
                </a:xfrm>
                <a:custGeom>
                  <a:rect b="b" l="l" r="r" t="t"/>
                  <a:pathLst>
                    <a:path extrusionOk="0" fill="none" h="1764" w="1278">
                      <a:moveTo>
                        <a:pt x="1277" y="0"/>
                      </a:moveTo>
                      <a:cubicBezTo>
                        <a:pt x="943" y="395"/>
                        <a:pt x="578" y="821"/>
                        <a:pt x="304" y="1246"/>
                      </a:cubicBezTo>
                      <a:cubicBezTo>
                        <a:pt x="183" y="1398"/>
                        <a:pt x="122" y="1611"/>
                        <a:pt x="0" y="1763"/>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0"/>
                <p:cNvSpPr/>
                <p:nvPr/>
              </p:nvSpPr>
              <p:spPr>
                <a:xfrm>
                  <a:off x="1292850" y="4507100"/>
                  <a:ext cx="35000" cy="49400"/>
                </a:xfrm>
                <a:custGeom>
                  <a:rect b="b" l="l" r="r" t="t"/>
                  <a:pathLst>
                    <a:path extrusionOk="0" fill="none" h="1976" w="1400">
                      <a:moveTo>
                        <a:pt x="1399" y="0"/>
                      </a:moveTo>
                      <a:cubicBezTo>
                        <a:pt x="822" y="517"/>
                        <a:pt x="548" y="1398"/>
                        <a:pt x="1" y="1976"/>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0"/>
                <p:cNvSpPr/>
                <p:nvPr/>
              </p:nvSpPr>
              <p:spPr>
                <a:xfrm>
                  <a:off x="1257900" y="4627150"/>
                  <a:ext cx="44100" cy="52450"/>
                </a:xfrm>
                <a:custGeom>
                  <a:rect b="b" l="l" r="r" t="t"/>
                  <a:pathLst>
                    <a:path extrusionOk="0" fill="none" h="2098" w="1764">
                      <a:moveTo>
                        <a:pt x="1764" y="1"/>
                      </a:moveTo>
                      <a:cubicBezTo>
                        <a:pt x="1308" y="517"/>
                        <a:pt x="882" y="1034"/>
                        <a:pt x="457" y="1520"/>
                      </a:cubicBezTo>
                      <a:cubicBezTo>
                        <a:pt x="335" y="1672"/>
                        <a:pt x="31" y="1946"/>
                        <a:pt x="1" y="2098"/>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0"/>
                <p:cNvSpPr/>
                <p:nvPr/>
              </p:nvSpPr>
              <p:spPr>
                <a:xfrm>
                  <a:off x="1175825" y="4636275"/>
                  <a:ext cx="41075" cy="49425"/>
                </a:xfrm>
                <a:custGeom>
                  <a:rect b="b" l="l" r="r" t="t"/>
                  <a:pathLst>
                    <a:path extrusionOk="0" fill="none" h="1977" w="1643">
                      <a:moveTo>
                        <a:pt x="1642" y="0"/>
                      </a:moveTo>
                      <a:cubicBezTo>
                        <a:pt x="1156" y="304"/>
                        <a:pt x="852" y="791"/>
                        <a:pt x="578" y="1277"/>
                      </a:cubicBezTo>
                      <a:cubicBezTo>
                        <a:pt x="426" y="1550"/>
                        <a:pt x="214" y="1763"/>
                        <a:pt x="1" y="1976"/>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0"/>
                <p:cNvSpPr/>
                <p:nvPr/>
              </p:nvSpPr>
              <p:spPr>
                <a:xfrm>
                  <a:off x="1175825" y="4530650"/>
                  <a:ext cx="49425" cy="64600"/>
                </a:xfrm>
                <a:custGeom>
                  <a:rect b="b" l="l" r="r" t="t"/>
                  <a:pathLst>
                    <a:path extrusionOk="0" fill="none" h="2584" w="1977">
                      <a:moveTo>
                        <a:pt x="1977" y="0"/>
                      </a:moveTo>
                      <a:cubicBezTo>
                        <a:pt x="1581" y="426"/>
                        <a:pt x="1156" y="943"/>
                        <a:pt x="822" y="1429"/>
                      </a:cubicBezTo>
                      <a:cubicBezTo>
                        <a:pt x="548" y="1824"/>
                        <a:pt x="305" y="2219"/>
                        <a:pt x="1" y="2584"/>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0"/>
                <p:cNvSpPr/>
                <p:nvPr/>
              </p:nvSpPr>
              <p:spPr>
                <a:xfrm>
                  <a:off x="1067175" y="4662100"/>
                  <a:ext cx="38025" cy="47150"/>
                </a:xfrm>
                <a:custGeom>
                  <a:rect b="b" l="l" r="r" t="t"/>
                  <a:pathLst>
                    <a:path extrusionOk="0" fill="none" h="1886" w="1521">
                      <a:moveTo>
                        <a:pt x="1520" y="1"/>
                      </a:moveTo>
                      <a:cubicBezTo>
                        <a:pt x="1186" y="426"/>
                        <a:pt x="943" y="943"/>
                        <a:pt x="578" y="1308"/>
                      </a:cubicBezTo>
                      <a:cubicBezTo>
                        <a:pt x="395" y="1521"/>
                        <a:pt x="183" y="1703"/>
                        <a:pt x="0" y="1885"/>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0"/>
                <p:cNvSpPr/>
                <p:nvPr/>
              </p:nvSpPr>
              <p:spPr>
                <a:xfrm>
                  <a:off x="1105175" y="4697825"/>
                  <a:ext cx="32700" cy="38025"/>
                </a:xfrm>
                <a:custGeom>
                  <a:rect b="b" l="l" r="r" t="t"/>
                  <a:pathLst>
                    <a:path extrusionOk="0" fill="none" h="1521" w="1308">
                      <a:moveTo>
                        <a:pt x="1307" y="0"/>
                      </a:moveTo>
                      <a:cubicBezTo>
                        <a:pt x="942" y="335"/>
                        <a:pt x="578" y="699"/>
                        <a:pt x="304" y="1125"/>
                      </a:cubicBezTo>
                      <a:cubicBezTo>
                        <a:pt x="243" y="1247"/>
                        <a:pt x="182" y="1490"/>
                        <a:pt x="0" y="1520"/>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0"/>
                <p:cNvSpPr/>
                <p:nvPr/>
              </p:nvSpPr>
              <p:spPr>
                <a:xfrm>
                  <a:off x="1061100" y="4556475"/>
                  <a:ext cx="34975" cy="44100"/>
                </a:xfrm>
                <a:custGeom>
                  <a:rect b="b" l="l" r="r" t="t"/>
                  <a:pathLst>
                    <a:path extrusionOk="0" fill="none" h="1764" w="1399">
                      <a:moveTo>
                        <a:pt x="1398" y="1"/>
                      </a:moveTo>
                      <a:cubicBezTo>
                        <a:pt x="942" y="274"/>
                        <a:pt x="578" y="730"/>
                        <a:pt x="365" y="1247"/>
                      </a:cubicBezTo>
                      <a:cubicBezTo>
                        <a:pt x="304" y="1338"/>
                        <a:pt x="274" y="1460"/>
                        <a:pt x="213" y="1551"/>
                      </a:cubicBezTo>
                      <a:cubicBezTo>
                        <a:pt x="152" y="1642"/>
                        <a:pt x="31" y="1642"/>
                        <a:pt x="0" y="1764"/>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0"/>
                <p:cNvSpPr/>
                <p:nvPr/>
              </p:nvSpPr>
              <p:spPr>
                <a:xfrm>
                  <a:off x="923550" y="4653750"/>
                  <a:ext cx="41050" cy="55500"/>
                </a:xfrm>
                <a:custGeom>
                  <a:rect b="b" l="l" r="r" t="t"/>
                  <a:pathLst>
                    <a:path extrusionOk="0" fill="none" h="2220" w="1642">
                      <a:moveTo>
                        <a:pt x="1642" y="0"/>
                      </a:moveTo>
                      <a:cubicBezTo>
                        <a:pt x="1277" y="487"/>
                        <a:pt x="912" y="1003"/>
                        <a:pt x="517" y="1520"/>
                      </a:cubicBezTo>
                      <a:cubicBezTo>
                        <a:pt x="365" y="1733"/>
                        <a:pt x="183" y="2007"/>
                        <a:pt x="1" y="2219"/>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0"/>
                <p:cNvSpPr/>
                <p:nvPr/>
              </p:nvSpPr>
              <p:spPr>
                <a:xfrm>
                  <a:off x="947100" y="4527600"/>
                  <a:ext cx="44100" cy="55500"/>
                </a:xfrm>
                <a:custGeom>
                  <a:rect b="b" l="l" r="r" t="t"/>
                  <a:pathLst>
                    <a:path extrusionOk="0" fill="none" h="2220" w="1764">
                      <a:moveTo>
                        <a:pt x="1764" y="1"/>
                      </a:moveTo>
                      <a:cubicBezTo>
                        <a:pt x="821" y="517"/>
                        <a:pt x="639" y="1490"/>
                        <a:pt x="1" y="2220"/>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0"/>
                <p:cNvSpPr/>
                <p:nvPr/>
              </p:nvSpPr>
              <p:spPr>
                <a:xfrm>
                  <a:off x="820975" y="4527600"/>
                  <a:ext cx="49400" cy="64625"/>
                </a:xfrm>
                <a:custGeom>
                  <a:rect b="b" l="l" r="r" t="t"/>
                  <a:pathLst>
                    <a:path extrusionOk="0" fill="none" h="2585" w="1976">
                      <a:moveTo>
                        <a:pt x="1976" y="1"/>
                      </a:moveTo>
                      <a:cubicBezTo>
                        <a:pt x="1398" y="487"/>
                        <a:pt x="973" y="913"/>
                        <a:pt x="517" y="1521"/>
                      </a:cubicBezTo>
                      <a:cubicBezTo>
                        <a:pt x="274" y="1855"/>
                        <a:pt x="182" y="2220"/>
                        <a:pt x="0" y="2584"/>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0"/>
                <p:cNvSpPr/>
                <p:nvPr/>
              </p:nvSpPr>
              <p:spPr>
                <a:xfrm>
                  <a:off x="827050" y="4659825"/>
                  <a:ext cx="38025" cy="46375"/>
                </a:xfrm>
                <a:custGeom>
                  <a:rect b="b" l="l" r="r" t="t"/>
                  <a:pathLst>
                    <a:path extrusionOk="0" fill="none" h="1855" w="1521">
                      <a:moveTo>
                        <a:pt x="1520" y="1"/>
                      </a:moveTo>
                      <a:cubicBezTo>
                        <a:pt x="1125" y="365"/>
                        <a:pt x="608" y="730"/>
                        <a:pt x="335" y="1186"/>
                      </a:cubicBezTo>
                      <a:cubicBezTo>
                        <a:pt x="274" y="1308"/>
                        <a:pt x="243" y="1429"/>
                        <a:pt x="183" y="1520"/>
                      </a:cubicBezTo>
                      <a:cubicBezTo>
                        <a:pt x="122" y="1642"/>
                        <a:pt x="0" y="1703"/>
                        <a:pt x="0" y="1855"/>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0"/>
                <p:cNvSpPr/>
                <p:nvPr/>
              </p:nvSpPr>
              <p:spPr>
                <a:xfrm>
                  <a:off x="772325" y="4647675"/>
                  <a:ext cx="22075" cy="23575"/>
                </a:xfrm>
                <a:custGeom>
                  <a:rect b="b" l="l" r="r" t="t"/>
                  <a:pathLst>
                    <a:path extrusionOk="0" fill="none" h="943" w="883">
                      <a:moveTo>
                        <a:pt x="882" y="0"/>
                      </a:moveTo>
                      <a:cubicBezTo>
                        <a:pt x="609" y="152"/>
                        <a:pt x="1" y="578"/>
                        <a:pt x="62" y="943"/>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0"/>
                <p:cNvSpPr/>
                <p:nvPr/>
              </p:nvSpPr>
              <p:spPr>
                <a:xfrm>
                  <a:off x="988150" y="4682625"/>
                  <a:ext cx="28900" cy="38775"/>
                </a:xfrm>
                <a:custGeom>
                  <a:rect b="b" l="l" r="r" t="t"/>
                  <a:pathLst>
                    <a:path extrusionOk="0" fill="none" h="1551" w="1156">
                      <a:moveTo>
                        <a:pt x="1155" y="0"/>
                      </a:moveTo>
                      <a:cubicBezTo>
                        <a:pt x="760" y="396"/>
                        <a:pt x="547" y="578"/>
                        <a:pt x="335" y="1034"/>
                      </a:cubicBezTo>
                      <a:cubicBezTo>
                        <a:pt x="274" y="1216"/>
                        <a:pt x="152" y="1429"/>
                        <a:pt x="0" y="1551"/>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0"/>
                <p:cNvSpPr/>
                <p:nvPr/>
              </p:nvSpPr>
              <p:spPr>
                <a:xfrm>
                  <a:off x="1357450" y="4407550"/>
                  <a:ext cx="23575" cy="34975"/>
                </a:xfrm>
                <a:custGeom>
                  <a:rect b="b" l="l" r="r" t="t"/>
                  <a:pathLst>
                    <a:path extrusionOk="0" fill="none" h="1399" w="943">
                      <a:moveTo>
                        <a:pt x="943" y="0"/>
                      </a:moveTo>
                      <a:cubicBezTo>
                        <a:pt x="669" y="304"/>
                        <a:pt x="426" y="639"/>
                        <a:pt x="213" y="973"/>
                      </a:cubicBezTo>
                      <a:cubicBezTo>
                        <a:pt x="122" y="1125"/>
                        <a:pt x="0" y="1246"/>
                        <a:pt x="0" y="1398"/>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0"/>
                <p:cNvSpPr/>
                <p:nvPr/>
              </p:nvSpPr>
              <p:spPr>
                <a:xfrm>
                  <a:off x="1349100" y="4603600"/>
                  <a:ext cx="19775" cy="17500"/>
                </a:xfrm>
                <a:custGeom>
                  <a:rect b="b" l="l" r="r" t="t"/>
                  <a:pathLst>
                    <a:path extrusionOk="0" fill="none" h="700" w="791">
                      <a:moveTo>
                        <a:pt x="790" y="0"/>
                      </a:moveTo>
                      <a:cubicBezTo>
                        <a:pt x="578" y="213"/>
                        <a:pt x="213" y="456"/>
                        <a:pt x="0" y="699"/>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0"/>
                <p:cNvSpPr/>
                <p:nvPr/>
              </p:nvSpPr>
              <p:spPr>
                <a:xfrm>
                  <a:off x="1005238" y="38760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6" name="Google Shape;3626;p40"/>
              <p:cNvSpPr/>
              <p:nvPr/>
            </p:nvSpPr>
            <p:spPr>
              <a:xfrm flipH="1" rot="10800000">
                <a:off x="382116" y="4520191"/>
                <a:ext cx="55144" cy="58239"/>
              </a:xfrm>
              <a:custGeom>
                <a:rect b="b" l="l" r="r" t="t"/>
                <a:pathLst>
                  <a:path extrusionOk="0" h="2503" w="2370">
                    <a:moveTo>
                      <a:pt x="1269" y="1"/>
                    </a:moveTo>
                    <a:cubicBezTo>
                      <a:pt x="1068" y="301"/>
                      <a:pt x="902" y="601"/>
                      <a:pt x="768" y="935"/>
                    </a:cubicBezTo>
                    <a:cubicBezTo>
                      <a:pt x="501" y="901"/>
                      <a:pt x="268" y="868"/>
                      <a:pt x="1" y="868"/>
                    </a:cubicBezTo>
                    <a:cubicBezTo>
                      <a:pt x="168" y="1035"/>
                      <a:pt x="401" y="1168"/>
                      <a:pt x="601" y="1302"/>
                    </a:cubicBezTo>
                    <a:cubicBezTo>
                      <a:pt x="601" y="1335"/>
                      <a:pt x="568" y="1335"/>
                      <a:pt x="568" y="1368"/>
                    </a:cubicBezTo>
                    <a:cubicBezTo>
                      <a:pt x="401" y="1702"/>
                      <a:pt x="201" y="2035"/>
                      <a:pt x="1" y="2336"/>
                    </a:cubicBezTo>
                    <a:lnTo>
                      <a:pt x="134" y="2336"/>
                    </a:lnTo>
                    <a:cubicBezTo>
                      <a:pt x="468" y="2102"/>
                      <a:pt x="802" y="1869"/>
                      <a:pt x="1168" y="1668"/>
                    </a:cubicBezTo>
                    <a:cubicBezTo>
                      <a:pt x="1469" y="1935"/>
                      <a:pt x="1736" y="2202"/>
                      <a:pt x="1969" y="2502"/>
                    </a:cubicBezTo>
                    <a:cubicBezTo>
                      <a:pt x="2036" y="2436"/>
                      <a:pt x="2002" y="2336"/>
                      <a:pt x="1969" y="2236"/>
                    </a:cubicBezTo>
                    <a:cubicBezTo>
                      <a:pt x="1836" y="2002"/>
                      <a:pt x="1702" y="1735"/>
                      <a:pt x="1602" y="1435"/>
                    </a:cubicBezTo>
                    <a:cubicBezTo>
                      <a:pt x="1869" y="1335"/>
                      <a:pt x="2102" y="1201"/>
                      <a:pt x="2369" y="1101"/>
                    </a:cubicBezTo>
                    <a:cubicBezTo>
                      <a:pt x="2069" y="1068"/>
                      <a:pt x="1769" y="1035"/>
                      <a:pt x="1469" y="1001"/>
                    </a:cubicBezTo>
                    <a:cubicBezTo>
                      <a:pt x="1369" y="668"/>
                      <a:pt x="1302" y="334"/>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0"/>
              <p:cNvSpPr/>
              <p:nvPr/>
            </p:nvSpPr>
            <p:spPr>
              <a:xfrm rot="-10019618">
                <a:off x="2315063" y="4379640"/>
                <a:ext cx="522142" cy="177466"/>
              </a:xfrm>
              <a:custGeom>
                <a:rect b="b" l="l" r="r" t="t"/>
                <a:pathLst>
                  <a:path extrusionOk="0" h="9405" w="13944">
                    <a:moveTo>
                      <a:pt x="0" y="1"/>
                    </a:moveTo>
                    <a:lnTo>
                      <a:pt x="0" y="1"/>
                    </a:lnTo>
                    <a:cubicBezTo>
                      <a:pt x="2936" y="1802"/>
                      <a:pt x="5504" y="4170"/>
                      <a:pt x="7539" y="6972"/>
                    </a:cubicBezTo>
                    <a:cubicBezTo>
                      <a:pt x="8006" y="7573"/>
                      <a:pt x="8473" y="8273"/>
                      <a:pt x="9240" y="8507"/>
                    </a:cubicBezTo>
                    <a:cubicBezTo>
                      <a:pt x="9040" y="7640"/>
                      <a:pt x="8640" y="6839"/>
                      <a:pt x="8040" y="6172"/>
                    </a:cubicBezTo>
                    <a:lnTo>
                      <a:pt x="8040" y="6172"/>
                    </a:lnTo>
                    <a:cubicBezTo>
                      <a:pt x="9941" y="6672"/>
                      <a:pt x="11475" y="8040"/>
                      <a:pt x="13076" y="9141"/>
                    </a:cubicBezTo>
                    <a:cubicBezTo>
                      <a:pt x="13287" y="9272"/>
                      <a:pt x="13519" y="9404"/>
                      <a:pt x="13755" y="9404"/>
                    </a:cubicBezTo>
                    <a:cubicBezTo>
                      <a:pt x="13818" y="9404"/>
                      <a:pt x="13881" y="9395"/>
                      <a:pt x="13944" y="9374"/>
                    </a:cubicBezTo>
                    <a:cubicBezTo>
                      <a:pt x="13944" y="8907"/>
                      <a:pt x="13610" y="8540"/>
                      <a:pt x="13310" y="8207"/>
                    </a:cubicBezTo>
                    <a:cubicBezTo>
                      <a:pt x="11509" y="6239"/>
                      <a:pt x="9674" y="4270"/>
                      <a:pt x="7506" y="2703"/>
                    </a:cubicBezTo>
                    <a:cubicBezTo>
                      <a:pt x="5371" y="1168"/>
                      <a:pt x="2669" y="13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8" name="Google Shape;3628;p40"/>
              <p:cNvGrpSpPr/>
              <p:nvPr/>
            </p:nvGrpSpPr>
            <p:grpSpPr>
              <a:xfrm>
                <a:off x="7921343" y="1311380"/>
                <a:ext cx="408955" cy="376720"/>
                <a:chOff x="548175" y="3691725"/>
                <a:chExt cx="990925" cy="1044125"/>
              </a:xfrm>
            </p:grpSpPr>
            <p:sp>
              <p:nvSpPr>
                <p:cNvPr id="3629" name="Google Shape;3629;p40"/>
                <p:cNvSpPr/>
                <p:nvPr/>
              </p:nvSpPr>
              <p:spPr>
                <a:xfrm>
                  <a:off x="803500" y="3747200"/>
                  <a:ext cx="52450" cy="99575"/>
                </a:xfrm>
                <a:custGeom>
                  <a:rect b="b" l="l" r="r" t="t"/>
                  <a:pathLst>
                    <a:path extrusionOk="0" fill="none" h="3983" w="2098">
                      <a:moveTo>
                        <a:pt x="2097" y="0"/>
                      </a:moveTo>
                      <a:cubicBezTo>
                        <a:pt x="1733" y="760"/>
                        <a:pt x="1307" y="1490"/>
                        <a:pt x="881" y="2250"/>
                      </a:cubicBezTo>
                      <a:cubicBezTo>
                        <a:pt x="578" y="2827"/>
                        <a:pt x="213" y="3374"/>
                        <a:pt x="0" y="3982"/>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0"/>
                <p:cNvSpPr/>
                <p:nvPr/>
              </p:nvSpPr>
              <p:spPr>
                <a:xfrm>
                  <a:off x="773850" y="3864975"/>
                  <a:ext cx="58550" cy="99575"/>
                </a:xfrm>
                <a:custGeom>
                  <a:rect b="b" l="l" r="r" t="t"/>
                  <a:pathLst>
                    <a:path extrusionOk="0" fill="none" h="3983" w="2342">
                      <a:moveTo>
                        <a:pt x="2341" y="1"/>
                      </a:moveTo>
                      <a:cubicBezTo>
                        <a:pt x="2067" y="700"/>
                        <a:pt x="1490" y="1308"/>
                        <a:pt x="1186" y="2007"/>
                      </a:cubicBezTo>
                      <a:cubicBezTo>
                        <a:pt x="852" y="2706"/>
                        <a:pt x="517" y="3436"/>
                        <a:pt x="1" y="398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0"/>
                <p:cNvSpPr/>
                <p:nvPr/>
              </p:nvSpPr>
              <p:spPr>
                <a:xfrm>
                  <a:off x="712300" y="3923500"/>
                  <a:ext cx="38025" cy="64600"/>
                </a:xfrm>
                <a:custGeom>
                  <a:rect b="b" l="l" r="r" t="t"/>
                  <a:pathLst>
                    <a:path extrusionOk="0" fill="none" h="2584" w="1521">
                      <a:moveTo>
                        <a:pt x="1520" y="0"/>
                      </a:moveTo>
                      <a:cubicBezTo>
                        <a:pt x="1216" y="487"/>
                        <a:pt x="1034" y="1034"/>
                        <a:pt x="700" y="1520"/>
                      </a:cubicBezTo>
                      <a:cubicBezTo>
                        <a:pt x="456" y="1885"/>
                        <a:pt x="244" y="2219"/>
                        <a:pt x="1" y="258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0"/>
                <p:cNvSpPr/>
                <p:nvPr/>
              </p:nvSpPr>
              <p:spPr>
                <a:xfrm>
                  <a:off x="718375" y="3829275"/>
                  <a:ext cx="41075" cy="64600"/>
                </a:xfrm>
                <a:custGeom>
                  <a:rect b="b" l="l" r="r" t="t"/>
                  <a:pathLst>
                    <a:path extrusionOk="0" fill="none" h="2584" w="1643">
                      <a:moveTo>
                        <a:pt x="1642" y="0"/>
                      </a:moveTo>
                      <a:cubicBezTo>
                        <a:pt x="1034" y="851"/>
                        <a:pt x="487" y="1702"/>
                        <a:pt x="1" y="258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0"/>
                <p:cNvSpPr/>
                <p:nvPr/>
              </p:nvSpPr>
              <p:spPr>
                <a:xfrm>
                  <a:off x="621125" y="3993400"/>
                  <a:ext cx="26600" cy="53225"/>
                </a:xfrm>
                <a:custGeom>
                  <a:rect b="b" l="l" r="r" t="t"/>
                  <a:pathLst>
                    <a:path extrusionOk="0" fill="none" h="2129" w="1064">
                      <a:moveTo>
                        <a:pt x="1064" y="1"/>
                      </a:moveTo>
                      <a:cubicBezTo>
                        <a:pt x="1003" y="335"/>
                        <a:pt x="699" y="761"/>
                        <a:pt x="517" y="1065"/>
                      </a:cubicBezTo>
                      <a:cubicBezTo>
                        <a:pt x="365" y="1429"/>
                        <a:pt x="182" y="1764"/>
                        <a:pt x="0" y="2128"/>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0"/>
                <p:cNvSpPr/>
                <p:nvPr/>
              </p:nvSpPr>
              <p:spPr>
                <a:xfrm>
                  <a:off x="662150" y="4043550"/>
                  <a:ext cx="32700" cy="58550"/>
                </a:xfrm>
                <a:custGeom>
                  <a:rect b="b" l="l" r="r" t="t"/>
                  <a:pathLst>
                    <a:path extrusionOk="0" fill="none" h="2342" w="1308">
                      <a:moveTo>
                        <a:pt x="1307" y="1"/>
                      </a:moveTo>
                      <a:cubicBezTo>
                        <a:pt x="1034" y="487"/>
                        <a:pt x="578" y="882"/>
                        <a:pt x="396" y="1399"/>
                      </a:cubicBezTo>
                      <a:cubicBezTo>
                        <a:pt x="274" y="1703"/>
                        <a:pt x="244" y="2098"/>
                        <a:pt x="0" y="2341"/>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0"/>
                <p:cNvSpPr/>
                <p:nvPr/>
              </p:nvSpPr>
              <p:spPr>
                <a:xfrm>
                  <a:off x="726750" y="4043550"/>
                  <a:ext cx="44075" cy="67650"/>
                </a:xfrm>
                <a:custGeom>
                  <a:rect b="b" l="l" r="r" t="t"/>
                  <a:pathLst>
                    <a:path extrusionOk="0" fill="none" h="2706" w="1763">
                      <a:moveTo>
                        <a:pt x="1763" y="1"/>
                      </a:moveTo>
                      <a:cubicBezTo>
                        <a:pt x="973" y="761"/>
                        <a:pt x="426" y="1703"/>
                        <a:pt x="0" y="270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0"/>
                <p:cNvSpPr/>
                <p:nvPr/>
              </p:nvSpPr>
              <p:spPr>
                <a:xfrm>
                  <a:off x="827050" y="3955400"/>
                  <a:ext cx="43325" cy="67675"/>
                </a:xfrm>
                <a:custGeom>
                  <a:rect b="b" l="l" r="r" t="t"/>
                  <a:pathLst>
                    <a:path extrusionOk="0" fill="none" h="2707" w="1733">
                      <a:moveTo>
                        <a:pt x="1733" y="1"/>
                      </a:moveTo>
                      <a:cubicBezTo>
                        <a:pt x="1307" y="487"/>
                        <a:pt x="851" y="1065"/>
                        <a:pt x="578" y="1673"/>
                      </a:cubicBezTo>
                      <a:cubicBezTo>
                        <a:pt x="487" y="1855"/>
                        <a:pt x="426" y="2068"/>
                        <a:pt x="304" y="2250"/>
                      </a:cubicBezTo>
                      <a:cubicBezTo>
                        <a:pt x="213" y="2402"/>
                        <a:pt x="0" y="2524"/>
                        <a:pt x="0" y="270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0"/>
                <p:cNvSpPr/>
                <p:nvPr/>
              </p:nvSpPr>
              <p:spPr>
                <a:xfrm>
                  <a:off x="908350" y="3835350"/>
                  <a:ext cx="44100" cy="76000"/>
                </a:xfrm>
                <a:custGeom>
                  <a:rect b="b" l="l" r="r" t="t"/>
                  <a:pathLst>
                    <a:path extrusionOk="0" fill="none" h="3040" w="1764">
                      <a:moveTo>
                        <a:pt x="1764" y="0"/>
                      </a:moveTo>
                      <a:cubicBezTo>
                        <a:pt x="1399" y="699"/>
                        <a:pt x="1034" y="1429"/>
                        <a:pt x="700" y="2158"/>
                      </a:cubicBezTo>
                      <a:cubicBezTo>
                        <a:pt x="578" y="2462"/>
                        <a:pt x="457" y="3040"/>
                        <a:pt x="1" y="2949"/>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0"/>
                <p:cNvSpPr/>
                <p:nvPr/>
              </p:nvSpPr>
              <p:spPr>
                <a:xfrm>
                  <a:off x="901525" y="3764675"/>
                  <a:ext cx="50925" cy="76775"/>
                </a:xfrm>
                <a:custGeom>
                  <a:rect b="b" l="l" r="r" t="t"/>
                  <a:pathLst>
                    <a:path extrusionOk="0" fill="none" h="3071" w="2037">
                      <a:moveTo>
                        <a:pt x="2037" y="1"/>
                      </a:moveTo>
                      <a:cubicBezTo>
                        <a:pt x="1489" y="457"/>
                        <a:pt x="1155" y="1095"/>
                        <a:pt x="821" y="1703"/>
                      </a:cubicBezTo>
                      <a:cubicBezTo>
                        <a:pt x="608" y="2067"/>
                        <a:pt x="0" y="2645"/>
                        <a:pt x="61" y="3071"/>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0"/>
                <p:cNvSpPr/>
                <p:nvPr/>
              </p:nvSpPr>
              <p:spPr>
                <a:xfrm>
                  <a:off x="1008650" y="3762400"/>
                  <a:ext cx="28900" cy="52450"/>
                </a:xfrm>
                <a:custGeom>
                  <a:rect b="b" l="l" r="r" t="t"/>
                  <a:pathLst>
                    <a:path extrusionOk="0" fill="none" h="2098" w="1156">
                      <a:moveTo>
                        <a:pt x="1156" y="0"/>
                      </a:moveTo>
                      <a:cubicBezTo>
                        <a:pt x="882" y="456"/>
                        <a:pt x="487" y="882"/>
                        <a:pt x="305" y="1399"/>
                      </a:cubicBezTo>
                      <a:cubicBezTo>
                        <a:pt x="214" y="1611"/>
                        <a:pt x="183" y="1915"/>
                        <a:pt x="1" y="2098"/>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0"/>
                <p:cNvSpPr/>
                <p:nvPr/>
              </p:nvSpPr>
              <p:spPr>
                <a:xfrm>
                  <a:off x="1084650" y="3732750"/>
                  <a:ext cx="44100" cy="61600"/>
                </a:xfrm>
                <a:custGeom>
                  <a:rect b="b" l="l" r="r" t="t"/>
                  <a:pathLst>
                    <a:path extrusionOk="0" fill="none" h="2464" w="1764">
                      <a:moveTo>
                        <a:pt x="1763" y="1"/>
                      </a:moveTo>
                      <a:cubicBezTo>
                        <a:pt x="1551" y="487"/>
                        <a:pt x="1277" y="913"/>
                        <a:pt x="943" y="1308"/>
                      </a:cubicBezTo>
                      <a:cubicBezTo>
                        <a:pt x="608" y="1703"/>
                        <a:pt x="396" y="2098"/>
                        <a:pt x="0" y="246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0"/>
                <p:cNvSpPr/>
                <p:nvPr/>
              </p:nvSpPr>
              <p:spPr>
                <a:xfrm>
                  <a:off x="1155325" y="3762400"/>
                  <a:ext cx="38000" cy="49425"/>
                </a:xfrm>
                <a:custGeom>
                  <a:rect b="b" l="l" r="r" t="t"/>
                  <a:pathLst>
                    <a:path extrusionOk="0" fill="none" h="1977" w="1520">
                      <a:moveTo>
                        <a:pt x="1520" y="0"/>
                      </a:moveTo>
                      <a:cubicBezTo>
                        <a:pt x="1216" y="365"/>
                        <a:pt x="942" y="791"/>
                        <a:pt x="639" y="1155"/>
                      </a:cubicBezTo>
                      <a:cubicBezTo>
                        <a:pt x="426" y="1429"/>
                        <a:pt x="183" y="1672"/>
                        <a:pt x="0" y="197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0"/>
                <p:cNvSpPr/>
                <p:nvPr/>
              </p:nvSpPr>
              <p:spPr>
                <a:xfrm>
                  <a:off x="969900" y="39934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0"/>
                <p:cNvSpPr/>
                <p:nvPr/>
              </p:nvSpPr>
              <p:spPr>
                <a:xfrm>
                  <a:off x="929625" y="3917425"/>
                  <a:ext cx="43350" cy="64600"/>
                </a:xfrm>
                <a:custGeom>
                  <a:rect b="b" l="l" r="r" t="t"/>
                  <a:pathLst>
                    <a:path extrusionOk="0" fill="none" h="2584" w="1734">
                      <a:moveTo>
                        <a:pt x="1733" y="0"/>
                      </a:moveTo>
                      <a:cubicBezTo>
                        <a:pt x="1217" y="882"/>
                        <a:pt x="730" y="1854"/>
                        <a:pt x="1" y="258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0"/>
                <p:cNvSpPr/>
                <p:nvPr/>
              </p:nvSpPr>
              <p:spPr>
                <a:xfrm>
                  <a:off x="847550" y="4061025"/>
                  <a:ext cx="40300" cy="56275"/>
                </a:xfrm>
                <a:custGeom>
                  <a:rect b="b" l="l" r="r" t="t"/>
                  <a:pathLst>
                    <a:path extrusionOk="0" fill="none" h="2251" w="1612">
                      <a:moveTo>
                        <a:pt x="1612" y="1"/>
                      </a:moveTo>
                      <a:cubicBezTo>
                        <a:pt x="974" y="700"/>
                        <a:pt x="487" y="1429"/>
                        <a:pt x="1" y="225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0"/>
                <p:cNvSpPr/>
                <p:nvPr/>
              </p:nvSpPr>
              <p:spPr>
                <a:xfrm>
                  <a:off x="750300" y="4169700"/>
                  <a:ext cx="50175" cy="64625"/>
                </a:xfrm>
                <a:custGeom>
                  <a:rect b="b" l="l" r="r" t="t"/>
                  <a:pathLst>
                    <a:path extrusionOk="0" fill="none" h="2585" w="2007">
                      <a:moveTo>
                        <a:pt x="2006" y="0"/>
                      </a:moveTo>
                      <a:cubicBezTo>
                        <a:pt x="1307" y="852"/>
                        <a:pt x="791" y="1824"/>
                        <a:pt x="0" y="258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0"/>
                <p:cNvSpPr/>
                <p:nvPr/>
              </p:nvSpPr>
              <p:spPr>
                <a:xfrm>
                  <a:off x="747250" y="4114225"/>
                  <a:ext cx="32700" cy="46375"/>
                </a:xfrm>
                <a:custGeom>
                  <a:rect b="b" l="l" r="r" t="t"/>
                  <a:pathLst>
                    <a:path extrusionOk="0" fill="none" h="1855" w="1308">
                      <a:moveTo>
                        <a:pt x="1308" y="1"/>
                      </a:moveTo>
                      <a:cubicBezTo>
                        <a:pt x="913" y="639"/>
                        <a:pt x="517" y="1308"/>
                        <a:pt x="1" y="185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0"/>
                <p:cNvSpPr/>
                <p:nvPr/>
              </p:nvSpPr>
              <p:spPr>
                <a:xfrm>
                  <a:off x="641625" y="4222900"/>
                  <a:ext cx="35750" cy="52450"/>
                </a:xfrm>
                <a:custGeom>
                  <a:rect b="b" l="l" r="r" t="t"/>
                  <a:pathLst>
                    <a:path extrusionOk="0" fill="none" h="2098" w="1430">
                      <a:moveTo>
                        <a:pt x="1429" y="0"/>
                      </a:moveTo>
                      <a:cubicBezTo>
                        <a:pt x="1399" y="182"/>
                        <a:pt x="1004" y="699"/>
                        <a:pt x="913" y="821"/>
                      </a:cubicBezTo>
                      <a:cubicBezTo>
                        <a:pt x="791" y="973"/>
                        <a:pt x="639" y="1125"/>
                        <a:pt x="517" y="1277"/>
                      </a:cubicBezTo>
                      <a:cubicBezTo>
                        <a:pt x="335" y="1520"/>
                        <a:pt x="62" y="1763"/>
                        <a:pt x="1" y="2097"/>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0"/>
                <p:cNvSpPr/>
                <p:nvPr/>
              </p:nvSpPr>
              <p:spPr>
                <a:xfrm>
                  <a:off x="615800" y="4169700"/>
                  <a:ext cx="46375" cy="55500"/>
                </a:xfrm>
                <a:custGeom>
                  <a:rect b="b" l="l" r="r" t="t"/>
                  <a:pathLst>
                    <a:path extrusionOk="0" fill="none" h="2220" w="1855">
                      <a:moveTo>
                        <a:pt x="1854" y="0"/>
                      </a:moveTo>
                      <a:cubicBezTo>
                        <a:pt x="973" y="517"/>
                        <a:pt x="699" y="1551"/>
                        <a:pt x="0" y="2219"/>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0"/>
                <p:cNvSpPr/>
                <p:nvPr/>
              </p:nvSpPr>
              <p:spPr>
                <a:xfrm>
                  <a:off x="589200" y="4114225"/>
                  <a:ext cx="31950" cy="46375"/>
                </a:xfrm>
                <a:custGeom>
                  <a:rect b="b" l="l" r="r" t="t"/>
                  <a:pathLst>
                    <a:path extrusionOk="0" fill="none" h="1855" w="1278">
                      <a:moveTo>
                        <a:pt x="1277" y="1"/>
                      </a:moveTo>
                      <a:cubicBezTo>
                        <a:pt x="973" y="456"/>
                        <a:pt x="669" y="943"/>
                        <a:pt x="335" y="1399"/>
                      </a:cubicBezTo>
                      <a:cubicBezTo>
                        <a:pt x="244" y="1551"/>
                        <a:pt x="122" y="1733"/>
                        <a:pt x="0" y="185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0"/>
                <p:cNvSpPr/>
                <p:nvPr/>
              </p:nvSpPr>
              <p:spPr>
                <a:xfrm>
                  <a:off x="630225" y="3855875"/>
                  <a:ext cx="31950" cy="50175"/>
                </a:xfrm>
                <a:custGeom>
                  <a:rect b="b" l="l" r="r" t="t"/>
                  <a:pathLst>
                    <a:path extrusionOk="0" fill="none" h="2007" w="1278">
                      <a:moveTo>
                        <a:pt x="1277" y="0"/>
                      </a:moveTo>
                      <a:cubicBezTo>
                        <a:pt x="913" y="365"/>
                        <a:pt x="487" y="760"/>
                        <a:pt x="305" y="1246"/>
                      </a:cubicBezTo>
                      <a:cubicBezTo>
                        <a:pt x="214" y="1459"/>
                        <a:pt x="31" y="1763"/>
                        <a:pt x="1" y="200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0"/>
                <p:cNvSpPr/>
                <p:nvPr/>
              </p:nvSpPr>
              <p:spPr>
                <a:xfrm>
                  <a:off x="756375" y="3756325"/>
                  <a:ext cx="28900" cy="28900"/>
                </a:xfrm>
                <a:custGeom>
                  <a:rect b="b" l="l" r="r" t="t"/>
                  <a:pathLst>
                    <a:path extrusionOk="0" fill="none" h="1156" w="1156">
                      <a:moveTo>
                        <a:pt x="1156" y="0"/>
                      </a:moveTo>
                      <a:cubicBezTo>
                        <a:pt x="608" y="243"/>
                        <a:pt x="244" y="639"/>
                        <a:pt x="0" y="115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0"/>
                <p:cNvSpPr/>
                <p:nvPr/>
              </p:nvSpPr>
              <p:spPr>
                <a:xfrm>
                  <a:off x="565650" y="3982000"/>
                  <a:ext cx="26600" cy="41075"/>
                </a:xfrm>
                <a:custGeom>
                  <a:rect b="b" l="l" r="r" t="t"/>
                  <a:pathLst>
                    <a:path extrusionOk="0" fill="none" h="1643" w="1064">
                      <a:moveTo>
                        <a:pt x="1064" y="1"/>
                      </a:moveTo>
                      <a:cubicBezTo>
                        <a:pt x="760" y="305"/>
                        <a:pt x="426" y="669"/>
                        <a:pt x="243" y="1065"/>
                      </a:cubicBezTo>
                      <a:cubicBezTo>
                        <a:pt x="152" y="1247"/>
                        <a:pt x="91" y="1460"/>
                        <a:pt x="0" y="1642"/>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0"/>
                <p:cNvSpPr/>
                <p:nvPr/>
              </p:nvSpPr>
              <p:spPr>
                <a:xfrm>
                  <a:off x="548175" y="4222900"/>
                  <a:ext cx="26600" cy="43325"/>
                </a:xfrm>
                <a:custGeom>
                  <a:rect b="b" l="l" r="r" t="t"/>
                  <a:pathLst>
                    <a:path extrusionOk="0" fill="none" h="1733" w="1064">
                      <a:moveTo>
                        <a:pt x="1064" y="0"/>
                      </a:moveTo>
                      <a:cubicBezTo>
                        <a:pt x="821" y="365"/>
                        <a:pt x="517" y="760"/>
                        <a:pt x="334" y="1155"/>
                      </a:cubicBezTo>
                      <a:cubicBezTo>
                        <a:pt x="274" y="1338"/>
                        <a:pt x="182" y="1702"/>
                        <a:pt x="0" y="173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0"/>
                <p:cNvSpPr/>
                <p:nvPr/>
              </p:nvSpPr>
              <p:spPr>
                <a:xfrm>
                  <a:off x="583125" y="4278350"/>
                  <a:ext cx="26625" cy="41075"/>
                </a:xfrm>
                <a:custGeom>
                  <a:rect b="b" l="l" r="r" t="t"/>
                  <a:pathLst>
                    <a:path extrusionOk="0" fill="none" h="1643" w="1065">
                      <a:moveTo>
                        <a:pt x="1064" y="1"/>
                      </a:moveTo>
                      <a:cubicBezTo>
                        <a:pt x="730" y="335"/>
                        <a:pt x="487" y="700"/>
                        <a:pt x="304" y="1126"/>
                      </a:cubicBezTo>
                      <a:cubicBezTo>
                        <a:pt x="213" y="1278"/>
                        <a:pt x="152" y="1582"/>
                        <a:pt x="0" y="1642"/>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0"/>
                <p:cNvSpPr/>
                <p:nvPr/>
              </p:nvSpPr>
              <p:spPr>
                <a:xfrm>
                  <a:off x="621125" y="4322425"/>
                  <a:ext cx="58525" cy="85150"/>
                </a:xfrm>
                <a:custGeom>
                  <a:rect b="b" l="l" r="r" t="t"/>
                  <a:pathLst>
                    <a:path extrusionOk="0" fill="none" h="3406" w="2341">
                      <a:moveTo>
                        <a:pt x="2341" y="1"/>
                      </a:moveTo>
                      <a:cubicBezTo>
                        <a:pt x="1824" y="578"/>
                        <a:pt x="1368" y="1247"/>
                        <a:pt x="973" y="1946"/>
                      </a:cubicBezTo>
                      <a:cubicBezTo>
                        <a:pt x="821" y="2220"/>
                        <a:pt x="669" y="2433"/>
                        <a:pt x="517" y="2706"/>
                      </a:cubicBezTo>
                      <a:cubicBezTo>
                        <a:pt x="334" y="2919"/>
                        <a:pt x="243" y="3223"/>
                        <a:pt x="0" y="340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0"/>
                <p:cNvSpPr/>
                <p:nvPr/>
              </p:nvSpPr>
              <p:spPr>
                <a:xfrm>
                  <a:off x="618075" y="4459975"/>
                  <a:ext cx="26625" cy="44100"/>
                </a:xfrm>
                <a:custGeom>
                  <a:rect b="b" l="l" r="r" t="t"/>
                  <a:pathLst>
                    <a:path extrusionOk="0" fill="none" h="1764" w="1065">
                      <a:moveTo>
                        <a:pt x="1064" y="1"/>
                      </a:moveTo>
                      <a:cubicBezTo>
                        <a:pt x="760" y="426"/>
                        <a:pt x="578" y="760"/>
                        <a:pt x="365" y="1216"/>
                      </a:cubicBezTo>
                      <a:cubicBezTo>
                        <a:pt x="304" y="1368"/>
                        <a:pt x="152" y="1642"/>
                        <a:pt x="0" y="176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0"/>
                <p:cNvSpPr/>
                <p:nvPr/>
              </p:nvSpPr>
              <p:spPr>
                <a:xfrm>
                  <a:off x="741925" y="4275325"/>
                  <a:ext cx="41075" cy="55500"/>
                </a:xfrm>
                <a:custGeom>
                  <a:rect b="b" l="l" r="r" t="t"/>
                  <a:pathLst>
                    <a:path extrusionOk="0" fill="none" h="2220" w="1643">
                      <a:moveTo>
                        <a:pt x="1642" y="0"/>
                      </a:moveTo>
                      <a:cubicBezTo>
                        <a:pt x="1095" y="335"/>
                        <a:pt x="882" y="851"/>
                        <a:pt x="578" y="1368"/>
                      </a:cubicBezTo>
                      <a:cubicBezTo>
                        <a:pt x="426" y="1672"/>
                        <a:pt x="244" y="2037"/>
                        <a:pt x="1" y="2219"/>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0"/>
                <p:cNvSpPr/>
                <p:nvPr/>
              </p:nvSpPr>
              <p:spPr>
                <a:xfrm>
                  <a:off x="849850" y="4178825"/>
                  <a:ext cx="26600" cy="41050"/>
                </a:xfrm>
                <a:custGeom>
                  <a:rect b="b" l="l" r="r" t="t"/>
                  <a:pathLst>
                    <a:path extrusionOk="0" fill="none" h="1642" w="1064">
                      <a:moveTo>
                        <a:pt x="1064" y="0"/>
                      </a:moveTo>
                      <a:cubicBezTo>
                        <a:pt x="790" y="335"/>
                        <a:pt x="517" y="638"/>
                        <a:pt x="304" y="1034"/>
                      </a:cubicBezTo>
                      <a:cubicBezTo>
                        <a:pt x="183" y="1216"/>
                        <a:pt x="152" y="1459"/>
                        <a:pt x="0" y="1642"/>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0"/>
                <p:cNvSpPr/>
                <p:nvPr/>
              </p:nvSpPr>
              <p:spPr>
                <a:xfrm>
                  <a:off x="944075" y="4102075"/>
                  <a:ext cx="49400" cy="70675"/>
                </a:xfrm>
                <a:custGeom>
                  <a:rect b="b" l="l" r="r" t="t"/>
                  <a:pathLst>
                    <a:path extrusionOk="0" fill="none" h="2827" w="1976">
                      <a:moveTo>
                        <a:pt x="1976" y="0"/>
                      </a:moveTo>
                      <a:cubicBezTo>
                        <a:pt x="1429" y="547"/>
                        <a:pt x="1003" y="1094"/>
                        <a:pt x="639" y="1794"/>
                      </a:cubicBezTo>
                      <a:cubicBezTo>
                        <a:pt x="456" y="2098"/>
                        <a:pt x="243" y="2553"/>
                        <a:pt x="0" y="2827"/>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0"/>
                <p:cNvSpPr/>
                <p:nvPr/>
              </p:nvSpPr>
              <p:spPr>
                <a:xfrm>
                  <a:off x="1052725" y="4013925"/>
                  <a:ext cx="34975" cy="50175"/>
                </a:xfrm>
                <a:custGeom>
                  <a:rect b="b" l="l" r="r" t="t"/>
                  <a:pathLst>
                    <a:path extrusionOk="0" fill="none" h="2007" w="1399">
                      <a:moveTo>
                        <a:pt x="1399" y="0"/>
                      </a:moveTo>
                      <a:cubicBezTo>
                        <a:pt x="943" y="456"/>
                        <a:pt x="609" y="851"/>
                        <a:pt x="335" y="1399"/>
                      </a:cubicBezTo>
                      <a:cubicBezTo>
                        <a:pt x="274" y="1490"/>
                        <a:pt x="274" y="1672"/>
                        <a:pt x="183" y="1763"/>
                      </a:cubicBezTo>
                      <a:cubicBezTo>
                        <a:pt x="122" y="1885"/>
                        <a:pt x="62" y="1885"/>
                        <a:pt x="1" y="200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0"/>
                <p:cNvSpPr/>
                <p:nvPr/>
              </p:nvSpPr>
              <p:spPr>
                <a:xfrm>
                  <a:off x="1149250" y="3899950"/>
                  <a:ext cx="34975" cy="50175"/>
                </a:xfrm>
                <a:custGeom>
                  <a:rect b="b" l="l" r="r" t="t"/>
                  <a:pathLst>
                    <a:path extrusionOk="0" fill="none" h="2007" w="1399">
                      <a:moveTo>
                        <a:pt x="1398" y="0"/>
                      </a:moveTo>
                      <a:cubicBezTo>
                        <a:pt x="1003" y="426"/>
                        <a:pt x="730" y="821"/>
                        <a:pt x="395" y="1307"/>
                      </a:cubicBezTo>
                      <a:cubicBezTo>
                        <a:pt x="243" y="1489"/>
                        <a:pt x="0" y="1733"/>
                        <a:pt x="0" y="200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0"/>
                <p:cNvSpPr/>
                <p:nvPr/>
              </p:nvSpPr>
              <p:spPr>
                <a:xfrm>
                  <a:off x="1102125" y="3879425"/>
                  <a:ext cx="26625" cy="41050"/>
                </a:xfrm>
                <a:custGeom>
                  <a:rect b="b" l="l" r="r" t="t"/>
                  <a:pathLst>
                    <a:path extrusionOk="0" fill="none" h="1642" w="1065">
                      <a:moveTo>
                        <a:pt x="1064" y="0"/>
                      </a:moveTo>
                      <a:cubicBezTo>
                        <a:pt x="730" y="183"/>
                        <a:pt x="517" y="699"/>
                        <a:pt x="304" y="1003"/>
                      </a:cubicBezTo>
                      <a:cubicBezTo>
                        <a:pt x="183" y="1186"/>
                        <a:pt x="31" y="1429"/>
                        <a:pt x="1" y="1642"/>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0"/>
                <p:cNvSpPr/>
                <p:nvPr/>
              </p:nvSpPr>
              <p:spPr>
                <a:xfrm>
                  <a:off x="972950" y="3697800"/>
                  <a:ext cx="38775" cy="44100"/>
                </a:xfrm>
                <a:custGeom>
                  <a:rect b="b" l="l" r="r" t="t"/>
                  <a:pathLst>
                    <a:path extrusionOk="0" fill="none" h="1764" w="1551">
                      <a:moveTo>
                        <a:pt x="1550" y="1"/>
                      </a:moveTo>
                      <a:cubicBezTo>
                        <a:pt x="1186" y="426"/>
                        <a:pt x="851" y="791"/>
                        <a:pt x="487" y="1186"/>
                      </a:cubicBezTo>
                      <a:cubicBezTo>
                        <a:pt x="365" y="1308"/>
                        <a:pt x="61" y="1612"/>
                        <a:pt x="0" y="176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0"/>
                <p:cNvSpPr/>
                <p:nvPr/>
              </p:nvSpPr>
              <p:spPr>
                <a:xfrm>
                  <a:off x="908350" y="3691725"/>
                  <a:ext cx="20550" cy="23575"/>
                </a:xfrm>
                <a:custGeom>
                  <a:rect b="b" l="l" r="r" t="t"/>
                  <a:pathLst>
                    <a:path extrusionOk="0" fill="none" h="943" w="822">
                      <a:moveTo>
                        <a:pt x="821" y="1"/>
                      </a:moveTo>
                      <a:cubicBezTo>
                        <a:pt x="457" y="213"/>
                        <a:pt x="122" y="517"/>
                        <a:pt x="1" y="94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0"/>
                <p:cNvSpPr/>
                <p:nvPr/>
              </p:nvSpPr>
              <p:spPr>
                <a:xfrm>
                  <a:off x="1207000" y="3779875"/>
                  <a:ext cx="38775" cy="49425"/>
                </a:xfrm>
                <a:custGeom>
                  <a:rect b="b" l="l" r="r" t="t"/>
                  <a:pathLst>
                    <a:path extrusionOk="0" fill="none" h="1977" w="1551">
                      <a:moveTo>
                        <a:pt x="1550" y="1"/>
                      </a:moveTo>
                      <a:cubicBezTo>
                        <a:pt x="1094" y="396"/>
                        <a:pt x="730" y="821"/>
                        <a:pt x="334" y="1277"/>
                      </a:cubicBezTo>
                      <a:cubicBezTo>
                        <a:pt x="182" y="1490"/>
                        <a:pt x="0" y="1703"/>
                        <a:pt x="31" y="197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0"/>
                <p:cNvSpPr/>
                <p:nvPr/>
              </p:nvSpPr>
              <p:spPr>
                <a:xfrm>
                  <a:off x="1275375" y="3814825"/>
                  <a:ext cx="38025" cy="38025"/>
                </a:xfrm>
                <a:custGeom>
                  <a:rect b="b" l="l" r="r" t="t"/>
                  <a:pathLst>
                    <a:path extrusionOk="0" fill="none" h="1521" w="1521">
                      <a:moveTo>
                        <a:pt x="1521" y="1"/>
                      </a:moveTo>
                      <a:cubicBezTo>
                        <a:pt x="1125" y="61"/>
                        <a:pt x="852" y="609"/>
                        <a:pt x="639" y="882"/>
                      </a:cubicBezTo>
                      <a:cubicBezTo>
                        <a:pt x="457" y="1065"/>
                        <a:pt x="214" y="1368"/>
                        <a:pt x="1" y="152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0"/>
                <p:cNvSpPr/>
                <p:nvPr/>
              </p:nvSpPr>
              <p:spPr>
                <a:xfrm>
                  <a:off x="1322500" y="3858900"/>
                  <a:ext cx="58525" cy="61575"/>
                </a:xfrm>
                <a:custGeom>
                  <a:rect b="b" l="l" r="r" t="t"/>
                  <a:pathLst>
                    <a:path extrusionOk="0" fill="none" h="2463" w="2341">
                      <a:moveTo>
                        <a:pt x="2341" y="1"/>
                      </a:moveTo>
                      <a:cubicBezTo>
                        <a:pt x="1976" y="274"/>
                        <a:pt x="1520" y="578"/>
                        <a:pt x="1246" y="943"/>
                      </a:cubicBezTo>
                      <a:cubicBezTo>
                        <a:pt x="1095" y="1125"/>
                        <a:pt x="973" y="1338"/>
                        <a:pt x="791" y="1520"/>
                      </a:cubicBezTo>
                      <a:cubicBezTo>
                        <a:pt x="547" y="1824"/>
                        <a:pt x="243" y="2128"/>
                        <a:pt x="0" y="246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0"/>
                <p:cNvSpPr/>
                <p:nvPr/>
              </p:nvSpPr>
              <p:spPr>
                <a:xfrm>
                  <a:off x="1325525" y="3944000"/>
                  <a:ext cx="66900" cy="72975"/>
                </a:xfrm>
                <a:custGeom>
                  <a:rect b="b" l="l" r="r" t="t"/>
                  <a:pathLst>
                    <a:path extrusionOk="0" fill="none" h="2919" w="2676">
                      <a:moveTo>
                        <a:pt x="2676" y="1"/>
                      </a:moveTo>
                      <a:cubicBezTo>
                        <a:pt x="2159" y="609"/>
                        <a:pt x="1673" y="1308"/>
                        <a:pt x="1034" y="1855"/>
                      </a:cubicBezTo>
                      <a:cubicBezTo>
                        <a:pt x="670" y="2159"/>
                        <a:pt x="335" y="2585"/>
                        <a:pt x="1" y="2919"/>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0"/>
                <p:cNvSpPr/>
                <p:nvPr/>
              </p:nvSpPr>
              <p:spPr>
                <a:xfrm>
                  <a:off x="1407600" y="3958450"/>
                  <a:ext cx="38025" cy="44100"/>
                </a:xfrm>
                <a:custGeom>
                  <a:rect b="b" l="l" r="r" t="t"/>
                  <a:pathLst>
                    <a:path extrusionOk="0" fill="none" h="1764" w="1521">
                      <a:moveTo>
                        <a:pt x="1520" y="0"/>
                      </a:moveTo>
                      <a:cubicBezTo>
                        <a:pt x="1004" y="578"/>
                        <a:pt x="609" y="1307"/>
                        <a:pt x="1" y="176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0"/>
                <p:cNvSpPr/>
                <p:nvPr/>
              </p:nvSpPr>
              <p:spPr>
                <a:xfrm>
                  <a:off x="1242700" y="3970600"/>
                  <a:ext cx="44100" cy="55500"/>
                </a:xfrm>
                <a:custGeom>
                  <a:rect b="b" l="l" r="r" t="t"/>
                  <a:pathLst>
                    <a:path extrusionOk="0" fill="none" h="2220" w="1764">
                      <a:moveTo>
                        <a:pt x="1764" y="1"/>
                      </a:moveTo>
                      <a:cubicBezTo>
                        <a:pt x="1308" y="274"/>
                        <a:pt x="1034" y="791"/>
                        <a:pt x="791" y="1277"/>
                      </a:cubicBezTo>
                      <a:cubicBezTo>
                        <a:pt x="578" y="1612"/>
                        <a:pt x="274" y="1885"/>
                        <a:pt x="1" y="222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0"/>
                <p:cNvSpPr/>
                <p:nvPr/>
              </p:nvSpPr>
              <p:spPr>
                <a:xfrm>
                  <a:off x="1178875" y="3944000"/>
                  <a:ext cx="49425" cy="58550"/>
                </a:xfrm>
                <a:custGeom>
                  <a:rect b="b" l="l" r="r" t="t"/>
                  <a:pathLst>
                    <a:path extrusionOk="0" fill="none" h="2342" w="1977">
                      <a:moveTo>
                        <a:pt x="1976" y="1"/>
                      </a:moveTo>
                      <a:cubicBezTo>
                        <a:pt x="1520" y="487"/>
                        <a:pt x="1034" y="974"/>
                        <a:pt x="639" y="1521"/>
                      </a:cubicBezTo>
                      <a:cubicBezTo>
                        <a:pt x="456" y="1764"/>
                        <a:pt x="92" y="2068"/>
                        <a:pt x="0" y="2341"/>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0"/>
                <p:cNvSpPr/>
                <p:nvPr/>
              </p:nvSpPr>
              <p:spPr>
                <a:xfrm>
                  <a:off x="1117325" y="4076225"/>
                  <a:ext cx="41050" cy="49425"/>
                </a:xfrm>
                <a:custGeom>
                  <a:rect b="b" l="l" r="r" t="t"/>
                  <a:pathLst>
                    <a:path extrusionOk="0" fill="none" h="1977" w="1642">
                      <a:moveTo>
                        <a:pt x="1642" y="1"/>
                      </a:moveTo>
                      <a:cubicBezTo>
                        <a:pt x="1186" y="396"/>
                        <a:pt x="943" y="882"/>
                        <a:pt x="548" y="1308"/>
                      </a:cubicBezTo>
                      <a:cubicBezTo>
                        <a:pt x="365" y="1521"/>
                        <a:pt x="183" y="1764"/>
                        <a:pt x="0" y="197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0"/>
                <p:cNvSpPr/>
                <p:nvPr/>
              </p:nvSpPr>
              <p:spPr>
                <a:xfrm>
                  <a:off x="1198625" y="4084600"/>
                  <a:ext cx="41825" cy="50175"/>
                </a:xfrm>
                <a:custGeom>
                  <a:rect b="b" l="l" r="r" t="t"/>
                  <a:pathLst>
                    <a:path extrusionOk="0" fill="none" h="2007" w="1673">
                      <a:moveTo>
                        <a:pt x="1673" y="0"/>
                      </a:moveTo>
                      <a:cubicBezTo>
                        <a:pt x="1308" y="456"/>
                        <a:pt x="1004" y="912"/>
                        <a:pt x="639" y="1338"/>
                      </a:cubicBezTo>
                      <a:cubicBezTo>
                        <a:pt x="457" y="1520"/>
                        <a:pt x="274" y="1915"/>
                        <a:pt x="1" y="200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0"/>
                <p:cNvSpPr/>
                <p:nvPr/>
              </p:nvSpPr>
              <p:spPr>
                <a:xfrm>
                  <a:off x="1295900" y="4064075"/>
                  <a:ext cx="41050" cy="50175"/>
                </a:xfrm>
                <a:custGeom>
                  <a:rect b="b" l="l" r="r" t="t"/>
                  <a:pathLst>
                    <a:path extrusionOk="0" fill="none" h="2007" w="1642">
                      <a:moveTo>
                        <a:pt x="1642" y="0"/>
                      </a:moveTo>
                      <a:cubicBezTo>
                        <a:pt x="1247" y="487"/>
                        <a:pt x="821" y="912"/>
                        <a:pt x="456" y="1429"/>
                      </a:cubicBezTo>
                      <a:cubicBezTo>
                        <a:pt x="335" y="1611"/>
                        <a:pt x="183" y="1946"/>
                        <a:pt x="0" y="2007"/>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0"/>
                <p:cNvSpPr/>
                <p:nvPr/>
              </p:nvSpPr>
              <p:spPr>
                <a:xfrm>
                  <a:off x="1360500" y="4061025"/>
                  <a:ext cx="58525" cy="61575"/>
                </a:xfrm>
                <a:custGeom>
                  <a:rect b="b" l="l" r="r" t="t"/>
                  <a:pathLst>
                    <a:path extrusionOk="0" fill="none" h="2463" w="2341">
                      <a:moveTo>
                        <a:pt x="2341" y="1"/>
                      </a:moveTo>
                      <a:cubicBezTo>
                        <a:pt x="2006" y="214"/>
                        <a:pt x="1733" y="396"/>
                        <a:pt x="1489" y="730"/>
                      </a:cubicBezTo>
                      <a:cubicBezTo>
                        <a:pt x="1337" y="913"/>
                        <a:pt x="1216" y="1125"/>
                        <a:pt x="1064" y="1308"/>
                      </a:cubicBezTo>
                      <a:cubicBezTo>
                        <a:pt x="669" y="1703"/>
                        <a:pt x="304" y="2037"/>
                        <a:pt x="0" y="246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0"/>
                <p:cNvSpPr/>
                <p:nvPr/>
              </p:nvSpPr>
              <p:spPr>
                <a:xfrm>
                  <a:off x="1442550" y="4055725"/>
                  <a:ext cx="52475" cy="58525"/>
                </a:xfrm>
                <a:custGeom>
                  <a:rect b="b" l="l" r="r" t="t"/>
                  <a:pathLst>
                    <a:path extrusionOk="0" fill="none" h="2341" w="2099">
                      <a:moveTo>
                        <a:pt x="2098" y="0"/>
                      </a:moveTo>
                      <a:cubicBezTo>
                        <a:pt x="1825" y="456"/>
                        <a:pt x="1399" y="851"/>
                        <a:pt x="1065" y="1277"/>
                      </a:cubicBezTo>
                      <a:cubicBezTo>
                        <a:pt x="761" y="1672"/>
                        <a:pt x="396" y="2037"/>
                        <a:pt x="1" y="2341"/>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0"/>
                <p:cNvSpPr/>
                <p:nvPr/>
              </p:nvSpPr>
              <p:spPr>
                <a:xfrm>
                  <a:off x="1448625" y="4149175"/>
                  <a:ext cx="41075" cy="58550"/>
                </a:xfrm>
                <a:custGeom>
                  <a:rect b="b" l="l" r="r" t="t"/>
                  <a:pathLst>
                    <a:path extrusionOk="0" fill="none" h="2342" w="1643">
                      <a:moveTo>
                        <a:pt x="1642" y="1"/>
                      </a:moveTo>
                      <a:cubicBezTo>
                        <a:pt x="1186" y="852"/>
                        <a:pt x="396" y="1490"/>
                        <a:pt x="1" y="2341"/>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0"/>
                <p:cNvSpPr/>
                <p:nvPr/>
              </p:nvSpPr>
              <p:spPr>
                <a:xfrm>
                  <a:off x="1480550" y="4193250"/>
                  <a:ext cx="58550" cy="67650"/>
                </a:xfrm>
                <a:custGeom>
                  <a:rect b="b" l="l" r="r" t="t"/>
                  <a:pathLst>
                    <a:path extrusionOk="0" fill="none" h="2706" w="2342">
                      <a:moveTo>
                        <a:pt x="2341" y="1"/>
                      </a:moveTo>
                      <a:cubicBezTo>
                        <a:pt x="1885" y="517"/>
                        <a:pt x="1490" y="1065"/>
                        <a:pt x="1064" y="1612"/>
                      </a:cubicBezTo>
                      <a:cubicBezTo>
                        <a:pt x="760" y="2007"/>
                        <a:pt x="365" y="2341"/>
                        <a:pt x="1" y="270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0"/>
                <p:cNvSpPr/>
                <p:nvPr/>
              </p:nvSpPr>
              <p:spPr>
                <a:xfrm>
                  <a:off x="1442550" y="4389300"/>
                  <a:ext cx="41075" cy="44100"/>
                </a:xfrm>
                <a:custGeom>
                  <a:rect b="b" l="l" r="r" t="t"/>
                  <a:pathLst>
                    <a:path extrusionOk="0" fill="none" h="1764" w="1643">
                      <a:moveTo>
                        <a:pt x="1642" y="1"/>
                      </a:moveTo>
                      <a:cubicBezTo>
                        <a:pt x="1369" y="335"/>
                        <a:pt x="973" y="517"/>
                        <a:pt x="700" y="852"/>
                      </a:cubicBezTo>
                      <a:cubicBezTo>
                        <a:pt x="457" y="1156"/>
                        <a:pt x="244" y="1490"/>
                        <a:pt x="1" y="176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0"/>
                <p:cNvSpPr/>
                <p:nvPr/>
              </p:nvSpPr>
              <p:spPr>
                <a:xfrm>
                  <a:off x="1392400" y="4501000"/>
                  <a:ext cx="50175" cy="50175"/>
                </a:xfrm>
                <a:custGeom>
                  <a:rect b="b" l="l" r="r" t="t"/>
                  <a:pathLst>
                    <a:path extrusionOk="0" fill="none" h="2007" w="2007">
                      <a:moveTo>
                        <a:pt x="2007" y="1"/>
                      </a:moveTo>
                      <a:cubicBezTo>
                        <a:pt x="1581" y="426"/>
                        <a:pt x="1217" y="882"/>
                        <a:pt x="821" y="1308"/>
                      </a:cubicBezTo>
                      <a:cubicBezTo>
                        <a:pt x="578" y="1551"/>
                        <a:pt x="244" y="1733"/>
                        <a:pt x="1" y="2007"/>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0"/>
                <p:cNvSpPr/>
                <p:nvPr/>
              </p:nvSpPr>
              <p:spPr>
                <a:xfrm>
                  <a:off x="1474475" y="4295850"/>
                  <a:ext cx="38025" cy="47125"/>
                </a:xfrm>
                <a:custGeom>
                  <a:rect b="b" l="l" r="r" t="t"/>
                  <a:pathLst>
                    <a:path extrusionOk="0" fill="none" h="1885" w="1521">
                      <a:moveTo>
                        <a:pt x="1520" y="0"/>
                      </a:moveTo>
                      <a:cubicBezTo>
                        <a:pt x="1216" y="365"/>
                        <a:pt x="912" y="699"/>
                        <a:pt x="639" y="1094"/>
                      </a:cubicBezTo>
                      <a:cubicBezTo>
                        <a:pt x="426" y="1368"/>
                        <a:pt x="274" y="1641"/>
                        <a:pt x="0" y="188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0"/>
                <p:cNvSpPr/>
                <p:nvPr/>
              </p:nvSpPr>
              <p:spPr>
                <a:xfrm>
                  <a:off x="1515500" y="4105100"/>
                  <a:ext cx="23600" cy="29675"/>
                </a:xfrm>
                <a:custGeom>
                  <a:rect b="b" l="l" r="r" t="t"/>
                  <a:pathLst>
                    <a:path extrusionOk="0" fill="none" h="1187" w="944">
                      <a:moveTo>
                        <a:pt x="943" y="1"/>
                      </a:moveTo>
                      <a:cubicBezTo>
                        <a:pt x="457" y="274"/>
                        <a:pt x="122" y="639"/>
                        <a:pt x="1" y="118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0"/>
                <p:cNvSpPr/>
                <p:nvPr/>
              </p:nvSpPr>
              <p:spPr>
                <a:xfrm>
                  <a:off x="1351375" y="4281400"/>
                  <a:ext cx="61575" cy="72975"/>
                </a:xfrm>
                <a:custGeom>
                  <a:rect b="b" l="l" r="r" t="t"/>
                  <a:pathLst>
                    <a:path extrusionOk="0" fill="none" h="2919" w="2463">
                      <a:moveTo>
                        <a:pt x="2462" y="1"/>
                      </a:moveTo>
                      <a:cubicBezTo>
                        <a:pt x="2128" y="274"/>
                        <a:pt x="1702" y="548"/>
                        <a:pt x="1429" y="943"/>
                      </a:cubicBezTo>
                      <a:cubicBezTo>
                        <a:pt x="1247" y="1216"/>
                        <a:pt x="1064" y="1490"/>
                        <a:pt x="851" y="1764"/>
                      </a:cubicBezTo>
                      <a:cubicBezTo>
                        <a:pt x="578" y="2128"/>
                        <a:pt x="365" y="2645"/>
                        <a:pt x="0" y="2919"/>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0"/>
                <p:cNvSpPr/>
                <p:nvPr/>
              </p:nvSpPr>
              <p:spPr>
                <a:xfrm>
                  <a:off x="1333900" y="4199325"/>
                  <a:ext cx="44100" cy="46375"/>
                </a:xfrm>
                <a:custGeom>
                  <a:rect b="b" l="l" r="r" t="t"/>
                  <a:pathLst>
                    <a:path extrusionOk="0" fill="none" h="1855" w="1764">
                      <a:moveTo>
                        <a:pt x="1763" y="1"/>
                      </a:moveTo>
                      <a:cubicBezTo>
                        <a:pt x="1368" y="122"/>
                        <a:pt x="1094" y="700"/>
                        <a:pt x="821" y="1004"/>
                      </a:cubicBezTo>
                      <a:cubicBezTo>
                        <a:pt x="547" y="1277"/>
                        <a:pt x="304" y="1581"/>
                        <a:pt x="0" y="185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0"/>
                <p:cNvSpPr/>
                <p:nvPr/>
              </p:nvSpPr>
              <p:spPr>
                <a:xfrm>
                  <a:off x="1008650" y="4172750"/>
                  <a:ext cx="46375" cy="58525"/>
                </a:xfrm>
                <a:custGeom>
                  <a:rect b="b" l="l" r="r" t="t"/>
                  <a:pathLst>
                    <a:path extrusionOk="0" fill="none" h="2341" w="1855">
                      <a:moveTo>
                        <a:pt x="1855" y="0"/>
                      </a:moveTo>
                      <a:cubicBezTo>
                        <a:pt x="1277" y="790"/>
                        <a:pt x="670" y="1611"/>
                        <a:pt x="1" y="234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0"/>
                <p:cNvSpPr/>
                <p:nvPr/>
              </p:nvSpPr>
              <p:spPr>
                <a:xfrm>
                  <a:off x="1114275" y="4193250"/>
                  <a:ext cx="38025" cy="41075"/>
                </a:xfrm>
                <a:custGeom>
                  <a:rect b="b" l="l" r="r" t="t"/>
                  <a:pathLst>
                    <a:path extrusionOk="0" fill="none" h="1643" w="1521">
                      <a:moveTo>
                        <a:pt x="1521" y="1"/>
                      </a:moveTo>
                      <a:cubicBezTo>
                        <a:pt x="1095" y="213"/>
                        <a:pt x="670" y="548"/>
                        <a:pt x="396" y="973"/>
                      </a:cubicBezTo>
                      <a:cubicBezTo>
                        <a:pt x="244" y="1186"/>
                        <a:pt x="183" y="1460"/>
                        <a:pt x="1" y="1642"/>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0"/>
                <p:cNvSpPr/>
                <p:nvPr/>
              </p:nvSpPr>
              <p:spPr>
                <a:xfrm>
                  <a:off x="1216875" y="4187175"/>
                  <a:ext cx="31925" cy="35750"/>
                </a:xfrm>
                <a:custGeom>
                  <a:rect b="b" l="l" r="r" t="t"/>
                  <a:pathLst>
                    <a:path extrusionOk="0" fill="none" h="1430" w="1277">
                      <a:moveTo>
                        <a:pt x="1277" y="1"/>
                      </a:moveTo>
                      <a:cubicBezTo>
                        <a:pt x="912" y="335"/>
                        <a:pt x="547" y="517"/>
                        <a:pt x="335" y="943"/>
                      </a:cubicBezTo>
                      <a:cubicBezTo>
                        <a:pt x="243" y="1156"/>
                        <a:pt x="152" y="1247"/>
                        <a:pt x="0" y="1429"/>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0"/>
                <p:cNvSpPr/>
                <p:nvPr/>
              </p:nvSpPr>
              <p:spPr>
                <a:xfrm>
                  <a:off x="1286775" y="4178825"/>
                  <a:ext cx="44100" cy="43325"/>
                </a:xfrm>
                <a:custGeom>
                  <a:rect b="b" l="l" r="r" t="t"/>
                  <a:pathLst>
                    <a:path extrusionOk="0" fill="none" h="1733" w="1764">
                      <a:moveTo>
                        <a:pt x="1764" y="0"/>
                      </a:moveTo>
                      <a:cubicBezTo>
                        <a:pt x="1186" y="487"/>
                        <a:pt x="457" y="1094"/>
                        <a:pt x="1" y="173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0"/>
                <p:cNvSpPr/>
                <p:nvPr/>
              </p:nvSpPr>
              <p:spPr>
                <a:xfrm>
                  <a:off x="1146200" y="4310275"/>
                  <a:ext cx="58525" cy="64625"/>
                </a:xfrm>
                <a:custGeom>
                  <a:rect b="b" l="l" r="r" t="t"/>
                  <a:pathLst>
                    <a:path extrusionOk="0" fill="none" h="2585" w="2341">
                      <a:moveTo>
                        <a:pt x="2341" y="1"/>
                      </a:moveTo>
                      <a:cubicBezTo>
                        <a:pt x="2037" y="92"/>
                        <a:pt x="1763" y="639"/>
                        <a:pt x="1611" y="852"/>
                      </a:cubicBezTo>
                      <a:cubicBezTo>
                        <a:pt x="1429" y="1064"/>
                        <a:pt x="1247" y="1247"/>
                        <a:pt x="1064" y="1429"/>
                      </a:cubicBezTo>
                      <a:cubicBezTo>
                        <a:pt x="669" y="1794"/>
                        <a:pt x="335" y="2189"/>
                        <a:pt x="0" y="258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0"/>
                <p:cNvSpPr/>
                <p:nvPr/>
              </p:nvSpPr>
              <p:spPr>
                <a:xfrm>
                  <a:off x="1102125" y="4286725"/>
                  <a:ext cx="50175" cy="56250"/>
                </a:xfrm>
                <a:custGeom>
                  <a:rect b="b" l="l" r="r" t="t"/>
                  <a:pathLst>
                    <a:path extrusionOk="0" fill="none" h="2250" w="2007">
                      <a:moveTo>
                        <a:pt x="2007" y="0"/>
                      </a:moveTo>
                      <a:cubicBezTo>
                        <a:pt x="1277" y="730"/>
                        <a:pt x="639" y="1490"/>
                        <a:pt x="1" y="225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0"/>
                <p:cNvSpPr/>
                <p:nvPr/>
              </p:nvSpPr>
              <p:spPr>
                <a:xfrm>
                  <a:off x="994225" y="4310275"/>
                  <a:ext cx="49425" cy="50175"/>
                </a:xfrm>
                <a:custGeom>
                  <a:rect b="b" l="l" r="r" t="t"/>
                  <a:pathLst>
                    <a:path extrusionOk="0" fill="none" h="2007" w="1977">
                      <a:moveTo>
                        <a:pt x="1976" y="1"/>
                      </a:moveTo>
                      <a:cubicBezTo>
                        <a:pt x="1551" y="426"/>
                        <a:pt x="1155" y="852"/>
                        <a:pt x="730" y="1247"/>
                      </a:cubicBezTo>
                      <a:cubicBezTo>
                        <a:pt x="487" y="1520"/>
                        <a:pt x="183" y="1703"/>
                        <a:pt x="0" y="2007"/>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0"/>
                <p:cNvSpPr/>
                <p:nvPr/>
              </p:nvSpPr>
              <p:spPr>
                <a:xfrm>
                  <a:off x="887825" y="4313325"/>
                  <a:ext cx="41075" cy="38000"/>
                </a:xfrm>
                <a:custGeom>
                  <a:rect b="b" l="l" r="r" t="t"/>
                  <a:pathLst>
                    <a:path extrusionOk="0" fill="none" h="1520" w="1643">
                      <a:moveTo>
                        <a:pt x="1642" y="0"/>
                      </a:moveTo>
                      <a:cubicBezTo>
                        <a:pt x="1308" y="335"/>
                        <a:pt x="974" y="699"/>
                        <a:pt x="639" y="1034"/>
                      </a:cubicBezTo>
                      <a:cubicBezTo>
                        <a:pt x="426" y="1216"/>
                        <a:pt x="214" y="1338"/>
                        <a:pt x="1" y="152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0"/>
                <p:cNvSpPr/>
                <p:nvPr/>
              </p:nvSpPr>
              <p:spPr>
                <a:xfrm>
                  <a:off x="882525" y="4234300"/>
                  <a:ext cx="41050" cy="47125"/>
                </a:xfrm>
                <a:custGeom>
                  <a:rect b="b" l="l" r="r" t="t"/>
                  <a:pathLst>
                    <a:path extrusionOk="0" fill="none" h="1885" w="1642">
                      <a:moveTo>
                        <a:pt x="1642" y="0"/>
                      </a:moveTo>
                      <a:cubicBezTo>
                        <a:pt x="1003" y="517"/>
                        <a:pt x="578" y="1307"/>
                        <a:pt x="0" y="188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0"/>
                <p:cNvSpPr/>
                <p:nvPr/>
              </p:nvSpPr>
              <p:spPr>
                <a:xfrm>
                  <a:off x="770800" y="4368800"/>
                  <a:ext cx="47150" cy="53200"/>
                </a:xfrm>
                <a:custGeom>
                  <a:rect b="b" l="l" r="r" t="t"/>
                  <a:pathLst>
                    <a:path extrusionOk="0" fill="none" h="2128" w="1886">
                      <a:moveTo>
                        <a:pt x="1886" y="0"/>
                      </a:moveTo>
                      <a:cubicBezTo>
                        <a:pt x="1399" y="426"/>
                        <a:pt x="974" y="882"/>
                        <a:pt x="579" y="1398"/>
                      </a:cubicBezTo>
                      <a:cubicBezTo>
                        <a:pt x="396" y="1641"/>
                        <a:pt x="244" y="1885"/>
                        <a:pt x="1" y="2128"/>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0"/>
                <p:cNvSpPr/>
                <p:nvPr/>
              </p:nvSpPr>
              <p:spPr>
                <a:xfrm>
                  <a:off x="723700" y="4483525"/>
                  <a:ext cx="41050" cy="50175"/>
                </a:xfrm>
                <a:custGeom>
                  <a:rect b="b" l="l" r="r" t="t"/>
                  <a:pathLst>
                    <a:path extrusionOk="0" fill="none" h="2007" w="1642">
                      <a:moveTo>
                        <a:pt x="1642" y="1"/>
                      </a:moveTo>
                      <a:cubicBezTo>
                        <a:pt x="1277" y="426"/>
                        <a:pt x="943" y="791"/>
                        <a:pt x="700" y="1247"/>
                      </a:cubicBezTo>
                      <a:cubicBezTo>
                        <a:pt x="548" y="1551"/>
                        <a:pt x="274" y="1825"/>
                        <a:pt x="0" y="2007"/>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0"/>
                <p:cNvSpPr/>
                <p:nvPr/>
              </p:nvSpPr>
              <p:spPr>
                <a:xfrm>
                  <a:off x="709250" y="4583075"/>
                  <a:ext cx="31950" cy="38025"/>
                </a:xfrm>
                <a:custGeom>
                  <a:rect b="b" l="l" r="r" t="t"/>
                  <a:pathLst>
                    <a:path extrusionOk="0" fill="none" h="1521" w="1278">
                      <a:moveTo>
                        <a:pt x="1278" y="1"/>
                      </a:moveTo>
                      <a:cubicBezTo>
                        <a:pt x="974" y="457"/>
                        <a:pt x="578" y="1338"/>
                        <a:pt x="1" y="152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0"/>
                <p:cNvSpPr/>
                <p:nvPr/>
              </p:nvSpPr>
              <p:spPr>
                <a:xfrm>
                  <a:off x="694825" y="4404500"/>
                  <a:ext cx="20550" cy="28900"/>
                </a:xfrm>
                <a:custGeom>
                  <a:rect b="b" l="l" r="r" t="t"/>
                  <a:pathLst>
                    <a:path extrusionOk="0" fill="none" h="1156" w="822">
                      <a:moveTo>
                        <a:pt x="821" y="1"/>
                      </a:moveTo>
                      <a:cubicBezTo>
                        <a:pt x="456" y="335"/>
                        <a:pt x="335" y="821"/>
                        <a:pt x="0" y="115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0"/>
                <p:cNvSpPr/>
                <p:nvPr/>
              </p:nvSpPr>
              <p:spPr>
                <a:xfrm>
                  <a:off x="577050" y="4404500"/>
                  <a:ext cx="20525" cy="26625"/>
                </a:xfrm>
                <a:custGeom>
                  <a:rect b="b" l="l" r="r" t="t"/>
                  <a:pathLst>
                    <a:path extrusionOk="0" fill="none" h="1065" w="821">
                      <a:moveTo>
                        <a:pt x="821" y="1"/>
                      </a:moveTo>
                      <a:cubicBezTo>
                        <a:pt x="517" y="335"/>
                        <a:pt x="304" y="730"/>
                        <a:pt x="0" y="106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0"/>
                <p:cNvSpPr/>
                <p:nvPr/>
              </p:nvSpPr>
              <p:spPr>
                <a:xfrm>
                  <a:off x="873400" y="4407550"/>
                  <a:ext cx="38025" cy="58525"/>
                </a:xfrm>
                <a:custGeom>
                  <a:rect b="b" l="l" r="r" t="t"/>
                  <a:pathLst>
                    <a:path extrusionOk="0" fill="none" h="2341" w="1521">
                      <a:moveTo>
                        <a:pt x="1520" y="0"/>
                      </a:moveTo>
                      <a:cubicBezTo>
                        <a:pt x="1490" y="304"/>
                        <a:pt x="1095" y="699"/>
                        <a:pt x="943" y="943"/>
                      </a:cubicBezTo>
                      <a:cubicBezTo>
                        <a:pt x="821" y="1155"/>
                        <a:pt x="669" y="1338"/>
                        <a:pt x="548" y="1520"/>
                      </a:cubicBezTo>
                      <a:cubicBezTo>
                        <a:pt x="365" y="1733"/>
                        <a:pt x="31" y="2037"/>
                        <a:pt x="0" y="2341"/>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0"/>
                <p:cNvSpPr/>
                <p:nvPr/>
              </p:nvSpPr>
              <p:spPr>
                <a:xfrm>
                  <a:off x="955475" y="4421975"/>
                  <a:ext cx="50175" cy="55500"/>
                </a:xfrm>
                <a:custGeom>
                  <a:rect b="b" l="l" r="r" t="t"/>
                  <a:pathLst>
                    <a:path extrusionOk="0" fill="none" h="2220" w="2007">
                      <a:moveTo>
                        <a:pt x="2006" y="1"/>
                      </a:moveTo>
                      <a:cubicBezTo>
                        <a:pt x="1611" y="244"/>
                        <a:pt x="1398" y="335"/>
                        <a:pt x="1155" y="669"/>
                      </a:cubicBezTo>
                      <a:cubicBezTo>
                        <a:pt x="1034" y="882"/>
                        <a:pt x="912" y="1095"/>
                        <a:pt x="760" y="1277"/>
                      </a:cubicBezTo>
                      <a:cubicBezTo>
                        <a:pt x="517" y="1612"/>
                        <a:pt x="304" y="1946"/>
                        <a:pt x="0" y="222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0"/>
                <p:cNvSpPr/>
                <p:nvPr/>
              </p:nvSpPr>
              <p:spPr>
                <a:xfrm>
                  <a:off x="1084650" y="4415900"/>
                  <a:ext cx="26625" cy="32700"/>
                </a:xfrm>
                <a:custGeom>
                  <a:rect b="b" l="l" r="r" t="t"/>
                  <a:pathLst>
                    <a:path extrusionOk="0" fill="none" h="1308" w="1065">
                      <a:moveTo>
                        <a:pt x="1064" y="1"/>
                      </a:moveTo>
                      <a:cubicBezTo>
                        <a:pt x="730" y="365"/>
                        <a:pt x="152" y="821"/>
                        <a:pt x="0" y="1308"/>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0"/>
                <p:cNvSpPr/>
                <p:nvPr/>
              </p:nvSpPr>
              <p:spPr>
                <a:xfrm>
                  <a:off x="1122650" y="4451625"/>
                  <a:ext cx="44100" cy="58525"/>
                </a:xfrm>
                <a:custGeom>
                  <a:rect b="b" l="l" r="r" t="t"/>
                  <a:pathLst>
                    <a:path extrusionOk="0" fill="none" h="2341" w="1764">
                      <a:moveTo>
                        <a:pt x="1763" y="0"/>
                      </a:moveTo>
                      <a:cubicBezTo>
                        <a:pt x="1368" y="517"/>
                        <a:pt x="1003" y="1094"/>
                        <a:pt x="578" y="1611"/>
                      </a:cubicBezTo>
                      <a:cubicBezTo>
                        <a:pt x="395" y="1854"/>
                        <a:pt x="243" y="2158"/>
                        <a:pt x="0" y="2341"/>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0"/>
                <p:cNvSpPr/>
                <p:nvPr/>
              </p:nvSpPr>
              <p:spPr>
                <a:xfrm>
                  <a:off x="1245750" y="4327750"/>
                  <a:ext cx="29650" cy="32700"/>
                </a:xfrm>
                <a:custGeom>
                  <a:rect b="b" l="l" r="r" t="t"/>
                  <a:pathLst>
                    <a:path extrusionOk="0" fill="none" h="1308" w="1186">
                      <a:moveTo>
                        <a:pt x="1186" y="1"/>
                      </a:moveTo>
                      <a:cubicBezTo>
                        <a:pt x="851" y="213"/>
                        <a:pt x="456" y="487"/>
                        <a:pt x="304" y="852"/>
                      </a:cubicBezTo>
                      <a:cubicBezTo>
                        <a:pt x="213" y="1034"/>
                        <a:pt x="183" y="1156"/>
                        <a:pt x="0" y="1308"/>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0"/>
                <p:cNvSpPr/>
                <p:nvPr/>
              </p:nvSpPr>
              <p:spPr>
                <a:xfrm>
                  <a:off x="1284500" y="4418950"/>
                  <a:ext cx="31950" cy="44100"/>
                </a:xfrm>
                <a:custGeom>
                  <a:rect b="b" l="l" r="r" t="t"/>
                  <a:pathLst>
                    <a:path extrusionOk="0" fill="none" h="1764" w="1278">
                      <a:moveTo>
                        <a:pt x="1277" y="0"/>
                      </a:moveTo>
                      <a:cubicBezTo>
                        <a:pt x="943" y="395"/>
                        <a:pt x="578" y="821"/>
                        <a:pt x="304" y="1246"/>
                      </a:cubicBezTo>
                      <a:cubicBezTo>
                        <a:pt x="183" y="1398"/>
                        <a:pt x="122" y="1611"/>
                        <a:pt x="0" y="176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0"/>
                <p:cNvSpPr/>
                <p:nvPr/>
              </p:nvSpPr>
              <p:spPr>
                <a:xfrm>
                  <a:off x="1292850" y="4507100"/>
                  <a:ext cx="35000" cy="49400"/>
                </a:xfrm>
                <a:custGeom>
                  <a:rect b="b" l="l" r="r" t="t"/>
                  <a:pathLst>
                    <a:path extrusionOk="0" fill="none" h="1976" w="1400">
                      <a:moveTo>
                        <a:pt x="1399" y="0"/>
                      </a:moveTo>
                      <a:cubicBezTo>
                        <a:pt x="822" y="517"/>
                        <a:pt x="548" y="1398"/>
                        <a:pt x="1" y="197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0"/>
                <p:cNvSpPr/>
                <p:nvPr/>
              </p:nvSpPr>
              <p:spPr>
                <a:xfrm>
                  <a:off x="1257900" y="4627150"/>
                  <a:ext cx="44100" cy="52450"/>
                </a:xfrm>
                <a:custGeom>
                  <a:rect b="b" l="l" r="r" t="t"/>
                  <a:pathLst>
                    <a:path extrusionOk="0" fill="none" h="2098" w="1764">
                      <a:moveTo>
                        <a:pt x="1764" y="1"/>
                      </a:moveTo>
                      <a:cubicBezTo>
                        <a:pt x="1308" y="517"/>
                        <a:pt x="882" y="1034"/>
                        <a:pt x="457" y="1520"/>
                      </a:cubicBezTo>
                      <a:cubicBezTo>
                        <a:pt x="335" y="1672"/>
                        <a:pt x="31" y="1946"/>
                        <a:pt x="1" y="2098"/>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0"/>
                <p:cNvSpPr/>
                <p:nvPr/>
              </p:nvSpPr>
              <p:spPr>
                <a:xfrm>
                  <a:off x="1175825" y="4636275"/>
                  <a:ext cx="41075" cy="49425"/>
                </a:xfrm>
                <a:custGeom>
                  <a:rect b="b" l="l" r="r" t="t"/>
                  <a:pathLst>
                    <a:path extrusionOk="0" fill="none" h="1977" w="1643">
                      <a:moveTo>
                        <a:pt x="1642" y="0"/>
                      </a:moveTo>
                      <a:cubicBezTo>
                        <a:pt x="1156" y="304"/>
                        <a:pt x="852" y="791"/>
                        <a:pt x="578" y="1277"/>
                      </a:cubicBezTo>
                      <a:cubicBezTo>
                        <a:pt x="426" y="1550"/>
                        <a:pt x="214" y="1763"/>
                        <a:pt x="1" y="1976"/>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0"/>
                <p:cNvSpPr/>
                <p:nvPr/>
              </p:nvSpPr>
              <p:spPr>
                <a:xfrm>
                  <a:off x="1175825" y="4530650"/>
                  <a:ext cx="49425" cy="64600"/>
                </a:xfrm>
                <a:custGeom>
                  <a:rect b="b" l="l" r="r" t="t"/>
                  <a:pathLst>
                    <a:path extrusionOk="0" fill="none" h="2584" w="1977">
                      <a:moveTo>
                        <a:pt x="1977" y="0"/>
                      </a:moveTo>
                      <a:cubicBezTo>
                        <a:pt x="1581" y="426"/>
                        <a:pt x="1156" y="943"/>
                        <a:pt x="822" y="1429"/>
                      </a:cubicBezTo>
                      <a:cubicBezTo>
                        <a:pt x="548" y="1824"/>
                        <a:pt x="305" y="2219"/>
                        <a:pt x="1" y="258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0"/>
                <p:cNvSpPr/>
                <p:nvPr/>
              </p:nvSpPr>
              <p:spPr>
                <a:xfrm>
                  <a:off x="1067175" y="4662100"/>
                  <a:ext cx="38025" cy="47150"/>
                </a:xfrm>
                <a:custGeom>
                  <a:rect b="b" l="l" r="r" t="t"/>
                  <a:pathLst>
                    <a:path extrusionOk="0" fill="none" h="1886" w="1521">
                      <a:moveTo>
                        <a:pt x="1520" y="1"/>
                      </a:moveTo>
                      <a:cubicBezTo>
                        <a:pt x="1186" y="426"/>
                        <a:pt x="943" y="943"/>
                        <a:pt x="578" y="1308"/>
                      </a:cubicBezTo>
                      <a:cubicBezTo>
                        <a:pt x="395" y="1521"/>
                        <a:pt x="183" y="1703"/>
                        <a:pt x="0" y="188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0"/>
                <p:cNvSpPr/>
                <p:nvPr/>
              </p:nvSpPr>
              <p:spPr>
                <a:xfrm>
                  <a:off x="1105175" y="4697825"/>
                  <a:ext cx="32700" cy="38025"/>
                </a:xfrm>
                <a:custGeom>
                  <a:rect b="b" l="l" r="r" t="t"/>
                  <a:pathLst>
                    <a:path extrusionOk="0" fill="none" h="1521" w="1308">
                      <a:moveTo>
                        <a:pt x="1307" y="0"/>
                      </a:moveTo>
                      <a:cubicBezTo>
                        <a:pt x="942" y="335"/>
                        <a:pt x="578" y="699"/>
                        <a:pt x="304" y="1125"/>
                      </a:cubicBezTo>
                      <a:cubicBezTo>
                        <a:pt x="243" y="1247"/>
                        <a:pt x="182" y="1490"/>
                        <a:pt x="0" y="152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0"/>
                <p:cNvSpPr/>
                <p:nvPr/>
              </p:nvSpPr>
              <p:spPr>
                <a:xfrm>
                  <a:off x="1061100" y="4556475"/>
                  <a:ext cx="34975" cy="44100"/>
                </a:xfrm>
                <a:custGeom>
                  <a:rect b="b" l="l" r="r" t="t"/>
                  <a:pathLst>
                    <a:path extrusionOk="0" fill="none" h="1764" w="1399">
                      <a:moveTo>
                        <a:pt x="1398" y="1"/>
                      </a:moveTo>
                      <a:cubicBezTo>
                        <a:pt x="942" y="274"/>
                        <a:pt x="578" y="730"/>
                        <a:pt x="365" y="1247"/>
                      </a:cubicBezTo>
                      <a:cubicBezTo>
                        <a:pt x="304" y="1338"/>
                        <a:pt x="274" y="1460"/>
                        <a:pt x="213" y="1551"/>
                      </a:cubicBezTo>
                      <a:cubicBezTo>
                        <a:pt x="152" y="1642"/>
                        <a:pt x="31" y="1642"/>
                        <a:pt x="0" y="176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0"/>
                <p:cNvSpPr/>
                <p:nvPr/>
              </p:nvSpPr>
              <p:spPr>
                <a:xfrm>
                  <a:off x="923550" y="4653750"/>
                  <a:ext cx="41050" cy="55500"/>
                </a:xfrm>
                <a:custGeom>
                  <a:rect b="b" l="l" r="r" t="t"/>
                  <a:pathLst>
                    <a:path extrusionOk="0" fill="none" h="2220" w="1642">
                      <a:moveTo>
                        <a:pt x="1642" y="0"/>
                      </a:moveTo>
                      <a:cubicBezTo>
                        <a:pt x="1277" y="487"/>
                        <a:pt x="912" y="1003"/>
                        <a:pt x="517" y="1520"/>
                      </a:cubicBezTo>
                      <a:cubicBezTo>
                        <a:pt x="365" y="1733"/>
                        <a:pt x="183" y="2007"/>
                        <a:pt x="1" y="2219"/>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0"/>
                <p:cNvSpPr/>
                <p:nvPr/>
              </p:nvSpPr>
              <p:spPr>
                <a:xfrm>
                  <a:off x="947100" y="4527600"/>
                  <a:ext cx="44100" cy="55500"/>
                </a:xfrm>
                <a:custGeom>
                  <a:rect b="b" l="l" r="r" t="t"/>
                  <a:pathLst>
                    <a:path extrusionOk="0" fill="none" h="2220" w="1764">
                      <a:moveTo>
                        <a:pt x="1764" y="1"/>
                      </a:moveTo>
                      <a:cubicBezTo>
                        <a:pt x="821" y="517"/>
                        <a:pt x="639" y="1490"/>
                        <a:pt x="1" y="222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0"/>
                <p:cNvSpPr/>
                <p:nvPr/>
              </p:nvSpPr>
              <p:spPr>
                <a:xfrm>
                  <a:off x="820975" y="4527600"/>
                  <a:ext cx="49400" cy="64625"/>
                </a:xfrm>
                <a:custGeom>
                  <a:rect b="b" l="l" r="r" t="t"/>
                  <a:pathLst>
                    <a:path extrusionOk="0" fill="none" h="2585" w="1976">
                      <a:moveTo>
                        <a:pt x="1976" y="1"/>
                      </a:moveTo>
                      <a:cubicBezTo>
                        <a:pt x="1398" y="487"/>
                        <a:pt x="973" y="913"/>
                        <a:pt x="517" y="1521"/>
                      </a:cubicBezTo>
                      <a:cubicBezTo>
                        <a:pt x="274" y="1855"/>
                        <a:pt x="182" y="2220"/>
                        <a:pt x="0" y="2584"/>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0"/>
                <p:cNvSpPr/>
                <p:nvPr/>
              </p:nvSpPr>
              <p:spPr>
                <a:xfrm>
                  <a:off x="827050" y="4659825"/>
                  <a:ext cx="38025" cy="46375"/>
                </a:xfrm>
                <a:custGeom>
                  <a:rect b="b" l="l" r="r" t="t"/>
                  <a:pathLst>
                    <a:path extrusionOk="0" fill="none" h="1855" w="1521">
                      <a:moveTo>
                        <a:pt x="1520" y="1"/>
                      </a:moveTo>
                      <a:cubicBezTo>
                        <a:pt x="1125" y="365"/>
                        <a:pt x="608" y="730"/>
                        <a:pt x="335" y="1186"/>
                      </a:cubicBezTo>
                      <a:cubicBezTo>
                        <a:pt x="274" y="1308"/>
                        <a:pt x="243" y="1429"/>
                        <a:pt x="183" y="1520"/>
                      </a:cubicBezTo>
                      <a:cubicBezTo>
                        <a:pt x="122" y="1642"/>
                        <a:pt x="0" y="1703"/>
                        <a:pt x="0" y="1855"/>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0"/>
                <p:cNvSpPr/>
                <p:nvPr/>
              </p:nvSpPr>
              <p:spPr>
                <a:xfrm>
                  <a:off x="772325" y="4647675"/>
                  <a:ext cx="22075" cy="23575"/>
                </a:xfrm>
                <a:custGeom>
                  <a:rect b="b" l="l" r="r" t="t"/>
                  <a:pathLst>
                    <a:path extrusionOk="0" fill="none" h="943" w="883">
                      <a:moveTo>
                        <a:pt x="882" y="0"/>
                      </a:moveTo>
                      <a:cubicBezTo>
                        <a:pt x="609" y="152"/>
                        <a:pt x="1" y="578"/>
                        <a:pt x="62" y="943"/>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0"/>
                <p:cNvSpPr/>
                <p:nvPr/>
              </p:nvSpPr>
              <p:spPr>
                <a:xfrm>
                  <a:off x="988150" y="4682625"/>
                  <a:ext cx="28900" cy="38775"/>
                </a:xfrm>
                <a:custGeom>
                  <a:rect b="b" l="l" r="r" t="t"/>
                  <a:pathLst>
                    <a:path extrusionOk="0" fill="none" h="1551" w="1156">
                      <a:moveTo>
                        <a:pt x="1155" y="0"/>
                      </a:moveTo>
                      <a:cubicBezTo>
                        <a:pt x="760" y="396"/>
                        <a:pt x="547" y="578"/>
                        <a:pt x="335" y="1034"/>
                      </a:cubicBezTo>
                      <a:cubicBezTo>
                        <a:pt x="274" y="1216"/>
                        <a:pt x="152" y="1429"/>
                        <a:pt x="0" y="1551"/>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0"/>
                <p:cNvSpPr/>
                <p:nvPr/>
              </p:nvSpPr>
              <p:spPr>
                <a:xfrm>
                  <a:off x="1357450" y="4407550"/>
                  <a:ext cx="23575" cy="34975"/>
                </a:xfrm>
                <a:custGeom>
                  <a:rect b="b" l="l" r="r" t="t"/>
                  <a:pathLst>
                    <a:path extrusionOk="0" fill="none" h="1399" w="943">
                      <a:moveTo>
                        <a:pt x="943" y="0"/>
                      </a:moveTo>
                      <a:cubicBezTo>
                        <a:pt x="669" y="304"/>
                        <a:pt x="426" y="639"/>
                        <a:pt x="213" y="973"/>
                      </a:cubicBezTo>
                      <a:cubicBezTo>
                        <a:pt x="122" y="1125"/>
                        <a:pt x="0" y="1246"/>
                        <a:pt x="0" y="1398"/>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0"/>
                <p:cNvSpPr/>
                <p:nvPr/>
              </p:nvSpPr>
              <p:spPr>
                <a:xfrm>
                  <a:off x="1349100" y="4603600"/>
                  <a:ext cx="19775" cy="17500"/>
                </a:xfrm>
                <a:custGeom>
                  <a:rect b="b" l="l" r="r" t="t"/>
                  <a:pathLst>
                    <a:path extrusionOk="0" fill="none" h="700" w="791">
                      <a:moveTo>
                        <a:pt x="790" y="0"/>
                      </a:moveTo>
                      <a:cubicBezTo>
                        <a:pt x="578" y="213"/>
                        <a:pt x="213" y="456"/>
                        <a:pt x="0" y="699"/>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0"/>
                <p:cNvSpPr/>
                <p:nvPr/>
              </p:nvSpPr>
              <p:spPr>
                <a:xfrm>
                  <a:off x="1005238" y="3876000"/>
                  <a:ext cx="44100" cy="56250"/>
                </a:xfrm>
                <a:custGeom>
                  <a:rect b="b" l="l" r="r" t="t"/>
                  <a:pathLst>
                    <a:path extrusionOk="0" fill="none" h="2250" w="1764">
                      <a:moveTo>
                        <a:pt x="1764" y="1"/>
                      </a:moveTo>
                      <a:cubicBezTo>
                        <a:pt x="1520" y="274"/>
                        <a:pt x="1216" y="548"/>
                        <a:pt x="1034" y="852"/>
                      </a:cubicBezTo>
                      <a:cubicBezTo>
                        <a:pt x="943" y="1065"/>
                        <a:pt x="852" y="1186"/>
                        <a:pt x="730" y="1368"/>
                      </a:cubicBezTo>
                      <a:cubicBezTo>
                        <a:pt x="487" y="1642"/>
                        <a:pt x="244" y="1946"/>
                        <a:pt x="1" y="2250"/>
                      </a:cubicBezTo>
                    </a:path>
                  </a:pathLst>
                </a:custGeom>
                <a:noFill/>
                <a:ln cap="flat" cmpd="sng" w="9875">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24" name="Shape 3724"/>
        <p:cNvGrpSpPr/>
        <p:nvPr/>
      </p:nvGrpSpPr>
      <p:grpSpPr>
        <a:xfrm>
          <a:off x="0" y="0"/>
          <a:ext cx="0" cy="0"/>
          <a:chOff x="0" y="0"/>
          <a:chExt cx="0" cy="0"/>
        </a:xfrm>
      </p:grpSpPr>
      <p:sp>
        <p:nvSpPr>
          <p:cNvPr id="3725" name="Google Shape;3725;p41"/>
          <p:cNvSpPr/>
          <p:nvPr/>
        </p:nvSpPr>
        <p:spPr>
          <a:xfrm>
            <a:off x="2496788" y="1684726"/>
            <a:ext cx="901932" cy="859080"/>
          </a:xfrm>
          <a:custGeom>
            <a:rect b="b" l="l" r="r" t="t"/>
            <a:pathLst>
              <a:path extrusionOk="0" h="27766" w="29151">
                <a:moveTo>
                  <a:pt x="4317" y="2872"/>
                </a:moveTo>
                <a:lnTo>
                  <a:pt x="4347" y="2944"/>
                </a:lnTo>
                <a:lnTo>
                  <a:pt x="4347" y="2944"/>
                </a:lnTo>
                <a:cubicBezTo>
                  <a:pt x="4346" y="2920"/>
                  <a:pt x="4341" y="2896"/>
                  <a:pt x="4317" y="2872"/>
                </a:cubicBezTo>
                <a:close/>
                <a:moveTo>
                  <a:pt x="4347" y="2944"/>
                </a:moveTo>
                <a:cubicBezTo>
                  <a:pt x="4347" y="2950"/>
                  <a:pt x="4347" y="2957"/>
                  <a:pt x="4347" y="2963"/>
                </a:cubicBezTo>
                <a:cubicBezTo>
                  <a:pt x="4349" y="2961"/>
                  <a:pt x="4351" y="2958"/>
                  <a:pt x="4352" y="2956"/>
                </a:cubicBezTo>
                <a:lnTo>
                  <a:pt x="4352" y="2956"/>
                </a:lnTo>
                <a:lnTo>
                  <a:pt x="4347" y="2944"/>
                </a:lnTo>
                <a:close/>
                <a:moveTo>
                  <a:pt x="12820" y="1"/>
                </a:moveTo>
                <a:cubicBezTo>
                  <a:pt x="12608" y="1"/>
                  <a:pt x="12392" y="14"/>
                  <a:pt x="12189" y="14"/>
                </a:cubicBezTo>
                <a:cubicBezTo>
                  <a:pt x="12144" y="10"/>
                  <a:pt x="12100" y="8"/>
                  <a:pt x="12059" y="8"/>
                </a:cubicBezTo>
                <a:cubicBezTo>
                  <a:pt x="11795" y="8"/>
                  <a:pt x="11601" y="84"/>
                  <a:pt x="11338" y="136"/>
                </a:cubicBezTo>
                <a:cubicBezTo>
                  <a:pt x="11065" y="166"/>
                  <a:pt x="10882" y="136"/>
                  <a:pt x="10609" y="227"/>
                </a:cubicBezTo>
                <a:cubicBezTo>
                  <a:pt x="10244" y="379"/>
                  <a:pt x="9849" y="470"/>
                  <a:pt x="9484" y="622"/>
                </a:cubicBezTo>
                <a:cubicBezTo>
                  <a:pt x="8542" y="1017"/>
                  <a:pt x="7509" y="1291"/>
                  <a:pt x="6627" y="1777"/>
                </a:cubicBezTo>
                <a:cubicBezTo>
                  <a:pt x="6262" y="1990"/>
                  <a:pt x="5928" y="2264"/>
                  <a:pt x="5502" y="2416"/>
                </a:cubicBezTo>
                <a:cubicBezTo>
                  <a:pt x="5049" y="2567"/>
                  <a:pt x="4655" y="2538"/>
                  <a:pt x="4352" y="2956"/>
                </a:cubicBezTo>
                <a:lnTo>
                  <a:pt x="4352" y="2956"/>
                </a:lnTo>
                <a:lnTo>
                  <a:pt x="4469" y="3236"/>
                </a:lnTo>
                <a:cubicBezTo>
                  <a:pt x="3983" y="3510"/>
                  <a:pt x="3679" y="3875"/>
                  <a:pt x="3344" y="4209"/>
                </a:cubicBezTo>
                <a:cubicBezTo>
                  <a:pt x="3040" y="4543"/>
                  <a:pt x="2888" y="4847"/>
                  <a:pt x="2676" y="5212"/>
                </a:cubicBezTo>
                <a:cubicBezTo>
                  <a:pt x="2402" y="5668"/>
                  <a:pt x="2128" y="6124"/>
                  <a:pt x="1885" y="6610"/>
                </a:cubicBezTo>
                <a:cubicBezTo>
                  <a:pt x="1551" y="7218"/>
                  <a:pt x="1308" y="7826"/>
                  <a:pt x="1065" y="8495"/>
                </a:cubicBezTo>
                <a:cubicBezTo>
                  <a:pt x="882" y="9072"/>
                  <a:pt x="700" y="9680"/>
                  <a:pt x="517" y="10288"/>
                </a:cubicBezTo>
                <a:cubicBezTo>
                  <a:pt x="366" y="10866"/>
                  <a:pt x="396" y="11474"/>
                  <a:pt x="305" y="12081"/>
                </a:cubicBezTo>
                <a:cubicBezTo>
                  <a:pt x="92" y="13388"/>
                  <a:pt x="1" y="14787"/>
                  <a:pt x="214" y="16094"/>
                </a:cubicBezTo>
                <a:cubicBezTo>
                  <a:pt x="335" y="16671"/>
                  <a:pt x="366" y="17279"/>
                  <a:pt x="517" y="17826"/>
                </a:cubicBezTo>
                <a:cubicBezTo>
                  <a:pt x="669" y="18313"/>
                  <a:pt x="730" y="18890"/>
                  <a:pt x="973" y="19346"/>
                </a:cubicBezTo>
                <a:cubicBezTo>
                  <a:pt x="1399" y="20258"/>
                  <a:pt x="1916" y="21200"/>
                  <a:pt x="2493" y="22021"/>
                </a:cubicBezTo>
                <a:cubicBezTo>
                  <a:pt x="3527" y="23571"/>
                  <a:pt x="4925" y="25121"/>
                  <a:pt x="6657" y="26063"/>
                </a:cubicBezTo>
                <a:cubicBezTo>
                  <a:pt x="8299" y="26945"/>
                  <a:pt x="10214" y="27097"/>
                  <a:pt x="12037" y="27431"/>
                </a:cubicBezTo>
                <a:cubicBezTo>
                  <a:pt x="12767" y="27553"/>
                  <a:pt x="13496" y="27553"/>
                  <a:pt x="14196" y="27674"/>
                </a:cubicBezTo>
                <a:cubicBezTo>
                  <a:pt x="14515" y="27735"/>
                  <a:pt x="14902" y="27766"/>
                  <a:pt x="15290" y="27766"/>
                </a:cubicBezTo>
                <a:cubicBezTo>
                  <a:pt x="15677" y="27766"/>
                  <a:pt x="16065" y="27735"/>
                  <a:pt x="16384" y="27674"/>
                </a:cubicBezTo>
                <a:cubicBezTo>
                  <a:pt x="17539" y="27492"/>
                  <a:pt x="18694" y="27006"/>
                  <a:pt x="19819" y="26580"/>
                </a:cubicBezTo>
                <a:cubicBezTo>
                  <a:pt x="20579" y="26307"/>
                  <a:pt x="21278" y="25911"/>
                  <a:pt x="21977" y="25516"/>
                </a:cubicBezTo>
                <a:cubicBezTo>
                  <a:pt x="22281" y="25364"/>
                  <a:pt x="22646" y="25212"/>
                  <a:pt x="22950" y="25030"/>
                </a:cubicBezTo>
                <a:cubicBezTo>
                  <a:pt x="23284" y="24756"/>
                  <a:pt x="23527" y="24544"/>
                  <a:pt x="23922" y="24331"/>
                </a:cubicBezTo>
                <a:cubicBezTo>
                  <a:pt x="24500" y="24027"/>
                  <a:pt x="24925" y="23510"/>
                  <a:pt x="25412" y="23054"/>
                </a:cubicBezTo>
                <a:cubicBezTo>
                  <a:pt x="26019" y="22477"/>
                  <a:pt x="26871" y="21838"/>
                  <a:pt x="27205" y="21079"/>
                </a:cubicBezTo>
                <a:cubicBezTo>
                  <a:pt x="27509" y="20349"/>
                  <a:pt x="27904" y="19711"/>
                  <a:pt x="28117" y="18951"/>
                </a:cubicBezTo>
                <a:cubicBezTo>
                  <a:pt x="28330" y="18191"/>
                  <a:pt x="28421" y="17462"/>
                  <a:pt x="28573" y="16702"/>
                </a:cubicBezTo>
                <a:cubicBezTo>
                  <a:pt x="28968" y="15030"/>
                  <a:pt x="29150" y="13297"/>
                  <a:pt x="28846" y="11595"/>
                </a:cubicBezTo>
                <a:cubicBezTo>
                  <a:pt x="28634" y="10501"/>
                  <a:pt x="28269" y="9164"/>
                  <a:pt x="27539" y="8252"/>
                </a:cubicBezTo>
                <a:cubicBezTo>
                  <a:pt x="27327" y="7948"/>
                  <a:pt x="27175" y="7674"/>
                  <a:pt x="26931" y="7431"/>
                </a:cubicBezTo>
                <a:cubicBezTo>
                  <a:pt x="26475" y="6975"/>
                  <a:pt x="25928" y="6610"/>
                  <a:pt x="25503" y="6154"/>
                </a:cubicBezTo>
                <a:cubicBezTo>
                  <a:pt x="25351" y="5972"/>
                  <a:pt x="25138" y="5850"/>
                  <a:pt x="24986" y="5668"/>
                </a:cubicBezTo>
                <a:cubicBezTo>
                  <a:pt x="24804" y="5486"/>
                  <a:pt x="24682" y="5273"/>
                  <a:pt x="24469" y="5091"/>
                </a:cubicBezTo>
                <a:cubicBezTo>
                  <a:pt x="23497" y="4209"/>
                  <a:pt x="22950" y="2963"/>
                  <a:pt x="21734" y="2325"/>
                </a:cubicBezTo>
                <a:cubicBezTo>
                  <a:pt x="21460" y="2173"/>
                  <a:pt x="21247" y="1960"/>
                  <a:pt x="20974" y="1838"/>
                </a:cubicBezTo>
                <a:cubicBezTo>
                  <a:pt x="20791" y="1747"/>
                  <a:pt x="20579" y="1686"/>
                  <a:pt x="20396" y="1595"/>
                </a:cubicBezTo>
                <a:cubicBezTo>
                  <a:pt x="19849" y="1321"/>
                  <a:pt x="19363" y="1109"/>
                  <a:pt x="18725" y="1017"/>
                </a:cubicBezTo>
                <a:cubicBezTo>
                  <a:pt x="18208" y="926"/>
                  <a:pt x="17569" y="835"/>
                  <a:pt x="17083" y="653"/>
                </a:cubicBezTo>
                <a:cubicBezTo>
                  <a:pt x="16810" y="562"/>
                  <a:pt x="16688" y="531"/>
                  <a:pt x="16414" y="501"/>
                </a:cubicBezTo>
                <a:cubicBezTo>
                  <a:pt x="16171" y="470"/>
                  <a:pt x="15989" y="410"/>
                  <a:pt x="15776" y="379"/>
                </a:cubicBezTo>
                <a:cubicBezTo>
                  <a:pt x="15229" y="318"/>
                  <a:pt x="14712" y="288"/>
                  <a:pt x="14196" y="227"/>
                </a:cubicBezTo>
                <a:cubicBezTo>
                  <a:pt x="13831" y="166"/>
                  <a:pt x="13496" y="45"/>
                  <a:pt x="13132" y="14"/>
                </a:cubicBezTo>
                <a:cubicBezTo>
                  <a:pt x="13030" y="4"/>
                  <a:pt x="12926" y="1"/>
                  <a:pt x="128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1"/>
          <p:cNvSpPr txBox="1"/>
          <p:nvPr>
            <p:ph idx="4"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Study objectives</a:t>
            </a:r>
            <a:endParaRPr/>
          </a:p>
        </p:txBody>
      </p:sp>
      <p:sp>
        <p:nvSpPr>
          <p:cNvPr id="3727" name="Google Shape;3727;p41"/>
          <p:cNvSpPr txBox="1"/>
          <p:nvPr>
            <p:ph type="title"/>
          </p:nvPr>
        </p:nvSpPr>
        <p:spPr>
          <a:xfrm>
            <a:off x="1576463" y="2570072"/>
            <a:ext cx="2742600" cy="55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728" name="Google Shape;3728;p41"/>
          <p:cNvSpPr txBox="1"/>
          <p:nvPr>
            <p:ph idx="2" type="title"/>
          </p:nvPr>
        </p:nvSpPr>
        <p:spPr>
          <a:xfrm>
            <a:off x="4784509" y="1670822"/>
            <a:ext cx="2742600" cy="55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3729" name="Google Shape;3729;p41"/>
          <p:cNvSpPr txBox="1"/>
          <p:nvPr>
            <p:ph idx="1" type="subTitle"/>
          </p:nvPr>
        </p:nvSpPr>
        <p:spPr>
          <a:xfrm>
            <a:off x="4903000" y="2158450"/>
            <a:ext cx="2505600" cy="85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a:t>
            </a:r>
            <a:endParaRPr/>
          </a:p>
        </p:txBody>
      </p:sp>
      <p:sp>
        <p:nvSpPr>
          <p:cNvPr id="3730" name="Google Shape;3730;p41"/>
          <p:cNvSpPr txBox="1"/>
          <p:nvPr>
            <p:ph idx="3" type="subTitle"/>
          </p:nvPr>
        </p:nvSpPr>
        <p:spPr>
          <a:xfrm>
            <a:off x="1694975" y="3057700"/>
            <a:ext cx="2505600" cy="85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full of iron oxide dust</a:t>
            </a:r>
            <a:endParaRPr/>
          </a:p>
        </p:txBody>
      </p:sp>
      <p:grpSp>
        <p:nvGrpSpPr>
          <p:cNvPr id="3731" name="Google Shape;3731;p41"/>
          <p:cNvGrpSpPr/>
          <p:nvPr/>
        </p:nvGrpSpPr>
        <p:grpSpPr>
          <a:xfrm>
            <a:off x="2720528" y="1861338"/>
            <a:ext cx="454343" cy="505815"/>
            <a:chOff x="3098045" y="1110928"/>
            <a:chExt cx="373576" cy="415898"/>
          </a:xfrm>
        </p:grpSpPr>
        <p:sp>
          <p:nvSpPr>
            <p:cNvPr id="3732" name="Google Shape;3732;p41"/>
            <p:cNvSpPr/>
            <p:nvPr/>
          </p:nvSpPr>
          <p:spPr>
            <a:xfrm>
              <a:off x="3098045" y="1110928"/>
              <a:ext cx="373576" cy="415898"/>
            </a:xfrm>
            <a:custGeom>
              <a:rect b="b" l="l" r="r" t="t"/>
              <a:pathLst>
                <a:path extrusionOk="0" h="11242" w="10098">
                  <a:moveTo>
                    <a:pt x="4120" y="4240"/>
                  </a:moveTo>
                  <a:cubicBezTo>
                    <a:pt x="4287" y="4240"/>
                    <a:pt x="4477" y="4311"/>
                    <a:pt x="4620" y="4454"/>
                  </a:cubicBezTo>
                  <a:cubicBezTo>
                    <a:pt x="4739" y="4573"/>
                    <a:pt x="4888" y="4633"/>
                    <a:pt x="5034" y="4633"/>
                  </a:cubicBezTo>
                  <a:cubicBezTo>
                    <a:pt x="5180" y="4633"/>
                    <a:pt x="5323" y="4573"/>
                    <a:pt x="5430" y="4454"/>
                  </a:cubicBezTo>
                  <a:cubicBezTo>
                    <a:pt x="5573" y="4311"/>
                    <a:pt x="5757" y="4240"/>
                    <a:pt x="5942" y="4240"/>
                  </a:cubicBezTo>
                  <a:cubicBezTo>
                    <a:pt x="6127" y="4240"/>
                    <a:pt x="6311" y="4311"/>
                    <a:pt x="6454" y="4454"/>
                  </a:cubicBezTo>
                  <a:cubicBezTo>
                    <a:pt x="6668" y="4668"/>
                    <a:pt x="6716" y="4930"/>
                    <a:pt x="6644" y="5240"/>
                  </a:cubicBezTo>
                  <a:cubicBezTo>
                    <a:pt x="6549" y="5597"/>
                    <a:pt x="6287" y="6002"/>
                    <a:pt x="5882" y="6383"/>
                  </a:cubicBezTo>
                  <a:cubicBezTo>
                    <a:pt x="5549" y="6716"/>
                    <a:pt x="5216" y="6931"/>
                    <a:pt x="5025" y="7002"/>
                  </a:cubicBezTo>
                  <a:cubicBezTo>
                    <a:pt x="4835" y="6931"/>
                    <a:pt x="4525" y="6716"/>
                    <a:pt x="4168" y="6383"/>
                  </a:cubicBezTo>
                  <a:cubicBezTo>
                    <a:pt x="3787" y="6002"/>
                    <a:pt x="3501" y="5573"/>
                    <a:pt x="3406" y="5240"/>
                  </a:cubicBezTo>
                  <a:cubicBezTo>
                    <a:pt x="3334" y="4930"/>
                    <a:pt x="3382" y="4668"/>
                    <a:pt x="3596" y="4454"/>
                  </a:cubicBezTo>
                  <a:cubicBezTo>
                    <a:pt x="3739" y="4311"/>
                    <a:pt x="3930" y="4240"/>
                    <a:pt x="4120" y="4240"/>
                  </a:cubicBezTo>
                  <a:close/>
                  <a:moveTo>
                    <a:pt x="6026" y="432"/>
                  </a:moveTo>
                  <a:cubicBezTo>
                    <a:pt x="6427" y="432"/>
                    <a:pt x="6757" y="749"/>
                    <a:pt x="6787" y="1144"/>
                  </a:cubicBezTo>
                  <a:cubicBezTo>
                    <a:pt x="6573" y="1287"/>
                    <a:pt x="6383" y="1477"/>
                    <a:pt x="6263" y="1715"/>
                  </a:cubicBezTo>
                  <a:cubicBezTo>
                    <a:pt x="6263" y="1715"/>
                    <a:pt x="6263" y="1739"/>
                    <a:pt x="6263" y="1763"/>
                  </a:cubicBezTo>
                  <a:cubicBezTo>
                    <a:pt x="6311" y="1906"/>
                    <a:pt x="6406" y="1953"/>
                    <a:pt x="6502" y="1953"/>
                  </a:cubicBezTo>
                  <a:cubicBezTo>
                    <a:pt x="6573" y="1953"/>
                    <a:pt x="6644" y="1930"/>
                    <a:pt x="6692" y="1858"/>
                  </a:cubicBezTo>
                  <a:cubicBezTo>
                    <a:pt x="6787" y="1691"/>
                    <a:pt x="6930" y="1549"/>
                    <a:pt x="7097" y="1477"/>
                  </a:cubicBezTo>
                  <a:cubicBezTo>
                    <a:pt x="7212" y="1429"/>
                    <a:pt x="7339" y="1404"/>
                    <a:pt x="7471" y="1404"/>
                  </a:cubicBezTo>
                  <a:cubicBezTo>
                    <a:pt x="7667" y="1404"/>
                    <a:pt x="7874" y="1459"/>
                    <a:pt x="8073" y="1572"/>
                  </a:cubicBezTo>
                  <a:cubicBezTo>
                    <a:pt x="8097" y="1596"/>
                    <a:pt x="8121" y="1596"/>
                    <a:pt x="8145" y="1620"/>
                  </a:cubicBezTo>
                  <a:cubicBezTo>
                    <a:pt x="8383" y="1953"/>
                    <a:pt x="8454" y="2311"/>
                    <a:pt x="8335" y="2620"/>
                  </a:cubicBezTo>
                  <a:cubicBezTo>
                    <a:pt x="8264" y="2835"/>
                    <a:pt x="8097" y="3025"/>
                    <a:pt x="7883" y="3144"/>
                  </a:cubicBezTo>
                  <a:cubicBezTo>
                    <a:pt x="7859" y="3144"/>
                    <a:pt x="7859" y="3168"/>
                    <a:pt x="7835" y="3168"/>
                  </a:cubicBezTo>
                  <a:cubicBezTo>
                    <a:pt x="7788" y="3382"/>
                    <a:pt x="7907" y="3525"/>
                    <a:pt x="8050" y="3525"/>
                  </a:cubicBezTo>
                  <a:cubicBezTo>
                    <a:pt x="8097" y="3525"/>
                    <a:pt x="8121" y="3501"/>
                    <a:pt x="8169" y="3478"/>
                  </a:cubicBezTo>
                  <a:cubicBezTo>
                    <a:pt x="8359" y="3358"/>
                    <a:pt x="8526" y="3192"/>
                    <a:pt x="8645" y="3001"/>
                  </a:cubicBezTo>
                  <a:cubicBezTo>
                    <a:pt x="8978" y="3239"/>
                    <a:pt x="9193" y="3620"/>
                    <a:pt x="9193" y="4025"/>
                  </a:cubicBezTo>
                  <a:cubicBezTo>
                    <a:pt x="9193" y="4335"/>
                    <a:pt x="9074" y="4644"/>
                    <a:pt x="8859" y="4883"/>
                  </a:cubicBezTo>
                  <a:cubicBezTo>
                    <a:pt x="8764" y="4835"/>
                    <a:pt x="8669" y="4811"/>
                    <a:pt x="8573" y="4787"/>
                  </a:cubicBezTo>
                  <a:lnTo>
                    <a:pt x="8526" y="4787"/>
                  </a:lnTo>
                  <a:cubicBezTo>
                    <a:pt x="8270" y="4945"/>
                    <a:pt x="8372" y="5233"/>
                    <a:pt x="8591" y="5233"/>
                  </a:cubicBezTo>
                  <a:cubicBezTo>
                    <a:pt x="8636" y="5233"/>
                    <a:pt x="8687" y="5221"/>
                    <a:pt x="8740" y="5192"/>
                  </a:cubicBezTo>
                  <a:cubicBezTo>
                    <a:pt x="8788" y="5192"/>
                    <a:pt x="8812" y="5216"/>
                    <a:pt x="8812" y="5240"/>
                  </a:cubicBezTo>
                  <a:cubicBezTo>
                    <a:pt x="8812" y="5335"/>
                    <a:pt x="8812" y="5335"/>
                    <a:pt x="8812" y="5335"/>
                  </a:cubicBezTo>
                  <a:cubicBezTo>
                    <a:pt x="9336" y="5597"/>
                    <a:pt x="9645" y="6097"/>
                    <a:pt x="9645" y="6669"/>
                  </a:cubicBezTo>
                  <a:cubicBezTo>
                    <a:pt x="9645" y="7288"/>
                    <a:pt x="9288" y="7836"/>
                    <a:pt x="8716" y="8050"/>
                  </a:cubicBezTo>
                  <a:cubicBezTo>
                    <a:pt x="8526" y="8121"/>
                    <a:pt x="8359" y="8169"/>
                    <a:pt x="8145" y="8169"/>
                  </a:cubicBezTo>
                  <a:cubicBezTo>
                    <a:pt x="8026" y="8169"/>
                    <a:pt x="7883" y="8145"/>
                    <a:pt x="7764" y="8121"/>
                  </a:cubicBezTo>
                  <a:cubicBezTo>
                    <a:pt x="7748" y="8118"/>
                    <a:pt x="7732" y="8117"/>
                    <a:pt x="7717" y="8117"/>
                  </a:cubicBezTo>
                  <a:cubicBezTo>
                    <a:pt x="7615" y="8117"/>
                    <a:pt x="7522" y="8182"/>
                    <a:pt x="7502" y="8264"/>
                  </a:cubicBezTo>
                  <a:cubicBezTo>
                    <a:pt x="7478" y="8383"/>
                    <a:pt x="7549" y="8502"/>
                    <a:pt x="7645" y="8550"/>
                  </a:cubicBezTo>
                  <a:cubicBezTo>
                    <a:pt x="7811" y="8598"/>
                    <a:pt x="7978" y="8598"/>
                    <a:pt x="8145" y="8598"/>
                  </a:cubicBezTo>
                  <a:cubicBezTo>
                    <a:pt x="8312" y="8598"/>
                    <a:pt x="8454" y="8598"/>
                    <a:pt x="8597" y="8550"/>
                  </a:cubicBezTo>
                  <a:lnTo>
                    <a:pt x="8597" y="8550"/>
                  </a:lnTo>
                  <a:cubicBezTo>
                    <a:pt x="8597" y="9169"/>
                    <a:pt x="8169" y="9669"/>
                    <a:pt x="7549" y="9788"/>
                  </a:cubicBezTo>
                  <a:cubicBezTo>
                    <a:pt x="7498" y="9795"/>
                    <a:pt x="7446" y="9798"/>
                    <a:pt x="7392" y="9798"/>
                  </a:cubicBezTo>
                  <a:cubicBezTo>
                    <a:pt x="7246" y="9798"/>
                    <a:pt x="7094" y="9776"/>
                    <a:pt x="6954" y="9741"/>
                  </a:cubicBezTo>
                  <a:cubicBezTo>
                    <a:pt x="6942" y="9729"/>
                    <a:pt x="6930" y="9723"/>
                    <a:pt x="6921" y="9723"/>
                  </a:cubicBezTo>
                  <a:cubicBezTo>
                    <a:pt x="6912" y="9723"/>
                    <a:pt x="6906" y="9729"/>
                    <a:pt x="6906" y="9741"/>
                  </a:cubicBezTo>
                  <a:cubicBezTo>
                    <a:pt x="6668" y="9860"/>
                    <a:pt x="6740" y="10122"/>
                    <a:pt x="6906" y="10169"/>
                  </a:cubicBezTo>
                  <a:cubicBezTo>
                    <a:pt x="7026" y="10217"/>
                    <a:pt x="7145" y="10241"/>
                    <a:pt x="7264" y="10241"/>
                  </a:cubicBezTo>
                  <a:cubicBezTo>
                    <a:pt x="7093" y="10583"/>
                    <a:pt x="6733" y="10815"/>
                    <a:pt x="6325" y="10815"/>
                  </a:cubicBezTo>
                  <a:cubicBezTo>
                    <a:pt x="5994" y="10815"/>
                    <a:pt x="5631" y="10662"/>
                    <a:pt x="5311" y="10288"/>
                  </a:cubicBezTo>
                  <a:cubicBezTo>
                    <a:pt x="5287" y="10241"/>
                    <a:pt x="5263" y="10169"/>
                    <a:pt x="5263" y="10122"/>
                  </a:cubicBezTo>
                  <a:lnTo>
                    <a:pt x="5263" y="7383"/>
                  </a:lnTo>
                  <a:cubicBezTo>
                    <a:pt x="5525" y="7240"/>
                    <a:pt x="5882" y="7002"/>
                    <a:pt x="6192" y="6692"/>
                  </a:cubicBezTo>
                  <a:cubicBezTo>
                    <a:pt x="6454" y="6431"/>
                    <a:pt x="6930" y="5930"/>
                    <a:pt x="7073" y="5335"/>
                  </a:cubicBezTo>
                  <a:cubicBezTo>
                    <a:pt x="7192" y="4883"/>
                    <a:pt x="7097" y="4454"/>
                    <a:pt x="6787" y="4144"/>
                  </a:cubicBezTo>
                  <a:cubicBezTo>
                    <a:pt x="6549" y="3919"/>
                    <a:pt x="6244" y="3804"/>
                    <a:pt x="5943" y="3804"/>
                  </a:cubicBezTo>
                  <a:cubicBezTo>
                    <a:pt x="5702" y="3804"/>
                    <a:pt x="5464" y="3877"/>
                    <a:pt x="5263" y="4025"/>
                  </a:cubicBezTo>
                  <a:lnTo>
                    <a:pt x="5263" y="906"/>
                  </a:lnTo>
                  <a:cubicBezTo>
                    <a:pt x="5263" y="858"/>
                    <a:pt x="5287" y="810"/>
                    <a:pt x="5311" y="787"/>
                  </a:cubicBezTo>
                  <a:cubicBezTo>
                    <a:pt x="5544" y="536"/>
                    <a:pt x="5797" y="432"/>
                    <a:pt x="6026" y="432"/>
                  </a:cubicBezTo>
                  <a:close/>
                  <a:moveTo>
                    <a:pt x="4049" y="1"/>
                  </a:moveTo>
                  <a:cubicBezTo>
                    <a:pt x="3453" y="1"/>
                    <a:pt x="2977" y="429"/>
                    <a:pt x="2858" y="977"/>
                  </a:cubicBezTo>
                  <a:lnTo>
                    <a:pt x="2739" y="977"/>
                  </a:lnTo>
                  <a:cubicBezTo>
                    <a:pt x="2727" y="975"/>
                    <a:pt x="2715" y="974"/>
                    <a:pt x="2703" y="974"/>
                  </a:cubicBezTo>
                  <a:cubicBezTo>
                    <a:pt x="2577" y="974"/>
                    <a:pt x="2479" y="1087"/>
                    <a:pt x="2501" y="1239"/>
                  </a:cubicBezTo>
                  <a:cubicBezTo>
                    <a:pt x="2525" y="1334"/>
                    <a:pt x="2596" y="1406"/>
                    <a:pt x="2691" y="1406"/>
                  </a:cubicBezTo>
                  <a:cubicBezTo>
                    <a:pt x="2787" y="1430"/>
                    <a:pt x="2882" y="1453"/>
                    <a:pt x="2977" y="1477"/>
                  </a:cubicBezTo>
                  <a:cubicBezTo>
                    <a:pt x="3144" y="1572"/>
                    <a:pt x="3287" y="1691"/>
                    <a:pt x="3382" y="1858"/>
                  </a:cubicBezTo>
                  <a:cubicBezTo>
                    <a:pt x="3430" y="1930"/>
                    <a:pt x="3501" y="1977"/>
                    <a:pt x="3572" y="1977"/>
                  </a:cubicBezTo>
                  <a:cubicBezTo>
                    <a:pt x="3620" y="1977"/>
                    <a:pt x="3691" y="1953"/>
                    <a:pt x="3739" y="1906"/>
                  </a:cubicBezTo>
                  <a:cubicBezTo>
                    <a:pt x="3811" y="1834"/>
                    <a:pt x="3811" y="1715"/>
                    <a:pt x="3763" y="1644"/>
                  </a:cubicBezTo>
                  <a:cubicBezTo>
                    <a:pt x="3644" y="1430"/>
                    <a:pt x="3477" y="1263"/>
                    <a:pt x="3287" y="1144"/>
                  </a:cubicBezTo>
                  <a:cubicBezTo>
                    <a:pt x="3306" y="749"/>
                    <a:pt x="3638" y="435"/>
                    <a:pt x="4049" y="435"/>
                  </a:cubicBezTo>
                  <a:cubicBezTo>
                    <a:pt x="4134" y="435"/>
                    <a:pt x="4221" y="449"/>
                    <a:pt x="4311" y="477"/>
                  </a:cubicBezTo>
                  <a:cubicBezTo>
                    <a:pt x="4620" y="572"/>
                    <a:pt x="4811" y="882"/>
                    <a:pt x="4811" y="1191"/>
                  </a:cubicBezTo>
                  <a:lnTo>
                    <a:pt x="4811" y="4049"/>
                  </a:lnTo>
                  <a:cubicBezTo>
                    <a:pt x="4606" y="3887"/>
                    <a:pt x="4361" y="3808"/>
                    <a:pt x="4116" y="3808"/>
                  </a:cubicBezTo>
                  <a:cubicBezTo>
                    <a:pt x="3819" y="3808"/>
                    <a:pt x="3521" y="3923"/>
                    <a:pt x="3287" y="4144"/>
                  </a:cubicBezTo>
                  <a:cubicBezTo>
                    <a:pt x="2977" y="4478"/>
                    <a:pt x="2882" y="4883"/>
                    <a:pt x="3001" y="5359"/>
                  </a:cubicBezTo>
                  <a:cubicBezTo>
                    <a:pt x="3144" y="5930"/>
                    <a:pt x="3620" y="6454"/>
                    <a:pt x="3882" y="6692"/>
                  </a:cubicBezTo>
                  <a:cubicBezTo>
                    <a:pt x="4192" y="7002"/>
                    <a:pt x="4549" y="7264"/>
                    <a:pt x="4811" y="7383"/>
                  </a:cubicBezTo>
                  <a:lnTo>
                    <a:pt x="4811" y="9765"/>
                  </a:lnTo>
                  <a:cubicBezTo>
                    <a:pt x="4811" y="10193"/>
                    <a:pt x="4549" y="10598"/>
                    <a:pt x="4144" y="10741"/>
                  </a:cubicBezTo>
                  <a:cubicBezTo>
                    <a:pt x="4011" y="10793"/>
                    <a:pt x="3877" y="10817"/>
                    <a:pt x="3746" y="10817"/>
                  </a:cubicBezTo>
                  <a:cubicBezTo>
                    <a:pt x="3338" y="10817"/>
                    <a:pt x="2967" y="10583"/>
                    <a:pt x="2787" y="10241"/>
                  </a:cubicBezTo>
                  <a:cubicBezTo>
                    <a:pt x="2929" y="10241"/>
                    <a:pt x="3049" y="10217"/>
                    <a:pt x="3168" y="10193"/>
                  </a:cubicBezTo>
                  <a:cubicBezTo>
                    <a:pt x="3239" y="10169"/>
                    <a:pt x="3310" y="10074"/>
                    <a:pt x="3334" y="9979"/>
                  </a:cubicBezTo>
                  <a:cubicBezTo>
                    <a:pt x="3334" y="9858"/>
                    <a:pt x="3232" y="9754"/>
                    <a:pt x="3114" y="9754"/>
                  </a:cubicBezTo>
                  <a:cubicBezTo>
                    <a:pt x="3092" y="9754"/>
                    <a:pt x="3070" y="9757"/>
                    <a:pt x="3049" y="9765"/>
                  </a:cubicBezTo>
                  <a:cubicBezTo>
                    <a:pt x="2951" y="9792"/>
                    <a:pt x="2845" y="9804"/>
                    <a:pt x="2741" y="9804"/>
                  </a:cubicBezTo>
                  <a:cubicBezTo>
                    <a:pt x="2667" y="9804"/>
                    <a:pt x="2594" y="9798"/>
                    <a:pt x="2525" y="9788"/>
                  </a:cubicBezTo>
                  <a:cubicBezTo>
                    <a:pt x="1905" y="9693"/>
                    <a:pt x="1477" y="9169"/>
                    <a:pt x="1453" y="8574"/>
                  </a:cubicBezTo>
                  <a:lnTo>
                    <a:pt x="1453" y="8574"/>
                  </a:lnTo>
                  <a:cubicBezTo>
                    <a:pt x="1620" y="8598"/>
                    <a:pt x="1763" y="8621"/>
                    <a:pt x="1905" y="8621"/>
                  </a:cubicBezTo>
                  <a:cubicBezTo>
                    <a:pt x="2072" y="8621"/>
                    <a:pt x="2239" y="8598"/>
                    <a:pt x="2406" y="8550"/>
                  </a:cubicBezTo>
                  <a:cubicBezTo>
                    <a:pt x="2501" y="8526"/>
                    <a:pt x="2572" y="8455"/>
                    <a:pt x="2572" y="8359"/>
                  </a:cubicBezTo>
                  <a:cubicBezTo>
                    <a:pt x="2572" y="8210"/>
                    <a:pt x="2476" y="8118"/>
                    <a:pt x="2353" y="8118"/>
                  </a:cubicBezTo>
                  <a:cubicBezTo>
                    <a:pt x="2339" y="8118"/>
                    <a:pt x="2325" y="8119"/>
                    <a:pt x="2310" y="8121"/>
                  </a:cubicBezTo>
                  <a:cubicBezTo>
                    <a:pt x="2167" y="8169"/>
                    <a:pt x="2048" y="8169"/>
                    <a:pt x="1905" y="8169"/>
                  </a:cubicBezTo>
                  <a:cubicBezTo>
                    <a:pt x="1715" y="8169"/>
                    <a:pt x="1524" y="8145"/>
                    <a:pt x="1358" y="8074"/>
                  </a:cubicBezTo>
                  <a:cubicBezTo>
                    <a:pt x="786" y="7836"/>
                    <a:pt x="429" y="7288"/>
                    <a:pt x="429" y="6692"/>
                  </a:cubicBezTo>
                  <a:cubicBezTo>
                    <a:pt x="429" y="6097"/>
                    <a:pt x="738" y="5597"/>
                    <a:pt x="1262" y="5335"/>
                  </a:cubicBezTo>
                  <a:cubicBezTo>
                    <a:pt x="1286" y="5264"/>
                    <a:pt x="1358" y="5240"/>
                    <a:pt x="1429" y="5240"/>
                  </a:cubicBezTo>
                  <a:cubicBezTo>
                    <a:pt x="1441" y="5242"/>
                    <a:pt x="1454" y="5242"/>
                    <a:pt x="1465" y="5242"/>
                  </a:cubicBezTo>
                  <a:cubicBezTo>
                    <a:pt x="1613" y="5242"/>
                    <a:pt x="1713" y="5110"/>
                    <a:pt x="1691" y="4978"/>
                  </a:cubicBezTo>
                  <a:cubicBezTo>
                    <a:pt x="1650" y="4874"/>
                    <a:pt x="1554" y="4807"/>
                    <a:pt x="1467" y="4807"/>
                  </a:cubicBezTo>
                  <a:cubicBezTo>
                    <a:pt x="1454" y="4807"/>
                    <a:pt x="1441" y="4808"/>
                    <a:pt x="1429" y="4811"/>
                  </a:cubicBezTo>
                  <a:cubicBezTo>
                    <a:pt x="1358" y="4835"/>
                    <a:pt x="1286" y="4859"/>
                    <a:pt x="1215" y="4883"/>
                  </a:cubicBezTo>
                  <a:cubicBezTo>
                    <a:pt x="1000" y="4644"/>
                    <a:pt x="881" y="4359"/>
                    <a:pt x="881" y="4025"/>
                  </a:cubicBezTo>
                  <a:cubicBezTo>
                    <a:pt x="881" y="3620"/>
                    <a:pt x="1096" y="3239"/>
                    <a:pt x="1429" y="3001"/>
                  </a:cubicBezTo>
                  <a:cubicBezTo>
                    <a:pt x="1548" y="3216"/>
                    <a:pt x="1715" y="3382"/>
                    <a:pt x="1905" y="3478"/>
                  </a:cubicBezTo>
                  <a:cubicBezTo>
                    <a:pt x="1953" y="3501"/>
                    <a:pt x="1977" y="3525"/>
                    <a:pt x="2024" y="3525"/>
                  </a:cubicBezTo>
                  <a:cubicBezTo>
                    <a:pt x="2120" y="3525"/>
                    <a:pt x="2215" y="3454"/>
                    <a:pt x="2239" y="3335"/>
                  </a:cubicBezTo>
                  <a:cubicBezTo>
                    <a:pt x="2263" y="3239"/>
                    <a:pt x="2215" y="3144"/>
                    <a:pt x="2144" y="3097"/>
                  </a:cubicBezTo>
                  <a:cubicBezTo>
                    <a:pt x="1953" y="3001"/>
                    <a:pt x="1810" y="2835"/>
                    <a:pt x="1739" y="2620"/>
                  </a:cubicBezTo>
                  <a:cubicBezTo>
                    <a:pt x="1715" y="2549"/>
                    <a:pt x="1691" y="2501"/>
                    <a:pt x="1691" y="2430"/>
                  </a:cubicBezTo>
                  <a:cubicBezTo>
                    <a:pt x="1670" y="2323"/>
                    <a:pt x="1591" y="2236"/>
                    <a:pt x="1489" y="2236"/>
                  </a:cubicBezTo>
                  <a:cubicBezTo>
                    <a:pt x="1478" y="2236"/>
                    <a:pt x="1465" y="2237"/>
                    <a:pt x="1453" y="2239"/>
                  </a:cubicBezTo>
                  <a:cubicBezTo>
                    <a:pt x="1310" y="2239"/>
                    <a:pt x="1239" y="2358"/>
                    <a:pt x="1262" y="2477"/>
                  </a:cubicBezTo>
                  <a:cubicBezTo>
                    <a:pt x="1262" y="2501"/>
                    <a:pt x="1262" y="2549"/>
                    <a:pt x="1262" y="2573"/>
                  </a:cubicBezTo>
                  <a:cubicBezTo>
                    <a:pt x="762" y="2882"/>
                    <a:pt x="453" y="3430"/>
                    <a:pt x="453" y="4025"/>
                  </a:cubicBezTo>
                  <a:cubicBezTo>
                    <a:pt x="453" y="4406"/>
                    <a:pt x="596" y="4787"/>
                    <a:pt x="834" y="5073"/>
                  </a:cubicBezTo>
                  <a:cubicBezTo>
                    <a:pt x="310" y="5430"/>
                    <a:pt x="0" y="6026"/>
                    <a:pt x="0" y="6669"/>
                  </a:cubicBezTo>
                  <a:cubicBezTo>
                    <a:pt x="0" y="7407"/>
                    <a:pt x="405" y="8074"/>
                    <a:pt x="1048" y="8383"/>
                  </a:cubicBezTo>
                  <a:cubicBezTo>
                    <a:pt x="1024" y="8431"/>
                    <a:pt x="1024" y="8479"/>
                    <a:pt x="1024" y="8526"/>
                  </a:cubicBezTo>
                  <a:cubicBezTo>
                    <a:pt x="1024" y="8931"/>
                    <a:pt x="1191" y="9336"/>
                    <a:pt x="1453" y="9645"/>
                  </a:cubicBezTo>
                  <a:cubicBezTo>
                    <a:pt x="1667" y="9907"/>
                    <a:pt x="1977" y="10098"/>
                    <a:pt x="2310" y="10169"/>
                  </a:cubicBezTo>
                  <a:cubicBezTo>
                    <a:pt x="2501" y="10812"/>
                    <a:pt x="3096" y="11241"/>
                    <a:pt x="3763" y="11241"/>
                  </a:cubicBezTo>
                  <a:cubicBezTo>
                    <a:pt x="4311" y="11241"/>
                    <a:pt x="4787" y="10955"/>
                    <a:pt x="5049" y="10527"/>
                  </a:cubicBezTo>
                  <a:cubicBezTo>
                    <a:pt x="5311" y="10955"/>
                    <a:pt x="5787" y="11241"/>
                    <a:pt x="6335" y="11241"/>
                  </a:cubicBezTo>
                  <a:cubicBezTo>
                    <a:pt x="7002" y="11241"/>
                    <a:pt x="7573" y="10812"/>
                    <a:pt x="7788" y="10169"/>
                  </a:cubicBezTo>
                  <a:cubicBezTo>
                    <a:pt x="8121" y="10098"/>
                    <a:pt x="8407" y="9907"/>
                    <a:pt x="8645" y="9645"/>
                  </a:cubicBezTo>
                  <a:cubicBezTo>
                    <a:pt x="8907" y="9336"/>
                    <a:pt x="9050" y="8931"/>
                    <a:pt x="9050" y="8526"/>
                  </a:cubicBezTo>
                  <a:cubicBezTo>
                    <a:pt x="9050" y="8479"/>
                    <a:pt x="9050" y="8431"/>
                    <a:pt x="9050" y="8383"/>
                  </a:cubicBezTo>
                  <a:cubicBezTo>
                    <a:pt x="9693" y="8074"/>
                    <a:pt x="10098" y="7407"/>
                    <a:pt x="10098" y="6669"/>
                  </a:cubicBezTo>
                  <a:cubicBezTo>
                    <a:pt x="10098" y="6026"/>
                    <a:pt x="9788" y="5454"/>
                    <a:pt x="9264" y="5073"/>
                  </a:cubicBezTo>
                  <a:cubicBezTo>
                    <a:pt x="9502" y="4787"/>
                    <a:pt x="9621" y="4406"/>
                    <a:pt x="9621" y="4025"/>
                  </a:cubicBezTo>
                  <a:cubicBezTo>
                    <a:pt x="9621" y="3430"/>
                    <a:pt x="9312" y="2882"/>
                    <a:pt x="8812" y="2573"/>
                  </a:cubicBezTo>
                  <a:cubicBezTo>
                    <a:pt x="8835" y="2501"/>
                    <a:pt x="8835" y="2406"/>
                    <a:pt x="8835" y="2311"/>
                  </a:cubicBezTo>
                  <a:cubicBezTo>
                    <a:pt x="8835" y="1572"/>
                    <a:pt x="8216" y="953"/>
                    <a:pt x="7478" y="953"/>
                  </a:cubicBezTo>
                  <a:cubicBezTo>
                    <a:pt x="7383" y="953"/>
                    <a:pt x="7287" y="977"/>
                    <a:pt x="7216" y="977"/>
                  </a:cubicBezTo>
                  <a:cubicBezTo>
                    <a:pt x="7097" y="429"/>
                    <a:pt x="6621" y="1"/>
                    <a:pt x="6025" y="1"/>
                  </a:cubicBezTo>
                  <a:cubicBezTo>
                    <a:pt x="5620" y="1"/>
                    <a:pt x="5263" y="191"/>
                    <a:pt x="5025" y="501"/>
                  </a:cubicBezTo>
                  <a:cubicBezTo>
                    <a:pt x="4811" y="191"/>
                    <a:pt x="4454" y="1"/>
                    <a:pt x="40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733" name="Google Shape;3733;p41"/>
            <p:cNvSpPr/>
            <p:nvPr/>
          </p:nvSpPr>
          <p:spPr>
            <a:xfrm>
              <a:off x="3154426" y="1277480"/>
              <a:ext cx="41434" cy="65185"/>
            </a:xfrm>
            <a:custGeom>
              <a:rect b="b" l="l" r="r" t="t"/>
              <a:pathLst>
                <a:path extrusionOk="0" h="1762" w="1120">
                  <a:moveTo>
                    <a:pt x="779" y="0"/>
                  </a:moveTo>
                  <a:cubicBezTo>
                    <a:pt x="743" y="0"/>
                    <a:pt x="705" y="8"/>
                    <a:pt x="667" y="23"/>
                  </a:cubicBezTo>
                  <a:cubicBezTo>
                    <a:pt x="572" y="95"/>
                    <a:pt x="524" y="238"/>
                    <a:pt x="596" y="333"/>
                  </a:cubicBezTo>
                  <a:cubicBezTo>
                    <a:pt x="643" y="452"/>
                    <a:pt x="691" y="547"/>
                    <a:pt x="691" y="666"/>
                  </a:cubicBezTo>
                  <a:cubicBezTo>
                    <a:pt x="691" y="976"/>
                    <a:pt x="477" y="1262"/>
                    <a:pt x="167" y="1333"/>
                  </a:cubicBezTo>
                  <a:cubicBezTo>
                    <a:pt x="72" y="1357"/>
                    <a:pt x="0" y="1476"/>
                    <a:pt x="24" y="1595"/>
                  </a:cubicBezTo>
                  <a:cubicBezTo>
                    <a:pt x="48" y="1690"/>
                    <a:pt x="143" y="1762"/>
                    <a:pt x="239" y="1762"/>
                  </a:cubicBezTo>
                  <a:lnTo>
                    <a:pt x="286" y="1762"/>
                  </a:lnTo>
                  <a:cubicBezTo>
                    <a:pt x="786" y="1619"/>
                    <a:pt x="1120" y="1190"/>
                    <a:pt x="1120" y="666"/>
                  </a:cubicBezTo>
                  <a:cubicBezTo>
                    <a:pt x="1120" y="476"/>
                    <a:pt x="1072" y="285"/>
                    <a:pt x="977" y="119"/>
                  </a:cubicBezTo>
                  <a:cubicBezTo>
                    <a:pt x="928" y="37"/>
                    <a:pt x="857" y="0"/>
                    <a:pt x="7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734" name="Google Shape;3734;p41"/>
            <p:cNvSpPr/>
            <p:nvPr/>
          </p:nvSpPr>
          <p:spPr>
            <a:xfrm>
              <a:off x="3191421" y="1375221"/>
              <a:ext cx="49388" cy="58193"/>
            </a:xfrm>
            <a:custGeom>
              <a:rect b="b" l="l" r="r" t="t"/>
              <a:pathLst>
                <a:path extrusionOk="0" h="1573" w="1335">
                  <a:moveTo>
                    <a:pt x="215" y="1"/>
                  </a:moveTo>
                  <a:cubicBezTo>
                    <a:pt x="96" y="1"/>
                    <a:pt x="1" y="96"/>
                    <a:pt x="1" y="215"/>
                  </a:cubicBezTo>
                  <a:cubicBezTo>
                    <a:pt x="1" y="334"/>
                    <a:pt x="96" y="430"/>
                    <a:pt x="215" y="430"/>
                  </a:cubicBezTo>
                  <a:cubicBezTo>
                    <a:pt x="596" y="430"/>
                    <a:pt x="906" y="739"/>
                    <a:pt x="906" y="1120"/>
                  </a:cubicBezTo>
                  <a:cubicBezTo>
                    <a:pt x="906" y="1168"/>
                    <a:pt x="882" y="1239"/>
                    <a:pt x="882" y="1287"/>
                  </a:cubicBezTo>
                  <a:cubicBezTo>
                    <a:pt x="834" y="1406"/>
                    <a:pt x="906" y="1525"/>
                    <a:pt x="1025" y="1549"/>
                  </a:cubicBezTo>
                  <a:cubicBezTo>
                    <a:pt x="1048" y="1573"/>
                    <a:pt x="1072" y="1573"/>
                    <a:pt x="1096" y="1573"/>
                  </a:cubicBezTo>
                  <a:cubicBezTo>
                    <a:pt x="1191" y="1573"/>
                    <a:pt x="1263" y="1501"/>
                    <a:pt x="1310" y="1406"/>
                  </a:cubicBezTo>
                  <a:cubicBezTo>
                    <a:pt x="1310" y="1311"/>
                    <a:pt x="1334" y="1215"/>
                    <a:pt x="1334" y="1120"/>
                  </a:cubicBezTo>
                  <a:cubicBezTo>
                    <a:pt x="1334" y="501"/>
                    <a:pt x="834" y="1"/>
                    <a:pt x="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735" name="Google Shape;3735;p41"/>
            <p:cNvSpPr/>
            <p:nvPr/>
          </p:nvSpPr>
          <p:spPr>
            <a:xfrm>
              <a:off x="3199338" y="1204304"/>
              <a:ext cx="64371" cy="26488"/>
            </a:xfrm>
            <a:custGeom>
              <a:rect b="b" l="l" r="r" t="t"/>
              <a:pathLst>
                <a:path extrusionOk="0" h="716" w="1740">
                  <a:moveTo>
                    <a:pt x="236" y="1"/>
                  </a:moveTo>
                  <a:cubicBezTo>
                    <a:pt x="180" y="1"/>
                    <a:pt x="120" y="25"/>
                    <a:pt x="72" y="72"/>
                  </a:cubicBezTo>
                  <a:cubicBezTo>
                    <a:pt x="1" y="168"/>
                    <a:pt x="1" y="311"/>
                    <a:pt x="72" y="382"/>
                  </a:cubicBezTo>
                  <a:cubicBezTo>
                    <a:pt x="287" y="596"/>
                    <a:pt x="572" y="715"/>
                    <a:pt x="882" y="715"/>
                  </a:cubicBezTo>
                  <a:cubicBezTo>
                    <a:pt x="1168" y="715"/>
                    <a:pt x="1454" y="596"/>
                    <a:pt x="1668" y="382"/>
                  </a:cubicBezTo>
                  <a:cubicBezTo>
                    <a:pt x="1739" y="287"/>
                    <a:pt x="1739" y="168"/>
                    <a:pt x="1668" y="72"/>
                  </a:cubicBezTo>
                  <a:cubicBezTo>
                    <a:pt x="1620" y="25"/>
                    <a:pt x="1561" y="1"/>
                    <a:pt x="1504" y="1"/>
                  </a:cubicBezTo>
                  <a:cubicBezTo>
                    <a:pt x="1448" y="1"/>
                    <a:pt x="1394" y="25"/>
                    <a:pt x="1358" y="72"/>
                  </a:cubicBezTo>
                  <a:cubicBezTo>
                    <a:pt x="1215" y="191"/>
                    <a:pt x="1049" y="263"/>
                    <a:pt x="858" y="263"/>
                  </a:cubicBezTo>
                  <a:cubicBezTo>
                    <a:pt x="692" y="263"/>
                    <a:pt x="525" y="191"/>
                    <a:pt x="382" y="72"/>
                  </a:cubicBezTo>
                  <a:cubicBezTo>
                    <a:pt x="346" y="25"/>
                    <a:pt x="293" y="1"/>
                    <a:pt x="2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736" name="Google Shape;3736;p41"/>
            <p:cNvSpPr/>
            <p:nvPr/>
          </p:nvSpPr>
          <p:spPr>
            <a:xfrm>
              <a:off x="3372030" y="1277924"/>
              <a:ext cx="42322" cy="64741"/>
            </a:xfrm>
            <a:custGeom>
              <a:rect b="b" l="l" r="r" t="t"/>
              <a:pathLst>
                <a:path extrusionOk="0" h="1750" w="1144">
                  <a:moveTo>
                    <a:pt x="346" y="1"/>
                  </a:moveTo>
                  <a:cubicBezTo>
                    <a:pt x="270" y="1"/>
                    <a:pt x="191" y="43"/>
                    <a:pt x="143" y="107"/>
                  </a:cubicBezTo>
                  <a:cubicBezTo>
                    <a:pt x="48" y="273"/>
                    <a:pt x="1" y="464"/>
                    <a:pt x="1" y="678"/>
                  </a:cubicBezTo>
                  <a:cubicBezTo>
                    <a:pt x="1" y="1178"/>
                    <a:pt x="358" y="1607"/>
                    <a:pt x="834" y="1750"/>
                  </a:cubicBezTo>
                  <a:lnTo>
                    <a:pt x="882" y="1750"/>
                  </a:lnTo>
                  <a:cubicBezTo>
                    <a:pt x="1001" y="1750"/>
                    <a:pt x="1072" y="1702"/>
                    <a:pt x="1096" y="1583"/>
                  </a:cubicBezTo>
                  <a:cubicBezTo>
                    <a:pt x="1144" y="1464"/>
                    <a:pt x="1072" y="1345"/>
                    <a:pt x="953" y="1321"/>
                  </a:cubicBezTo>
                  <a:cubicBezTo>
                    <a:pt x="644" y="1250"/>
                    <a:pt x="453" y="964"/>
                    <a:pt x="453" y="678"/>
                  </a:cubicBezTo>
                  <a:cubicBezTo>
                    <a:pt x="453" y="559"/>
                    <a:pt x="477" y="440"/>
                    <a:pt x="524" y="321"/>
                  </a:cubicBezTo>
                  <a:cubicBezTo>
                    <a:pt x="596" y="226"/>
                    <a:pt x="548" y="83"/>
                    <a:pt x="453" y="35"/>
                  </a:cubicBezTo>
                  <a:cubicBezTo>
                    <a:pt x="421" y="11"/>
                    <a:pt x="384" y="1"/>
                    <a:pt x="3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737" name="Google Shape;3737;p41"/>
            <p:cNvSpPr/>
            <p:nvPr/>
          </p:nvSpPr>
          <p:spPr>
            <a:xfrm>
              <a:off x="3327118" y="1375221"/>
              <a:ext cx="49351" cy="58193"/>
            </a:xfrm>
            <a:custGeom>
              <a:rect b="b" l="l" r="r" t="t"/>
              <a:pathLst>
                <a:path extrusionOk="0" h="1573" w="1334">
                  <a:moveTo>
                    <a:pt x="1119" y="1"/>
                  </a:moveTo>
                  <a:cubicBezTo>
                    <a:pt x="500" y="1"/>
                    <a:pt x="0" y="501"/>
                    <a:pt x="0" y="1120"/>
                  </a:cubicBezTo>
                  <a:cubicBezTo>
                    <a:pt x="0" y="1215"/>
                    <a:pt x="0" y="1311"/>
                    <a:pt x="24" y="1406"/>
                  </a:cubicBezTo>
                  <a:cubicBezTo>
                    <a:pt x="71" y="1501"/>
                    <a:pt x="143" y="1573"/>
                    <a:pt x="238" y="1573"/>
                  </a:cubicBezTo>
                  <a:cubicBezTo>
                    <a:pt x="262" y="1573"/>
                    <a:pt x="286" y="1573"/>
                    <a:pt x="310" y="1549"/>
                  </a:cubicBezTo>
                  <a:cubicBezTo>
                    <a:pt x="429" y="1525"/>
                    <a:pt x="500" y="1406"/>
                    <a:pt x="452" y="1287"/>
                  </a:cubicBezTo>
                  <a:cubicBezTo>
                    <a:pt x="452" y="1239"/>
                    <a:pt x="429" y="1168"/>
                    <a:pt x="429" y="1120"/>
                  </a:cubicBezTo>
                  <a:cubicBezTo>
                    <a:pt x="429" y="739"/>
                    <a:pt x="738" y="430"/>
                    <a:pt x="1119" y="430"/>
                  </a:cubicBezTo>
                  <a:cubicBezTo>
                    <a:pt x="1238" y="430"/>
                    <a:pt x="1334" y="334"/>
                    <a:pt x="1334" y="215"/>
                  </a:cubicBezTo>
                  <a:cubicBezTo>
                    <a:pt x="1334" y="96"/>
                    <a:pt x="1238" y="1"/>
                    <a:pt x="11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738" name="Google Shape;3738;p41"/>
            <p:cNvSpPr/>
            <p:nvPr/>
          </p:nvSpPr>
          <p:spPr>
            <a:xfrm>
              <a:off x="3304181" y="1204304"/>
              <a:ext cx="64371" cy="26488"/>
            </a:xfrm>
            <a:custGeom>
              <a:rect b="b" l="l" r="r" t="t"/>
              <a:pathLst>
                <a:path extrusionOk="0" h="716" w="1740">
                  <a:moveTo>
                    <a:pt x="236" y="1"/>
                  </a:moveTo>
                  <a:cubicBezTo>
                    <a:pt x="179" y="1"/>
                    <a:pt x="120" y="25"/>
                    <a:pt x="72" y="72"/>
                  </a:cubicBezTo>
                  <a:cubicBezTo>
                    <a:pt x="1" y="168"/>
                    <a:pt x="1" y="311"/>
                    <a:pt x="72" y="382"/>
                  </a:cubicBezTo>
                  <a:cubicBezTo>
                    <a:pt x="287" y="596"/>
                    <a:pt x="572" y="715"/>
                    <a:pt x="882" y="715"/>
                  </a:cubicBezTo>
                  <a:cubicBezTo>
                    <a:pt x="1168" y="715"/>
                    <a:pt x="1454" y="596"/>
                    <a:pt x="1668" y="382"/>
                  </a:cubicBezTo>
                  <a:cubicBezTo>
                    <a:pt x="1739" y="311"/>
                    <a:pt x="1739" y="168"/>
                    <a:pt x="1668" y="72"/>
                  </a:cubicBezTo>
                  <a:cubicBezTo>
                    <a:pt x="1620" y="25"/>
                    <a:pt x="1561" y="1"/>
                    <a:pt x="1504" y="1"/>
                  </a:cubicBezTo>
                  <a:cubicBezTo>
                    <a:pt x="1448" y="1"/>
                    <a:pt x="1394" y="25"/>
                    <a:pt x="1358" y="72"/>
                  </a:cubicBezTo>
                  <a:cubicBezTo>
                    <a:pt x="1215" y="191"/>
                    <a:pt x="1049" y="263"/>
                    <a:pt x="882" y="263"/>
                  </a:cubicBezTo>
                  <a:cubicBezTo>
                    <a:pt x="691" y="263"/>
                    <a:pt x="525" y="191"/>
                    <a:pt x="382" y="72"/>
                  </a:cubicBezTo>
                  <a:cubicBezTo>
                    <a:pt x="346" y="25"/>
                    <a:pt x="293" y="1"/>
                    <a:pt x="2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739" name="Google Shape;3739;p41"/>
            <p:cNvSpPr/>
            <p:nvPr/>
          </p:nvSpPr>
          <p:spPr>
            <a:xfrm>
              <a:off x="3153538" y="1158504"/>
              <a:ext cx="21198" cy="16796"/>
            </a:xfrm>
            <a:custGeom>
              <a:rect b="b" l="l" r="r" t="t"/>
              <a:pathLst>
                <a:path extrusionOk="0" h="454" w="573">
                  <a:moveTo>
                    <a:pt x="263" y="1"/>
                  </a:moveTo>
                  <a:cubicBezTo>
                    <a:pt x="191" y="1"/>
                    <a:pt x="120" y="48"/>
                    <a:pt x="96" y="120"/>
                  </a:cubicBezTo>
                  <a:cubicBezTo>
                    <a:pt x="1" y="286"/>
                    <a:pt x="120" y="453"/>
                    <a:pt x="286" y="453"/>
                  </a:cubicBezTo>
                  <a:cubicBezTo>
                    <a:pt x="453" y="453"/>
                    <a:pt x="572" y="286"/>
                    <a:pt x="477" y="96"/>
                  </a:cubicBezTo>
                  <a:cubicBezTo>
                    <a:pt x="429" y="48"/>
                    <a:pt x="358" y="1"/>
                    <a:pt x="3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740" name="Google Shape;3740;p41"/>
            <p:cNvSpPr/>
            <p:nvPr/>
          </p:nvSpPr>
          <p:spPr>
            <a:xfrm>
              <a:off x="3268074" y="1294202"/>
              <a:ext cx="32630" cy="49462"/>
            </a:xfrm>
            <a:custGeom>
              <a:rect b="b" l="l" r="r" t="t"/>
              <a:pathLst>
                <a:path extrusionOk="0" h="1337" w="882">
                  <a:moveTo>
                    <a:pt x="453" y="0"/>
                  </a:moveTo>
                  <a:cubicBezTo>
                    <a:pt x="215" y="0"/>
                    <a:pt x="0" y="191"/>
                    <a:pt x="0" y="453"/>
                  </a:cubicBezTo>
                  <a:cubicBezTo>
                    <a:pt x="0" y="619"/>
                    <a:pt x="96" y="762"/>
                    <a:pt x="215" y="834"/>
                  </a:cubicBezTo>
                  <a:lnTo>
                    <a:pt x="215" y="1119"/>
                  </a:lnTo>
                  <a:cubicBezTo>
                    <a:pt x="215" y="1228"/>
                    <a:pt x="314" y="1337"/>
                    <a:pt x="440" y="1337"/>
                  </a:cubicBezTo>
                  <a:cubicBezTo>
                    <a:pt x="452" y="1337"/>
                    <a:pt x="464" y="1336"/>
                    <a:pt x="477" y="1334"/>
                  </a:cubicBezTo>
                  <a:cubicBezTo>
                    <a:pt x="572" y="1310"/>
                    <a:pt x="667" y="1215"/>
                    <a:pt x="667" y="1095"/>
                  </a:cubicBezTo>
                  <a:lnTo>
                    <a:pt x="667" y="834"/>
                  </a:lnTo>
                  <a:cubicBezTo>
                    <a:pt x="786" y="762"/>
                    <a:pt x="882" y="595"/>
                    <a:pt x="882" y="429"/>
                  </a:cubicBezTo>
                  <a:cubicBezTo>
                    <a:pt x="882" y="214"/>
                    <a:pt x="691" y="24"/>
                    <a:pt x="4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grpSp>
      <p:sp>
        <p:nvSpPr>
          <p:cNvPr id="3741" name="Google Shape;3741;p41"/>
          <p:cNvSpPr/>
          <p:nvPr/>
        </p:nvSpPr>
        <p:spPr>
          <a:xfrm flipH="1">
            <a:off x="5704838" y="3169149"/>
            <a:ext cx="901932" cy="859080"/>
          </a:xfrm>
          <a:custGeom>
            <a:rect b="b" l="l" r="r" t="t"/>
            <a:pathLst>
              <a:path extrusionOk="0" h="27766" w="29151">
                <a:moveTo>
                  <a:pt x="4317" y="2872"/>
                </a:moveTo>
                <a:lnTo>
                  <a:pt x="4347" y="2944"/>
                </a:lnTo>
                <a:lnTo>
                  <a:pt x="4347" y="2944"/>
                </a:lnTo>
                <a:cubicBezTo>
                  <a:pt x="4346" y="2920"/>
                  <a:pt x="4341" y="2896"/>
                  <a:pt x="4317" y="2872"/>
                </a:cubicBezTo>
                <a:close/>
                <a:moveTo>
                  <a:pt x="4347" y="2944"/>
                </a:moveTo>
                <a:cubicBezTo>
                  <a:pt x="4347" y="2950"/>
                  <a:pt x="4347" y="2957"/>
                  <a:pt x="4347" y="2963"/>
                </a:cubicBezTo>
                <a:cubicBezTo>
                  <a:pt x="4349" y="2961"/>
                  <a:pt x="4351" y="2958"/>
                  <a:pt x="4352" y="2956"/>
                </a:cubicBezTo>
                <a:lnTo>
                  <a:pt x="4352" y="2956"/>
                </a:lnTo>
                <a:lnTo>
                  <a:pt x="4347" y="2944"/>
                </a:lnTo>
                <a:close/>
                <a:moveTo>
                  <a:pt x="12820" y="1"/>
                </a:moveTo>
                <a:cubicBezTo>
                  <a:pt x="12608" y="1"/>
                  <a:pt x="12392" y="14"/>
                  <a:pt x="12189" y="14"/>
                </a:cubicBezTo>
                <a:cubicBezTo>
                  <a:pt x="12144" y="10"/>
                  <a:pt x="12100" y="8"/>
                  <a:pt x="12059" y="8"/>
                </a:cubicBezTo>
                <a:cubicBezTo>
                  <a:pt x="11795" y="8"/>
                  <a:pt x="11601" y="84"/>
                  <a:pt x="11338" y="136"/>
                </a:cubicBezTo>
                <a:cubicBezTo>
                  <a:pt x="11065" y="166"/>
                  <a:pt x="10882" y="136"/>
                  <a:pt x="10609" y="227"/>
                </a:cubicBezTo>
                <a:cubicBezTo>
                  <a:pt x="10244" y="379"/>
                  <a:pt x="9849" y="470"/>
                  <a:pt x="9484" y="622"/>
                </a:cubicBezTo>
                <a:cubicBezTo>
                  <a:pt x="8542" y="1017"/>
                  <a:pt x="7509" y="1291"/>
                  <a:pt x="6627" y="1777"/>
                </a:cubicBezTo>
                <a:cubicBezTo>
                  <a:pt x="6262" y="1990"/>
                  <a:pt x="5928" y="2264"/>
                  <a:pt x="5502" y="2416"/>
                </a:cubicBezTo>
                <a:cubicBezTo>
                  <a:pt x="5049" y="2567"/>
                  <a:pt x="4655" y="2538"/>
                  <a:pt x="4352" y="2956"/>
                </a:cubicBezTo>
                <a:lnTo>
                  <a:pt x="4352" y="2956"/>
                </a:lnTo>
                <a:lnTo>
                  <a:pt x="4469" y="3236"/>
                </a:lnTo>
                <a:cubicBezTo>
                  <a:pt x="3983" y="3510"/>
                  <a:pt x="3679" y="3875"/>
                  <a:pt x="3344" y="4209"/>
                </a:cubicBezTo>
                <a:cubicBezTo>
                  <a:pt x="3040" y="4543"/>
                  <a:pt x="2888" y="4847"/>
                  <a:pt x="2676" y="5212"/>
                </a:cubicBezTo>
                <a:cubicBezTo>
                  <a:pt x="2402" y="5668"/>
                  <a:pt x="2128" y="6124"/>
                  <a:pt x="1885" y="6610"/>
                </a:cubicBezTo>
                <a:cubicBezTo>
                  <a:pt x="1551" y="7218"/>
                  <a:pt x="1308" y="7826"/>
                  <a:pt x="1065" y="8495"/>
                </a:cubicBezTo>
                <a:cubicBezTo>
                  <a:pt x="882" y="9072"/>
                  <a:pt x="700" y="9680"/>
                  <a:pt x="517" y="10288"/>
                </a:cubicBezTo>
                <a:cubicBezTo>
                  <a:pt x="366" y="10866"/>
                  <a:pt x="396" y="11474"/>
                  <a:pt x="305" y="12081"/>
                </a:cubicBezTo>
                <a:cubicBezTo>
                  <a:pt x="92" y="13388"/>
                  <a:pt x="1" y="14787"/>
                  <a:pt x="214" y="16094"/>
                </a:cubicBezTo>
                <a:cubicBezTo>
                  <a:pt x="335" y="16671"/>
                  <a:pt x="366" y="17279"/>
                  <a:pt x="517" y="17826"/>
                </a:cubicBezTo>
                <a:cubicBezTo>
                  <a:pt x="669" y="18313"/>
                  <a:pt x="730" y="18890"/>
                  <a:pt x="973" y="19346"/>
                </a:cubicBezTo>
                <a:cubicBezTo>
                  <a:pt x="1399" y="20258"/>
                  <a:pt x="1916" y="21200"/>
                  <a:pt x="2493" y="22021"/>
                </a:cubicBezTo>
                <a:cubicBezTo>
                  <a:pt x="3527" y="23571"/>
                  <a:pt x="4925" y="25121"/>
                  <a:pt x="6657" y="26063"/>
                </a:cubicBezTo>
                <a:cubicBezTo>
                  <a:pt x="8299" y="26945"/>
                  <a:pt x="10214" y="27097"/>
                  <a:pt x="12037" y="27431"/>
                </a:cubicBezTo>
                <a:cubicBezTo>
                  <a:pt x="12767" y="27553"/>
                  <a:pt x="13496" y="27553"/>
                  <a:pt x="14196" y="27674"/>
                </a:cubicBezTo>
                <a:cubicBezTo>
                  <a:pt x="14515" y="27735"/>
                  <a:pt x="14902" y="27766"/>
                  <a:pt x="15290" y="27766"/>
                </a:cubicBezTo>
                <a:cubicBezTo>
                  <a:pt x="15677" y="27766"/>
                  <a:pt x="16065" y="27735"/>
                  <a:pt x="16384" y="27674"/>
                </a:cubicBezTo>
                <a:cubicBezTo>
                  <a:pt x="17539" y="27492"/>
                  <a:pt x="18694" y="27006"/>
                  <a:pt x="19819" y="26580"/>
                </a:cubicBezTo>
                <a:cubicBezTo>
                  <a:pt x="20579" y="26307"/>
                  <a:pt x="21278" y="25911"/>
                  <a:pt x="21977" y="25516"/>
                </a:cubicBezTo>
                <a:cubicBezTo>
                  <a:pt x="22281" y="25364"/>
                  <a:pt x="22646" y="25212"/>
                  <a:pt x="22950" y="25030"/>
                </a:cubicBezTo>
                <a:cubicBezTo>
                  <a:pt x="23284" y="24756"/>
                  <a:pt x="23527" y="24544"/>
                  <a:pt x="23922" y="24331"/>
                </a:cubicBezTo>
                <a:cubicBezTo>
                  <a:pt x="24500" y="24027"/>
                  <a:pt x="24925" y="23510"/>
                  <a:pt x="25412" y="23054"/>
                </a:cubicBezTo>
                <a:cubicBezTo>
                  <a:pt x="26019" y="22477"/>
                  <a:pt x="26871" y="21838"/>
                  <a:pt x="27205" y="21079"/>
                </a:cubicBezTo>
                <a:cubicBezTo>
                  <a:pt x="27509" y="20349"/>
                  <a:pt x="27904" y="19711"/>
                  <a:pt x="28117" y="18951"/>
                </a:cubicBezTo>
                <a:cubicBezTo>
                  <a:pt x="28330" y="18191"/>
                  <a:pt x="28421" y="17462"/>
                  <a:pt x="28573" y="16702"/>
                </a:cubicBezTo>
                <a:cubicBezTo>
                  <a:pt x="28968" y="15030"/>
                  <a:pt x="29150" y="13297"/>
                  <a:pt x="28846" y="11595"/>
                </a:cubicBezTo>
                <a:cubicBezTo>
                  <a:pt x="28634" y="10501"/>
                  <a:pt x="28269" y="9164"/>
                  <a:pt x="27539" y="8252"/>
                </a:cubicBezTo>
                <a:cubicBezTo>
                  <a:pt x="27327" y="7948"/>
                  <a:pt x="27175" y="7674"/>
                  <a:pt x="26931" y="7431"/>
                </a:cubicBezTo>
                <a:cubicBezTo>
                  <a:pt x="26475" y="6975"/>
                  <a:pt x="25928" y="6610"/>
                  <a:pt x="25503" y="6154"/>
                </a:cubicBezTo>
                <a:cubicBezTo>
                  <a:pt x="25351" y="5972"/>
                  <a:pt x="25138" y="5850"/>
                  <a:pt x="24986" y="5668"/>
                </a:cubicBezTo>
                <a:cubicBezTo>
                  <a:pt x="24804" y="5486"/>
                  <a:pt x="24682" y="5273"/>
                  <a:pt x="24469" y="5091"/>
                </a:cubicBezTo>
                <a:cubicBezTo>
                  <a:pt x="23497" y="4209"/>
                  <a:pt x="22950" y="2963"/>
                  <a:pt x="21734" y="2325"/>
                </a:cubicBezTo>
                <a:cubicBezTo>
                  <a:pt x="21460" y="2173"/>
                  <a:pt x="21247" y="1960"/>
                  <a:pt x="20974" y="1838"/>
                </a:cubicBezTo>
                <a:cubicBezTo>
                  <a:pt x="20791" y="1747"/>
                  <a:pt x="20579" y="1686"/>
                  <a:pt x="20396" y="1595"/>
                </a:cubicBezTo>
                <a:cubicBezTo>
                  <a:pt x="19849" y="1321"/>
                  <a:pt x="19363" y="1109"/>
                  <a:pt x="18725" y="1017"/>
                </a:cubicBezTo>
                <a:cubicBezTo>
                  <a:pt x="18208" y="926"/>
                  <a:pt x="17569" y="835"/>
                  <a:pt x="17083" y="653"/>
                </a:cubicBezTo>
                <a:cubicBezTo>
                  <a:pt x="16810" y="562"/>
                  <a:pt x="16688" y="531"/>
                  <a:pt x="16414" y="501"/>
                </a:cubicBezTo>
                <a:cubicBezTo>
                  <a:pt x="16171" y="470"/>
                  <a:pt x="15989" y="410"/>
                  <a:pt x="15776" y="379"/>
                </a:cubicBezTo>
                <a:cubicBezTo>
                  <a:pt x="15229" y="318"/>
                  <a:pt x="14712" y="288"/>
                  <a:pt x="14196" y="227"/>
                </a:cubicBezTo>
                <a:cubicBezTo>
                  <a:pt x="13831" y="166"/>
                  <a:pt x="13496" y="45"/>
                  <a:pt x="13132" y="14"/>
                </a:cubicBezTo>
                <a:cubicBezTo>
                  <a:pt x="13030" y="4"/>
                  <a:pt x="12926" y="1"/>
                  <a:pt x="128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42" name="Google Shape;3742;p41"/>
          <p:cNvGrpSpPr/>
          <p:nvPr/>
        </p:nvGrpSpPr>
        <p:grpSpPr>
          <a:xfrm>
            <a:off x="5928831" y="3345293"/>
            <a:ext cx="454343" cy="506850"/>
            <a:chOff x="6516383" y="2355810"/>
            <a:chExt cx="373576" cy="416749"/>
          </a:xfrm>
        </p:grpSpPr>
        <p:sp>
          <p:nvSpPr>
            <p:cNvPr id="3743" name="Google Shape;3743;p41"/>
            <p:cNvSpPr/>
            <p:nvPr/>
          </p:nvSpPr>
          <p:spPr>
            <a:xfrm>
              <a:off x="6516383" y="2355810"/>
              <a:ext cx="373576" cy="416749"/>
            </a:xfrm>
            <a:custGeom>
              <a:rect b="b" l="l" r="r" t="t"/>
              <a:pathLst>
                <a:path extrusionOk="0" h="11265" w="10098">
                  <a:moveTo>
                    <a:pt x="5049" y="4096"/>
                  </a:moveTo>
                  <a:cubicBezTo>
                    <a:pt x="5406" y="4096"/>
                    <a:pt x="5716" y="4382"/>
                    <a:pt x="5716" y="4763"/>
                  </a:cubicBezTo>
                  <a:cubicBezTo>
                    <a:pt x="5716" y="5120"/>
                    <a:pt x="5406" y="5406"/>
                    <a:pt x="5049" y="5406"/>
                  </a:cubicBezTo>
                  <a:cubicBezTo>
                    <a:pt x="4430" y="5406"/>
                    <a:pt x="3954" y="5906"/>
                    <a:pt x="3954" y="6525"/>
                  </a:cubicBezTo>
                  <a:cubicBezTo>
                    <a:pt x="3954" y="6597"/>
                    <a:pt x="3954" y="6668"/>
                    <a:pt x="3954" y="6740"/>
                  </a:cubicBezTo>
                  <a:cubicBezTo>
                    <a:pt x="3692" y="6454"/>
                    <a:pt x="3501" y="6073"/>
                    <a:pt x="3501" y="5644"/>
                  </a:cubicBezTo>
                  <a:cubicBezTo>
                    <a:pt x="3501" y="4787"/>
                    <a:pt x="4192" y="4096"/>
                    <a:pt x="5049" y="4096"/>
                  </a:cubicBezTo>
                  <a:close/>
                  <a:moveTo>
                    <a:pt x="6121" y="4525"/>
                  </a:moveTo>
                  <a:lnTo>
                    <a:pt x="6121" y="4525"/>
                  </a:lnTo>
                  <a:cubicBezTo>
                    <a:pt x="6407" y="4811"/>
                    <a:pt x="6573" y="5192"/>
                    <a:pt x="6573" y="5621"/>
                  </a:cubicBezTo>
                  <a:cubicBezTo>
                    <a:pt x="6573" y="6478"/>
                    <a:pt x="5883" y="7168"/>
                    <a:pt x="5049" y="7168"/>
                  </a:cubicBezTo>
                  <a:cubicBezTo>
                    <a:pt x="4692" y="7168"/>
                    <a:pt x="4382" y="6883"/>
                    <a:pt x="4382" y="6502"/>
                  </a:cubicBezTo>
                  <a:cubicBezTo>
                    <a:pt x="4382" y="6144"/>
                    <a:pt x="4668" y="5859"/>
                    <a:pt x="5049" y="5859"/>
                  </a:cubicBezTo>
                  <a:cubicBezTo>
                    <a:pt x="5644" y="5859"/>
                    <a:pt x="6145" y="5359"/>
                    <a:pt x="6145" y="4763"/>
                  </a:cubicBezTo>
                  <a:cubicBezTo>
                    <a:pt x="6145" y="4668"/>
                    <a:pt x="6145" y="4597"/>
                    <a:pt x="6121" y="4525"/>
                  </a:cubicBezTo>
                  <a:close/>
                  <a:moveTo>
                    <a:pt x="6029" y="446"/>
                  </a:moveTo>
                  <a:cubicBezTo>
                    <a:pt x="6438" y="446"/>
                    <a:pt x="6770" y="769"/>
                    <a:pt x="6788" y="1167"/>
                  </a:cubicBezTo>
                  <a:cubicBezTo>
                    <a:pt x="6597" y="1286"/>
                    <a:pt x="6430" y="1453"/>
                    <a:pt x="6311" y="1644"/>
                  </a:cubicBezTo>
                  <a:cubicBezTo>
                    <a:pt x="6264" y="1763"/>
                    <a:pt x="6287" y="1882"/>
                    <a:pt x="6407" y="1953"/>
                  </a:cubicBezTo>
                  <a:cubicBezTo>
                    <a:pt x="6430" y="1977"/>
                    <a:pt x="6478" y="1977"/>
                    <a:pt x="6502" y="1977"/>
                  </a:cubicBezTo>
                  <a:cubicBezTo>
                    <a:pt x="6597" y="1977"/>
                    <a:pt x="6669" y="1953"/>
                    <a:pt x="6692" y="1882"/>
                  </a:cubicBezTo>
                  <a:cubicBezTo>
                    <a:pt x="6788" y="1715"/>
                    <a:pt x="6930" y="1572"/>
                    <a:pt x="7097" y="1501"/>
                  </a:cubicBezTo>
                  <a:lnTo>
                    <a:pt x="7121" y="1501"/>
                  </a:lnTo>
                  <a:cubicBezTo>
                    <a:pt x="7235" y="1444"/>
                    <a:pt x="7359" y="1414"/>
                    <a:pt x="7489" y="1414"/>
                  </a:cubicBezTo>
                  <a:cubicBezTo>
                    <a:pt x="7632" y="1414"/>
                    <a:pt x="7781" y="1450"/>
                    <a:pt x="7931" y="1524"/>
                  </a:cubicBezTo>
                  <a:cubicBezTo>
                    <a:pt x="8074" y="1572"/>
                    <a:pt x="8169" y="1667"/>
                    <a:pt x="8240" y="1786"/>
                  </a:cubicBezTo>
                  <a:cubicBezTo>
                    <a:pt x="8407" y="2072"/>
                    <a:pt x="8455" y="2358"/>
                    <a:pt x="8359" y="2620"/>
                  </a:cubicBezTo>
                  <a:lnTo>
                    <a:pt x="8359" y="2644"/>
                  </a:lnTo>
                  <a:cubicBezTo>
                    <a:pt x="8288" y="2858"/>
                    <a:pt x="8121" y="3025"/>
                    <a:pt x="7931" y="3144"/>
                  </a:cubicBezTo>
                  <a:cubicBezTo>
                    <a:pt x="7883" y="3168"/>
                    <a:pt x="7835" y="3215"/>
                    <a:pt x="7835" y="3287"/>
                  </a:cubicBezTo>
                  <a:cubicBezTo>
                    <a:pt x="7835" y="3430"/>
                    <a:pt x="7931" y="3525"/>
                    <a:pt x="8050" y="3525"/>
                  </a:cubicBezTo>
                  <a:cubicBezTo>
                    <a:pt x="8097" y="3525"/>
                    <a:pt x="8145" y="3525"/>
                    <a:pt x="8169" y="3501"/>
                  </a:cubicBezTo>
                  <a:cubicBezTo>
                    <a:pt x="8383" y="3382"/>
                    <a:pt x="8550" y="3215"/>
                    <a:pt x="8669" y="3025"/>
                  </a:cubicBezTo>
                  <a:cubicBezTo>
                    <a:pt x="9002" y="3239"/>
                    <a:pt x="9193" y="3620"/>
                    <a:pt x="9193" y="4049"/>
                  </a:cubicBezTo>
                  <a:cubicBezTo>
                    <a:pt x="9193" y="4358"/>
                    <a:pt x="9074" y="4668"/>
                    <a:pt x="8883" y="4882"/>
                  </a:cubicBezTo>
                  <a:cubicBezTo>
                    <a:pt x="8788" y="4858"/>
                    <a:pt x="8717" y="4835"/>
                    <a:pt x="8645" y="4811"/>
                  </a:cubicBezTo>
                  <a:cubicBezTo>
                    <a:pt x="8574" y="4811"/>
                    <a:pt x="8526" y="4811"/>
                    <a:pt x="8478" y="4858"/>
                  </a:cubicBezTo>
                  <a:cubicBezTo>
                    <a:pt x="8296" y="5018"/>
                    <a:pt x="8419" y="5265"/>
                    <a:pt x="8639" y="5265"/>
                  </a:cubicBezTo>
                  <a:cubicBezTo>
                    <a:pt x="8649" y="5265"/>
                    <a:pt x="8659" y="5264"/>
                    <a:pt x="8669" y="5263"/>
                  </a:cubicBezTo>
                  <a:cubicBezTo>
                    <a:pt x="8678" y="5259"/>
                    <a:pt x="8687" y="5257"/>
                    <a:pt x="8697" y="5257"/>
                  </a:cubicBezTo>
                  <a:cubicBezTo>
                    <a:pt x="8741" y="5257"/>
                    <a:pt x="8792" y="5296"/>
                    <a:pt x="8812" y="5335"/>
                  </a:cubicBezTo>
                  <a:cubicBezTo>
                    <a:pt x="8812" y="5359"/>
                    <a:pt x="8836" y="5359"/>
                    <a:pt x="8836" y="5359"/>
                  </a:cubicBezTo>
                  <a:cubicBezTo>
                    <a:pt x="9336" y="5597"/>
                    <a:pt x="9669" y="6121"/>
                    <a:pt x="9669" y="6692"/>
                  </a:cubicBezTo>
                  <a:cubicBezTo>
                    <a:pt x="9669" y="7288"/>
                    <a:pt x="9288" y="7835"/>
                    <a:pt x="8740" y="8073"/>
                  </a:cubicBezTo>
                  <a:lnTo>
                    <a:pt x="8717" y="8073"/>
                  </a:lnTo>
                  <a:cubicBezTo>
                    <a:pt x="8550" y="8145"/>
                    <a:pt x="8359" y="8192"/>
                    <a:pt x="8169" y="8192"/>
                  </a:cubicBezTo>
                  <a:cubicBezTo>
                    <a:pt x="8026" y="8192"/>
                    <a:pt x="7907" y="8169"/>
                    <a:pt x="7788" y="8121"/>
                  </a:cubicBezTo>
                  <a:cubicBezTo>
                    <a:pt x="7776" y="8119"/>
                    <a:pt x="7763" y="8118"/>
                    <a:pt x="7751" y="8118"/>
                  </a:cubicBezTo>
                  <a:cubicBezTo>
                    <a:pt x="7598" y="8118"/>
                    <a:pt x="7460" y="8254"/>
                    <a:pt x="7526" y="8431"/>
                  </a:cubicBezTo>
                  <a:cubicBezTo>
                    <a:pt x="7526" y="8478"/>
                    <a:pt x="7573" y="8526"/>
                    <a:pt x="7645" y="8550"/>
                  </a:cubicBezTo>
                  <a:cubicBezTo>
                    <a:pt x="7812" y="8597"/>
                    <a:pt x="7978" y="8621"/>
                    <a:pt x="8169" y="8621"/>
                  </a:cubicBezTo>
                  <a:cubicBezTo>
                    <a:pt x="8312" y="8621"/>
                    <a:pt x="8478" y="8597"/>
                    <a:pt x="8621" y="8574"/>
                  </a:cubicBezTo>
                  <a:lnTo>
                    <a:pt x="8621" y="8574"/>
                  </a:lnTo>
                  <a:cubicBezTo>
                    <a:pt x="8597" y="9169"/>
                    <a:pt x="8169" y="9693"/>
                    <a:pt x="7573" y="9788"/>
                  </a:cubicBezTo>
                  <a:cubicBezTo>
                    <a:pt x="7495" y="9798"/>
                    <a:pt x="7416" y="9804"/>
                    <a:pt x="7338" y="9804"/>
                  </a:cubicBezTo>
                  <a:cubicBezTo>
                    <a:pt x="7229" y="9804"/>
                    <a:pt x="7123" y="9792"/>
                    <a:pt x="7026" y="9764"/>
                  </a:cubicBezTo>
                  <a:cubicBezTo>
                    <a:pt x="7005" y="9757"/>
                    <a:pt x="6984" y="9754"/>
                    <a:pt x="6964" y="9754"/>
                  </a:cubicBezTo>
                  <a:cubicBezTo>
                    <a:pt x="6914" y="9754"/>
                    <a:pt x="6869" y="9771"/>
                    <a:pt x="6835" y="9788"/>
                  </a:cubicBezTo>
                  <a:cubicBezTo>
                    <a:pt x="6692" y="9931"/>
                    <a:pt x="6764" y="10145"/>
                    <a:pt x="6930" y="10193"/>
                  </a:cubicBezTo>
                  <a:cubicBezTo>
                    <a:pt x="7050" y="10217"/>
                    <a:pt x="7169" y="10241"/>
                    <a:pt x="7288" y="10241"/>
                  </a:cubicBezTo>
                  <a:cubicBezTo>
                    <a:pt x="7108" y="10585"/>
                    <a:pt x="6749" y="10816"/>
                    <a:pt x="6342" y="10816"/>
                  </a:cubicBezTo>
                  <a:cubicBezTo>
                    <a:pt x="6102" y="10816"/>
                    <a:pt x="5844" y="10736"/>
                    <a:pt x="5597" y="10550"/>
                  </a:cubicBezTo>
                  <a:cubicBezTo>
                    <a:pt x="5383" y="10407"/>
                    <a:pt x="5263" y="10145"/>
                    <a:pt x="5263" y="9859"/>
                  </a:cubicBezTo>
                  <a:lnTo>
                    <a:pt x="5263" y="7597"/>
                  </a:lnTo>
                  <a:cubicBezTo>
                    <a:pt x="6264" y="7478"/>
                    <a:pt x="7026" y="6645"/>
                    <a:pt x="7026" y="5644"/>
                  </a:cubicBezTo>
                  <a:cubicBezTo>
                    <a:pt x="7026" y="4620"/>
                    <a:pt x="6264" y="3787"/>
                    <a:pt x="5263" y="3668"/>
                  </a:cubicBezTo>
                  <a:lnTo>
                    <a:pt x="5263" y="1120"/>
                  </a:lnTo>
                  <a:cubicBezTo>
                    <a:pt x="5263" y="905"/>
                    <a:pt x="5359" y="715"/>
                    <a:pt x="5549" y="596"/>
                  </a:cubicBezTo>
                  <a:cubicBezTo>
                    <a:pt x="5712" y="492"/>
                    <a:pt x="5876" y="446"/>
                    <a:pt x="6029" y="446"/>
                  </a:cubicBezTo>
                  <a:close/>
                  <a:moveTo>
                    <a:pt x="4073" y="0"/>
                  </a:moveTo>
                  <a:cubicBezTo>
                    <a:pt x="3477" y="0"/>
                    <a:pt x="2977" y="429"/>
                    <a:pt x="2882" y="1001"/>
                  </a:cubicBezTo>
                  <a:cubicBezTo>
                    <a:pt x="2834" y="977"/>
                    <a:pt x="2787" y="977"/>
                    <a:pt x="2739" y="977"/>
                  </a:cubicBezTo>
                  <a:cubicBezTo>
                    <a:pt x="2668" y="977"/>
                    <a:pt x="2620" y="1001"/>
                    <a:pt x="2572" y="1024"/>
                  </a:cubicBezTo>
                  <a:cubicBezTo>
                    <a:pt x="2453" y="1191"/>
                    <a:pt x="2549" y="1382"/>
                    <a:pt x="2715" y="1405"/>
                  </a:cubicBezTo>
                  <a:cubicBezTo>
                    <a:pt x="2811" y="1429"/>
                    <a:pt x="2906" y="1453"/>
                    <a:pt x="2977" y="1501"/>
                  </a:cubicBezTo>
                  <a:lnTo>
                    <a:pt x="3001" y="1501"/>
                  </a:lnTo>
                  <a:cubicBezTo>
                    <a:pt x="3168" y="1572"/>
                    <a:pt x="3311" y="1691"/>
                    <a:pt x="3406" y="1858"/>
                  </a:cubicBezTo>
                  <a:cubicBezTo>
                    <a:pt x="3430" y="1929"/>
                    <a:pt x="3501" y="1977"/>
                    <a:pt x="3596" y="1977"/>
                  </a:cubicBezTo>
                  <a:cubicBezTo>
                    <a:pt x="3668" y="1977"/>
                    <a:pt x="3739" y="1929"/>
                    <a:pt x="3787" y="1834"/>
                  </a:cubicBezTo>
                  <a:cubicBezTo>
                    <a:pt x="3835" y="1786"/>
                    <a:pt x="3835" y="1715"/>
                    <a:pt x="3787" y="1667"/>
                  </a:cubicBezTo>
                  <a:cubicBezTo>
                    <a:pt x="3692" y="1453"/>
                    <a:pt x="3501" y="1286"/>
                    <a:pt x="3311" y="1167"/>
                  </a:cubicBezTo>
                  <a:cubicBezTo>
                    <a:pt x="3328" y="762"/>
                    <a:pt x="3656" y="441"/>
                    <a:pt x="4057" y="441"/>
                  </a:cubicBezTo>
                  <a:cubicBezTo>
                    <a:pt x="4222" y="441"/>
                    <a:pt x="4400" y="495"/>
                    <a:pt x="4573" y="620"/>
                  </a:cubicBezTo>
                  <a:cubicBezTo>
                    <a:pt x="4740" y="715"/>
                    <a:pt x="4835" y="905"/>
                    <a:pt x="4835" y="1096"/>
                  </a:cubicBezTo>
                  <a:lnTo>
                    <a:pt x="4835" y="3668"/>
                  </a:lnTo>
                  <a:cubicBezTo>
                    <a:pt x="3835" y="3763"/>
                    <a:pt x="3073" y="4620"/>
                    <a:pt x="3073" y="5621"/>
                  </a:cubicBezTo>
                  <a:cubicBezTo>
                    <a:pt x="3073" y="6645"/>
                    <a:pt x="3835" y="7478"/>
                    <a:pt x="4835" y="7597"/>
                  </a:cubicBezTo>
                  <a:lnTo>
                    <a:pt x="4835" y="9883"/>
                  </a:lnTo>
                  <a:cubicBezTo>
                    <a:pt x="4835" y="10121"/>
                    <a:pt x="4716" y="10383"/>
                    <a:pt x="4525" y="10526"/>
                  </a:cubicBezTo>
                  <a:cubicBezTo>
                    <a:pt x="4272" y="10725"/>
                    <a:pt x="4006" y="10811"/>
                    <a:pt x="3757" y="10811"/>
                  </a:cubicBezTo>
                  <a:cubicBezTo>
                    <a:pt x="3349" y="10811"/>
                    <a:pt x="2988" y="10581"/>
                    <a:pt x="2811" y="10241"/>
                  </a:cubicBezTo>
                  <a:cubicBezTo>
                    <a:pt x="2953" y="10241"/>
                    <a:pt x="3073" y="10217"/>
                    <a:pt x="3215" y="10169"/>
                  </a:cubicBezTo>
                  <a:cubicBezTo>
                    <a:pt x="3263" y="10145"/>
                    <a:pt x="3311" y="10121"/>
                    <a:pt x="3334" y="10050"/>
                  </a:cubicBezTo>
                  <a:cubicBezTo>
                    <a:pt x="3376" y="9885"/>
                    <a:pt x="3256" y="9755"/>
                    <a:pt x="3130" y="9755"/>
                  </a:cubicBezTo>
                  <a:cubicBezTo>
                    <a:pt x="3111" y="9755"/>
                    <a:pt x="3091" y="9758"/>
                    <a:pt x="3073" y="9764"/>
                  </a:cubicBezTo>
                  <a:cubicBezTo>
                    <a:pt x="2961" y="9792"/>
                    <a:pt x="2857" y="9804"/>
                    <a:pt x="2753" y="9804"/>
                  </a:cubicBezTo>
                  <a:cubicBezTo>
                    <a:pt x="2679" y="9804"/>
                    <a:pt x="2604" y="9798"/>
                    <a:pt x="2525" y="9788"/>
                  </a:cubicBezTo>
                  <a:cubicBezTo>
                    <a:pt x="1929" y="9693"/>
                    <a:pt x="1477" y="9169"/>
                    <a:pt x="1477" y="8550"/>
                  </a:cubicBezTo>
                  <a:lnTo>
                    <a:pt x="1477" y="8550"/>
                  </a:lnTo>
                  <a:cubicBezTo>
                    <a:pt x="1620" y="8597"/>
                    <a:pt x="1763" y="8621"/>
                    <a:pt x="1929" y="8621"/>
                  </a:cubicBezTo>
                  <a:cubicBezTo>
                    <a:pt x="2096" y="8621"/>
                    <a:pt x="2287" y="8597"/>
                    <a:pt x="2453" y="8550"/>
                  </a:cubicBezTo>
                  <a:cubicBezTo>
                    <a:pt x="2525" y="8526"/>
                    <a:pt x="2549" y="8478"/>
                    <a:pt x="2572" y="8431"/>
                  </a:cubicBezTo>
                  <a:cubicBezTo>
                    <a:pt x="2635" y="8244"/>
                    <a:pt x="2517" y="8112"/>
                    <a:pt x="2375" y="8112"/>
                  </a:cubicBezTo>
                  <a:cubicBezTo>
                    <a:pt x="2354" y="8112"/>
                    <a:pt x="2332" y="8115"/>
                    <a:pt x="2310" y="8121"/>
                  </a:cubicBezTo>
                  <a:cubicBezTo>
                    <a:pt x="2191" y="8145"/>
                    <a:pt x="2048" y="8169"/>
                    <a:pt x="1929" y="8169"/>
                  </a:cubicBezTo>
                  <a:cubicBezTo>
                    <a:pt x="1739" y="8169"/>
                    <a:pt x="1548" y="8145"/>
                    <a:pt x="1358" y="8073"/>
                  </a:cubicBezTo>
                  <a:cubicBezTo>
                    <a:pt x="1358" y="8073"/>
                    <a:pt x="1358" y="8073"/>
                    <a:pt x="1358" y="8050"/>
                  </a:cubicBezTo>
                  <a:cubicBezTo>
                    <a:pt x="786" y="7835"/>
                    <a:pt x="429" y="7288"/>
                    <a:pt x="429" y="6668"/>
                  </a:cubicBezTo>
                  <a:cubicBezTo>
                    <a:pt x="429" y="6097"/>
                    <a:pt x="763" y="5597"/>
                    <a:pt x="1263" y="5335"/>
                  </a:cubicBezTo>
                  <a:lnTo>
                    <a:pt x="1286" y="5335"/>
                  </a:lnTo>
                  <a:cubicBezTo>
                    <a:pt x="1310" y="5263"/>
                    <a:pt x="1382" y="5240"/>
                    <a:pt x="1429" y="5240"/>
                  </a:cubicBezTo>
                  <a:cubicBezTo>
                    <a:pt x="1447" y="5243"/>
                    <a:pt x="1465" y="5245"/>
                    <a:pt x="1481" y="5245"/>
                  </a:cubicBezTo>
                  <a:cubicBezTo>
                    <a:pt x="1687" y="5245"/>
                    <a:pt x="1796" y="4989"/>
                    <a:pt x="1620" y="4835"/>
                  </a:cubicBezTo>
                  <a:cubicBezTo>
                    <a:pt x="1586" y="4818"/>
                    <a:pt x="1552" y="4801"/>
                    <a:pt x="1510" y="4801"/>
                  </a:cubicBezTo>
                  <a:cubicBezTo>
                    <a:pt x="1493" y="4801"/>
                    <a:pt x="1474" y="4804"/>
                    <a:pt x="1453" y="4811"/>
                  </a:cubicBezTo>
                  <a:cubicBezTo>
                    <a:pt x="1382" y="4811"/>
                    <a:pt x="1310" y="4835"/>
                    <a:pt x="1239" y="4882"/>
                  </a:cubicBezTo>
                  <a:cubicBezTo>
                    <a:pt x="1024" y="4644"/>
                    <a:pt x="905" y="4335"/>
                    <a:pt x="905" y="4025"/>
                  </a:cubicBezTo>
                  <a:cubicBezTo>
                    <a:pt x="905" y="3620"/>
                    <a:pt x="1096" y="3239"/>
                    <a:pt x="1429" y="3001"/>
                  </a:cubicBezTo>
                  <a:cubicBezTo>
                    <a:pt x="1548" y="3215"/>
                    <a:pt x="1715" y="3382"/>
                    <a:pt x="1929" y="3501"/>
                  </a:cubicBezTo>
                  <a:cubicBezTo>
                    <a:pt x="1977" y="3501"/>
                    <a:pt x="2001" y="3525"/>
                    <a:pt x="2048" y="3525"/>
                  </a:cubicBezTo>
                  <a:cubicBezTo>
                    <a:pt x="2168" y="3525"/>
                    <a:pt x="2287" y="3430"/>
                    <a:pt x="2263" y="3263"/>
                  </a:cubicBezTo>
                  <a:cubicBezTo>
                    <a:pt x="2263" y="3191"/>
                    <a:pt x="2215" y="3144"/>
                    <a:pt x="2168" y="3120"/>
                  </a:cubicBezTo>
                  <a:cubicBezTo>
                    <a:pt x="1977" y="3025"/>
                    <a:pt x="1810" y="2834"/>
                    <a:pt x="1739" y="2620"/>
                  </a:cubicBezTo>
                  <a:cubicBezTo>
                    <a:pt x="1715" y="2548"/>
                    <a:pt x="1715" y="2477"/>
                    <a:pt x="1691" y="2406"/>
                  </a:cubicBezTo>
                  <a:cubicBezTo>
                    <a:pt x="1691" y="2334"/>
                    <a:pt x="1667" y="2287"/>
                    <a:pt x="1596" y="2263"/>
                  </a:cubicBezTo>
                  <a:cubicBezTo>
                    <a:pt x="1554" y="2242"/>
                    <a:pt x="1513" y="2232"/>
                    <a:pt x="1474" y="2232"/>
                  </a:cubicBezTo>
                  <a:cubicBezTo>
                    <a:pt x="1341" y="2232"/>
                    <a:pt x="1244" y="2347"/>
                    <a:pt x="1263" y="2477"/>
                  </a:cubicBezTo>
                  <a:cubicBezTo>
                    <a:pt x="1263" y="2525"/>
                    <a:pt x="1263" y="2548"/>
                    <a:pt x="1286" y="2572"/>
                  </a:cubicBezTo>
                  <a:cubicBezTo>
                    <a:pt x="786" y="2882"/>
                    <a:pt x="477" y="3430"/>
                    <a:pt x="477" y="4025"/>
                  </a:cubicBezTo>
                  <a:cubicBezTo>
                    <a:pt x="477" y="4406"/>
                    <a:pt x="596" y="4787"/>
                    <a:pt x="834" y="5097"/>
                  </a:cubicBezTo>
                  <a:cubicBezTo>
                    <a:pt x="310" y="5454"/>
                    <a:pt x="0" y="6025"/>
                    <a:pt x="0" y="6668"/>
                  </a:cubicBezTo>
                  <a:cubicBezTo>
                    <a:pt x="0" y="7407"/>
                    <a:pt x="405" y="8073"/>
                    <a:pt x="1048" y="8407"/>
                  </a:cubicBezTo>
                  <a:cubicBezTo>
                    <a:pt x="1048" y="8454"/>
                    <a:pt x="1048" y="8502"/>
                    <a:pt x="1048" y="8550"/>
                  </a:cubicBezTo>
                  <a:cubicBezTo>
                    <a:pt x="1048" y="8955"/>
                    <a:pt x="1191" y="9336"/>
                    <a:pt x="1453" y="9645"/>
                  </a:cubicBezTo>
                  <a:cubicBezTo>
                    <a:pt x="1691" y="9907"/>
                    <a:pt x="1977" y="10098"/>
                    <a:pt x="2334" y="10193"/>
                  </a:cubicBezTo>
                  <a:cubicBezTo>
                    <a:pt x="2525" y="10812"/>
                    <a:pt x="3096" y="11265"/>
                    <a:pt x="3763" y="11265"/>
                  </a:cubicBezTo>
                  <a:cubicBezTo>
                    <a:pt x="4311" y="11265"/>
                    <a:pt x="4787" y="10955"/>
                    <a:pt x="5049" y="10526"/>
                  </a:cubicBezTo>
                  <a:cubicBezTo>
                    <a:pt x="5311" y="10955"/>
                    <a:pt x="5811" y="11265"/>
                    <a:pt x="6335" y="11265"/>
                  </a:cubicBezTo>
                  <a:cubicBezTo>
                    <a:pt x="7002" y="11265"/>
                    <a:pt x="7597" y="10812"/>
                    <a:pt x="7788" y="10193"/>
                  </a:cubicBezTo>
                  <a:cubicBezTo>
                    <a:pt x="8121" y="10098"/>
                    <a:pt x="8431" y="9907"/>
                    <a:pt x="8669" y="9645"/>
                  </a:cubicBezTo>
                  <a:cubicBezTo>
                    <a:pt x="8931" y="9336"/>
                    <a:pt x="9074" y="8955"/>
                    <a:pt x="9074" y="8550"/>
                  </a:cubicBezTo>
                  <a:cubicBezTo>
                    <a:pt x="9074" y="8502"/>
                    <a:pt x="9074" y="8454"/>
                    <a:pt x="9050" y="8407"/>
                  </a:cubicBezTo>
                  <a:cubicBezTo>
                    <a:pt x="9693" y="8073"/>
                    <a:pt x="10098" y="7430"/>
                    <a:pt x="10098" y="6692"/>
                  </a:cubicBezTo>
                  <a:cubicBezTo>
                    <a:pt x="10098" y="6049"/>
                    <a:pt x="9788" y="5454"/>
                    <a:pt x="9264" y="5097"/>
                  </a:cubicBezTo>
                  <a:cubicBezTo>
                    <a:pt x="9502" y="4787"/>
                    <a:pt x="9645" y="4430"/>
                    <a:pt x="9645" y="4025"/>
                  </a:cubicBezTo>
                  <a:cubicBezTo>
                    <a:pt x="9645" y="3430"/>
                    <a:pt x="9312" y="2882"/>
                    <a:pt x="8812" y="2596"/>
                  </a:cubicBezTo>
                  <a:cubicBezTo>
                    <a:pt x="8836" y="2501"/>
                    <a:pt x="8859" y="2406"/>
                    <a:pt x="8859" y="2310"/>
                  </a:cubicBezTo>
                  <a:cubicBezTo>
                    <a:pt x="8859" y="1572"/>
                    <a:pt x="8240" y="977"/>
                    <a:pt x="7502" y="977"/>
                  </a:cubicBezTo>
                  <a:cubicBezTo>
                    <a:pt x="7407" y="977"/>
                    <a:pt x="7311" y="977"/>
                    <a:pt x="7216" y="1001"/>
                  </a:cubicBezTo>
                  <a:cubicBezTo>
                    <a:pt x="7121" y="429"/>
                    <a:pt x="6621" y="0"/>
                    <a:pt x="6026" y="0"/>
                  </a:cubicBezTo>
                  <a:cubicBezTo>
                    <a:pt x="5621" y="0"/>
                    <a:pt x="5263" y="215"/>
                    <a:pt x="5049" y="524"/>
                  </a:cubicBezTo>
                  <a:cubicBezTo>
                    <a:pt x="4835" y="215"/>
                    <a:pt x="4478" y="0"/>
                    <a:pt x="40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744" name="Google Shape;3744;p41"/>
            <p:cNvSpPr/>
            <p:nvPr/>
          </p:nvSpPr>
          <p:spPr>
            <a:xfrm>
              <a:off x="6581568" y="2514889"/>
              <a:ext cx="41434" cy="64741"/>
            </a:xfrm>
            <a:custGeom>
              <a:rect b="b" l="l" r="r" t="t"/>
              <a:pathLst>
                <a:path extrusionOk="0" h="1750" w="1120">
                  <a:moveTo>
                    <a:pt x="785" y="0"/>
                  </a:moveTo>
                  <a:cubicBezTo>
                    <a:pt x="747" y="0"/>
                    <a:pt x="707" y="11"/>
                    <a:pt x="668" y="35"/>
                  </a:cubicBezTo>
                  <a:cubicBezTo>
                    <a:pt x="572" y="82"/>
                    <a:pt x="525" y="225"/>
                    <a:pt x="596" y="320"/>
                  </a:cubicBezTo>
                  <a:cubicBezTo>
                    <a:pt x="644" y="439"/>
                    <a:pt x="691" y="558"/>
                    <a:pt x="691" y="678"/>
                  </a:cubicBezTo>
                  <a:cubicBezTo>
                    <a:pt x="691" y="987"/>
                    <a:pt x="477" y="1249"/>
                    <a:pt x="167" y="1321"/>
                  </a:cubicBezTo>
                  <a:cubicBezTo>
                    <a:pt x="72" y="1368"/>
                    <a:pt x="1" y="1487"/>
                    <a:pt x="25" y="1582"/>
                  </a:cubicBezTo>
                  <a:cubicBezTo>
                    <a:pt x="48" y="1678"/>
                    <a:pt x="144" y="1749"/>
                    <a:pt x="239" y="1749"/>
                  </a:cubicBezTo>
                  <a:lnTo>
                    <a:pt x="286" y="1749"/>
                  </a:lnTo>
                  <a:cubicBezTo>
                    <a:pt x="787" y="1606"/>
                    <a:pt x="1120" y="1178"/>
                    <a:pt x="1120" y="678"/>
                  </a:cubicBezTo>
                  <a:cubicBezTo>
                    <a:pt x="1120" y="463"/>
                    <a:pt x="1072" y="273"/>
                    <a:pt x="977" y="106"/>
                  </a:cubicBezTo>
                  <a:cubicBezTo>
                    <a:pt x="929" y="42"/>
                    <a:pt x="861" y="0"/>
                    <a:pt x="7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745" name="Google Shape;3745;p41"/>
            <p:cNvSpPr/>
            <p:nvPr/>
          </p:nvSpPr>
          <p:spPr>
            <a:xfrm>
              <a:off x="6610646" y="2620102"/>
              <a:ext cx="49388" cy="58193"/>
            </a:xfrm>
            <a:custGeom>
              <a:rect b="b" l="l" r="r" t="t"/>
              <a:pathLst>
                <a:path extrusionOk="0" h="1573" w="1335">
                  <a:moveTo>
                    <a:pt x="215" y="1"/>
                  </a:moveTo>
                  <a:cubicBezTo>
                    <a:pt x="96" y="1"/>
                    <a:pt x="1" y="96"/>
                    <a:pt x="1" y="215"/>
                  </a:cubicBezTo>
                  <a:cubicBezTo>
                    <a:pt x="1" y="334"/>
                    <a:pt x="96" y="453"/>
                    <a:pt x="215" y="453"/>
                  </a:cubicBezTo>
                  <a:cubicBezTo>
                    <a:pt x="596" y="453"/>
                    <a:pt x="906" y="739"/>
                    <a:pt x="906" y="1120"/>
                  </a:cubicBezTo>
                  <a:cubicBezTo>
                    <a:pt x="906" y="1191"/>
                    <a:pt x="882" y="1239"/>
                    <a:pt x="882" y="1287"/>
                  </a:cubicBezTo>
                  <a:cubicBezTo>
                    <a:pt x="834" y="1406"/>
                    <a:pt x="906" y="1549"/>
                    <a:pt x="1025" y="1572"/>
                  </a:cubicBezTo>
                  <a:lnTo>
                    <a:pt x="1096" y="1572"/>
                  </a:lnTo>
                  <a:cubicBezTo>
                    <a:pt x="1191" y="1572"/>
                    <a:pt x="1263" y="1501"/>
                    <a:pt x="1287" y="1406"/>
                  </a:cubicBezTo>
                  <a:cubicBezTo>
                    <a:pt x="1334" y="1310"/>
                    <a:pt x="1334" y="1215"/>
                    <a:pt x="1334" y="1120"/>
                  </a:cubicBezTo>
                  <a:cubicBezTo>
                    <a:pt x="1334" y="501"/>
                    <a:pt x="834" y="1"/>
                    <a:pt x="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746" name="Google Shape;3746;p41"/>
            <p:cNvSpPr/>
            <p:nvPr/>
          </p:nvSpPr>
          <p:spPr>
            <a:xfrm>
              <a:off x="6618563" y="2450073"/>
              <a:ext cx="64371" cy="25601"/>
            </a:xfrm>
            <a:custGeom>
              <a:rect b="b" l="l" r="r" t="t"/>
              <a:pathLst>
                <a:path extrusionOk="0" h="692" w="1740">
                  <a:moveTo>
                    <a:pt x="236" y="0"/>
                  </a:moveTo>
                  <a:cubicBezTo>
                    <a:pt x="180" y="0"/>
                    <a:pt x="120" y="24"/>
                    <a:pt x="72" y="72"/>
                  </a:cubicBezTo>
                  <a:cubicBezTo>
                    <a:pt x="1" y="143"/>
                    <a:pt x="1" y="286"/>
                    <a:pt x="72" y="382"/>
                  </a:cubicBezTo>
                  <a:cubicBezTo>
                    <a:pt x="287" y="572"/>
                    <a:pt x="572" y="691"/>
                    <a:pt x="858" y="691"/>
                  </a:cubicBezTo>
                  <a:cubicBezTo>
                    <a:pt x="1168" y="691"/>
                    <a:pt x="1454" y="572"/>
                    <a:pt x="1644" y="382"/>
                  </a:cubicBezTo>
                  <a:cubicBezTo>
                    <a:pt x="1739" y="286"/>
                    <a:pt x="1739" y="143"/>
                    <a:pt x="1644" y="72"/>
                  </a:cubicBezTo>
                  <a:cubicBezTo>
                    <a:pt x="1608" y="24"/>
                    <a:pt x="1555" y="0"/>
                    <a:pt x="1498" y="0"/>
                  </a:cubicBezTo>
                  <a:cubicBezTo>
                    <a:pt x="1442" y="0"/>
                    <a:pt x="1382" y="24"/>
                    <a:pt x="1335" y="72"/>
                  </a:cubicBezTo>
                  <a:cubicBezTo>
                    <a:pt x="1215" y="191"/>
                    <a:pt x="1049" y="262"/>
                    <a:pt x="858" y="262"/>
                  </a:cubicBezTo>
                  <a:cubicBezTo>
                    <a:pt x="692" y="262"/>
                    <a:pt x="525" y="191"/>
                    <a:pt x="382" y="72"/>
                  </a:cubicBezTo>
                  <a:cubicBezTo>
                    <a:pt x="346" y="24"/>
                    <a:pt x="293" y="0"/>
                    <a:pt x="2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747" name="Google Shape;3747;p41"/>
            <p:cNvSpPr/>
            <p:nvPr/>
          </p:nvSpPr>
          <p:spPr>
            <a:xfrm>
              <a:off x="6783339" y="2514889"/>
              <a:ext cx="41434" cy="64741"/>
            </a:xfrm>
            <a:custGeom>
              <a:rect b="b" l="l" r="r" t="t"/>
              <a:pathLst>
                <a:path extrusionOk="0" h="1750" w="1120">
                  <a:moveTo>
                    <a:pt x="328" y="0"/>
                  </a:moveTo>
                  <a:cubicBezTo>
                    <a:pt x="260" y="0"/>
                    <a:pt x="191" y="42"/>
                    <a:pt x="143" y="106"/>
                  </a:cubicBezTo>
                  <a:cubicBezTo>
                    <a:pt x="48" y="273"/>
                    <a:pt x="0" y="463"/>
                    <a:pt x="0" y="678"/>
                  </a:cubicBezTo>
                  <a:cubicBezTo>
                    <a:pt x="0" y="1178"/>
                    <a:pt x="334" y="1630"/>
                    <a:pt x="810" y="1749"/>
                  </a:cubicBezTo>
                  <a:lnTo>
                    <a:pt x="881" y="1749"/>
                  </a:lnTo>
                  <a:cubicBezTo>
                    <a:pt x="977" y="1749"/>
                    <a:pt x="1072" y="1702"/>
                    <a:pt x="1096" y="1582"/>
                  </a:cubicBezTo>
                  <a:cubicBezTo>
                    <a:pt x="1120" y="1487"/>
                    <a:pt x="1048" y="1368"/>
                    <a:pt x="929" y="1321"/>
                  </a:cubicBezTo>
                  <a:cubicBezTo>
                    <a:pt x="643" y="1249"/>
                    <a:pt x="429" y="987"/>
                    <a:pt x="429" y="678"/>
                  </a:cubicBezTo>
                  <a:cubicBezTo>
                    <a:pt x="429" y="558"/>
                    <a:pt x="453" y="439"/>
                    <a:pt x="524" y="320"/>
                  </a:cubicBezTo>
                  <a:cubicBezTo>
                    <a:pt x="572" y="225"/>
                    <a:pt x="548" y="82"/>
                    <a:pt x="429" y="35"/>
                  </a:cubicBezTo>
                  <a:cubicBezTo>
                    <a:pt x="397" y="11"/>
                    <a:pt x="363" y="0"/>
                    <a:pt x="3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748" name="Google Shape;3748;p41"/>
            <p:cNvSpPr/>
            <p:nvPr/>
          </p:nvSpPr>
          <p:spPr>
            <a:xfrm>
              <a:off x="6746344" y="2620102"/>
              <a:ext cx="49351" cy="58193"/>
            </a:xfrm>
            <a:custGeom>
              <a:rect b="b" l="l" r="r" t="t"/>
              <a:pathLst>
                <a:path extrusionOk="0" h="1573" w="1334">
                  <a:moveTo>
                    <a:pt x="1119" y="1"/>
                  </a:moveTo>
                  <a:cubicBezTo>
                    <a:pt x="500" y="1"/>
                    <a:pt x="0" y="501"/>
                    <a:pt x="0" y="1120"/>
                  </a:cubicBezTo>
                  <a:cubicBezTo>
                    <a:pt x="0" y="1215"/>
                    <a:pt x="0" y="1310"/>
                    <a:pt x="24" y="1406"/>
                  </a:cubicBezTo>
                  <a:cubicBezTo>
                    <a:pt x="48" y="1501"/>
                    <a:pt x="143" y="1572"/>
                    <a:pt x="238" y="1572"/>
                  </a:cubicBezTo>
                  <a:lnTo>
                    <a:pt x="286" y="1572"/>
                  </a:lnTo>
                  <a:cubicBezTo>
                    <a:pt x="405" y="1525"/>
                    <a:pt x="476" y="1406"/>
                    <a:pt x="453" y="1310"/>
                  </a:cubicBezTo>
                  <a:cubicBezTo>
                    <a:pt x="429" y="1239"/>
                    <a:pt x="429" y="1191"/>
                    <a:pt x="429" y="1120"/>
                  </a:cubicBezTo>
                  <a:cubicBezTo>
                    <a:pt x="429" y="739"/>
                    <a:pt x="738" y="453"/>
                    <a:pt x="1095" y="453"/>
                  </a:cubicBezTo>
                  <a:cubicBezTo>
                    <a:pt x="1238" y="453"/>
                    <a:pt x="1334" y="358"/>
                    <a:pt x="1334" y="215"/>
                  </a:cubicBezTo>
                  <a:cubicBezTo>
                    <a:pt x="1334" y="96"/>
                    <a:pt x="1238" y="1"/>
                    <a:pt x="11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749" name="Google Shape;3749;p41"/>
            <p:cNvSpPr/>
            <p:nvPr/>
          </p:nvSpPr>
          <p:spPr>
            <a:xfrm>
              <a:off x="6723407" y="2449851"/>
              <a:ext cx="64371" cy="25823"/>
            </a:xfrm>
            <a:custGeom>
              <a:rect b="b" l="l" r="r" t="t"/>
              <a:pathLst>
                <a:path extrusionOk="0" h="698" w="1740">
                  <a:moveTo>
                    <a:pt x="236" y="1"/>
                  </a:moveTo>
                  <a:cubicBezTo>
                    <a:pt x="179" y="1"/>
                    <a:pt x="120" y="18"/>
                    <a:pt x="72" y="54"/>
                  </a:cubicBezTo>
                  <a:cubicBezTo>
                    <a:pt x="1" y="149"/>
                    <a:pt x="1" y="292"/>
                    <a:pt x="72" y="364"/>
                  </a:cubicBezTo>
                  <a:cubicBezTo>
                    <a:pt x="287" y="578"/>
                    <a:pt x="572" y="697"/>
                    <a:pt x="882" y="697"/>
                  </a:cubicBezTo>
                  <a:cubicBezTo>
                    <a:pt x="1168" y="697"/>
                    <a:pt x="1454" y="578"/>
                    <a:pt x="1668" y="364"/>
                  </a:cubicBezTo>
                  <a:cubicBezTo>
                    <a:pt x="1739" y="292"/>
                    <a:pt x="1739" y="149"/>
                    <a:pt x="1668" y="54"/>
                  </a:cubicBezTo>
                  <a:cubicBezTo>
                    <a:pt x="1620" y="18"/>
                    <a:pt x="1561" y="1"/>
                    <a:pt x="1504" y="1"/>
                  </a:cubicBezTo>
                  <a:cubicBezTo>
                    <a:pt x="1448" y="1"/>
                    <a:pt x="1394" y="18"/>
                    <a:pt x="1358" y="54"/>
                  </a:cubicBezTo>
                  <a:cubicBezTo>
                    <a:pt x="1215" y="197"/>
                    <a:pt x="1049" y="268"/>
                    <a:pt x="858" y="268"/>
                  </a:cubicBezTo>
                  <a:cubicBezTo>
                    <a:pt x="691" y="268"/>
                    <a:pt x="525" y="197"/>
                    <a:pt x="382" y="54"/>
                  </a:cubicBezTo>
                  <a:cubicBezTo>
                    <a:pt x="346" y="18"/>
                    <a:pt x="293" y="1"/>
                    <a:pt x="2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750" name="Google Shape;3750;p41"/>
            <p:cNvSpPr/>
            <p:nvPr/>
          </p:nvSpPr>
          <p:spPr>
            <a:xfrm>
              <a:off x="6572764" y="2404274"/>
              <a:ext cx="20310" cy="15871"/>
            </a:xfrm>
            <a:custGeom>
              <a:rect b="b" l="l" r="r" t="t"/>
              <a:pathLst>
                <a:path extrusionOk="0" h="429" w="549">
                  <a:moveTo>
                    <a:pt x="263" y="0"/>
                  </a:moveTo>
                  <a:cubicBezTo>
                    <a:pt x="191" y="0"/>
                    <a:pt x="120" y="24"/>
                    <a:pt x="72" y="119"/>
                  </a:cubicBezTo>
                  <a:cubicBezTo>
                    <a:pt x="1" y="262"/>
                    <a:pt x="120" y="429"/>
                    <a:pt x="263" y="429"/>
                  </a:cubicBezTo>
                  <a:cubicBezTo>
                    <a:pt x="429" y="429"/>
                    <a:pt x="548" y="262"/>
                    <a:pt x="453" y="95"/>
                  </a:cubicBezTo>
                  <a:cubicBezTo>
                    <a:pt x="429" y="24"/>
                    <a:pt x="358" y="0"/>
                    <a:pt x="2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751" name="Google Shape;3751;p41"/>
            <p:cNvSpPr/>
            <p:nvPr/>
          </p:nvSpPr>
          <p:spPr>
            <a:xfrm>
              <a:off x="6695217" y="2523213"/>
              <a:ext cx="15908" cy="16759"/>
            </a:xfrm>
            <a:custGeom>
              <a:rect b="b" l="l" r="r" t="t"/>
              <a:pathLst>
                <a:path extrusionOk="0" h="453" w="430">
                  <a:moveTo>
                    <a:pt x="215" y="0"/>
                  </a:moveTo>
                  <a:cubicBezTo>
                    <a:pt x="96" y="0"/>
                    <a:pt x="1" y="95"/>
                    <a:pt x="1" y="238"/>
                  </a:cubicBezTo>
                  <a:cubicBezTo>
                    <a:pt x="1" y="357"/>
                    <a:pt x="96" y="453"/>
                    <a:pt x="215" y="453"/>
                  </a:cubicBezTo>
                  <a:cubicBezTo>
                    <a:pt x="334" y="453"/>
                    <a:pt x="429" y="357"/>
                    <a:pt x="429" y="238"/>
                  </a:cubicBezTo>
                  <a:cubicBezTo>
                    <a:pt x="429" y="95"/>
                    <a:pt x="334" y="0"/>
                    <a:pt x="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752" name="Google Shape;3752;p41"/>
            <p:cNvSpPr/>
            <p:nvPr/>
          </p:nvSpPr>
          <p:spPr>
            <a:xfrm>
              <a:off x="6695217" y="2588398"/>
              <a:ext cx="15908" cy="16759"/>
            </a:xfrm>
            <a:custGeom>
              <a:rect b="b" l="l" r="r" t="t"/>
              <a:pathLst>
                <a:path extrusionOk="0" h="453" w="430">
                  <a:moveTo>
                    <a:pt x="215" y="0"/>
                  </a:moveTo>
                  <a:cubicBezTo>
                    <a:pt x="96" y="0"/>
                    <a:pt x="1" y="96"/>
                    <a:pt x="1" y="238"/>
                  </a:cubicBezTo>
                  <a:cubicBezTo>
                    <a:pt x="1" y="358"/>
                    <a:pt x="96" y="453"/>
                    <a:pt x="215" y="453"/>
                  </a:cubicBezTo>
                  <a:cubicBezTo>
                    <a:pt x="334" y="453"/>
                    <a:pt x="429" y="358"/>
                    <a:pt x="429" y="238"/>
                  </a:cubicBezTo>
                  <a:cubicBezTo>
                    <a:pt x="429" y="96"/>
                    <a:pt x="334" y="0"/>
                    <a:pt x="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6" name="Shape 3756"/>
        <p:cNvGrpSpPr/>
        <p:nvPr/>
      </p:nvGrpSpPr>
      <p:grpSpPr>
        <a:xfrm>
          <a:off x="0" y="0"/>
          <a:ext cx="0" cy="0"/>
          <a:chOff x="0" y="0"/>
          <a:chExt cx="0" cy="0"/>
        </a:xfrm>
      </p:grpSpPr>
      <p:sp>
        <p:nvSpPr>
          <p:cNvPr id="3757" name="Google Shape;3757;p42"/>
          <p:cNvSpPr txBox="1"/>
          <p:nvPr>
            <p:ph idx="6"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3000"/>
              <a:t>Literature review</a:t>
            </a:r>
            <a:endParaRPr sz="3000"/>
          </a:p>
        </p:txBody>
      </p:sp>
      <p:sp>
        <p:nvSpPr>
          <p:cNvPr id="3758" name="Google Shape;3758;p42"/>
          <p:cNvSpPr txBox="1"/>
          <p:nvPr>
            <p:ph type="title"/>
          </p:nvPr>
        </p:nvSpPr>
        <p:spPr>
          <a:xfrm>
            <a:off x="937625" y="2571750"/>
            <a:ext cx="21753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Theory 1</a:t>
            </a:r>
            <a:endParaRPr/>
          </a:p>
        </p:txBody>
      </p:sp>
      <p:sp>
        <p:nvSpPr>
          <p:cNvPr id="3759" name="Google Shape;3759;p42"/>
          <p:cNvSpPr txBox="1"/>
          <p:nvPr>
            <p:ph idx="1" type="subTitle"/>
          </p:nvPr>
        </p:nvSpPr>
        <p:spPr>
          <a:xfrm>
            <a:off x="937625" y="2965925"/>
            <a:ext cx="2175300" cy="86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closest planet to the Sun and the smallest</a:t>
            </a:r>
            <a:endParaRPr/>
          </a:p>
        </p:txBody>
      </p:sp>
      <p:sp>
        <p:nvSpPr>
          <p:cNvPr id="3760" name="Google Shape;3760;p42"/>
          <p:cNvSpPr txBox="1"/>
          <p:nvPr>
            <p:ph idx="2" type="title"/>
          </p:nvPr>
        </p:nvSpPr>
        <p:spPr>
          <a:xfrm>
            <a:off x="3484345" y="2571750"/>
            <a:ext cx="21753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Theory 2</a:t>
            </a:r>
            <a:endParaRPr/>
          </a:p>
        </p:txBody>
      </p:sp>
      <p:sp>
        <p:nvSpPr>
          <p:cNvPr id="3761" name="Google Shape;3761;p42"/>
          <p:cNvSpPr txBox="1"/>
          <p:nvPr>
            <p:ph idx="3" type="subTitle"/>
          </p:nvPr>
        </p:nvSpPr>
        <p:spPr>
          <a:xfrm>
            <a:off x="3484345" y="2965925"/>
            <a:ext cx="2175300" cy="86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3762" name="Google Shape;3762;p42"/>
          <p:cNvSpPr txBox="1"/>
          <p:nvPr>
            <p:ph idx="4" type="title"/>
          </p:nvPr>
        </p:nvSpPr>
        <p:spPr>
          <a:xfrm>
            <a:off x="6031072" y="2571750"/>
            <a:ext cx="21753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Theory 3</a:t>
            </a:r>
            <a:endParaRPr/>
          </a:p>
        </p:txBody>
      </p:sp>
      <p:sp>
        <p:nvSpPr>
          <p:cNvPr id="3763" name="Google Shape;3763;p42"/>
          <p:cNvSpPr txBox="1"/>
          <p:nvPr>
            <p:ph idx="5" type="subTitle"/>
          </p:nvPr>
        </p:nvSpPr>
        <p:spPr>
          <a:xfrm>
            <a:off x="6031072" y="2965925"/>
            <a:ext cx="2175300" cy="86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 is actually a cold place. It’s full of iron oxide dust</a:t>
            </a:r>
            <a:endParaRPr/>
          </a:p>
        </p:txBody>
      </p:sp>
      <p:sp>
        <p:nvSpPr>
          <p:cNvPr id="3764" name="Google Shape;3764;p42"/>
          <p:cNvSpPr/>
          <p:nvPr/>
        </p:nvSpPr>
        <p:spPr>
          <a:xfrm>
            <a:off x="1599913" y="1550650"/>
            <a:ext cx="850712" cy="869410"/>
          </a:xfrm>
          <a:custGeom>
            <a:rect b="b" l="l" r="r" t="t"/>
            <a:pathLst>
              <a:path extrusionOk="0" h="14042" w="13740">
                <a:moveTo>
                  <a:pt x="7596" y="0"/>
                </a:moveTo>
                <a:cubicBezTo>
                  <a:pt x="7483" y="0"/>
                  <a:pt x="7348" y="26"/>
                  <a:pt x="7174" y="102"/>
                </a:cubicBezTo>
                <a:cubicBezTo>
                  <a:pt x="7147" y="101"/>
                  <a:pt x="7120" y="101"/>
                  <a:pt x="7094" y="101"/>
                </a:cubicBezTo>
                <a:cubicBezTo>
                  <a:pt x="4867" y="101"/>
                  <a:pt x="2478" y="1341"/>
                  <a:pt x="1247" y="3263"/>
                </a:cubicBezTo>
                <a:cubicBezTo>
                  <a:pt x="244" y="4843"/>
                  <a:pt x="1" y="6758"/>
                  <a:pt x="487" y="8521"/>
                </a:cubicBezTo>
                <a:cubicBezTo>
                  <a:pt x="700" y="9312"/>
                  <a:pt x="852" y="9798"/>
                  <a:pt x="1277" y="10497"/>
                </a:cubicBezTo>
                <a:cubicBezTo>
                  <a:pt x="1733" y="11135"/>
                  <a:pt x="2220" y="11622"/>
                  <a:pt x="2767" y="12138"/>
                </a:cubicBezTo>
                <a:cubicBezTo>
                  <a:pt x="3223" y="12594"/>
                  <a:pt x="3709" y="12807"/>
                  <a:pt x="4287" y="13111"/>
                </a:cubicBezTo>
                <a:cubicBezTo>
                  <a:pt x="4591" y="13263"/>
                  <a:pt x="4895" y="13445"/>
                  <a:pt x="5229" y="13567"/>
                </a:cubicBezTo>
                <a:cubicBezTo>
                  <a:pt x="5654" y="13719"/>
                  <a:pt x="5989" y="13658"/>
                  <a:pt x="6414" y="13749"/>
                </a:cubicBezTo>
                <a:cubicBezTo>
                  <a:pt x="7027" y="13883"/>
                  <a:pt x="7881" y="14042"/>
                  <a:pt x="8679" y="14042"/>
                </a:cubicBezTo>
                <a:cubicBezTo>
                  <a:pt x="9149" y="14042"/>
                  <a:pt x="9599" y="13987"/>
                  <a:pt x="9971" y="13841"/>
                </a:cubicBezTo>
                <a:cubicBezTo>
                  <a:pt x="10578" y="13628"/>
                  <a:pt x="11186" y="13020"/>
                  <a:pt x="11612" y="12594"/>
                </a:cubicBezTo>
                <a:cubicBezTo>
                  <a:pt x="12007" y="12199"/>
                  <a:pt x="12402" y="11743"/>
                  <a:pt x="12706" y="11257"/>
                </a:cubicBezTo>
                <a:cubicBezTo>
                  <a:pt x="13345" y="10193"/>
                  <a:pt x="13648" y="9190"/>
                  <a:pt x="13648" y="7913"/>
                </a:cubicBezTo>
                <a:cubicBezTo>
                  <a:pt x="13648" y="7336"/>
                  <a:pt x="13740" y="6698"/>
                  <a:pt x="13618" y="6120"/>
                </a:cubicBezTo>
                <a:cubicBezTo>
                  <a:pt x="13496" y="5603"/>
                  <a:pt x="13193" y="5056"/>
                  <a:pt x="12949" y="4570"/>
                </a:cubicBezTo>
                <a:cubicBezTo>
                  <a:pt x="12615" y="3901"/>
                  <a:pt x="12220" y="3385"/>
                  <a:pt x="11825" y="2777"/>
                </a:cubicBezTo>
                <a:cubicBezTo>
                  <a:pt x="11430" y="2138"/>
                  <a:pt x="10882" y="1865"/>
                  <a:pt x="10366" y="1378"/>
                </a:cubicBezTo>
                <a:cubicBezTo>
                  <a:pt x="10062" y="1105"/>
                  <a:pt x="9758" y="649"/>
                  <a:pt x="9423" y="436"/>
                </a:cubicBezTo>
                <a:cubicBezTo>
                  <a:pt x="9211" y="284"/>
                  <a:pt x="8785" y="132"/>
                  <a:pt x="8512" y="71"/>
                </a:cubicBezTo>
                <a:cubicBezTo>
                  <a:pt x="8414" y="71"/>
                  <a:pt x="8278" y="110"/>
                  <a:pt x="8165" y="110"/>
                </a:cubicBezTo>
                <a:cubicBezTo>
                  <a:pt x="8137" y="110"/>
                  <a:pt x="8110" y="108"/>
                  <a:pt x="8086" y="102"/>
                </a:cubicBezTo>
                <a:cubicBezTo>
                  <a:pt x="7930" y="82"/>
                  <a:pt x="7799" y="0"/>
                  <a:pt x="75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2"/>
          <p:cNvSpPr/>
          <p:nvPr/>
        </p:nvSpPr>
        <p:spPr>
          <a:xfrm flipH="1" rot="10800000">
            <a:off x="4146651" y="1550663"/>
            <a:ext cx="850712" cy="869375"/>
          </a:xfrm>
          <a:custGeom>
            <a:rect b="b" l="l" r="r" t="t"/>
            <a:pathLst>
              <a:path extrusionOk="0" h="14042" w="13740">
                <a:moveTo>
                  <a:pt x="7596" y="0"/>
                </a:moveTo>
                <a:cubicBezTo>
                  <a:pt x="7483" y="0"/>
                  <a:pt x="7348" y="26"/>
                  <a:pt x="7174" y="102"/>
                </a:cubicBezTo>
                <a:cubicBezTo>
                  <a:pt x="7147" y="101"/>
                  <a:pt x="7120" y="101"/>
                  <a:pt x="7094" y="101"/>
                </a:cubicBezTo>
                <a:cubicBezTo>
                  <a:pt x="4867" y="101"/>
                  <a:pt x="2478" y="1341"/>
                  <a:pt x="1247" y="3263"/>
                </a:cubicBezTo>
                <a:cubicBezTo>
                  <a:pt x="244" y="4843"/>
                  <a:pt x="1" y="6758"/>
                  <a:pt x="487" y="8521"/>
                </a:cubicBezTo>
                <a:cubicBezTo>
                  <a:pt x="700" y="9312"/>
                  <a:pt x="852" y="9798"/>
                  <a:pt x="1277" y="10497"/>
                </a:cubicBezTo>
                <a:cubicBezTo>
                  <a:pt x="1733" y="11135"/>
                  <a:pt x="2220" y="11622"/>
                  <a:pt x="2767" y="12138"/>
                </a:cubicBezTo>
                <a:cubicBezTo>
                  <a:pt x="3223" y="12594"/>
                  <a:pt x="3709" y="12807"/>
                  <a:pt x="4287" y="13111"/>
                </a:cubicBezTo>
                <a:cubicBezTo>
                  <a:pt x="4591" y="13263"/>
                  <a:pt x="4895" y="13445"/>
                  <a:pt x="5229" y="13567"/>
                </a:cubicBezTo>
                <a:cubicBezTo>
                  <a:pt x="5654" y="13719"/>
                  <a:pt x="5989" y="13658"/>
                  <a:pt x="6414" y="13749"/>
                </a:cubicBezTo>
                <a:cubicBezTo>
                  <a:pt x="7027" y="13883"/>
                  <a:pt x="7881" y="14042"/>
                  <a:pt x="8679" y="14042"/>
                </a:cubicBezTo>
                <a:cubicBezTo>
                  <a:pt x="9149" y="14042"/>
                  <a:pt x="9599" y="13987"/>
                  <a:pt x="9971" y="13841"/>
                </a:cubicBezTo>
                <a:cubicBezTo>
                  <a:pt x="10578" y="13628"/>
                  <a:pt x="11186" y="13020"/>
                  <a:pt x="11612" y="12594"/>
                </a:cubicBezTo>
                <a:cubicBezTo>
                  <a:pt x="12007" y="12199"/>
                  <a:pt x="12402" y="11743"/>
                  <a:pt x="12706" y="11257"/>
                </a:cubicBezTo>
                <a:cubicBezTo>
                  <a:pt x="13345" y="10193"/>
                  <a:pt x="13648" y="9190"/>
                  <a:pt x="13648" y="7913"/>
                </a:cubicBezTo>
                <a:cubicBezTo>
                  <a:pt x="13648" y="7336"/>
                  <a:pt x="13740" y="6698"/>
                  <a:pt x="13618" y="6120"/>
                </a:cubicBezTo>
                <a:cubicBezTo>
                  <a:pt x="13496" y="5603"/>
                  <a:pt x="13193" y="5056"/>
                  <a:pt x="12949" y="4570"/>
                </a:cubicBezTo>
                <a:cubicBezTo>
                  <a:pt x="12615" y="3901"/>
                  <a:pt x="12220" y="3385"/>
                  <a:pt x="11825" y="2777"/>
                </a:cubicBezTo>
                <a:cubicBezTo>
                  <a:pt x="11430" y="2138"/>
                  <a:pt x="10882" y="1865"/>
                  <a:pt x="10366" y="1378"/>
                </a:cubicBezTo>
                <a:cubicBezTo>
                  <a:pt x="10062" y="1105"/>
                  <a:pt x="9758" y="649"/>
                  <a:pt x="9423" y="436"/>
                </a:cubicBezTo>
                <a:cubicBezTo>
                  <a:pt x="9211" y="284"/>
                  <a:pt x="8785" y="132"/>
                  <a:pt x="8512" y="71"/>
                </a:cubicBezTo>
                <a:cubicBezTo>
                  <a:pt x="8414" y="71"/>
                  <a:pt x="8278" y="110"/>
                  <a:pt x="8165" y="110"/>
                </a:cubicBezTo>
                <a:cubicBezTo>
                  <a:pt x="8137" y="110"/>
                  <a:pt x="8110" y="108"/>
                  <a:pt x="8086" y="102"/>
                </a:cubicBezTo>
                <a:cubicBezTo>
                  <a:pt x="7930" y="82"/>
                  <a:pt x="7799" y="0"/>
                  <a:pt x="75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2"/>
          <p:cNvSpPr/>
          <p:nvPr/>
        </p:nvSpPr>
        <p:spPr>
          <a:xfrm rot="10800000">
            <a:off x="6698415" y="1555813"/>
            <a:ext cx="840613" cy="859090"/>
          </a:xfrm>
          <a:custGeom>
            <a:rect b="b" l="l" r="r" t="t"/>
            <a:pathLst>
              <a:path extrusionOk="0" h="14042" w="13740">
                <a:moveTo>
                  <a:pt x="7596" y="0"/>
                </a:moveTo>
                <a:cubicBezTo>
                  <a:pt x="7483" y="0"/>
                  <a:pt x="7348" y="26"/>
                  <a:pt x="7174" y="102"/>
                </a:cubicBezTo>
                <a:cubicBezTo>
                  <a:pt x="7147" y="101"/>
                  <a:pt x="7120" y="101"/>
                  <a:pt x="7094" y="101"/>
                </a:cubicBezTo>
                <a:cubicBezTo>
                  <a:pt x="4867" y="101"/>
                  <a:pt x="2478" y="1341"/>
                  <a:pt x="1247" y="3263"/>
                </a:cubicBezTo>
                <a:cubicBezTo>
                  <a:pt x="244" y="4843"/>
                  <a:pt x="1" y="6758"/>
                  <a:pt x="487" y="8521"/>
                </a:cubicBezTo>
                <a:cubicBezTo>
                  <a:pt x="700" y="9312"/>
                  <a:pt x="852" y="9798"/>
                  <a:pt x="1277" y="10497"/>
                </a:cubicBezTo>
                <a:cubicBezTo>
                  <a:pt x="1733" y="11135"/>
                  <a:pt x="2220" y="11622"/>
                  <a:pt x="2767" y="12138"/>
                </a:cubicBezTo>
                <a:cubicBezTo>
                  <a:pt x="3223" y="12594"/>
                  <a:pt x="3709" y="12807"/>
                  <a:pt x="4287" y="13111"/>
                </a:cubicBezTo>
                <a:cubicBezTo>
                  <a:pt x="4591" y="13263"/>
                  <a:pt x="4895" y="13445"/>
                  <a:pt x="5229" y="13567"/>
                </a:cubicBezTo>
                <a:cubicBezTo>
                  <a:pt x="5654" y="13719"/>
                  <a:pt x="5989" y="13658"/>
                  <a:pt x="6414" y="13749"/>
                </a:cubicBezTo>
                <a:cubicBezTo>
                  <a:pt x="7027" y="13883"/>
                  <a:pt x="7881" y="14042"/>
                  <a:pt x="8679" y="14042"/>
                </a:cubicBezTo>
                <a:cubicBezTo>
                  <a:pt x="9149" y="14042"/>
                  <a:pt x="9599" y="13987"/>
                  <a:pt x="9971" y="13841"/>
                </a:cubicBezTo>
                <a:cubicBezTo>
                  <a:pt x="10578" y="13628"/>
                  <a:pt x="11186" y="13020"/>
                  <a:pt x="11612" y="12594"/>
                </a:cubicBezTo>
                <a:cubicBezTo>
                  <a:pt x="12007" y="12199"/>
                  <a:pt x="12402" y="11743"/>
                  <a:pt x="12706" y="11257"/>
                </a:cubicBezTo>
                <a:cubicBezTo>
                  <a:pt x="13345" y="10193"/>
                  <a:pt x="13648" y="9190"/>
                  <a:pt x="13648" y="7913"/>
                </a:cubicBezTo>
                <a:cubicBezTo>
                  <a:pt x="13648" y="7336"/>
                  <a:pt x="13740" y="6698"/>
                  <a:pt x="13618" y="6120"/>
                </a:cubicBezTo>
                <a:cubicBezTo>
                  <a:pt x="13496" y="5603"/>
                  <a:pt x="13193" y="5056"/>
                  <a:pt x="12949" y="4570"/>
                </a:cubicBezTo>
                <a:cubicBezTo>
                  <a:pt x="12615" y="3901"/>
                  <a:pt x="12220" y="3385"/>
                  <a:pt x="11825" y="2777"/>
                </a:cubicBezTo>
                <a:cubicBezTo>
                  <a:pt x="11430" y="2138"/>
                  <a:pt x="10882" y="1865"/>
                  <a:pt x="10366" y="1378"/>
                </a:cubicBezTo>
                <a:cubicBezTo>
                  <a:pt x="10062" y="1105"/>
                  <a:pt x="9758" y="649"/>
                  <a:pt x="9423" y="436"/>
                </a:cubicBezTo>
                <a:cubicBezTo>
                  <a:pt x="9211" y="284"/>
                  <a:pt x="8785" y="132"/>
                  <a:pt x="8512" y="71"/>
                </a:cubicBezTo>
                <a:cubicBezTo>
                  <a:pt x="8414" y="71"/>
                  <a:pt x="8278" y="110"/>
                  <a:pt x="8165" y="110"/>
                </a:cubicBezTo>
                <a:cubicBezTo>
                  <a:pt x="8137" y="110"/>
                  <a:pt x="8110" y="108"/>
                  <a:pt x="8086" y="102"/>
                </a:cubicBezTo>
                <a:cubicBezTo>
                  <a:pt x="7930" y="82"/>
                  <a:pt x="7799" y="0"/>
                  <a:pt x="75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67" name="Google Shape;3767;p42"/>
          <p:cNvGrpSpPr/>
          <p:nvPr/>
        </p:nvGrpSpPr>
        <p:grpSpPr>
          <a:xfrm>
            <a:off x="1809249" y="1722471"/>
            <a:ext cx="432125" cy="525653"/>
            <a:chOff x="1399420" y="1110928"/>
            <a:chExt cx="341871" cy="415898"/>
          </a:xfrm>
        </p:grpSpPr>
        <p:sp>
          <p:nvSpPr>
            <p:cNvPr id="3768" name="Google Shape;3768;p42"/>
            <p:cNvSpPr/>
            <p:nvPr/>
          </p:nvSpPr>
          <p:spPr>
            <a:xfrm>
              <a:off x="1399420" y="1110928"/>
              <a:ext cx="341871" cy="415898"/>
            </a:xfrm>
            <a:custGeom>
              <a:rect b="b" l="l" r="r" t="t"/>
              <a:pathLst>
                <a:path extrusionOk="0" h="11242" w="9241">
                  <a:moveTo>
                    <a:pt x="8598" y="429"/>
                  </a:moveTo>
                  <a:cubicBezTo>
                    <a:pt x="8717" y="429"/>
                    <a:pt x="8812" y="525"/>
                    <a:pt x="8812" y="667"/>
                  </a:cubicBezTo>
                  <a:lnTo>
                    <a:pt x="8812" y="8621"/>
                  </a:lnTo>
                  <a:cubicBezTo>
                    <a:pt x="8812" y="8741"/>
                    <a:pt x="8717" y="8836"/>
                    <a:pt x="8598" y="8836"/>
                  </a:cubicBezTo>
                  <a:lnTo>
                    <a:pt x="1454" y="8836"/>
                  </a:lnTo>
                  <a:lnTo>
                    <a:pt x="1454" y="5621"/>
                  </a:lnTo>
                  <a:cubicBezTo>
                    <a:pt x="1454" y="5526"/>
                    <a:pt x="1358" y="5430"/>
                    <a:pt x="1263" y="5407"/>
                  </a:cubicBezTo>
                  <a:cubicBezTo>
                    <a:pt x="1251" y="5404"/>
                    <a:pt x="1238" y="5403"/>
                    <a:pt x="1226" y="5403"/>
                  </a:cubicBezTo>
                  <a:cubicBezTo>
                    <a:pt x="1100" y="5403"/>
                    <a:pt x="1001" y="5512"/>
                    <a:pt x="1001" y="5621"/>
                  </a:cubicBezTo>
                  <a:lnTo>
                    <a:pt x="1001" y="8860"/>
                  </a:lnTo>
                  <a:cubicBezTo>
                    <a:pt x="787" y="8883"/>
                    <a:pt x="620" y="8979"/>
                    <a:pt x="453" y="9098"/>
                  </a:cubicBezTo>
                  <a:lnTo>
                    <a:pt x="453" y="1215"/>
                  </a:lnTo>
                  <a:cubicBezTo>
                    <a:pt x="453" y="858"/>
                    <a:pt x="692" y="572"/>
                    <a:pt x="1001" y="477"/>
                  </a:cubicBezTo>
                  <a:lnTo>
                    <a:pt x="1001" y="3644"/>
                  </a:lnTo>
                  <a:cubicBezTo>
                    <a:pt x="1001" y="3740"/>
                    <a:pt x="1073" y="3835"/>
                    <a:pt x="1192" y="3859"/>
                  </a:cubicBezTo>
                  <a:cubicBezTo>
                    <a:pt x="1204" y="3861"/>
                    <a:pt x="1216" y="3862"/>
                    <a:pt x="1228" y="3862"/>
                  </a:cubicBezTo>
                  <a:cubicBezTo>
                    <a:pt x="1354" y="3862"/>
                    <a:pt x="1454" y="3753"/>
                    <a:pt x="1454" y="3644"/>
                  </a:cubicBezTo>
                  <a:lnTo>
                    <a:pt x="1454" y="429"/>
                  </a:lnTo>
                  <a:close/>
                  <a:moveTo>
                    <a:pt x="7931" y="9264"/>
                  </a:moveTo>
                  <a:lnTo>
                    <a:pt x="7931" y="10812"/>
                  </a:lnTo>
                  <a:lnTo>
                    <a:pt x="1215" y="10812"/>
                  </a:lnTo>
                  <a:cubicBezTo>
                    <a:pt x="787" y="10812"/>
                    <a:pt x="430" y="10431"/>
                    <a:pt x="453" y="10003"/>
                  </a:cubicBezTo>
                  <a:cubicBezTo>
                    <a:pt x="477" y="9574"/>
                    <a:pt x="834" y="9264"/>
                    <a:pt x="1239" y="9264"/>
                  </a:cubicBezTo>
                  <a:close/>
                  <a:moveTo>
                    <a:pt x="8812" y="9241"/>
                  </a:moveTo>
                  <a:lnTo>
                    <a:pt x="8812" y="10598"/>
                  </a:lnTo>
                  <a:cubicBezTo>
                    <a:pt x="8812" y="10717"/>
                    <a:pt x="8717" y="10812"/>
                    <a:pt x="8598" y="10812"/>
                  </a:cubicBezTo>
                  <a:lnTo>
                    <a:pt x="8360" y="10812"/>
                  </a:lnTo>
                  <a:lnTo>
                    <a:pt x="8360" y="9264"/>
                  </a:lnTo>
                  <a:lnTo>
                    <a:pt x="8598" y="9264"/>
                  </a:lnTo>
                  <a:cubicBezTo>
                    <a:pt x="8669" y="9264"/>
                    <a:pt x="8741" y="9264"/>
                    <a:pt x="8812" y="9241"/>
                  </a:cubicBezTo>
                  <a:close/>
                  <a:moveTo>
                    <a:pt x="1215" y="1"/>
                  </a:moveTo>
                  <a:cubicBezTo>
                    <a:pt x="549" y="1"/>
                    <a:pt x="1" y="548"/>
                    <a:pt x="1" y="1215"/>
                  </a:cubicBezTo>
                  <a:lnTo>
                    <a:pt x="1" y="10050"/>
                  </a:lnTo>
                  <a:cubicBezTo>
                    <a:pt x="1" y="10717"/>
                    <a:pt x="549" y="11241"/>
                    <a:pt x="1215" y="11241"/>
                  </a:cubicBezTo>
                  <a:lnTo>
                    <a:pt x="8598" y="11241"/>
                  </a:lnTo>
                  <a:cubicBezTo>
                    <a:pt x="8955" y="11241"/>
                    <a:pt x="9241" y="10955"/>
                    <a:pt x="9241" y="10598"/>
                  </a:cubicBezTo>
                  <a:lnTo>
                    <a:pt x="9241" y="644"/>
                  </a:lnTo>
                  <a:cubicBezTo>
                    <a:pt x="9241" y="286"/>
                    <a:pt x="8955" y="1"/>
                    <a:pt x="85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769" name="Google Shape;3769;p42"/>
            <p:cNvSpPr/>
            <p:nvPr/>
          </p:nvSpPr>
          <p:spPr>
            <a:xfrm>
              <a:off x="1436452" y="1274113"/>
              <a:ext cx="16759" cy="16574"/>
            </a:xfrm>
            <a:custGeom>
              <a:rect b="b" l="l" r="r" t="t"/>
              <a:pathLst>
                <a:path extrusionOk="0" h="448" w="453">
                  <a:moveTo>
                    <a:pt x="221" y="0"/>
                  </a:moveTo>
                  <a:cubicBezTo>
                    <a:pt x="95" y="0"/>
                    <a:pt x="0" y="117"/>
                    <a:pt x="0" y="233"/>
                  </a:cubicBezTo>
                  <a:cubicBezTo>
                    <a:pt x="0" y="329"/>
                    <a:pt x="95" y="424"/>
                    <a:pt x="214" y="448"/>
                  </a:cubicBezTo>
                  <a:cubicBezTo>
                    <a:pt x="334" y="448"/>
                    <a:pt x="453" y="353"/>
                    <a:pt x="453" y="210"/>
                  </a:cubicBezTo>
                  <a:cubicBezTo>
                    <a:pt x="453" y="138"/>
                    <a:pt x="381" y="43"/>
                    <a:pt x="310" y="19"/>
                  </a:cubicBezTo>
                  <a:cubicBezTo>
                    <a:pt x="279" y="6"/>
                    <a:pt x="249" y="0"/>
                    <a:pt x="2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770" name="Google Shape;3770;p42"/>
            <p:cNvSpPr/>
            <p:nvPr/>
          </p:nvSpPr>
          <p:spPr>
            <a:xfrm>
              <a:off x="1534230" y="1233382"/>
              <a:ext cx="111059" cy="113686"/>
            </a:xfrm>
            <a:custGeom>
              <a:rect b="b" l="l" r="r" t="t"/>
              <a:pathLst>
                <a:path extrusionOk="0" h="3073" w="3002">
                  <a:moveTo>
                    <a:pt x="286" y="1"/>
                  </a:moveTo>
                  <a:cubicBezTo>
                    <a:pt x="120" y="1"/>
                    <a:pt x="1" y="96"/>
                    <a:pt x="24" y="263"/>
                  </a:cubicBezTo>
                  <a:cubicBezTo>
                    <a:pt x="48" y="358"/>
                    <a:pt x="120" y="453"/>
                    <a:pt x="239" y="453"/>
                  </a:cubicBezTo>
                  <a:cubicBezTo>
                    <a:pt x="262" y="453"/>
                    <a:pt x="310" y="477"/>
                    <a:pt x="310" y="525"/>
                  </a:cubicBezTo>
                  <a:lnTo>
                    <a:pt x="310" y="1001"/>
                  </a:lnTo>
                  <a:cubicBezTo>
                    <a:pt x="310" y="1549"/>
                    <a:pt x="739" y="1977"/>
                    <a:pt x="1263" y="1977"/>
                  </a:cubicBezTo>
                  <a:lnTo>
                    <a:pt x="1263" y="2644"/>
                  </a:lnTo>
                  <a:lnTo>
                    <a:pt x="1167" y="2644"/>
                  </a:lnTo>
                  <a:cubicBezTo>
                    <a:pt x="1120" y="2644"/>
                    <a:pt x="1096" y="2668"/>
                    <a:pt x="1072" y="2692"/>
                  </a:cubicBezTo>
                  <a:cubicBezTo>
                    <a:pt x="905" y="2882"/>
                    <a:pt x="1048" y="3073"/>
                    <a:pt x="1215" y="3073"/>
                  </a:cubicBezTo>
                  <a:lnTo>
                    <a:pt x="1834" y="3073"/>
                  </a:lnTo>
                  <a:cubicBezTo>
                    <a:pt x="1858" y="3073"/>
                    <a:pt x="1906" y="3073"/>
                    <a:pt x="1930" y="3049"/>
                  </a:cubicBezTo>
                  <a:cubicBezTo>
                    <a:pt x="2072" y="2859"/>
                    <a:pt x="1953" y="2644"/>
                    <a:pt x="1763" y="2644"/>
                  </a:cubicBezTo>
                  <a:lnTo>
                    <a:pt x="1715" y="2644"/>
                  </a:lnTo>
                  <a:lnTo>
                    <a:pt x="1715" y="1977"/>
                  </a:lnTo>
                  <a:cubicBezTo>
                    <a:pt x="2239" y="1977"/>
                    <a:pt x="2692" y="1549"/>
                    <a:pt x="2692" y="1001"/>
                  </a:cubicBezTo>
                  <a:lnTo>
                    <a:pt x="2692" y="525"/>
                  </a:lnTo>
                  <a:cubicBezTo>
                    <a:pt x="2692" y="477"/>
                    <a:pt x="2715" y="453"/>
                    <a:pt x="2763" y="453"/>
                  </a:cubicBezTo>
                  <a:cubicBezTo>
                    <a:pt x="2882" y="453"/>
                    <a:pt x="3001" y="334"/>
                    <a:pt x="2977" y="191"/>
                  </a:cubicBezTo>
                  <a:cubicBezTo>
                    <a:pt x="2977" y="96"/>
                    <a:pt x="2858" y="1"/>
                    <a:pt x="2739" y="1"/>
                  </a:cubicBezTo>
                  <a:cubicBezTo>
                    <a:pt x="2453" y="25"/>
                    <a:pt x="2239" y="239"/>
                    <a:pt x="2239" y="525"/>
                  </a:cubicBezTo>
                  <a:lnTo>
                    <a:pt x="2239" y="1001"/>
                  </a:lnTo>
                  <a:cubicBezTo>
                    <a:pt x="2239" y="1287"/>
                    <a:pt x="2001" y="1549"/>
                    <a:pt x="1715" y="1549"/>
                  </a:cubicBezTo>
                  <a:lnTo>
                    <a:pt x="1715" y="453"/>
                  </a:lnTo>
                  <a:lnTo>
                    <a:pt x="1834" y="453"/>
                  </a:lnTo>
                  <a:cubicBezTo>
                    <a:pt x="1858" y="453"/>
                    <a:pt x="1882" y="430"/>
                    <a:pt x="1906" y="406"/>
                  </a:cubicBezTo>
                  <a:cubicBezTo>
                    <a:pt x="2072" y="215"/>
                    <a:pt x="1953" y="1"/>
                    <a:pt x="1763" y="1"/>
                  </a:cubicBezTo>
                  <a:lnTo>
                    <a:pt x="1144" y="1"/>
                  </a:lnTo>
                  <a:cubicBezTo>
                    <a:pt x="1120" y="1"/>
                    <a:pt x="1096" y="25"/>
                    <a:pt x="1072" y="48"/>
                  </a:cubicBezTo>
                  <a:cubicBezTo>
                    <a:pt x="905" y="239"/>
                    <a:pt x="1025" y="453"/>
                    <a:pt x="1215" y="453"/>
                  </a:cubicBezTo>
                  <a:lnTo>
                    <a:pt x="1263" y="453"/>
                  </a:lnTo>
                  <a:lnTo>
                    <a:pt x="1263" y="1549"/>
                  </a:lnTo>
                  <a:lnTo>
                    <a:pt x="1215" y="1549"/>
                  </a:lnTo>
                  <a:cubicBezTo>
                    <a:pt x="953" y="1549"/>
                    <a:pt x="715" y="1311"/>
                    <a:pt x="715" y="1001"/>
                  </a:cubicBezTo>
                  <a:lnTo>
                    <a:pt x="715" y="525"/>
                  </a:lnTo>
                  <a:cubicBezTo>
                    <a:pt x="715" y="263"/>
                    <a:pt x="524" y="25"/>
                    <a:pt x="2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771" name="Google Shape;3771;p42"/>
            <p:cNvSpPr/>
            <p:nvPr/>
          </p:nvSpPr>
          <p:spPr>
            <a:xfrm>
              <a:off x="1483139" y="1177002"/>
              <a:ext cx="211463" cy="211500"/>
            </a:xfrm>
            <a:custGeom>
              <a:rect b="b" l="l" r="r" t="t"/>
              <a:pathLst>
                <a:path extrusionOk="0" h="5717" w="5716">
                  <a:moveTo>
                    <a:pt x="2858" y="429"/>
                  </a:moveTo>
                  <a:cubicBezTo>
                    <a:pt x="4192" y="429"/>
                    <a:pt x="5287" y="1525"/>
                    <a:pt x="5287" y="2858"/>
                  </a:cubicBezTo>
                  <a:cubicBezTo>
                    <a:pt x="5287" y="4168"/>
                    <a:pt x="4192" y="5264"/>
                    <a:pt x="2858" y="5264"/>
                  </a:cubicBezTo>
                  <a:cubicBezTo>
                    <a:pt x="1524" y="5264"/>
                    <a:pt x="453" y="4192"/>
                    <a:pt x="453" y="2858"/>
                  </a:cubicBezTo>
                  <a:cubicBezTo>
                    <a:pt x="453" y="1525"/>
                    <a:pt x="1524" y="429"/>
                    <a:pt x="2858" y="429"/>
                  </a:cubicBezTo>
                  <a:close/>
                  <a:moveTo>
                    <a:pt x="2858" y="1"/>
                  </a:moveTo>
                  <a:cubicBezTo>
                    <a:pt x="1286" y="1"/>
                    <a:pt x="0" y="1263"/>
                    <a:pt x="0" y="2858"/>
                  </a:cubicBezTo>
                  <a:cubicBezTo>
                    <a:pt x="0" y="4430"/>
                    <a:pt x="1286" y="5716"/>
                    <a:pt x="2858" y="5716"/>
                  </a:cubicBezTo>
                  <a:cubicBezTo>
                    <a:pt x="4454" y="5716"/>
                    <a:pt x="5716" y="4430"/>
                    <a:pt x="5716" y="2858"/>
                  </a:cubicBezTo>
                  <a:cubicBezTo>
                    <a:pt x="5716" y="1263"/>
                    <a:pt x="4454" y="1"/>
                    <a:pt x="28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3772" name="Google Shape;3772;p42"/>
          <p:cNvGrpSpPr/>
          <p:nvPr/>
        </p:nvGrpSpPr>
        <p:grpSpPr>
          <a:xfrm>
            <a:off x="4355823" y="1721963"/>
            <a:ext cx="432090" cy="526729"/>
            <a:chOff x="3113028" y="3616526"/>
            <a:chExt cx="341871" cy="416749"/>
          </a:xfrm>
        </p:grpSpPr>
        <p:sp>
          <p:nvSpPr>
            <p:cNvPr id="3773" name="Google Shape;3773;p42"/>
            <p:cNvSpPr/>
            <p:nvPr/>
          </p:nvSpPr>
          <p:spPr>
            <a:xfrm>
              <a:off x="3113028" y="3616526"/>
              <a:ext cx="341871" cy="416749"/>
            </a:xfrm>
            <a:custGeom>
              <a:rect b="b" l="l" r="r" t="t"/>
              <a:pathLst>
                <a:path extrusionOk="0" h="11265" w="9241">
                  <a:moveTo>
                    <a:pt x="8573" y="453"/>
                  </a:moveTo>
                  <a:cubicBezTo>
                    <a:pt x="8716" y="453"/>
                    <a:pt x="8811" y="548"/>
                    <a:pt x="8811" y="667"/>
                  </a:cubicBezTo>
                  <a:lnTo>
                    <a:pt x="8811" y="8621"/>
                  </a:lnTo>
                  <a:cubicBezTo>
                    <a:pt x="8811" y="8741"/>
                    <a:pt x="8716" y="8836"/>
                    <a:pt x="8573" y="8836"/>
                  </a:cubicBezTo>
                  <a:lnTo>
                    <a:pt x="1429" y="8836"/>
                  </a:lnTo>
                  <a:lnTo>
                    <a:pt x="1429" y="5645"/>
                  </a:lnTo>
                  <a:cubicBezTo>
                    <a:pt x="1429" y="5526"/>
                    <a:pt x="1358" y="5430"/>
                    <a:pt x="1262" y="5407"/>
                  </a:cubicBezTo>
                  <a:cubicBezTo>
                    <a:pt x="1119" y="5407"/>
                    <a:pt x="1000" y="5502"/>
                    <a:pt x="1000" y="5645"/>
                  </a:cubicBezTo>
                  <a:lnTo>
                    <a:pt x="1000" y="8860"/>
                  </a:lnTo>
                  <a:cubicBezTo>
                    <a:pt x="786" y="8907"/>
                    <a:pt x="595" y="9003"/>
                    <a:pt x="453" y="9122"/>
                  </a:cubicBezTo>
                  <a:lnTo>
                    <a:pt x="453" y="1215"/>
                  </a:lnTo>
                  <a:cubicBezTo>
                    <a:pt x="453" y="858"/>
                    <a:pt x="667" y="572"/>
                    <a:pt x="1000" y="477"/>
                  </a:cubicBezTo>
                  <a:lnTo>
                    <a:pt x="1000" y="3644"/>
                  </a:lnTo>
                  <a:cubicBezTo>
                    <a:pt x="1000" y="3763"/>
                    <a:pt x="1072" y="3859"/>
                    <a:pt x="1191" y="3882"/>
                  </a:cubicBezTo>
                  <a:cubicBezTo>
                    <a:pt x="1310" y="3882"/>
                    <a:pt x="1429" y="3787"/>
                    <a:pt x="1429" y="3644"/>
                  </a:cubicBezTo>
                  <a:lnTo>
                    <a:pt x="1429" y="453"/>
                  </a:lnTo>
                  <a:close/>
                  <a:moveTo>
                    <a:pt x="7930" y="9288"/>
                  </a:moveTo>
                  <a:lnTo>
                    <a:pt x="7930" y="10812"/>
                  </a:lnTo>
                  <a:lnTo>
                    <a:pt x="1215" y="10812"/>
                  </a:lnTo>
                  <a:cubicBezTo>
                    <a:pt x="786" y="10812"/>
                    <a:pt x="429" y="10455"/>
                    <a:pt x="453" y="10003"/>
                  </a:cubicBezTo>
                  <a:cubicBezTo>
                    <a:pt x="476" y="9598"/>
                    <a:pt x="834" y="9288"/>
                    <a:pt x="1238" y="9288"/>
                  </a:cubicBezTo>
                  <a:close/>
                  <a:moveTo>
                    <a:pt x="8811" y="9241"/>
                  </a:moveTo>
                  <a:lnTo>
                    <a:pt x="8811" y="10598"/>
                  </a:lnTo>
                  <a:cubicBezTo>
                    <a:pt x="8811" y="10717"/>
                    <a:pt x="8716" y="10812"/>
                    <a:pt x="8573" y="10812"/>
                  </a:cubicBezTo>
                  <a:lnTo>
                    <a:pt x="8359" y="10812"/>
                  </a:lnTo>
                  <a:lnTo>
                    <a:pt x="8359" y="9288"/>
                  </a:lnTo>
                  <a:lnTo>
                    <a:pt x="8573" y="9288"/>
                  </a:lnTo>
                  <a:cubicBezTo>
                    <a:pt x="8669" y="9288"/>
                    <a:pt x="8740" y="9264"/>
                    <a:pt x="8811" y="9241"/>
                  </a:cubicBezTo>
                  <a:close/>
                  <a:moveTo>
                    <a:pt x="1215" y="1"/>
                  </a:moveTo>
                  <a:cubicBezTo>
                    <a:pt x="548" y="1"/>
                    <a:pt x="0" y="548"/>
                    <a:pt x="0" y="1215"/>
                  </a:cubicBezTo>
                  <a:lnTo>
                    <a:pt x="0" y="10050"/>
                  </a:lnTo>
                  <a:cubicBezTo>
                    <a:pt x="0" y="10717"/>
                    <a:pt x="548" y="11265"/>
                    <a:pt x="1215" y="11265"/>
                  </a:cubicBezTo>
                  <a:lnTo>
                    <a:pt x="8573" y="11265"/>
                  </a:lnTo>
                  <a:cubicBezTo>
                    <a:pt x="8954" y="11265"/>
                    <a:pt x="9240" y="10955"/>
                    <a:pt x="9240" y="10598"/>
                  </a:cubicBezTo>
                  <a:lnTo>
                    <a:pt x="9240" y="667"/>
                  </a:lnTo>
                  <a:cubicBezTo>
                    <a:pt x="9240" y="310"/>
                    <a:pt x="8954" y="1"/>
                    <a:pt x="85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774" name="Google Shape;3774;p42"/>
            <p:cNvSpPr/>
            <p:nvPr/>
          </p:nvSpPr>
          <p:spPr>
            <a:xfrm>
              <a:off x="3186130" y="3659699"/>
              <a:ext cx="232625" cy="258188"/>
            </a:xfrm>
            <a:custGeom>
              <a:rect b="b" l="l" r="r" t="t"/>
              <a:pathLst>
                <a:path extrusionOk="0" h="6979" w="6288">
                  <a:moveTo>
                    <a:pt x="3735" y="430"/>
                  </a:moveTo>
                  <a:cubicBezTo>
                    <a:pt x="3918" y="430"/>
                    <a:pt x="4067" y="561"/>
                    <a:pt x="4097" y="739"/>
                  </a:cubicBezTo>
                  <a:cubicBezTo>
                    <a:pt x="3978" y="810"/>
                    <a:pt x="3859" y="953"/>
                    <a:pt x="3787" y="1096"/>
                  </a:cubicBezTo>
                  <a:cubicBezTo>
                    <a:pt x="3787" y="1120"/>
                    <a:pt x="3787" y="1120"/>
                    <a:pt x="3787" y="1144"/>
                  </a:cubicBezTo>
                  <a:cubicBezTo>
                    <a:pt x="3835" y="1287"/>
                    <a:pt x="3930" y="1358"/>
                    <a:pt x="4025" y="1358"/>
                  </a:cubicBezTo>
                  <a:cubicBezTo>
                    <a:pt x="4097" y="1358"/>
                    <a:pt x="4168" y="1310"/>
                    <a:pt x="4216" y="1239"/>
                  </a:cubicBezTo>
                  <a:cubicBezTo>
                    <a:pt x="4263" y="1168"/>
                    <a:pt x="4335" y="1096"/>
                    <a:pt x="4430" y="1048"/>
                  </a:cubicBezTo>
                  <a:cubicBezTo>
                    <a:pt x="4487" y="1020"/>
                    <a:pt x="4547" y="1007"/>
                    <a:pt x="4609" y="1007"/>
                  </a:cubicBezTo>
                  <a:cubicBezTo>
                    <a:pt x="4705" y="1007"/>
                    <a:pt x="4806" y="1038"/>
                    <a:pt x="4906" y="1096"/>
                  </a:cubicBezTo>
                  <a:cubicBezTo>
                    <a:pt x="4930" y="1096"/>
                    <a:pt x="4930" y="1120"/>
                    <a:pt x="4954" y="1120"/>
                  </a:cubicBezTo>
                  <a:cubicBezTo>
                    <a:pt x="5073" y="1287"/>
                    <a:pt x="5097" y="1477"/>
                    <a:pt x="5049" y="1620"/>
                  </a:cubicBezTo>
                  <a:cubicBezTo>
                    <a:pt x="5002" y="1763"/>
                    <a:pt x="4906" y="1858"/>
                    <a:pt x="4787" y="1906"/>
                  </a:cubicBezTo>
                  <a:cubicBezTo>
                    <a:pt x="4764" y="1906"/>
                    <a:pt x="4764" y="1930"/>
                    <a:pt x="4740" y="1953"/>
                  </a:cubicBezTo>
                  <a:cubicBezTo>
                    <a:pt x="4692" y="2168"/>
                    <a:pt x="4811" y="2287"/>
                    <a:pt x="4954" y="2287"/>
                  </a:cubicBezTo>
                  <a:cubicBezTo>
                    <a:pt x="5002" y="2287"/>
                    <a:pt x="5026" y="2287"/>
                    <a:pt x="5073" y="2263"/>
                  </a:cubicBezTo>
                  <a:cubicBezTo>
                    <a:pt x="5168" y="2192"/>
                    <a:pt x="5264" y="2120"/>
                    <a:pt x="5335" y="2025"/>
                  </a:cubicBezTo>
                  <a:cubicBezTo>
                    <a:pt x="5478" y="2144"/>
                    <a:pt x="5549" y="2311"/>
                    <a:pt x="5549" y="2525"/>
                  </a:cubicBezTo>
                  <a:cubicBezTo>
                    <a:pt x="5549" y="2668"/>
                    <a:pt x="5502" y="2811"/>
                    <a:pt x="5430" y="2930"/>
                  </a:cubicBezTo>
                  <a:cubicBezTo>
                    <a:pt x="5359" y="2906"/>
                    <a:pt x="5311" y="2882"/>
                    <a:pt x="5264" y="2882"/>
                  </a:cubicBezTo>
                  <a:lnTo>
                    <a:pt x="5216" y="2882"/>
                  </a:lnTo>
                  <a:cubicBezTo>
                    <a:pt x="4957" y="3033"/>
                    <a:pt x="5070" y="3321"/>
                    <a:pt x="5288" y="3321"/>
                  </a:cubicBezTo>
                  <a:cubicBezTo>
                    <a:pt x="5310" y="3321"/>
                    <a:pt x="5334" y="3318"/>
                    <a:pt x="5359" y="3311"/>
                  </a:cubicBezTo>
                  <a:cubicBezTo>
                    <a:pt x="5383" y="3311"/>
                    <a:pt x="5383" y="3335"/>
                    <a:pt x="5383" y="3358"/>
                  </a:cubicBezTo>
                  <a:cubicBezTo>
                    <a:pt x="5383" y="3382"/>
                    <a:pt x="5383" y="3382"/>
                    <a:pt x="5383" y="3382"/>
                  </a:cubicBezTo>
                  <a:cubicBezTo>
                    <a:pt x="5669" y="3525"/>
                    <a:pt x="5835" y="3787"/>
                    <a:pt x="5835" y="4120"/>
                  </a:cubicBezTo>
                  <a:cubicBezTo>
                    <a:pt x="5835" y="4454"/>
                    <a:pt x="5645" y="4740"/>
                    <a:pt x="5335" y="4859"/>
                  </a:cubicBezTo>
                  <a:cubicBezTo>
                    <a:pt x="5240" y="4906"/>
                    <a:pt x="5121" y="4930"/>
                    <a:pt x="5026" y="4930"/>
                  </a:cubicBezTo>
                  <a:cubicBezTo>
                    <a:pt x="4930" y="4930"/>
                    <a:pt x="4835" y="4906"/>
                    <a:pt x="4740" y="4883"/>
                  </a:cubicBezTo>
                  <a:lnTo>
                    <a:pt x="4692" y="4883"/>
                  </a:lnTo>
                  <a:cubicBezTo>
                    <a:pt x="4454" y="5025"/>
                    <a:pt x="4525" y="5264"/>
                    <a:pt x="4692" y="5335"/>
                  </a:cubicBezTo>
                  <a:cubicBezTo>
                    <a:pt x="4811" y="5359"/>
                    <a:pt x="4906" y="5359"/>
                    <a:pt x="5026" y="5359"/>
                  </a:cubicBezTo>
                  <a:lnTo>
                    <a:pt x="5192" y="5359"/>
                  </a:lnTo>
                  <a:cubicBezTo>
                    <a:pt x="5145" y="5621"/>
                    <a:pt x="4930" y="5859"/>
                    <a:pt x="4645" y="5907"/>
                  </a:cubicBezTo>
                  <a:cubicBezTo>
                    <a:pt x="4549" y="5907"/>
                    <a:pt x="4454" y="5907"/>
                    <a:pt x="4359" y="5883"/>
                  </a:cubicBezTo>
                  <a:cubicBezTo>
                    <a:pt x="4339" y="5878"/>
                    <a:pt x="4319" y="5875"/>
                    <a:pt x="4300" y="5875"/>
                  </a:cubicBezTo>
                  <a:cubicBezTo>
                    <a:pt x="4136" y="5875"/>
                    <a:pt x="4014" y="6048"/>
                    <a:pt x="4121" y="6240"/>
                  </a:cubicBezTo>
                  <a:cubicBezTo>
                    <a:pt x="4121" y="6264"/>
                    <a:pt x="4144" y="6264"/>
                    <a:pt x="4144" y="6288"/>
                  </a:cubicBezTo>
                  <a:cubicBezTo>
                    <a:pt x="4216" y="6311"/>
                    <a:pt x="4263" y="6311"/>
                    <a:pt x="4335" y="6335"/>
                  </a:cubicBezTo>
                  <a:cubicBezTo>
                    <a:pt x="4230" y="6452"/>
                    <a:pt x="4079" y="6523"/>
                    <a:pt x="3916" y="6523"/>
                  </a:cubicBezTo>
                  <a:cubicBezTo>
                    <a:pt x="3747" y="6523"/>
                    <a:pt x="3564" y="6446"/>
                    <a:pt x="3406" y="6264"/>
                  </a:cubicBezTo>
                  <a:cubicBezTo>
                    <a:pt x="3382" y="6216"/>
                    <a:pt x="3359" y="6169"/>
                    <a:pt x="3359" y="6145"/>
                  </a:cubicBezTo>
                  <a:lnTo>
                    <a:pt x="3359" y="4954"/>
                  </a:lnTo>
                  <a:cubicBezTo>
                    <a:pt x="3430" y="4740"/>
                    <a:pt x="3620" y="4621"/>
                    <a:pt x="3835" y="4621"/>
                  </a:cubicBezTo>
                  <a:cubicBezTo>
                    <a:pt x="3882" y="4621"/>
                    <a:pt x="3954" y="4621"/>
                    <a:pt x="4025" y="4644"/>
                  </a:cubicBezTo>
                  <a:cubicBezTo>
                    <a:pt x="4033" y="4652"/>
                    <a:pt x="4041" y="4655"/>
                    <a:pt x="4048" y="4655"/>
                  </a:cubicBezTo>
                  <a:cubicBezTo>
                    <a:pt x="4062" y="4655"/>
                    <a:pt x="4073" y="4644"/>
                    <a:pt x="4073" y="4644"/>
                  </a:cubicBezTo>
                  <a:cubicBezTo>
                    <a:pt x="4311" y="4502"/>
                    <a:pt x="4263" y="4263"/>
                    <a:pt x="4073" y="4216"/>
                  </a:cubicBezTo>
                  <a:cubicBezTo>
                    <a:pt x="4002" y="4192"/>
                    <a:pt x="3906" y="4168"/>
                    <a:pt x="3835" y="4168"/>
                  </a:cubicBezTo>
                  <a:cubicBezTo>
                    <a:pt x="3668" y="4168"/>
                    <a:pt x="3501" y="4216"/>
                    <a:pt x="3359" y="4311"/>
                  </a:cubicBezTo>
                  <a:lnTo>
                    <a:pt x="3359" y="667"/>
                  </a:lnTo>
                  <a:cubicBezTo>
                    <a:pt x="3359" y="644"/>
                    <a:pt x="3359" y="596"/>
                    <a:pt x="3382" y="596"/>
                  </a:cubicBezTo>
                  <a:cubicBezTo>
                    <a:pt x="3500" y="479"/>
                    <a:pt x="3624" y="430"/>
                    <a:pt x="3735" y="430"/>
                  </a:cubicBezTo>
                  <a:close/>
                  <a:moveTo>
                    <a:pt x="2549" y="429"/>
                  </a:moveTo>
                  <a:cubicBezTo>
                    <a:pt x="2763" y="429"/>
                    <a:pt x="2930" y="596"/>
                    <a:pt x="2930" y="810"/>
                  </a:cubicBezTo>
                  <a:lnTo>
                    <a:pt x="2930" y="1620"/>
                  </a:lnTo>
                  <a:cubicBezTo>
                    <a:pt x="2882" y="1668"/>
                    <a:pt x="2811" y="1691"/>
                    <a:pt x="2739" y="1691"/>
                  </a:cubicBezTo>
                  <a:cubicBezTo>
                    <a:pt x="2692" y="1691"/>
                    <a:pt x="2668" y="1691"/>
                    <a:pt x="2644" y="1668"/>
                  </a:cubicBezTo>
                  <a:cubicBezTo>
                    <a:pt x="2629" y="1665"/>
                    <a:pt x="2613" y="1663"/>
                    <a:pt x="2598" y="1663"/>
                  </a:cubicBezTo>
                  <a:cubicBezTo>
                    <a:pt x="2496" y="1663"/>
                    <a:pt x="2403" y="1731"/>
                    <a:pt x="2382" y="1834"/>
                  </a:cubicBezTo>
                  <a:cubicBezTo>
                    <a:pt x="2335" y="1953"/>
                    <a:pt x="2406" y="2072"/>
                    <a:pt x="2525" y="2096"/>
                  </a:cubicBezTo>
                  <a:cubicBezTo>
                    <a:pt x="2596" y="2120"/>
                    <a:pt x="2668" y="2120"/>
                    <a:pt x="2739" y="2120"/>
                  </a:cubicBezTo>
                  <a:cubicBezTo>
                    <a:pt x="2787" y="2120"/>
                    <a:pt x="2858" y="2120"/>
                    <a:pt x="2954" y="2096"/>
                  </a:cubicBezTo>
                  <a:lnTo>
                    <a:pt x="2954" y="5978"/>
                  </a:lnTo>
                  <a:cubicBezTo>
                    <a:pt x="2930" y="6288"/>
                    <a:pt x="2668" y="6526"/>
                    <a:pt x="2358" y="6526"/>
                  </a:cubicBezTo>
                  <a:cubicBezTo>
                    <a:pt x="2192" y="6526"/>
                    <a:pt x="2049" y="6454"/>
                    <a:pt x="1930" y="6335"/>
                  </a:cubicBezTo>
                  <a:cubicBezTo>
                    <a:pt x="1977" y="6335"/>
                    <a:pt x="2001" y="6335"/>
                    <a:pt x="2025" y="6311"/>
                  </a:cubicBezTo>
                  <a:cubicBezTo>
                    <a:pt x="2144" y="6288"/>
                    <a:pt x="2215" y="6169"/>
                    <a:pt x="2192" y="6049"/>
                  </a:cubicBezTo>
                  <a:cubicBezTo>
                    <a:pt x="2150" y="5946"/>
                    <a:pt x="2054" y="5878"/>
                    <a:pt x="1968" y="5878"/>
                  </a:cubicBezTo>
                  <a:cubicBezTo>
                    <a:pt x="1955" y="5878"/>
                    <a:pt x="1942" y="5880"/>
                    <a:pt x="1930" y="5883"/>
                  </a:cubicBezTo>
                  <a:cubicBezTo>
                    <a:pt x="1862" y="5900"/>
                    <a:pt x="1795" y="5916"/>
                    <a:pt x="1728" y="5916"/>
                  </a:cubicBezTo>
                  <a:cubicBezTo>
                    <a:pt x="1700" y="5916"/>
                    <a:pt x="1672" y="5914"/>
                    <a:pt x="1644" y="5907"/>
                  </a:cubicBezTo>
                  <a:cubicBezTo>
                    <a:pt x="1358" y="5859"/>
                    <a:pt x="1120" y="5645"/>
                    <a:pt x="1072" y="5359"/>
                  </a:cubicBezTo>
                  <a:cubicBezTo>
                    <a:pt x="1144" y="5359"/>
                    <a:pt x="1191" y="5383"/>
                    <a:pt x="1263" y="5383"/>
                  </a:cubicBezTo>
                  <a:cubicBezTo>
                    <a:pt x="1358" y="5383"/>
                    <a:pt x="1477" y="5359"/>
                    <a:pt x="1572" y="5335"/>
                  </a:cubicBezTo>
                  <a:cubicBezTo>
                    <a:pt x="1692" y="5287"/>
                    <a:pt x="1763" y="5168"/>
                    <a:pt x="1739" y="5073"/>
                  </a:cubicBezTo>
                  <a:cubicBezTo>
                    <a:pt x="1698" y="4969"/>
                    <a:pt x="1602" y="4902"/>
                    <a:pt x="1515" y="4902"/>
                  </a:cubicBezTo>
                  <a:cubicBezTo>
                    <a:pt x="1502" y="4902"/>
                    <a:pt x="1489" y="4903"/>
                    <a:pt x="1477" y="4906"/>
                  </a:cubicBezTo>
                  <a:cubicBezTo>
                    <a:pt x="1406" y="4930"/>
                    <a:pt x="1334" y="4930"/>
                    <a:pt x="1263" y="4930"/>
                  </a:cubicBezTo>
                  <a:cubicBezTo>
                    <a:pt x="1144" y="4930"/>
                    <a:pt x="1049" y="4906"/>
                    <a:pt x="953" y="4883"/>
                  </a:cubicBezTo>
                  <a:cubicBezTo>
                    <a:pt x="644" y="4740"/>
                    <a:pt x="429" y="4454"/>
                    <a:pt x="429" y="4120"/>
                  </a:cubicBezTo>
                  <a:cubicBezTo>
                    <a:pt x="429" y="3811"/>
                    <a:pt x="620" y="3525"/>
                    <a:pt x="906" y="3382"/>
                  </a:cubicBezTo>
                  <a:cubicBezTo>
                    <a:pt x="953" y="3358"/>
                    <a:pt x="1001" y="3335"/>
                    <a:pt x="1049" y="3335"/>
                  </a:cubicBezTo>
                  <a:cubicBezTo>
                    <a:pt x="1168" y="3287"/>
                    <a:pt x="1239" y="3168"/>
                    <a:pt x="1191" y="3073"/>
                  </a:cubicBezTo>
                  <a:cubicBezTo>
                    <a:pt x="1171" y="2969"/>
                    <a:pt x="1078" y="2901"/>
                    <a:pt x="975" y="2901"/>
                  </a:cubicBezTo>
                  <a:cubicBezTo>
                    <a:pt x="960" y="2901"/>
                    <a:pt x="945" y="2903"/>
                    <a:pt x="929" y="2906"/>
                  </a:cubicBezTo>
                  <a:cubicBezTo>
                    <a:pt x="906" y="2906"/>
                    <a:pt x="882" y="2930"/>
                    <a:pt x="858" y="2930"/>
                  </a:cubicBezTo>
                  <a:cubicBezTo>
                    <a:pt x="763" y="2811"/>
                    <a:pt x="715" y="2668"/>
                    <a:pt x="715" y="2525"/>
                  </a:cubicBezTo>
                  <a:cubicBezTo>
                    <a:pt x="715" y="2334"/>
                    <a:pt x="810" y="2144"/>
                    <a:pt x="953" y="2025"/>
                  </a:cubicBezTo>
                  <a:cubicBezTo>
                    <a:pt x="1025" y="2120"/>
                    <a:pt x="1120" y="2215"/>
                    <a:pt x="1215" y="2263"/>
                  </a:cubicBezTo>
                  <a:cubicBezTo>
                    <a:pt x="1263" y="2287"/>
                    <a:pt x="1287" y="2287"/>
                    <a:pt x="1334" y="2287"/>
                  </a:cubicBezTo>
                  <a:cubicBezTo>
                    <a:pt x="1406" y="2287"/>
                    <a:pt x="1477" y="2263"/>
                    <a:pt x="1525" y="2192"/>
                  </a:cubicBezTo>
                  <a:cubicBezTo>
                    <a:pt x="1572" y="2072"/>
                    <a:pt x="1549" y="1953"/>
                    <a:pt x="1430" y="1882"/>
                  </a:cubicBezTo>
                  <a:cubicBezTo>
                    <a:pt x="1334" y="1834"/>
                    <a:pt x="1263" y="1739"/>
                    <a:pt x="1239" y="1644"/>
                  </a:cubicBezTo>
                  <a:cubicBezTo>
                    <a:pt x="1215" y="1596"/>
                    <a:pt x="1191" y="1525"/>
                    <a:pt x="1191" y="1477"/>
                  </a:cubicBezTo>
                  <a:cubicBezTo>
                    <a:pt x="1191" y="1239"/>
                    <a:pt x="1406" y="1025"/>
                    <a:pt x="1668" y="1025"/>
                  </a:cubicBezTo>
                  <a:cubicBezTo>
                    <a:pt x="1739" y="1025"/>
                    <a:pt x="1811" y="1025"/>
                    <a:pt x="1858" y="1048"/>
                  </a:cubicBezTo>
                  <a:cubicBezTo>
                    <a:pt x="1953" y="1096"/>
                    <a:pt x="2025" y="1168"/>
                    <a:pt x="2073" y="1239"/>
                  </a:cubicBezTo>
                  <a:cubicBezTo>
                    <a:pt x="2120" y="1310"/>
                    <a:pt x="2192" y="1358"/>
                    <a:pt x="2263" y="1358"/>
                  </a:cubicBezTo>
                  <a:cubicBezTo>
                    <a:pt x="2311" y="1358"/>
                    <a:pt x="2335" y="1358"/>
                    <a:pt x="2382" y="1334"/>
                  </a:cubicBezTo>
                  <a:cubicBezTo>
                    <a:pt x="2477" y="1263"/>
                    <a:pt x="2501" y="1144"/>
                    <a:pt x="2454" y="1025"/>
                  </a:cubicBezTo>
                  <a:cubicBezTo>
                    <a:pt x="2382" y="906"/>
                    <a:pt x="2287" y="810"/>
                    <a:pt x="2192" y="739"/>
                  </a:cubicBezTo>
                  <a:cubicBezTo>
                    <a:pt x="2215" y="572"/>
                    <a:pt x="2358" y="429"/>
                    <a:pt x="2549" y="429"/>
                  </a:cubicBezTo>
                  <a:close/>
                  <a:moveTo>
                    <a:pt x="2549" y="1"/>
                  </a:moveTo>
                  <a:cubicBezTo>
                    <a:pt x="2192" y="1"/>
                    <a:pt x="1858" y="239"/>
                    <a:pt x="1763" y="572"/>
                  </a:cubicBezTo>
                  <a:lnTo>
                    <a:pt x="1668" y="572"/>
                  </a:lnTo>
                  <a:cubicBezTo>
                    <a:pt x="1168" y="572"/>
                    <a:pt x="763" y="977"/>
                    <a:pt x="763" y="1477"/>
                  </a:cubicBezTo>
                  <a:cubicBezTo>
                    <a:pt x="763" y="1525"/>
                    <a:pt x="763" y="1549"/>
                    <a:pt x="763" y="1596"/>
                  </a:cubicBezTo>
                  <a:cubicBezTo>
                    <a:pt x="477" y="1810"/>
                    <a:pt x="286" y="2144"/>
                    <a:pt x="286" y="2525"/>
                  </a:cubicBezTo>
                  <a:cubicBezTo>
                    <a:pt x="286" y="2739"/>
                    <a:pt x="358" y="2954"/>
                    <a:pt x="477" y="3144"/>
                  </a:cubicBezTo>
                  <a:cubicBezTo>
                    <a:pt x="167" y="3358"/>
                    <a:pt x="1" y="3716"/>
                    <a:pt x="1" y="4120"/>
                  </a:cubicBezTo>
                  <a:cubicBezTo>
                    <a:pt x="1" y="4573"/>
                    <a:pt x="239" y="4978"/>
                    <a:pt x="644" y="5216"/>
                  </a:cubicBezTo>
                  <a:lnTo>
                    <a:pt x="644" y="5240"/>
                  </a:lnTo>
                  <a:cubicBezTo>
                    <a:pt x="644" y="5740"/>
                    <a:pt x="953" y="6169"/>
                    <a:pt x="1430" y="6311"/>
                  </a:cubicBezTo>
                  <a:cubicBezTo>
                    <a:pt x="1572" y="6692"/>
                    <a:pt x="1953" y="6978"/>
                    <a:pt x="2382" y="6978"/>
                  </a:cubicBezTo>
                  <a:cubicBezTo>
                    <a:pt x="2692" y="6978"/>
                    <a:pt x="2978" y="6835"/>
                    <a:pt x="3144" y="6597"/>
                  </a:cubicBezTo>
                  <a:cubicBezTo>
                    <a:pt x="3335" y="6835"/>
                    <a:pt x="3620" y="6978"/>
                    <a:pt x="3930" y="6978"/>
                  </a:cubicBezTo>
                  <a:cubicBezTo>
                    <a:pt x="4359" y="6978"/>
                    <a:pt x="4740" y="6692"/>
                    <a:pt x="4883" y="6311"/>
                  </a:cubicBezTo>
                  <a:cubicBezTo>
                    <a:pt x="5335" y="6169"/>
                    <a:pt x="5669" y="5740"/>
                    <a:pt x="5669" y="5240"/>
                  </a:cubicBezTo>
                  <a:lnTo>
                    <a:pt x="5669" y="5216"/>
                  </a:lnTo>
                  <a:cubicBezTo>
                    <a:pt x="6050" y="4978"/>
                    <a:pt x="6288" y="4573"/>
                    <a:pt x="6288" y="4120"/>
                  </a:cubicBezTo>
                  <a:cubicBezTo>
                    <a:pt x="6288" y="3716"/>
                    <a:pt x="6121" y="3358"/>
                    <a:pt x="5811" y="3144"/>
                  </a:cubicBezTo>
                  <a:cubicBezTo>
                    <a:pt x="5931" y="2954"/>
                    <a:pt x="6002" y="2739"/>
                    <a:pt x="6002" y="2525"/>
                  </a:cubicBezTo>
                  <a:cubicBezTo>
                    <a:pt x="6002" y="2144"/>
                    <a:pt x="5811" y="1810"/>
                    <a:pt x="5526" y="1596"/>
                  </a:cubicBezTo>
                  <a:cubicBezTo>
                    <a:pt x="5526" y="1549"/>
                    <a:pt x="5526" y="1525"/>
                    <a:pt x="5526" y="1477"/>
                  </a:cubicBezTo>
                  <a:cubicBezTo>
                    <a:pt x="5526" y="977"/>
                    <a:pt x="5121" y="572"/>
                    <a:pt x="4621" y="572"/>
                  </a:cubicBezTo>
                  <a:lnTo>
                    <a:pt x="4525" y="572"/>
                  </a:lnTo>
                  <a:cubicBezTo>
                    <a:pt x="4430" y="239"/>
                    <a:pt x="4121" y="1"/>
                    <a:pt x="3740" y="1"/>
                  </a:cubicBezTo>
                  <a:cubicBezTo>
                    <a:pt x="3501" y="1"/>
                    <a:pt x="3287" y="96"/>
                    <a:pt x="3144" y="263"/>
                  </a:cubicBezTo>
                  <a:cubicBezTo>
                    <a:pt x="3001" y="96"/>
                    <a:pt x="2787" y="1"/>
                    <a:pt x="25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775" name="Google Shape;3775;p42"/>
            <p:cNvSpPr/>
            <p:nvPr/>
          </p:nvSpPr>
          <p:spPr>
            <a:xfrm>
              <a:off x="3237220" y="3760621"/>
              <a:ext cx="34405" cy="51534"/>
            </a:xfrm>
            <a:custGeom>
              <a:rect b="b" l="l" r="r" t="t"/>
              <a:pathLst>
                <a:path extrusionOk="0" h="1393" w="930">
                  <a:moveTo>
                    <a:pt x="631" y="1"/>
                  </a:moveTo>
                  <a:cubicBezTo>
                    <a:pt x="594" y="1"/>
                    <a:pt x="557" y="11"/>
                    <a:pt x="525" y="35"/>
                  </a:cubicBezTo>
                  <a:cubicBezTo>
                    <a:pt x="406" y="83"/>
                    <a:pt x="382" y="226"/>
                    <a:pt x="430" y="345"/>
                  </a:cubicBezTo>
                  <a:cubicBezTo>
                    <a:pt x="477" y="392"/>
                    <a:pt x="501" y="464"/>
                    <a:pt x="501" y="535"/>
                  </a:cubicBezTo>
                  <a:cubicBezTo>
                    <a:pt x="501" y="726"/>
                    <a:pt x="358" y="892"/>
                    <a:pt x="191" y="964"/>
                  </a:cubicBezTo>
                  <a:cubicBezTo>
                    <a:pt x="72" y="988"/>
                    <a:pt x="1" y="1107"/>
                    <a:pt x="25" y="1226"/>
                  </a:cubicBezTo>
                  <a:cubicBezTo>
                    <a:pt x="49" y="1321"/>
                    <a:pt x="144" y="1392"/>
                    <a:pt x="239" y="1392"/>
                  </a:cubicBezTo>
                  <a:cubicBezTo>
                    <a:pt x="263" y="1392"/>
                    <a:pt x="287" y="1392"/>
                    <a:pt x="287" y="1369"/>
                  </a:cubicBezTo>
                  <a:cubicBezTo>
                    <a:pt x="668" y="1273"/>
                    <a:pt x="930" y="940"/>
                    <a:pt x="930" y="535"/>
                  </a:cubicBezTo>
                  <a:cubicBezTo>
                    <a:pt x="930" y="392"/>
                    <a:pt x="906" y="249"/>
                    <a:pt x="811" y="107"/>
                  </a:cubicBezTo>
                  <a:cubicBezTo>
                    <a:pt x="779" y="43"/>
                    <a:pt x="705" y="1"/>
                    <a:pt x="6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776" name="Google Shape;3776;p42"/>
            <p:cNvSpPr/>
            <p:nvPr/>
          </p:nvSpPr>
          <p:spPr>
            <a:xfrm>
              <a:off x="3326230" y="3731543"/>
              <a:ext cx="31742" cy="45356"/>
            </a:xfrm>
            <a:custGeom>
              <a:rect b="b" l="l" r="r" t="t"/>
              <a:pathLst>
                <a:path extrusionOk="0" h="1226" w="858">
                  <a:moveTo>
                    <a:pt x="288" y="1"/>
                  </a:moveTo>
                  <a:cubicBezTo>
                    <a:pt x="212" y="1"/>
                    <a:pt x="143" y="43"/>
                    <a:pt x="95" y="107"/>
                  </a:cubicBezTo>
                  <a:cubicBezTo>
                    <a:pt x="24" y="226"/>
                    <a:pt x="0" y="345"/>
                    <a:pt x="0" y="488"/>
                  </a:cubicBezTo>
                  <a:cubicBezTo>
                    <a:pt x="0" y="845"/>
                    <a:pt x="238" y="1131"/>
                    <a:pt x="572" y="1226"/>
                  </a:cubicBezTo>
                  <a:lnTo>
                    <a:pt x="619" y="1226"/>
                  </a:lnTo>
                  <a:cubicBezTo>
                    <a:pt x="715" y="1226"/>
                    <a:pt x="810" y="1178"/>
                    <a:pt x="834" y="1083"/>
                  </a:cubicBezTo>
                  <a:cubicBezTo>
                    <a:pt x="858" y="964"/>
                    <a:pt x="786" y="845"/>
                    <a:pt x="667" y="797"/>
                  </a:cubicBezTo>
                  <a:cubicBezTo>
                    <a:pt x="548" y="773"/>
                    <a:pt x="429" y="631"/>
                    <a:pt x="429" y="488"/>
                  </a:cubicBezTo>
                  <a:cubicBezTo>
                    <a:pt x="429" y="440"/>
                    <a:pt x="453" y="369"/>
                    <a:pt x="476" y="321"/>
                  </a:cubicBezTo>
                  <a:cubicBezTo>
                    <a:pt x="548" y="226"/>
                    <a:pt x="500" y="83"/>
                    <a:pt x="405" y="35"/>
                  </a:cubicBezTo>
                  <a:cubicBezTo>
                    <a:pt x="365" y="11"/>
                    <a:pt x="326" y="1"/>
                    <a:pt x="2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777" name="Google Shape;3777;p42"/>
            <p:cNvSpPr/>
            <p:nvPr/>
          </p:nvSpPr>
          <p:spPr>
            <a:xfrm>
              <a:off x="3150023" y="3780007"/>
              <a:ext cx="15871" cy="16278"/>
            </a:xfrm>
            <a:custGeom>
              <a:rect b="b" l="l" r="r" t="t"/>
              <a:pathLst>
                <a:path extrusionOk="0" h="440" w="429">
                  <a:moveTo>
                    <a:pt x="221" y="0"/>
                  </a:moveTo>
                  <a:cubicBezTo>
                    <a:pt x="103" y="0"/>
                    <a:pt x="0" y="104"/>
                    <a:pt x="0" y="225"/>
                  </a:cubicBezTo>
                  <a:cubicBezTo>
                    <a:pt x="0" y="345"/>
                    <a:pt x="96" y="440"/>
                    <a:pt x="215" y="440"/>
                  </a:cubicBezTo>
                  <a:cubicBezTo>
                    <a:pt x="334" y="440"/>
                    <a:pt x="429" y="345"/>
                    <a:pt x="429" y="225"/>
                  </a:cubicBezTo>
                  <a:cubicBezTo>
                    <a:pt x="429" y="130"/>
                    <a:pt x="381" y="59"/>
                    <a:pt x="286" y="11"/>
                  </a:cubicBezTo>
                  <a:cubicBezTo>
                    <a:pt x="264" y="4"/>
                    <a:pt x="242" y="0"/>
                    <a:pt x="2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3778" name="Google Shape;3778;p42"/>
          <p:cNvGrpSpPr/>
          <p:nvPr/>
        </p:nvGrpSpPr>
        <p:grpSpPr>
          <a:xfrm>
            <a:off x="6905469" y="1724989"/>
            <a:ext cx="426997" cy="520477"/>
            <a:chOff x="6939316" y="3616526"/>
            <a:chExt cx="341871" cy="416749"/>
          </a:xfrm>
        </p:grpSpPr>
        <p:sp>
          <p:nvSpPr>
            <p:cNvPr id="3779" name="Google Shape;3779;p42"/>
            <p:cNvSpPr/>
            <p:nvPr/>
          </p:nvSpPr>
          <p:spPr>
            <a:xfrm>
              <a:off x="7021901" y="3708940"/>
              <a:ext cx="211444" cy="177439"/>
            </a:xfrm>
            <a:custGeom>
              <a:rect b="b" l="l" r="r" t="t"/>
              <a:pathLst>
                <a:path extrusionOk="0" h="5716" w="6812">
                  <a:moveTo>
                    <a:pt x="4906" y="453"/>
                  </a:moveTo>
                  <a:cubicBezTo>
                    <a:pt x="5264" y="453"/>
                    <a:pt x="5597" y="596"/>
                    <a:pt x="5859" y="834"/>
                  </a:cubicBezTo>
                  <a:cubicBezTo>
                    <a:pt x="6240" y="1215"/>
                    <a:pt x="6335" y="1691"/>
                    <a:pt x="6192" y="2263"/>
                  </a:cubicBezTo>
                  <a:cubicBezTo>
                    <a:pt x="6026" y="2858"/>
                    <a:pt x="5573" y="3572"/>
                    <a:pt x="4883" y="4215"/>
                  </a:cubicBezTo>
                  <a:cubicBezTo>
                    <a:pt x="4287" y="4811"/>
                    <a:pt x="3716" y="5168"/>
                    <a:pt x="3406" y="5263"/>
                  </a:cubicBezTo>
                  <a:cubicBezTo>
                    <a:pt x="3073" y="5168"/>
                    <a:pt x="2501" y="4811"/>
                    <a:pt x="1906" y="4215"/>
                  </a:cubicBezTo>
                  <a:cubicBezTo>
                    <a:pt x="1239" y="3549"/>
                    <a:pt x="763" y="2858"/>
                    <a:pt x="596" y="2263"/>
                  </a:cubicBezTo>
                  <a:cubicBezTo>
                    <a:pt x="453" y="1691"/>
                    <a:pt x="572" y="1215"/>
                    <a:pt x="929" y="834"/>
                  </a:cubicBezTo>
                  <a:cubicBezTo>
                    <a:pt x="1191" y="596"/>
                    <a:pt x="1525" y="453"/>
                    <a:pt x="1882" y="453"/>
                  </a:cubicBezTo>
                  <a:cubicBezTo>
                    <a:pt x="2239" y="453"/>
                    <a:pt x="2573" y="596"/>
                    <a:pt x="2835" y="834"/>
                  </a:cubicBezTo>
                  <a:cubicBezTo>
                    <a:pt x="2977" y="977"/>
                    <a:pt x="3168" y="1072"/>
                    <a:pt x="3382" y="1072"/>
                  </a:cubicBezTo>
                  <a:cubicBezTo>
                    <a:pt x="3597" y="1072"/>
                    <a:pt x="3811" y="1001"/>
                    <a:pt x="3954" y="834"/>
                  </a:cubicBezTo>
                  <a:cubicBezTo>
                    <a:pt x="4216" y="596"/>
                    <a:pt x="4549" y="453"/>
                    <a:pt x="4906" y="453"/>
                  </a:cubicBezTo>
                  <a:close/>
                  <a:moveTo>
                    <a:pt x="1882" y="0"/>
                  </a:moveTo>
                  <a:cubicBezTo>
                    <a:pt x="1406" y="0"/>
                    <a:pt x="977" y="191"/>
                    <a:pt x="644" y="524"/>
                  </a:cubicBezTo>
                  <a:cubicBezTo>
                    <a:pt x="144" y="1001"/>
                    <a:pt x="1" y="1644"/>
                    <a:pt x="191" y="2358"/>
                  </a:cubicBezTo>
                  <a:cubicBezTo>
                    <a:pt x="596" y="3930"/>
                    <a:pt x="2501" y="5501"/>
                    <a:pt x="3335" y="5716"/>
                  </a:cubicBezTo>
                  <a:lnTo>
                    <a:pt x="3454" y="5716"/>
                  </a:lnTo>
                  <a:cubicBezTo>
                    <a:pt x="4287" y="5501"/>
                    <a:pt x="6192" y="3930"/>
                    <a:pt x="6621" y="2358"/>
                  </a:cubicBezTo>
                  <a:cubicBezTo>
                    <a:pt x="6812" y="1644"/>
                    <a:pt x="6645" y="1001"/>
                    <a:pt x="6169" y="524"/>
                  </a:cubicBezTo>
                  <a:cubicBezTo>
                    <a:pt x="5835" y="191"/>
                    <a:pt x="5383" y="0"/>
                    <a:pt x="4906" y="0"/>
                  </a:cubicBezTo>
                  <a:cubicBezTo>
                    <a:pt x="4430" y="0"/>
                    <a:pt x="3978" y="191"/>
                    <a:pt x="3644" y="524"/>
                  </a:cubicBezTo>
                  <a:cubicBezTo>
                    <a:pt x="3573" y="620"/>
                    <a:pt x="3454" y="643"/>
                    <a:pt x="3406" y="643"/>
                  </a:cubicBezTo>
                  <a:cubicBezTo>
                    <a:pt x="3311" y="620"/>
                    <a:pt x="3216" y="596"/>
                    <a:pt x="3144" y="524"/>
                  </a:cubicBezTo>
                  <a:cubicBezTo>
                    <a:pt x="2811" y="191"/>
                    <a:pt x="2358" y="0"/>
                    <a:pt x="18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780" name="Google Shape;3780;p42"/>
            <p:cNvSpPr/>
            <p:nvPr/>
          </p:nvSpPr>
          <p:spPr>
            <a:xfrm>
              <a:off x="6939316" y="3616526"/>
              <a:ext cx="341871" cy="416749"/>
            </a:xfrm>
            <a:custGeom>
              <a:rect b="b" l="l" r="r" t="t"/>
              <a:pathLst>
                <a:path extrusionOk="0" h="11265" w="9241">
                  <a:moveTo>
                    <a:pt x="8573" y="453"/>
                  </a:moveTo>
                  <a:cubicBezTo>
                    <a:pt x="8716" y="453"/>
                    <a:pt x="8811" y="548"/>
                    <a:pt x="8811" y="667"/>
                  </a:cubicBezTo>
                  <a:lnTo>
                    <a:pt x="8811" y="8621"/>
                  </a:lnTo>
                  <a:cubicBezTo>
                    <a:pt x="8811" y="8741"/>
                    <a:pt x="8716" y="8836"/>
                    <a:pt x="8573" y="8836"/>
                  </a:cubicBezTo>
                  <a:lnTo>
                    <a:pt x="1429" y="8836"/>
                  </a:lnTo>
                  <a:lnTo>
                    <a:pt x="1429" y="5645"/>
                  </a:lnTo>
                  <a:cubicBezTo>
                    <a:pt x="1429" y="5526"/>
                    <a:pt x="1358" y="5430"/>
                    <a:pt x="1262" y="5407"/>
                  </a:cubicBezTo>
                  <a:cubicBezTo>
                    <a:pt x="1119" y="5407"/>
                    <a:pt x="1000" y="5502"/>
                    <a:pt x="1000" y="5645"/>
                  </a:cubicBezTo>
                  <a:lnTo>
                    <a:pt x="1000" y="8860"/>
                  </a:lnTo>
                  <a:cubicBezTo>
                    <a:pt x="786" y="8907"/>
                    <a:pt x="595" y="9003"/>
                    <a:pt x="453" y="9122"/>
                  </a:cubicBezTo>
                  <a:lnTo>
                    <a:pt x="453" y="1215"/>
                  </a:lnTo>
                  <a:cubicBezTo>
                    <a:pt x="453" y="858"/>
                    <a:pt x="667" y="572"/>
                    <a:pt x="1000" y="477"/>
                  </a:cubicBezTo>
                  <a:lnTo>
                    <a:pt x="1000" y="3644"/>
                  </a:lnTo>
                  <a:cubicBezTo>
                    <a:pt x="1000" y="3763"/>
                    <a:pt x="1072" y="3859"/>
                    <a:pt x="1191" y="3882"/>
                  </a:cubicBezTo>
                  <a:cubicBezTo>
                    <a:pt x="1310" y="3882"/>
                    <a:pt x="1429" y="3787"/>
                    <a:pt x="1429" y="3644"/>
                  </a:cubicBezTo>
                  <a:lnTo>
                    <a:pt x="1429" y="453"/>
                  </a:lnTo>
                  <a:close/>
                  <a:moveTo>
                    <a:pt x="7930" y="9288"/>
                  </a:moveTo>
                  <a:lnTo>
                    <a:pt x="7930" y="10812"/>
                  </a:lnTo>
                  <a:lnTo>
                    <a:pt x="1215" y="10812"/>
                  </a:lnTo>
                  <a:cubicBezTo>
                    <a:pt x="786" y="10812"/>
                    <a:pt x="429" y="10455"/>
                    <a:pt x="453" y="10003"/>
                  </a:cubicBezTo>
                  <a:cubicBezTo>
                    <a:pt x="476" y="9598"/>
                    <a:pt x="834" y="9288"/>
                    <a:pt x="1238" y="9288"/>
                  </a:cubicBezTo>
                  <a:close/>
                  <a:moveTo>
                    <a:pt x="8811" y="9241"/>
                  </a:moveTo>
                  <a:lnTo>
                    <a:pt x="8811" y="10598"/>
                  </a:lnTo>
                  <a:cubicBezTo>
                    <a:pt x="8811" y="10717"/>
                    <a:pt x="8716" y="10812"/>
                    <a:pt x="8573" y="10812"/>
                  </a:cubicBezTo>
                  <a:lnTo>
                    <a:pt x="8359" y="10812"/>
                  </a:lnTo>
                  <a:lnTo>
                    <a:pt x="8359" y="9288"/>
                  </a:lnTo>
                  <a:lnTo>
                    <a:pt x="8573" y="9288"/>
                  </a:lnTo>
                  <a:cubicBezTo>
                    <a:pt x="8669" y="9288"/>
                    <a:pt x="8740" y="9264"/>
                    <a:pt x="8811" y="9241"/>
                  </a:cubicBezTo>
                  <a:close/>
                  <a:moveTo>
                    <a:pt x="1215" y="1"/>
                  </a:moveTo>
                  <a:cubicBezTo>
                    <a:pt x="548" y="1"/>
                    <a:pt x="0" y="548"/>
                    <a:pt x="0" y="1215"/>
                  </a:cubicBezTo>
                  <a:lnTo>
                    <a:pt x="0" y="10050"/>
                  </a:lnTo>
                  <a:cubicBezTo>
                    <a:pt x="0" y="10717"/>
                    <a:pt x="548" y="11265"/>
                    <a:pt x="1215" y="11265"/>
                  </a:cubicBezTo>
                  <a:lnTo>
                    <a:pt x="8573" y="11265"/>
                  </a:lnTo>
                  <a:cubicBezTo>
                    <a:pt x="8954" y="11265"/>
                    <a:pt x="9240" y="10955"/>
                    <a:pt x="9240" y="10598"/>
                  </a:cubicBezTo>
                  <a:lnTo>
                    <a:pt x="9240" y="667"/>
                  </a:lnTo>
                  <a:cubicBezTo>
                    <a:pt x="9240" y="310"/>
                    <a:pt x="8954" y="1"/>
                    <a:pt x="85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84" name="Shape 3784"/>
        <p:cNvGrpSpPr/>
        <p:nvPr/>
      </p:nvGrpSpPr>
      <p:grpSpPr>
        <a:xfrm>
          <a:off x="0" y="0"/>
          <a:ext cx="0" cy="0"/>
          <a:chOff x="0" y="0"/>
          <a:chExt cx="0" cy="0"/>
        </a:xfrm>
      </p:grpSpPr>
      <p:sp>
        <p:nvSpPr>
          <p:cNvPr id="3785" name="Google Shape;3785;p43"/>
          <p:cNvSpPr txBox="1"/>
          <p:nvPr>
            <p:ph type="title"/>
          </p:nvPr>
        </p:nvSpPr>
        <p:spPr>
          <a:xfrm>
            <a:off x="1411350" y="1262225"/>
            <a:ext cx="6321300" cy="2619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a:t>
            </a:r>
            <a:r>
              <a:rPr lang="en"/>
              <a:t>wesome words</a:t>
            </a:r>
            <a:endParaRPr/>
          </a:p>
        </p:txBody>
      </p:sp>
      <p:sp>
        <p:nvSpPr>
          <p:cNvPr id="3786" name="Google Shape;3786;p43"/>
          <p:cNvSpPr/>
          <p:nvPr/>
        </p:nvSpPr>
        <p:spPr>
          <a:xfrm>
            <a:off x="6616750" y="3004075"/>
            <a:ext cx="91439" cy="91442"/>
          </a:xfrm>
          <a:custGeom>
            <a:rect b="b" l="l" r="r" t="t"/>
            <a:pathLst>
              <a:path extrusionOk="0" h="2070" w="2069">
                <a:moveTo>
                  <a:pt x="1034" y="1"/>
                </a:moveTo>
                <a:cubicBezTo>
                  <a:pt x="968" y="234"/>
                  <a:pt x="868" y="468"/>
                  <a:pt x="801" y="701"/>
                </a:cubicBezTo>
                <a:cubicBezTo>
                  <a:pt x="623" y="701"/>
                  <a:pt x="445" y="716"/>
                  <a:pt x="267" y="716"/>
                </a:cubicBezTo>
                <a:cubicBezTo>
                  <a:pt x="178" y="716"/>
                  <a:pt x="89" y="713"/>
                  <a:pt x="0" y="701"/>
                </a:cubicBezTo>
                <a:lnTo>
                  <a:pt x="0" y="701"/>
                </a:lnTo>
                <a:cubicBezTo>
                  <a:pt x="201" y="902"/>
                  <a:pt x="401" y="1068"/>
                  <a:pt x="634" y="1235"/>
                </a:cubicBezTo>
                <a:cubicBezTo>
                  <a:pt x="567" y="1435"/>
                  <a:pt x="501" y="1635"/>
                  <a:pt x="467" y="1836"/>
                </a:cubicBezTo>
                <a:cubicBezTo>
                  <a:pt x="634" y="1735"/>
                  <a:pt x="768" y="1569"/>
                  <a:pt x="901" y="1435"/>
                </a:cubicBezTo>
                <a:cubicBezTo>
                  <a:pt x="934" y="1435"/>
                  <a:pt x="934" y="1435"/>
                  <a:pt x="968" y="1469"/>
                </a:cubicBezTo>
                <a:cubicBezTo>
                  <a:pt x="1201" y="1635"/>
                  <a:pt x="1435" y="1836"/>
                  <a:pt x="1635" y="2069"/>
                </a:cubicBezTo>
                <a:lnTo>
                  <a:pt x="1635" y="1969"/>
                </a:lnTo>
                <a:cubicBezTo>
                  <a:pt x="1501" y="1669"/>
                  <a:pt x="1401" y="1369"/>
                  <a:pt x="1301" y="1035"/>
                </a:cubicBezTo>
                <a:cubicBezTo>
                  <a:pt x="1535" y="868"/>
                  <a:pt x="1802" y="701"/>
                  <a:pt x="2069" y="568"/>
                </a:cubicBezTo>
                <a:cubicBezTo>
                  <a:pt x="2049" y="529"/>
                  <a:pt x="2007" y="513"/>
                  <a:pt x="1961" y="513"/>
                </a:cubicBezTo>
                <a:cubicBezTo>
                  <a:pt x="1929" y="513"/>
                  <a:pt x="1896" y="521"/>
                  <a:pt x="1868" y="535"/>
                </a:cubicBezTo>
                <a:cubicBezTo>
                  <a:pt x="1635" y="568"/>
                  <a:pt x="1435" y="635"/>
                  <a:pt x="1201" y="668"/>
                </a:cubicBezTo>
                <a:cubicBezTo>
                  <a:pt x="1135" y="435"/>
                  <a:pt x="1068" y="234"/>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87" name="Google Shape;3787;p43"/>
          <p:cNvGrpSpPr/>
          <p:nvPr/>
        </p:nvGrpSpPr>
        <p:grpSpPr>
          <a:xfrm>
            <a:off x="1411329" y="4024125"/>
            <a:ext cx="6310360" cy="285750"/>
            <a:chOff x="709975" y="3185925"/>
            <a:chExt cx="8434055" cy="285750"/>
          </a:xfrm>
        </p:grpSpPr>
        <p:sp>
          <p:nvSpPr>
            <p:cNvPr id="3788" name="Google Shape;3788;p43"/>
            <p:cNvSpPr/>
            <p:nvPr/>
          </p:nvSpPr>
          <p:spPr>
            <a:xfrm>
              <a:off x="709975" y="3185925"/>
              <a:ext cx="8434055"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6"/>
                    <a:pt x="4134" y="1217"/>
                    <a:pt x="4621" y="1217"/>
                  </a:cubicBezTo>
                  <a:cubicBezTo>
                    <a:pt x="5198" y="1217"/>
                    <a:pt x="5715" y="1156"/>
                    <a:pt x="6262" y="1399"/>
                  </a:cubicBezTo>
                  <a:cubicBezTo>
                    <a:pt x="6870" y="1673"/>
                    <a:pt x="7478" y="2007"/>
                    <a:pt x="8055" y="2372"/>
                  </a:cubicBezTo>
                  <a:cubicBezTo>
                    <a:pt x="8572" y="2706"/>
                    <a:pt x="8937" y="3162"/>
                    <a:pt x="9545" y="3345"/>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4"/>
                  </a:cubicBezTo>
                  <a:cubicBezTo>
                    <a:pt x="16110" y="579"/>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8"/>
                    <a:pt x="24378" y="4287"/>
                    <a:pt x="25138" y="4287"/>
                  </a:cubicBezTo>
                  <a:cubicBezTo>
                    <a:pt x="25502" y="4287"/>
                    <a:pt x="26050" y="4378"/>
                    <a:pt x="26414" y="4256"/>
                  </a:cubicBezTo>
                  <a:cubicBezTo>
                    <a:pt x="26870" y="4135"/>
                    <a:pt x="27296" y="3740"/>
                    <a:pt x="27721" y="3527"/>
                  </a:cubicBezTo>
                  <a:cubicBezTo>
                    <a:pt x="28451" y="3162"/>
                    <a:pt x="29150" y="2372"/>
                    <a:pt x="29636" y="1734"/>
                  </a:cubicBezTo>
                  <a:cubicBezTo>
                    <a:pt x="29910" y="1430"/>
                    <a:pt x="30123" y="1065"/>
                    <a:pt x="30335" y="730"/>
                  </a:cubicBezTo>
                  <a:cubicBezTo>
                    <a:pt x="30427" y="548"/>
                    <a:pt x="30548" y="305"/>
                    <a:pt x="30761" y="275"/>
                  </a:cubicBezTo>
                  <a:cubicBezTo>
                    <a:pt x="30822" y="457"/>
                    <a:pt x="30822" y="609"/>
                    <a:pt x="30822" y="822"/>
                  </a:cubicBezTo>
                </a:path>
              </a:pathLst>
            </a:custGeom>
            <a:noFill/>
            <a:ln cap="flat" cmpd="sng" w="66875">
              <a:solidFill>
                <a:schemeClr val="accent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3"/>
            <p:cNvSpPr/>
            <p:nvPr/>
          </p:nvSpPr>
          <p:spPr>
            <a:xfrm>
              <a:off x="709975" y="3362225"/>
              <a:ext cx="8434055"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5"/>
                    <a:pt x="4134" y="1217"/>
                    <a:pt x="4621" y="1217"/>
                  </a:cubicBezTo>
                  <a:cubicBezTo>
                    <a:pt x="5198" y="1217"/>
                    <a:pt x="5715" y="1156"/>
                    <a:pt x="6262" y="1399"/>
                  </a:cubicBezTo>
                  <a:cubicBezTo>
                    <a:pt x="6870" y="1673"/>
                    <a:pt x="7478" y="2007"/>
                    <a:pt x="8055" y="2372"/>
                  </a:cubicBezTo>
                  <a:cubicBezTo>
                    <a:pt x="8572" y="2706"/>
                    <a:pt x="8937" y="3162"/>
                    <a:pt x="9545" y="3344"/>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3"/>
                  </a:cubicBezTo>
                  <a:cubicBezTo>
                    <a:pt x="16110" y="578"/>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7"/>
                    <a:pt x="24378" y="4287"/>
                    <a:pt x="25138" y="4287"/>
                  </a:cubicBezTo>
                  <a:cubicBezTo>
                    <a:pt x="25502" y="4287"/>
                    <a:pt x="26050" y="4378"/>
                    <a:pt x="26414" y="4256"/>
                  </a:cubicBezTo>
                  <a:cubicBezTo>
                    <a:pt x="26870" y="4135"/>
                    <a:pt x="27296" y="3739"/>
                    <a:pt x="27721" y="3527"/>
                  </a:cubicBezTo>
                  <a:cubicBezTo>
                    <a:pt x="28451" y="3162"/>
                    <a:pt x="29150" y="2372"/>
                    <a:pt x="29636" y="1733"/>
                  </a:cubicBezTo>
                  <a:cubicBezTo>
                    <a:pt x="29910" y="1399"/>
                    <a:pt x="30123" y="1065"/>
                    <a:pt x="30335" y="730"/>
                  </a:cubicBezTo>
                  <a:cubicBezTo>
                    <a:pt x="30427" y="548"/>
                    <a:pt x="30548" y="305"/>
                    <a:pt x="30761" y="274"/>
                  </a:cubicBezTo>
                  <a:cubicBezTo>
                    <a:pt x="30822" y="457"/>
                    <a:pt x="30822" y="609"/>
                    <a:pt x="30822" y="821"/>
                  </a:cubicBezTo>
                </a:path>
              </a:pathLst>
            </a:custGeom>
            <a:noFill/>
            <a:ln cap="flat" cmpd="sng" w="76000">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3" name="Shape 3793"/>
        <p:cNvGrpSpPr/>
        <p:nvPr/>
      </p:nvGrpSpPr>
      <p:grpSpPr>
        <a:xfrm>
          <a:off x="0" y="0"/>
          <a:ext cx="0" cy="0"/>
          <a:chOff x="0" y="0"/>
          <a:chExt cx="0" cy="0"/>
        </a:xfrm>
      </p:grpSpPr>
      <p:sp>
        <p:nvSpPr>
          <p:cNvPr id="3794" name="Google Shape;3794;p44"/>
          <p:cNvSpPr/>
          <p:nvPr/>
        </p:nvSpPr>
        <p:spPr>
          <a:xfrm>
            <a:off x="3672175" y="1933975"/>
            <a:ext cx="1813800" cy="1813800"/>
          </a:xfrm>
          <a:prstGeom prst="ellipse">
            <a:avLst/>
          </a:prstGeom>
          <a:no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4"/>
          <p:cNvSpPr txBox="1"/>
          <p:nvPr>
            <p:ph idx="3" type="subTitle"/>
          </p:nvPr>
        </p:nvSpPr>
        <p:spPr>
          <a:xfrm>
            <a:off x="6030137" y="2091075"/>
            <a:ext cx="23835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biggest planet in the Solar System</a:t>
            </a:r>
            <a:endParaRPr/>
          </a:p>
        </p:txBody>
      </p:sp>
      <p:sp>
        <p:nvSpPr>
          <p:cNvPr id="3796" name="Google Shape;3796;p44"/>
          <p:cNvSpPr txBox="1"/>
          <p:nvPr>
            <p:ph idx="7" type="subTitle"/>
          </p:nvPr>
        </p:nvSpPr>
        <p:spPr>
          <a:xfrm>
            <a:off x="6030137" y="3792076"/>
            <a:ext cx="23835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sp>
        <p:nvSpPr>
          <p:cNvPr id="3797" name="Google Shape;3797;p44"/>
          <p:cNvSpPr txBox="1"/>
          <p:nvPr>
            <p:ph idx="2" type="title"/>
          </p:nvPr>
        </p:nvSpPr>
        <p:spPr>
          <a:xfrm>
            <a:off x="6030164" y="1550325"/>
            <a:ext cx="23835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3798" name="Google Shape;3798;p44"/>
          <p:cNvSpPr txBox="1"/>
          <p:nvPr>
            <p:ph idx="6" type="title"/>
          </p:nvPr>
        </p:nvSpPr>
        <p:spPr>
          <a:xfrm>
            <a:off x="6030164" y="3251325"/>
            <a:ext cx="23835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3799" name="Google Shape;3799;p44"/>
          <p:cNvSpPr/>
          <p:nvPr/>
        </p:nvSpPr>
        <p:spPr>
          <a:xfrm>
            <a:off x="3422955" y="1550325"/>
            <a:ext cx="850712" cy="869410"/>
          </a:xfrm>
          <a:custGeom>
            <a:rect b="b" l="l" r="r" t="t"/>
            <a:pathLst>
              <a:path extrusionOk="0" h="14042" w="13740">
                <a:moveTo>
                  <a:pt x="7596" y="0"/>
                </a:moveTo>
                <a:cubicBezTo>
                  <a:pt x="7483" y="0"/>
                  <a:pt x="7348" y="26"/>
                  <a:pt x="7174" y="102"/>
                </a:cubicBezTo>
                <a:cubicBezTo>
                  <a:pt x="7147" y="101"/>
                  <a:pt x="7120" y="101"/>
                  <a:pt x="7094" y="101"/>
                </a:cubicBezTo>
                <a:cubicBezTo>
                  <a:pt x="4867" y="101"/>
                  <a:pt x="2478" y="1341"/>
                  <a:pt x="1247" y="3263"/>
                </a:cubicBezTo>
                <a:cubicBezTo>
                  <a:pt x="244" y="4843"/>
                  <a:pt x="1" y="6758"/>
                  <a:pt x="487" y="8521"/>
                </a:cubicBezTo>
                <a:cubicBezTo>
                  <a:pt x="700" y="9312"/>
                  <a:pt x="852" y="9798"/>
                  <a:pt x="1277" y="10497"/>
                </a:cubicBezTo>
                <a:cubicBezTo>
                  <a:pt x="1733" y="11135"/>
                  <a:pt x="2220" y="11622"/>
                  <a:pt x="2767" y="12138"/>
                </a:cubicBezTo>
                <a:cubicBezTo>
                  <a:pt x="3223" y="12594"/>
                  <a:pt x="3709" y="12807"/>
                  <a:pt x="4287" y="13111"/>
                </a:cubicBezTo>
                <a:cubicBezTo>
                  <a:pt x="4591" y="13263"/>
                  <a:pt x="4895" y="13445"/>
                  <a:pt x="5229" y="13567"/>
                </a:cubicBezTo>
                <a:cubicBezTo>
                  <a:pt x="5654" y="13719"/>
                  <a:pt x="5989" y="13658"/>
                  <a:pt x="6414" y="13749"/>
                </a:cubicBezTo>
                <a:cubicBezTo>
                  <a:pt x="7027" y="13883"/>
                  <a:pt x="7881" y="14042"/>
                  <a:pt x="8679" y="14042"/>
                </a:cubicBezTo>
                <a:cubicBezTo>
                  <a:pt x="9149" y="14042"/>
                  <a:pt x="9599" y="13987"/>
                  <a:pt x="9971" y="13841"/>
                </a:cubicBezTo>
                <a:cubicBezTo>
                  <a:pt x="10578" y="13628"/>
                  <a:pt x="11186" y="13020"/>
                  <a:pt x="11612" y="12594"/>
                </a:cubicBezTo>
                <a:cubicBezTo>
                  <a:pt x="12007" y="12199"/>
                  <a:pt x="12402" y="11743"/>
                  <a:pt x="12706" y="11257"/>
                </a:cubicBezTo>
                <a:cubicBezTo>
                  <a:pt x="13345" y="10193"/>
                  <a:pt x="13648" y="9190"/>
                  <a:pt x="13648" y="7913"/>
                </a:cubicBezTo>
                <a:cubicBezTo>
                  <a:pt x="13648" y="7336"/>
                  <a:pt x="13740" y="6698"/>
                  <a:pt x="13618" y="6120"/>
                </a:cubicBezTo>
                <a:cubicBezTo>
                  <a:pt x="13496" y="5603"/>
                  <a:pt x="13193" y="5056"/>
                  <a:pt x="12949" y="4570"/>
                </a:cubicBezTo>
                <a:cubicBezTo>
                  <a:pt x="12615" y="3901"/>
                  <a:pt x="12220" y="3385"/>
                  <a:pt x="11825" y="2777"/>
                </a:cubicBezTo>
                <a:cubicBezTo>
                  <a:pt x="11430" y="2138"/>
                  <a:pt x="10882" y="1865"/>
                  <a:pt x="10366" y="1378"/>
                </a:cubicBezTo>
                <a:cubicBezTo>
                  <a:pt x="10062" y="1105"/>
                  <a:pt x="9758" y="649"/>
                  <a:pt x="9423" y="436"/>
                </a:cubicBezTo>
                <a:cubicBezTo>
                  <a:pt x="9211" y="284"/>
                  <a:pt x="8785" y="132"/>
                  <a:pt x="8512" y="71"/>
                </a:cubicBezTo>
                <a:cubicBezTo>
                  <a:pt x="8414" y="71"/>
                  <a:pt x="8278" y="110"/>
                  <a:pt x="8165" y="110"/>
                </a:cubicBezTo>
                <a:cubicBezTo>
                  <a:pt x="8137" y="110"/>
                  <a:pt x="8110" y="108"/>
                  <a:pt x="8086" y="102"/>
                </a:cubicBezTo>
                <a:cubicBezTo>
                  <a:pt x="7930" y="82"/>
                  <a:pt x="7799" y="0"/>
                  <a:pt x="75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0" name="Google Shape;3800;p44"/>
          <p:cNvGrpSpPr/>
          <p:nvPr/>
        </p:nvGrpSpPr>
        <p:grpSpPr>
          <a:xfrm>
            <a:off x="3594410" y="1697212"/>
            <a:ext cx="507801" cy="565330"/>
            <a:chOff x="3098045" y="1110928"/>
            <a:chExt cx="373576" cy="415898"/>
          </a:xfrm>
        </p:grpSpPr>
        <p:sp>
          <p:nvSpPr>
            <p:cNvPr id="3801" name="Google Shape;3801;p44"/>
            <p:cNvSpPr/>
            <p:nvPr/>
          </p:nvSpPr>
          <p:spPr>
            <a:xfrm>
              <a:off x="3098045" y="1110928"/>
              <a:ext cx="373576" cy="415898"/>
            </a:xfrm>
            <a:custGeom>
              <a:rect b="b" l="l" r="r" t="t"/>
              <a:pathLst>
                <a:path extrusionOk="0" h="11242" w="10098">
                  <a:moveTo>
                    <a:pt x="4120" y="4240"/>
                  </a:moveTo>
                  <a:cubicBezTo>
                    <a:pt x="4287" y="4240"/>
                    <a:pt x="4477" y="4311"/>
                    <a:pt x="4620" y="4454"/>
                  </a:cubicBezTo>
                  <a:cubicBezTo>
                    <a:pt x="4739" y="4573"/>
                    <a:pt x="4888" y="4633"/>
                    <a:pt x="5034" y="4633"/>
                  </a:cubicBezTo>
                  <a:cubicBezTo>
                    <a:pt x="5180" y="4633"/>
                    <a:pt x="5323" y="4573"/>
                    <a:pt x="5430" y="4454"/>
                  </a:cubicBezTo>
                  <a:cubicBezTo>
                    <a:pt x="5573" y="4311"/>
                    <a:pt x="5757" y="4240"/>
                    <a:pt x="5942" y="4240"/>
                  </a:cubicBezTo>
                  <a:cubicBezTo>
                    <a:pt x="6127" y="4240"/>
                    <a:pt x="6311" y="4311"/>
                    <a:pt x="6454" y="4454"/>
                  </a:cubicBezTo>
                  <a:cubicBezTo>
                    <a:pt x="6668" y="4668"/>
                    <a:pt x="6716" y="4930"/>
                    <a:pt x="6644" y="5240"/>
                  </a:cubicBezTo>
                  <a:cubicBezTo>
                    <a:pt x="6549" y="5597"/>
                    <a:pt x="6287" y="6002"/>
                    <a:pt x="5882" y="6383"/>
                  </a:cubicBezTo>
                  <a:cubicBezTo>
                    <a:pt x="5549" y="6716"/>
                    <a:pt x="5216" y="6931"/>
                    <a:pt x="5025" y="7002"/>
                  </a:cubicBezTo>
                  <a:cubicBezTo>
                    <a:pt x="4835" y="6931"/>
                    <a:pt x="4525" y="6716"/>
                    <a:pt x="4168" y="6383"/>
                  </a:cubicBezTo>
                  <a:cubicBezTo>
                    <a:pt x="3787" y="6002"/>
                    <a:pt x="3501" y="5573"/>
                    <a:pt x="3406" y="5240"/>
                  </a:cubicBezTo>
                  <a:cubicBezTo>
                    <a:pt x="3334" y="4930"/>
                    <a:pt x="3382" y="4668"/>
                    <a:pt x="3596" y="4454"/>
                  </a:cubicBezTo>
                  <a:cubicBezTo>
                    <a:pt x="3739" y="4311"/>
                    <a:pt x="3930" y="4240"/>
                    <a:pt x="4120" y="4240"/>
                  </a:cubicBezTo>
                  <a:close/>
                  <a:moveTo>
                    <a:pt x="6026" y="432"/>
                  </a:moveTo>
                  <a:cubicBezTo>
                    <a:pt x="6427" y="432"/>
                    <a:pt x="6757" y="749"/>
                    <a:pt x="6787" y="1144"/>
                  </a:cubicBezTo>
                  <a:cubicBezTo>
                    <a:pt x="6573" y="1287"/>
                    <a:pt x="6383" y="1477"/>
                    <a:pt x="6263" y="1715"/>
                  </a:cubicBezTo>
                  <a:cubicBezTo>
                    <a:pt x="6263" y="1715"/>
                    <a:pt x="6263" y="1739"/>
                    <a:pt x="6263" y="1763"/>
                  </a:cubicBezTo>
                  <a:cubicBezTo>
                    <a:pt x="6311" y="1906"/>
                    <a:pt x="6406" y="1953"/>
                    <a:pt x="6502" y="1953"/>
                  </a:cubicBezTo>
                  <a:cubicBezTo>
                    <a:pt x="6573" y="1953"/>
                    <a:pt x="6644" y="1930"/>
                    <a:pt x="6692" y="1858"/>
                  </a:cubicBezTo>
                  <a:cubicBezTo>
                    <a:pt x="6787" y="1691"/>
                    <a:pt x="6930" y="1549"/>
                    <a:pt x="7097" y="1477"/>
                  </a:cubicBezTo>
                  <a:cubicBezTo>
                    <a:pt x="7212" y="1429"/>
                    <a:pt x="7339" y="1404"/>
                    <a:pt x="7471" y="1404"/>
                  </a:cubicBezTo>
                  <a:cubicBezTo>
                    <a:pt x="7667" y="1404"/>
                    <a:pt x="7874" y="1459"/>
                    <a:pt x="8073" y="1572"/>
                  </a:cubicBezTo>
                  <a:cubicBezTo>
                    <a:pt x="8097" y="1596"/>
                    <a:pt x="8121" y="1596"/>
                    <a:pt x="8145" y="1620"/>
                  </a:cubicBezTo>
                  <a:cubicBezTo>
                    <a:pt x="8383" y="1953"/>
                    <a:pt x="8454" y="2311"/>
                    <a:pt x="8335" y="2620"/>
                  </a:cubicBezTo>
                  <a:cubicBezTo>
                    <a:pt x="8264" y="2835"/>
                    <a:pt x="8097" y="3025"/>
                    <a:pt x="7883" y="3144"/>
                  </a:cubicBezTo>
                  <a:cubicBezTo>
                    <a:pt x="7859" y="3144"/>
                    <a:pt x="7859" y="3168"/>
                    <a:pt x="7835" y="3168"/>
                  </a:cubicBezTo>
                  <a:cubicBezTo>
                    <a:pt x="7788" y="3382"/>
                    <a:pt x="7907" y="3525"/>
                    <a:pt x="8050" y="3525"/>
                  </a:cubicBezTo>
                  <a:cubicBezTo>
                    <a:pt x="8097" y="3525"/>
                    <a:pt x="8121" y="3501"/>
                    <a:pt x="8169" y="3478"/>
                  </a:cubicBezTo>
                  <a:cubicBezTo>
                    <a:pt x="8359" y="3358"/>
                    <a:pt x="8526" y="3192"/>
                    <a:pt x="8645" y="3001"/>
                  </a:cubicBezTo>
                  <a:cubicBezTo>
                    <a:pt x="8978" y="3239"/>
                    <a:pt x="9193" y="3620"/>
                    <a:pt x="9193" y="4025"/>
                  </a:cubicBezTo>
                  <a:cubicBezTo>
                    <a:pt x="9193" y="4335"/>
                    <a:pt x="9074" y="4644"/>
                    <a:pt x="8859" y="4883"/>
                  </a:cubicBezTo>
                  <a:cubicBezTo>
                    <a:pt x="8764" y="4835"/>
                    <a:pt x="8669" y="4811"/>
                    <a:pt x="8573" y="4787"/>
                  </a:cubicBezTo>
                  <a:lnTo>
                    <a:pt x="8526" y="4787"/>
                  </a:lnTo>
                  <a:cubicBezTo>
                    <a:pt x="8270" y="4945"/>
                    <a:pt x="8372" y="5233"/>
                    <a:pt x="8591" y="5233"/>
                  </a:cubicBezTo>
                  <a:cubicBezTo>
                    <a:pt x="8636" y="5233"/>
                    <a:pt x="8687" y="5221"/>
                    <a:pt x="8740" y="5192"/>
                  </a:cubicBezTo>
                  <a:cubicBezTo>
                    <a:pt x="8788" y="5192"/>
                    <a:pt x="8812" y="5216"/>
                    <a:pt x="8812" y="5240"/>
                  </a:cubicBezTo>
                  <a:cubicBezTo>
                    <a:pt x="8812" y="5335"/>
                    <a:pt x="8812" y="5335"/>
                    <a:pt x="8812" y="5335"/>
                  </a:cubicBezTo>
                  <a:cubicBezTo>
                    <a:pt x="9336" y="5597"/>
                    <a:pt x="9645" y="6097"/>
                    <a:pt x="9645" y="6669"/>
                  </a:cubicBezTo>
                  <a:cubicBezTo>
                    <a:pt x="9645" y="7288"/>
                    <a:pt x="9288" y="7836"/>
                    <a:pt x="8716" y="8050"/>
                  </a:cubicBezTo>
                  <a:cubicBezTo>
                    <a:pt x="8526" y="8121"/>
                    <a:pt x="8359" y="8169"/>
                    <a:pt x="8145" y="8169"/>
                  </a:cubicBezTo>
                  <a:cubicBezTo>
                    <a:pt x="8026" y="8169"/>
                    <a:pt x="7883" y="8145"/>
                    <a:pt x="7764" y="8121"/>
                  </a:cubicBezTo>
                  <a:cubicBezTo>
                    <a:pt x="7748" y="8118"/>
                    <a:pt x="7732" y="8117"/>
                    <a:pt x="7717" y="8117"/>
                  </a:cubicBezTo>
                  <a:cubicBezTo>
                    <a:pt x="7615" y="8117"/>
                    <a:pt x="7522" y="8182"/>
                    <a:pt x="7502" y="8264"/>
                  </a:cubicBezTo>
                  <a:cubicBezTo>
                    <a:pt x="7478" y="8383"/>
                    <a:pt x="7549" y="8502"/>
                    <a:pt x="7645" y="8550"/>
                  </a:cubicBezTo>
                  <a:cubicBezTo>
                    <a:pt x="7811" y="8598"/>
                    <a:pt x="7978" y="8598"/>
                    <a:pt x="8145" y="8598"/>
                  </a:cubicBezTo>
                  <a:cubicBezTo>
                    <a:pt x="8312" y="8598"/>
                    <a:pt x="8454" y="8598"/>
                    <a:pt x="8597" y="8550"/>
                  </a:cubicBezTo>
                  <a:lnTo>
                    <a:pt x="8597" y="8550"/>
                  </a:lnTo>
                  <a:cubicBezTo>
                    <a:pt x="8597" y="9169"/>
                    <a:pt x="8169" y="9669"/>
                    <a:pt x="7549" y="9788"/>
                  </a:cubicBezTo>
                  <a:cubicBezTo>
                    <a:pt x="7498" y="9795"/>
                    <a:pt x="7446" y="9798"/>
                    <a:pt x="7392" y="9798"/>
                  </a:cubicBezTo>
                  <a:cubicBezTo>
                    <a:pt x="7246" y="9798"/>
                    <a:pt x="7094" y="9776"/>
                    <a:pt x="6954" y="9741"/>
                  </a:cubicBezTo>
                  <a:cubicBezTo>
                    <a:pt x="6942" y="9729"/>
                    <a:pt x="6930" y="9723"/>
                    <a:pt x="6921" y="9723"/>
                  </a:cubicBezTo>
                  <a:cubicBezTo>
                    <a:pt x="6912" y="9723"/>
                    <a:pt x="6906" y="9729"/>
                    <a:pt x="6906" y="9741"/>
                  </a:cubicBezTo>
                  <a:cubicBezTo>
                    <a:pt x="6668" y="9860"/>
                    <a:pt x="6740" y="10122"/>
                    <a:pt x="6906" y="10169"/>
                  </a:cubicBezTo>
                  <a:cubicBezTo>
                    <a:pt x="7026" y="10217"/>
                    <a:pt x="7145" y="10241"/>
                    <a:pt x="7264" y="10241"/>
                  </a:cubicBezTo>
                  <a:cubicBezTo>
                    <a:pt x="7093" y="10583"/>
                    <a:pt x="6733" y="10815"/>
                    <a:pt x="6325" y="10815"/>
                  </a:cubicBezTo>
                  <a:cubicBezTo>
                    <a:pt x="5994" y="10815"/>
                    <a:pt x="5631" y="10662"/>
                    <a:pt x="5311" y="10288"/>
                  </a:cubicBezTo>
                  <a:cubicBezTo>
                    <a:pt x="5287" y="10241"/>
                    <a:pt x="5263" y="10169"/>
                    <a:pt x="5263" y="10122"/>
                  </a:cubicBezTo>
                  <a:lnTo>
                    <a:pt x="5263" y="7383"/>
                  </a:lnTo>
                  <a:cubicBezTo>
                    <a:pt x="5525" y="7240"/>
                    <a:pt x="5882" y="7002"/>
                    <a:pt x="6192" y="6692"/>
                  </a:cubicBezTo>
                  <a:cubicBezTo>
                    <a:pt x="6454" y="6431"/>
                    <a:pt x="6930" y="5930"/>
                    <a:pt x="7073" y="5335"/>
                  </a:cubicBezTo>
                  <a:cubicBezTo>
                    <a:pt x="7192" y="4883"/>
                    <a:pt x="7097" y="4454"/>
                    <a:pt x="6787" y="4144"/>
                  </a:cubicBezTo>
                  <a:cubicBezTo>
                    <a:pt x="6549" y="3919"/>
                    <a:pt x="6244" y="3804"/>
                    <a:pt x="5943" y="3804"/>
                  </a:cubicBezTo>
                  <a:cubicBezTo>
                    <a:pt x="5702" y="3804"/>
                    <a:pt x="5464" y="3877"/>
                    <a:pt x="5263" y="4025"/>
                  </a:cubicBezTo>
                  <a:lnTo>
                    <a:pt x="5263" y="906"/>
                  </a:lnTo>
                  <a:cubicBezTo>
                    <a:pt x="5263" y="858"/>
                    <a:pt x="5287" y="810"/>
                    <a:pt x="5311" y="787"/>
                  </a:cubicBezTo>
                  <a:cubicBezTo>
                    <a:pt x="5544" y="536"/>
                    <a:pt x="5797" y="432"/>
                    <a:pt x="6026" y="432"/>
                  </a:cubicBezTo>
                  <a:close/>
                  <a:moveTo>
                    <a:pt x="4049" y="1"/>
                  </a:moveTo>
                  <a:cubicBezTo>
                    <a:pt x="3453" y="1"/>
                    <a:pt x="2977" y="429"/>
                    <a:pt x="2858" y="977"/>
                  </a:cubicBezTo>
                  <a:lnTo>
                    <a:pt x="2739" y="977"/>
                  </a:lnTo>
                  <a:cubicBezTo>
                    <a:pt x="2727" y="975"/>
                    <a:pt x="2715" y="974"/>
                    <a:pt x="2703" y="974"/>
                  </a:cubicBezTo>
                  <a:cubicBezTo>
                    <a:pt x="2577" y="974"/>
                    <a:pt x="2479" y="1087"/>
                    <a:pt x="2501" y="1239"/>
                  </a:cubicBezTo>
                  <a:cubicBezTo>
                    <a:pt x="2525" y="1334"/>
                    <a:pt x="2596" y="1406"/>
                    <a:pt x="2691" y="1406"/>
                  </a:cubicBezTo>
                  <a:cubicBezTo>
                    <a:pt x="2787" y="1430"/>
                    <a:pt x="2882" y="1453"/>
                    <a:pt x="2977" y="1477"/>
                  </a:cubicBezTo>
                  <a:cubicBezTo>
                    <a:pt x="3144" y="1572"/>
                    <a:pt x="3287" y="1691"/>
                    <a:pt x="3382" y="1858"/>
                  </a:cubicBezTo>
                  <a:cubicBezTo>
                    <a:pt x="3430" y="1930"/>
                    <a:pt x="3501" y="1977"/>
                    <a:pt x="3572" y="1977"/>
                  </a:cubicBezTo>
                  <a:cubicBezTo>
                    <a:pt x="3620" y="1977"/>
                    <a:pt x="3691" y="1953"/>
                    <a:pt x="3739" y="1906"/>
                  </a:cubicBezTo>
                  <a:cubicBezTo>
                    <a:pt x="3811" y="1834"/>
                    <a:pt x="3811" y="1715"/>
                    <a:pt x="3763" y="1644"/>
                  </a:cubicBezTo>
                  <a:cubicBezTo>
                    <a:pt x="3644" y="1430"/>
                    <a:pt x="3477" y="1263"/>
                    <a:pt x="3287" y="1144"/>
                  </a:cubicBezTo>
                  <a:cubicBezTo>
                    <a:pt x="3306" y="749"/>
                    <a:pt x="3638" y="435"/>
                    <a:pt x="4049" y="435"/>
                  </a:cubicBezTo>
                  <a:cubicBezTo>
                    <a:pt x="4134" y="435"/>
                    <a:pt x="4221" y="449"/>
                    <a:pt x="4311" y="477"/>
                  </a:cubicBezTo>
                  <a:cubicBezTo>
                    <a:pt x="4620" y="572"/>
                    <a:pt x="4811" y="882"/>
                    <a:pt x="4811" y="1191"/>
                  </a:cubicBezTo>
                  <a:lnTo>
                    <a:pt x="4811" y="4049"/>
                  </a:lnTo>
                  <a:cubicBezTo>
                    <a:pt x="4606" y="3887"/>
                    <a:pt x="4361" y="3808"/>
                    <a:pt x="4116" y="3808"/>
                  </a:cubicBezTo>
                  <a:cubicBezTo>
                    <a:pt x="3819" y="3808"/>
                    <a:pt x="3521" y="3923"/>
                    <a:pt x="3287" y="4144"/>
                  </a:cubicBezTo>
                  <a:cubicBezTo>
                    <a:pt x="2977" y="4478"/>
                    <a:pt x="2882" y="4883"/>
                    <a:pt x="3001" y="5359"/>
                  </a:cubicBezTo>
                  <a:cubicBezTo>
                    <a:pt x="3144" y="5930"/>
                    <a:pt x="3620" y="6454"/>
                    <a:pt x="3882" y="6692"/>
                  </a:cubicBezTo>
                  <a:cubicBezTo>
                    <a:pt x="4192" y="7002"/>
                    <a:pt x="4549" y="7264"/>
                    <a:pt x="4811" y="7383"/>
                  </a:cubicBezTo>
                  <a:lnTo>
                    <a:pt x="4811" y="9765"/>
                  </a:lnTo>
                  <a:cubicBezTo>
                    <a:pt x="4811" y="10193"/>
                    <a:pt x="4549" y="10598"/>
                    <a:pt x="4144" y="10741"/>
                  </a:cubicBezTo>
                  <a:cubicBezTo>
                    <a:pt x="4011" y="10793"/>
                    <a:pt x="3877" y="10817"/>
                    <a:pt x="3746" y="10817"/>
                  </a:cubicBezTo>
                  <a:cubicBezTo>
                    <a:pt x="3338" y="10817"/>
                    <a:pt x="2967" y="10583"/>
                    <a:pt x="2787" y="10241"/>
                  </a:cubicBezTo>
                  <a:cubicBezTo>
                    <a:pt x="2929" y="10241"/>
                    <a:pt x="3049" y="10217"/>
                    <a:pt x="3168" y="10193"/>
                  </a:cubicBezTo>
                  <a:cubicBezTo>
                    <a:pt x="3239" y="10169"/>
                    <a:pt x="3310" y="10074"/>
                    <a:pt x="3334" y="9979"/>
                  </a:cubicBezTo>
                  <a:cubicBezTo>
                    <a:pt x="3334" y="9858"/>
                    <a:pt x="3232" y="9754"/>
                    <a:pt x="3114" y="9754"/>
                  </a:cubicBezTo>
                  <a:cubicBezTo>
                    <a:pt x="3092" y="9754"/>
                    <a:pt x="3070" y="9757"/>
                    <a:pt x="3049" y="9765"/>
                  </a:cubicBezTo>
                  <a:cubicBezTo>
                    <a:pt x="2951" y="9792"/>
                    <a:pt x="2845" y="9804"/>
                    <a:pt x="2741" y="9804"/>
                  </a:cubicBezTo>
                  <a:cubicBezTo>
                    <a:pt x="2667" y="9804"/>
                    <a:pt x="2594" y="9798"/>
                    <a:pt x="2525" y="9788"/>
                  </a:cubicBezTo>
                  <a:cubicBezTo>
                    <a:pt x="1905" y="9693"/>
                    <a:pt x="1477" y="9169"/>
                    <a:pt x="1453" y="8574"/>
                  </a:cubicBezTo>
                  <a:lnTo>
                    <a:pt x="1453" y="8574"/>
                  </a:lnTo>
                  <a:cubicBezTo>
                    <a:pt x="1620" y="8598"/>
                    <a:pt x="1763" y="8621"/>
                    <a:pt x="1905" y="8621"/>
                  </a:cubicBezTo>
                  <a:cubicBezTo>
                    <a:pt x="2072" y="8621"/>
                    <a:pt x="2239" y="8598"/>
                    <a:pt x="2406" y="8550"/>
                  </a:cubicBezTo>
                  <a:cubicBezTo>
                    <a:pt x="2501" y="8526"/>
                    <a:pt x="2572" y="8455"/>
                    <a:pt x="2572" y="8359"/>
                  </a:cubicBezTo>
                  <a:cubicBezTo>
                    <a:pt x="2572" y="8210"/>
                    <a:pt x="2476" y="8118"/>
                    <a:pt x="2353" y="8118"/>
                  </a:cubicBezTo>
                  <a:cubicBezTo>
                    <a:pt x="2339" y="8118"/>
                    <a:pt x="2325" y="8119"/>
                    <a:pt x="2310" y="8121"/>
                  </a:cubicBezTo>
                  <a:cubicBezTo>
                    <a:pt x="2167" y="8169"/>
                    <a:pt x="2048" y="8169"/>
                    <a:pt x="1905" y="8169"/>
                  </a:cubicBezTo>
                  <a:cubicBezTo>
                    <a:pt x="1715" y="8169"/>
                    <a:pt x="1524" y="8145"/>
                    <a:pt x="1358" y="8074"/>
                  </a:cubicBezTo>
                  <a:cubicBezTo>
                    <a:pt x="786" y="7836"/>
                    <a:pt x="429" y="7288"/>
                    <a:pt x="429" y="6692"/>
                  </a:cubicBezTo>
                  <a:cubicBezTo>
                    <a:pt x="429" y="6097"/>
                    <a:pt x="738" y="5597"/>
                    <a:pt x="1262" y="5335"/>
                  </a:cubicBezTo>
                  <a:cubicBezTo>
                    <a:pt x="1286" y="5264"/>
                    <a:pt x="1358" y="5240"/>
                    <a:pt x="1429" y="5240"/>
                  </a:cubicBezTo>
                  <a:cubicBezTo>
                    <a:pt x="1441" y="5242"/>
                    <a:pt x="1454" y="5242"/>
                    <a:pt x="1465" y="5242"/>
                  </a:cubicBezTo>
                  <a:cubicBezTo>
                    <a:pt x="1613" y="5242"/>
                    <a:pt x="1713" y="5110"/>
                    <a:pt x="1691" y="4978"/>
                  </a:cubicBezTo>
                  <a:cubicBezTo>
                    <a:pt x="1650" y="4874"/>
                    <a:pt x="1554" y="4807"/>
                    <a:pt x="1467" y="4807"/>
                  </a:cubicBezTo>
                  <a:cubicBezTo>
                    <a:pt x="1454" y="4807"/>
                    <a:pt x="1441" y="4808"/>
                    <a:pt x="1429" y="4811"/>
                  </a:cubicBezTo>
                  <a:cubicBezTo>
                    <a:pt x="1358" y="4835"/>
                    <a:pt x="1286" y="4859"/>
                    <a:pt x="1215" y="4883"/>
                  </a:cubicBezTo>
                  <a:cubicBezTo>
                    <a:pt x="1000" y="4644"/>
                    <a:pt x="881" y="4359"/>
                    <a:pt x="881" y="4025"/>
                  </a:cubicBezTo>
                  <a:cubicBezTo>
                    <a:pt x="881" y="3620"/>
                    <a:pt x="1096" y="3239"/>
                    <a:pt x="1429" y="3001"/>
                  </a:cubicBezTo>
                  <a:cubicBezTo>
                    <a:pt x="1548" y="3216"/>
                    <a:pt x="1715" y="3382"/>
                    <a:pt x="1905" y="3478"/>
                  </a:cubicBezTo>
                  <a:cubicBezTo>
                    <a:pt x="1953" y="3501"/>
                    <a:pt x="1977" y="3525"/>
                    <a:pt x="2024" y="3525"/>
                  </a:cubicBezTo>
                  <a:cubicBezTo>
                    <a:pt x="2120" y="3525"/>
                    <a:pt x="2215" y="3454"/>
                    <a:pt x="2239" y="3335"/>
                  </a:cubicBezTo>
                  <a:cubicBezTo>
                    <a:pt x="2263" y="3239"/>
                    <a:pt x="2215" y="3144"/>
                    <a:pt x="2144" y="3097"/>
                  </a:cubicBezTo>
                  <a:cubicBezTo>
                    <a:pt x="1953" y="3001"/>
                    <a:pt x="1810" y="2835"/>
                    <a:pt x="1739" y="2620"/>
                  </a:cubicBezTo>
                  <a:cubicBezTo>
                    <a:pt x="1715" y="2549"/>
                    <a:pt x="1691" y="2501"/>
                    <a:pt x="1691" y="2430"/>
                  </a:cubicBezTo>
                  <a:cubicBezTo>
                    <a:pt x="1670" y="2323"/>
                    <a:pt x="1591" y="2236"/>
                    <a:pt x="1489" y="2236"/>
                  </a:cubicBezTo>
                  <a:cubicBezTo>
                    <a:pt x="1478" y="2236"/>
                    <a:pt x="1465" y="2237"/>
                    <a:pt x="1453" y="2239"/>
                  </a:cubicBezTo>
                  <a:cubicBezTo>
                    <a:pt x="1310" y="2239"/>
                    <a:pt x="1239" y="2358"/>
                    <a:pt x="1262" y="2477"/>
                  </a:cubicBezTo>
                  <a:cubicBezTo>
                    <a:pt x="1262" y="2501"/>
                    <a:pt x="1262" y="2549"/>
                    <a:pt x="1262" y="2573"/>
                  </a:cubicBezTo>
                  <a:cubicBezTo>
                    <a:pt x="762" y="2882"/>
                    <a:pt x="453" y="3430"/>
                    <a:pt x="453" y="4025"/>
                  </a:cubicBezTo>
                  <a:cubicBezTo>
                    <a:pt x="453" y="4406"/>
                    <a:pt x="596" y="4787"/>
                    <a:pt x="834" y="5073"/>
                  </a:cubicBezTo>
                  <a:cubicBezTo>
                    <a:pt x="310" y="5430"/>
                    <a:pt x="0" y="6026"/>
                    <a:pt x="0" y="6669"/>
                  </a:cubicBezTo>
                  <a:cubicBezTo>
                    <a:pt x="0" y="7407"/>
                    <a:pt x="405" y="8074"/>
                    <a:pt x="1048" y="8383"/>
                  </a:cubicBezTo>
                  <a:cubicBezTo>
                    <a:pt x="1024" y="8431"/>
                    <a:pt x="1024" y="8479"/>
                    <a:pt x="1024" y="8526"/>
                  </a:cubicBezTo>
                  <a:cubicBezTo>
                    <a:pt x="1024" y="8931"/>
                    <a:pt x="1191" y="9336"/>
                    <a:pt x="1453" y="9645"/>
                  </a:cubicBezTo>
                  <a:cubicBezTo>
                    <a:pt x="1667" y="9907"/>
                    <a:pt x="1977" y="10098"/>
                    <a:pt x="2310" y="10169"/>
                  </a:cubicBezTo>
                  <a:cubicBezTo>
                    <a:pt x="2501" y="10812"/>
                    <a:pt x="3096" y="11241"/>
                    <a:pt x="3763" y="11241"/>
                  </a:cubicBezTo>
                  <a:cubicBezTo>
                    <a:pt x="4311" y="11241"/>
                    <a:pt x="4787" y="10955"/>
                    <a:pt x="5049" y="10527"/>
                  </a:cubicBezTo>
                  <a:cubicBezTo>
                    <a:pt x="5311" y="10955"/>
                    <a:pt x="5787" y="11241"/>
                    <a:pt x="6335" y="11241"/>
                  </a:cubicBezTo>
                  <a:cubicBezTo>
                    <a:pt x="7002" y="11241"/>
                    <a:pt x="7573" y="10812"/>
                    <a:pt x="7788" y="10169"/>
                  </a:cubicBezTo>
                  <a:cubicBezTo>
                    <a:pt x="8121" y="10098"/>
                    <a:pt x="8407" y="9907"/>
                    <a:pt x="8645" y="9645"/>
                  </a:cubicBezTo>
                  <a:cubicBezTo>
                    <a:pt x="8907" y="9336"/>
                    <a:pt x="9050" y="8931"/>
                    <a:pt x="9050" y="8526"/>
                  </a:cubicBezTo>
                  <a:cubicBezTo>
                    <a:pt x="9050" y="8479"/>
                    <a:pt x="9050" y="8431"/>
                    <a:pt x="9050" y="8383"/>
                  </a:cubicBezTo>
                  <a:cubicBezTo>
                    <a:pt x="9693" y="8074"/>
                    <a:pt x="10098" y="7407"/>
                    <a:pt x="10098" y="6669"/>
                  </a:cubicBezTo>
                  <a:cubicBezTo>
                    <a:pt x="10098" y="6026"/>
                    <a:pt x="9788" y="5454"/>
                    <a:pt x="9264" y="5073"/>
                  </a:cubicBezTo>
                  <a:cubicBezTo>
                    <a:pt x="9502" y="4787"/>
                    <a:pt x="9621" y="4406"/>
                    <a:pt x="9621" y="4025"/>
                  </a:cubicBezTo>
                  <a:cubicBezTo>
                    <a:pt x="9621" y="3430"/>
                    <a:pt x="9312" y="2882"/>
                    <a:pt x="8812" y="2573"/>
                  </a:cubicBezTo>
                  <a:cubicBezTo>
                    <a:pt x="8835" y="2501"/>
                    <a:pt x="8835" y="2406"/>
                    <a:pt x="8835" y="2311"/>
                  </a:cubicBezTo>
                  <a:cubicBezTo>
                    <a:pt x="8835" y="1572"/>
                    <a:pt x="8216" y="953"/>
                    <a:pt x="7478" y="953"/>
                  </a:cubicBezTo>
                  <a:cubicBezTo>
                    <a:pt x="7383" y="953"/>
                    <a:pt x="7287" y="977"/>
                    <a:pt x="7216" y="977"/>
                  </a:cubicBezTo>
                  <a:cubicBezTo>
                    <a:pt x="7097" y="429"/>
                    <a:pt x="6621" y="1"/>
                    <a:pt x="6025" y="1"/>
                  </a:cubicBezTo>
                  <a:cubicBezTo>
                    <a:pt x="5620" y="1"/>
                    <a:pt x="5263" y="191"/>
                    <a:pt x="5025" y="501"/>
                  </a:cubicBezTo>
                  <a:cubicBezTo>
                    <a:pt x="4811" y="191"/>
                    <a:pt x="4454" y="1"/>
                    <a:pt x="40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02" name="Google Shape;3802;p44"/>
            <p:cNvSpPr/>
            <p:nvPr/>
          </p:nvSpPr>
          <p:spPr>
            <a:xfrm>
              <a:off x="3154426" y="1277480"/>
              <a:ext cx="41434" cy="65185"/>
            </a:xfrm>
            <a:custGeom>
              <a:rect b="b" l="l" r="r" t="t"/>
              <a:pathLst>
                <a:path extrusionOk="0" h="1762" w="1120">
                  <a:moveTo>
                    <a:pt x="779" y="0"/>
                  </a:moveTo>
                  <a:cubicBezTo>
                    <a:pt x="743" y="0"/>
                    <a:pt x="705" y="8"/>
                    <a:pt x="667" y="23"/>
                  </a:cubicBezTo>
                  <a:cubicBezTo>
                    <a:pt x="572" y="95"/>
                    <a:pt x="524" y="238"/>
                    <a:pt x="596" y="333"/>
                  </a:cubicBezTo>
                  <a:cubicBezTo>
                    <a:pt x="643" y="452"/>
                    <a:pt x="691" y="547"/>
                    <a:pt x="691" y="666"/>
                  </a:cubicBezTo>
                  <a:cubicBezTo>
                    <a:pt x="691" y="976"/>
                    <a:pt x="477" y="1262"/>
                    <a:pt x="167" y="1333"/>
                  </a:cubicBezTo>
                  <a:cubicBezTo>
                    <a:pt x="72" y="1357"/>
                    <a:pt x="0" y="1476"/>
                    <a:pt x="24" y="1595"/>
                  </a:cubicBezTo>
                  <a:cubicBezTo>
                    <a:pt x="48" y="1690"/>
                    <a:pt x="143" y="1762"/>
                    <a:pt x="239" y="1762"/>
                  </a:cubicBezTo>
                  <a:lnTo>
                    <a:pt x="286" y="1762"/>
                  </a:lnTo>
                  <a:cubicBezTo>
                    <a:pt x="786" y="1619"/>
                    <a:pt x="1120" y="1190"/>
                    <a:pt x="1120" y="666"/>
                  </a:cubicBezTo>
                  <a:cubicBezTo>
                    <a:pt x="1120" y="476"/>
                    <a:pt x="1072" y="285"/>
                    <a:pt x="977" y="119"/>
                  </a:cubicBezTo>
                  <a:cubicBezTo>
                    <a:pt x="928" y="37"/>
                    <a:pt x="857" y="0"/>
                    <a:pt x="7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03" name="Google Shape;3803;p44"/>
            <p:cNvSpPr/>
            <p:nvPr/>
          </p:nvSpPr>
          <p:spPr>
            <a:xfrm>
              <a:off x="3191421" y="1375221"/>
              <a:ext cx="49388" cy="58193"/>
            </a:xfrm>
            <a:custGeom>
              <a:rect b="b" l="l" r="r" t="t"/>
              <a:pathLst>
                <a:path extrusionOk="0" h="1573" w="1335">
                  <a:moveTo>
                    <a:pt x="215" y="1"/>
                  </a:moveTo>
                  <a:cubicBezTo>
                    <a:pt x="96" y="1"/>
                    <a:pt x="1" y="96"/>
                    <a:pt x="1" y="215"/>
                  </a:cubicBezTo>
                  <a:cubicBezTo>
                    <a:pt x="1" y="334"/>
                    <a:pt x="96" y="430"/>
                    <a:pt x="215" y="430"/>
                  </a:cubicBezTo>
                  <a:cubicBezTo>
                    <a:pt x="596" y="430"/>
                    <a:pt x="906" y="739"/>
                    <a:pt x="906" y="1120"/>
                  </a:cubicBezTo>
                  <a:cubicBezTo>
                    <a:pt x="906" y="1168"/>
                    <a:pt x="882" y="1239"/>
                    <a:pt x="882" y="1287"/>
                  </a:cubicBezTo>
                  <a:cubicBezTo>
                    <a:pt x="834" y="1406"/>
                    <a:pt x="906" y="1525"/>
                    <a:pt x="1025" y="1549"/>
                  </a:cubicBezTo>
                  <a:cubicBezTo>
                    <a:pt x="1048" y="1573"/>
                    <a:pt x="1072" y="1573"/>
                    <a:pt x="1096" y="1573"/>
                  </a:cubicBezTo>
                  <a:cubicBezTo>
                    <a:pt x="1191" y="1573"/>
                    <a:pt x="1263" y="1501"/>
                    <a:pt x="1310" y="1406"/>
                  </a:cubicBezTo>
                  <a:cubicBezTo>
                    <a:pt x="1310" y="1311"/>
                    <a:pt x="1334" y="1215"/>
                    <a:pt x="1334" y="1120"/>
                  </a:cubicBezTo>
                  <a:cubicBezTo>
                    <a:pt x="1334" y="501"/>
                    <a:pt x="834" y="1"/>
                    <a:pt x="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04" name="Google Shape;3804;p44"/>
            <p:cNvSpPr/>
            <p:nvPr/>
          </p:nvSpPr>
          <p:spPr>
            <a:xfrm>
              <a:off x="3199338" y="1204304"/>
              <a:ext cx="64371" cy="26488"/>
            </a:xfrm>
            <a:custGeom>
              <a:rect b="b" l="l" r="r" t="t"/>
              <a:pathLst>
                <a:path extrusionOk="0" h="716" w="1740">
                  <a:moveTo>
                    <a:pt x="236" y="1"/>
                  </a:moveTo>
                  <a:cubicBezTo>
                    <a:pt x="180" y="1"/>
                    <a:pt x="120" y="25"/>
                    <a:pt x="72" y="72"/>
                  </a:cubicBezTo>
                  <a:cubicBezTo>
                    <a:pt x="1" y="168"/>
                    <a:pt x="1" y="311"/>
                    <a:pt x="72" y="382"/>
                  </a:cubicBezTo>
                  <a:cubicBezTo>
                    <a:pt x="287" y="596"/>
                    <a:pt x="572" y="715"/>
                    <a:pt x="882" y="715"/>
                  </a:cubicBezTo>
                  <a:cubicBezTo>
                    <a:pt x="1168" y="715"/>
                    <a:pt x="1454" y="596"/>
                    <a:pt x="1668" y="382"/>
                  </a:cubicBezTo>
                  <a:cubicBezTo>
                    <a:pt x="1739" y="287"/>
                    <a:pt x="1739" y="168"/>
                    <a:pt x="1668" y="72"/>
                  </a:cubicBezTo>
                  <a:cubicBezTo>
                    <a:pt x="1620" y="25"/>
                    <a:pt x="1561" y="1"/>
                    <a:pt x="1504" y="1"/>
                  </a:cubicBezTo>
                  <a:cubicBezTo>
                    <a:pt x="1448" y="1"/>
                    <a:pt x="1394" y="25"/>
                    <a:pt x="1358" y="72"/>
                  </a:cubicBezTo>
                  <a:cubicBezTo>
                    <a:pt x="1215" y="191"/>
                    <a:pt x="1049" y="263"/>
                    <a:pt x="858" y="263"/>
                  </a:cubicBezTo>
                  <a:cubicBezTo>
                    <a:pt x="692" y="263"/>
                    <a:pt x="525" y="191"/>
                    <a:pt x="382" y="72"/>
                  </a:cubicBezTo>
                  <a:cubicBezTo>
                    <a:pt x="346" y="25"/>
                    <a:pt x="293" y="1"/>
                    <a:pt x="2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05" name="Google Shape;3805;p44"/>
            <p:cNvSpPr/>
            <p:nvPr/>
          </p:nvSpPr>
          <p:spPr>
            <a:xfrm>
              <a:off x="3372030" y="1277924"/>
              <a:ext cx="42322" cy="64741"/>
            </a:xfrm>
            <a:custGeom>
              <a:rect b="b" l="l" r="r" t="t"/>
              <a:pathLst>
                <a:path extrusionOk="0" h="1750" w="1144">
                  <a:moveTo>
                    <a:pt x="346" y="1"/>
                  </a:moveTo>
                  <a:cubicBezTo>
                    <a:pt x="270" y="1"/>
                    <a:pt x="191" y="43"/>
                    <a:pt x="143" y="107"/>
                  </a:cubicBezTo>
                  <a:cubicBezTo>
                    <a:pt x="48" y="273"/>
                    <a:pt x="1" y="464"/>
                    <a:pt x="1" y="678"/>
                  </a:cubicBezTo>
                  <a:cubicBezTo>
                    <a:pt x="1" y="1178"/>
                    <a:pt x="358" y="1607"/>
                    <a:pt x="834" y="1750"/>
                  </a:cubicBezTo>
                  <a:lnTo>
                    <a:pt x="882" y="1750"/>
                  </a:lnTo>
                  <a:cubicBezTo>
                    <a:pt x="1001" y="1750"/>
                    <a:pt x="1072" y="1702"/>
                    <a:pt x="1096" y="1583"/>
                  </a:cubicBezTo>
                  <a:cubicBezTo>
                    <a:pt x="1144" y="1464"/>
                    <a:pt x="1072" y="1345"/>
                    <a:pt x="953" y="1321"/>
                  </a:cubicBezTo>
                  <a:cubicBezTo>
                    <a:pt x="644" y="1250"/>
                    <a:pt x="453" y="964"/>
                    <a:pt x="453" y="678"/>
                  </a:cubicBezTo>
                  <a:cubicBezTo>
                    <a:pt x="453" y="559"/>
                    <a:pt x="477" y="440"/>
                    <a:pt x="524" y="321"/>
                  </a:cubicBezTo>
                  <a:cubicBezTo>
                    <a:pt x="596" y="226"/>
                    <a:pt x="548" y="83"/>
                    <a:pt x="453" y="35"/>
                  </a:cubicBezTo>
                  <a:cubicBezTo>
                    <a:pt x="421" y="11"/>
                    <a:pt x="384" y="1"/>
                    <a:pt x="3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06" name="Google Shape;3806;p44"/>
            <p:cNvSpPr/>
            <p:nvPr/>
          </p:nvSpPr>
          <p:spPr>
            <a:xfrm>
              <a:off x="3327118" y="1375221"/>
              <a:ext cx="49351" cy="58193"/>
            </a:xfrm>
            <a:custGeom>
              <a:rect b="b" l="l" r="r" t="t"/>
              <a:pathLst>
                <a:path extrusionOk="0" h="1573" w="1334">
                  <a:moveTo>
                    <a:pt x="1119" y="1"/>
                  </a:moveTo>
                  <a:cubicBezTo>
                    <a:pt x="500" y="1"/>
                    <a:pt x="0" y="501"/>
                    <a:pt x="0" y="1120"/>
                  </a:cubicBezTo>
                  <a:cubicBezTo>
                    <a:pt x="0" y="1215"/>
                    <a:pt x="0" y="1311"/>
                    <a:pt x="24" y="1406"/>
                  </a:cubicBezTo>
                  <a:cubicBezTo>
                    <a:pt x="71" y="1501"/>
                    <a:pt x="143" y="1573"/>
                    <a:pt x="238" y="1573"/>
                  </a:cubicBezTo>
                  <a:cubicBezTo>
                    <a:pt x="262" y="1573"/>
                    <a:pt x="286" y="1573"/>
                    <a:pt x="310" y="1549"/>
                  </a:cubicBezTo>
                  <a:cubicBezTo>
                    <a:pt x="429" y="1525"/>
                    <a:pt x="500" y="1406"/>
                    <a:pt x="452" y="1287"/>
                  </a:cubicBezTo>
                  <a:cubicBezTo>
                    <a:pt x="452" y="1239"/>
                    <a:pt x="429" y="1168"/>
                    <a:pt x="429" y="1120"/>
                  </a:cubicBezTo>
                  <a:cubicBezTo>
                    <a:pt x="429" y="739"/>
                    <a:pt x="738" y="430"/>
                    <a:pt x="1119" y="430"/>
                  </a:cubicBezTo>
                  <a:cubicBezTo>
                    <a:pt x="1238" y="430"/>
                    <a:pt x="1334" y="334"/>
                    <a:pt x="1334" y="215"/>
                  </a:cubicBezTo>
                  <a:cubicBezTo>
                    <a:pt x="1334" y="96"/>
                    <a:pt x="1238" y="1"/>
                    <a:pt x="11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07" name="Google Shape;3807;p44"/>
            <p:cNvSpPr/>
            <p:nvPr/>
          </p:nvSpPr>
          <p:spPr>
            <a:xfrm>
              <a:off x="3304181" y="1204304"/>
              <a:ext cx="64371" cy="26488"/>
            </a:xfrm>
            <a:custGeom>
              <a:rect b="b" l="l" r="r" t="t"/>
              <a:pathLst>
                <a:path extrusionOk="0" h="716" w="1740">
                  <a:moveTo>
                    <a:pt x="236" y="1"/>
                  </a:moveTo>
                  <a:cubicBezTo>
                    <a:pt x="179" y="1"/>
                    <a:pt x="120" y="25"/>
                    <a:pt x="72" y="72"/>
                  </a:cubicBezTo>
                  <a:cubicBezTo>
                    <a:pt x="1" y="168"/>
                    <a:pt x="1" y="311"/>
                    <a:pt x="72" y="382"/>
                  </a:cubicBezTo>
                  <a:cubicBezTo>
                    <a:pt x="287" y="596"/>
                    <a:pt x="572" y="715"/>
                    <a:pt x="882" y="715"/>
                  </a:cubicBezTo>
                  <a:cubicBezTo>
                    <a:pt x="1168" y="715"/>
                    <a:pt x="1454" y="596"/>
                    <a:pt x="1668" y="382"/>
                  </a:cubicBezTo>
                  <a:cubicBezTo>
                    <a:pt x="1739" y="311"/>
                    <a:pt x="1739" y="168"/>
                    <a:pt x="1668" y="72"/>
                  </a:cubicBezTo>
                  <a:cubicBezTo>
                    <a:pt x="1620" y="25"/>
                    <a:pt x="1561" y="1"/>
                    <a:pt x="1504" y="1"/>
                  </a:cubicBezTo>
                  <a:cubicBezTo>
                    <a:pt x="1448" y="1"/>
                    <a:pt x="1394" y="25"/>
                    <a:pt x="1358" y="72"/>
                  </a:cubicBezTo>
                  <a:cubicBezTo>
                    <a:pt x="1215" y="191"/>
                    <a:pt x="1049" y="263"/>
                    <a:pt x="882" y="263"/>
                  </a:cubicBezTo>
                  <a:cubicBezTo>
                    <a:pt x="691" y="263"/>
                    <a:pt x="525" y="191"/>
                    <a:pt x="382" y="72"/>
                  </a:cubicBezTo>
                  <a:cubicBezTo>
                    <a:pt x="346" y="25"/>
                    <a:pt x="293" y="1"/>
                    <a:pt x="2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08" name="Google Shape;3808;p44"/>
            <p:cNvSpPr/>
            <p:nvPr/>
          </p:nvSpPr>
          <p:spPr>
            <a:xfrm>
              <a:off x="3153538" y="1158504"/>
              <a:ext cx="21198" cy="16796"/>
            </a:xfrm>
            <a:custGeom>
              <a:rect b="b" l="l" r="r" t="t"/>
              <a:pathLst>
                <a:path extrusionOk="0" h="454" w="573">
                  <a:moveTo>
                    <a:pt x="263" y="1"/>
                  </a:moveTo>
                  <a:cubicBezTo>
                    <a:pt x="191" y="1"/>
                    <a:pt x="120" y="48"/>
                    <a:pt x="96" y="120"/>
                  </a:cubicBezTo>
                  <a:cubicBezTo>
                    <a:pt x="1" y="286"/>
                    <a:pt x="120" y="453"/>
                    <a:pt x="286" y="453"/>
                  </a:cubicBezTo>
                  <a:cubicBezTo>
                    <a:pt x="453" y="453"/>
                    <a:pt x="572" y="286"/>
                    <a:pt x="477" y="96"/>
                  </a:cubicBezTo>
                  <a:cubicBezTo>
                    <a:pt x="429" y="48"/>
                    <a:pt x="358" y="1"/>
                    <a:pt x="3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4"/>
            <p:cNvSpPr/>
            <p:nvPr/>
          </p:nvSpPr>
          <p:spPr>
            <a:xfrm>
              <a:off x="3268074" y="1294202"/>
              <a:ext cx="32630" cy="49462"/>
            </a:xfrm>
            <a:custGeom>
              <a:rect b="b" l="l" r="r" t="t"/>
              <a:pathLst>
                <a:path extrusionOk="0" h="1337" w="882">
                  <a:moveTo>
                    <a:pt x="453" y="0"/>
                  </a:moveTo>
                  <a:cubicBezTo>
                    <a:pt x="215" y="0"/>
                    <a:pt x="0" y="191"/>
                    <a:pt x="0" y="453"/>
                  </a:cubicBezTo>
                  <a:cubicBezTo>
                    <a:pt x="0" y="619"/>
                    <a:pt x="96" y="762"/>
                    <a:pt x="215" y="834"/>
                  </a:cubicBezTo>
                  <a:lnTo>
                    <a:pt x="215" y="1119"/>
                  </a:lnTo>
                  <a:cubicBezTo>
                    <a:pt x="215" y="1228"/>
                    <a:pt x="314" y="1337"/>
                    <a:pt x="440" y="1337"/>
                  </a:cubicBezTo>
                  <a:cubicBezTo>
                    <a:pt x="452" y="1337"/>
                    <a:pt x="464" y="1336"/>
                    <a:pt x="477" y="1334"/>
                  </a:cubicBezTo>
                  <a:cubicBezTo>
                    <a:pt x="572" y="1310"/>
                    <a:pt x="667" y="1215"/>
                    <a:pt x="667" y="1095"/>
                  </a:cubicBezTo>
                  <a:lnTo>
                    <a:pt x="667" y="834"/>
                  </a:lnTo>
                  <a:cubicBezTo>
                    <a:pt x="786" y="762"/>
                    <a:pt x="882" y="595"/>
                    <a:pt x="882" y="429"/>
                  </a:cubicBezTo>
                  <a:cubicBezTo>
                    <a:pt x="882" y="214"/>
                    <a:pt x="691" y="24"/>
                    <a:pt x="4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sp>
        <p:nvSpPr>
          <p:cNvPr id="3810" name="Google Shape;3810;p44"/>
          <p:cNvSpPr/>
          <p:nvPr/>
        </p:nvSpPr>
        <p:spPr>
          <a:xfrm rot="10800000">
            <a:off x="4883263" y="3251325"/>
            <a:ext cx="840613" cy="859090"/>
          </a:xfrm>
          <a:custGeom>
            <a:rect b="b" l="l" r="r" t="t"/>
            <a:pathLst>
              <a:path extrusionOk="0" h="14042" w="13740">
                <a:moveTo>
                  <a:pt x="7596" y="0"/>
                </a:moveTo>
                <a:cubicBezTo>
                  <a:pt x="7483" y="0"/>
                  <a:pt x="7348" y="26"/>
                  <a:pt x="7174" y="102"/>
                </a:cubicBezTo>
                <a:cubicBezTo>
                  <a:pt x="7147" y="101"/>
                  <a:pt x="7120" y="101"/>
                  <a:pt x="7094" y="101"/>
                </a:cubicBezTo>
                <a:cubicBezTo>
                  <a:pt x="4867" y="101"/>
                  <a:pt x="2478" y="1341"/>
                  <a:pt x="1247" y="3263"/>
                </a:cubicBezTo>
                <a:cubicBezTo>
                  <a:pt x="244" y="4843"/>
                  <a:pt x="1" y="6758"/>
                  <a:pt x="487" y="8521"/>
                </a:cubicBezTo>
                <a:cubicBezTo>
                  <a:pt x="700" y="9312"/>
                  <a:pt x="852" y="9798"/>
                  <a:pt x="1277" y="10497"/>
                </a:cubicBezTo>
                <a:cubicBezTo>
                  <a:pt x="1733" y="11135"/>
                  <a:pt x="2220" y="11622"/>
                  <a:pt x="2767" y="12138"/>
                </a:cubicBezTo>
                <a:cubicBezTo>
                  <a:pt x="3223" y="12594"/>
                  <a:pt x="3709" y="12807"/>
                  <a:pt x="4287" y="13111"/>
                </a:cubicBezTo>
                <a:cubicBezTo>
                  <a:pt x="4591" y="13263"/>
                  <a:pt x="4895" y="13445"/>
                  <a:pt x="5229" y="13567"/>
                </a:cubicBezTo>
                <a:cubicBezTo>
                  <a:pt x="5654" y="13719"/>
                  <a:pt x="5989" y="13658"/>
                  <a:pt x="6414" y="13749"/>
                </a:cubicBezTo>
                <a:cubicBezTo>
                  <a:pt x="7027" y="13883"/>
                  <a:pt x="7881" y="14042"/>
                  <a:pt x="8679" y="14042"/>
                </a:cubicBezTo>
                <a:cubicBezTo>
                  <a:pt x="9149" y="14042"/>
                  <a:pt x="9599" y="13987"/>
                  <a:pt x="9971" y="13841"/>
                </a:cubicBezTo>
                <a:cubicBezTo>
                  <a:pt x="10578" y="13628"/>
                  <a:pt x="11186" y="13020"/>
                  <a:pt x="11612" y="12594"/>
                </a:cubicBezTo>
                <a:cubicBezTo>
                  <a:pt x="12007" y="12199"/>
                  <a:pt x="12402" y="11743"/>
                  <a:pt x="12706" y="11257"/>
                </a:cubicBezTo>
                <a:cubicBezTo>
                  <a:pt x="13345" y="10193"/>
                  <a:pt x="13648" y="9190"/>
                  <a:pt x="13648" y="7913"/>
                </a:cubicBezTo>
                <a:cubicBezTo>
                  <a:pt x="13648" y="7336"/>
                  <a:pt x="13740" y="6698"/>
                  <a:pt x="13618" y="6120"/>
                </a:cubicBezTo>
                <a:cubicBezTo>
                  <a:pt x="13496" y="5603"/>
                  <a:pt x="13193" y="5056"/>
                  <a:pt x="12949" y="4570"/>
                </a:cubicBezTo>
                <a:cubicBezTo>
                  <a:pt x="12615" y="3901"/>
                  <a:pt x="12220" y="3385"/>
                  <a:pt x="11825" y="2777"/>
                </a:cubicBezTo>
                <a:cubicBezTo>
                  <a:pt x="11430" y="2138"/>
                  <a:pt x="10882" y="1865"/>
                  <a:pt x="10366" y="1378"/>
                </a:cubicBezTo>
                <a:cubicBezTo>
                  <a:pt x="10062" y="1105"/>
                  <a:pt x="9758" y="649"/>
                  <a:pt x="9423" y="436"/>
                </a:cubicBezTo>
                <a:cubicBezTo>
                  <a:pt x="9211" y="284"/>
                  <a:pt x="8785" y="132"/>
                  <a:pt x="8512" y="71"/>
                </a:cubicBezTo>
                <a:cubicBezTo>
                  <a:pt x="8414" y="71"/>
                  <a:pt x="8278" y="110"/>
                  <a:pt x="8165" y="110"/>
                </a:cubicBezTo>
                <a:cubicBezTo>
                  <a:pt x="8137" y="110"/>
                  <a:pt x="8110" y="108"/>
                  <a:pt x="8086" y="102"/>
                </a:cubicBezTo>
                <a:cubicBezTo>
                  <a:pt x="7930" y="82"/>
                  <a:pt x="7799" y="0"/>
                  <a:pt x="75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4"/>
          <p:cNvSpPr txBox="1"/>
          <p:nvPr>
            <p:ph idx="8"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Reviewing concepts is a good idea</a:t>
            </a:r>
            <a:endParaRPr/>
          </a:p>
        </p:txBody>
      </p:sp>
      <p:sp>
        <p:nvSpPr>
          <p:cNvPr id="3812" name="Google Shape;3812;p44"/>
          <p:cNvSpPr txBox="1"/>
          <p:nvPr>
            <p:ph idx="5" type="subTitle"/>
          </p:nvPr>
        </p:nvSpPr>
        <p:spPr>
          <a:xfrm>
            <a:off x="730336" y="3792078"/>
            <a:ext cx="2386500" cy="665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 cold place</a:t>
            </a:r>
            <a:endParaRPr/>
          </a:p>
        </p:txBody>
      </p:sp>
      <p:sp>
        <p:nvSpPr>
          <p:cNvPr id="3813" name="Google Shape;3813;p44"/>
          <p:cNvSpPr txBox="1"/>
          <p:nvPr>
            <p:ph idx="1" type="subTitle"/>
          </p:nvPr>
        </p:nvSpPr>
        <p:spPr>
          <a:xfrm>
            <a:off x="730336" y="2091075"/>
            <a:ext cx="2386500" cy="665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Venus is the second planet from the Sun</a:t>
            </a:r>
            <a:endParaRPr/>
          </a:p>
        </p:txBody>
      </p:sp>
      <p:sp>
        <p:nvSpPr>
          <p:cNvPr id="3814" name="Google Shape;3814;p44"/>
          <p:cNvSpPr/>
          <p:nvPr/>
        </p:nvSpPr>
        <p:spPr>
          <a:xfrm flipH="1" rot="10800000">
            <a:off x="3422955" y="3251325"/>
            <a:ext cx="850712" cy="869375"/>
          </a:xfrm>
          <a:custGeom>
            <a:rect b="b" l="l" r="r" t="t"/>
            <a:pathLst>
              <a:path extrusionOk="0" h="14042" w="13740">
                <a:moveTo>
                  <a:pt x="7596" y="0"/>
                </a:moveTo>
                <a:cubicBezTo>
                  <a:pt x="7483" y="0"/>
                  <a:pt x="7348" y="26"/>
                  <a:pt x="7174" y="102"/>
                </a:cubicBezTo>
                <a:cubicBezTo>
                  <a:pt x="7147" y="101"/>
                  <a:pt x="7120" y="101"/>
                  <a:pt x="7094" y="101"/>
                </a:cubicBezTo>
                <a:cubicBezTo>
                  <a:pt x="4867" y="101"/>
                  <a:pt x="2478" y="1341"/>
                  <a:pt x="1247" y="3263"/>
                </a:cubicBezTo>
                <a:cubicBezTo>
                  <a:pt x="244" y="4843"/>
                  <a:pt x="1" y="6758"/>
                  <a:pt x="487" y="8521"/>
                </a:cubicBezTo>
                <a:cubicBezTo>
                  <a:pt x="700" y="9312"/>
                  <a:pt x="852" y="9798"/>
                  <a:pt x="1277" y="10497"/>
                </a:cubicBezTo>
                <a:cubicBezTo>
                  <a:pt x="1733" y="11135"/>
                  <a:pt x="2220" y="11622"/>
                  <a:pt x="2767" y="12138"/>
                </a:cubicBezTo>
                <a:cubicBezTo>
                  <a:pt x="3223" y="12594"/>
                  <a:pt x="3709" y="12807"/>
                  <a:pt x="4287" y="13111"/>
                </a:cubicBezTo>
                <a:cubicBezTo>
                  <a:pt x="4591" y="13263"/>
                  <a:pt x="4895" y="13445"/>
                  <a:pt x="5229" y="13567"/>
                </a:cubicBezTo>
                <a:cubicBezTo>
                  <a:pt x="5654" y="13719"/>
                  <a:pt x="5989" y="13658"/>
                  <a:pt x="6414" y="13749"/>
                </a:cubicBezTo>
                <a:cubicBezTo>
                  <a:pt x="7027" y="13883"/>
                  <a:pt x="7881" y="14042"/>
                  <a:pt x="8679" y="14042"/>
                </a:cubicBezTo>
                <a:cubicBezTo>
                  <a:pt x="9149" y="14042"/>
                  <a:pt x="9599" y="13987"/>
                  <a:pt x="9971" y="13841"/>
                </a:cubicBezTo>
                <a:cubicBezTo>
                  <a:pt x="10578" y="13628"/>
                  <a:pt x="11186" y="13020"/>
                  <a:pt x="11612" y="12594"/>
                </a:cubicBezTo>
                <a:cubicBezTo>
                  <a:pt x="12007" y="12199"/>
                  <a:pt x="12402" y="11743"/>
                  <a:pt x="12706" y="11257"/>
                </a:cubicBezTo>
                <a:cubicBezTo>
                  <a:pt x="13345" y="10193"/>
                  <a:pt x="13648" y="9190"/>
                  <a:pt x="13648" y="7913"/>
                </a:cubicBezTo>
                <a:cubicBezTo>
                  <a:pt x="13648" y="7336"/>
                  <a:pt x="13740" y="6698"/>
                  <a:pt x="13618" y="6120"/>
                </a:cubicBezTo>
                <a:cubicBezTo>
                  <a:pt x="13496" y="5603"/>
                  <a:pt x="13193" y="5056"/>
                  <a:pt x="12949" y="4570"/>
                </a:cubicBezTo>
                <a:cubicBezTo>
                  <a:pt x="12615" y="3901"/>
                  <a:pt x="12220" y="3385"/>
                  <a:pt x="11825" y="2777"/>
                </a:cubicBezTo>
                <a:cubicBezTo>
                  <a:pt x="11430" y="2138"/>
                  <a:pt x="10882" y="1865"/>
                  <a:pt x="10366" y="1378"/>
                </a:cubicBezTo>
                <a:cubicBezTo>
                  <a:pt x="10062" y="1105"/>
                  <a:pt x="9758" y="649"/>
                  <a:pt x="9423" y="436"/>
                </a:cubicBezTo>
                <a:cubicBezTo>
                  <a:pt x="9211" y="284"/>
                  <a:pt x="8785" y="132"/>
                  <a:pt x="8512" y="71"/>
                </a:cubicBezTo>
                <a:cubicBezTo>
                  <a:pt x="8414" y="71"/>
                  <a:pt x="8278" y="110"/>
                  <a:pt x="8165" y="110"/>
                </a:cubicBezTo>
                <a:cubicBezTo>
                  <a:pt x="8137" y="110"/>
                  <a:pt x="8110" y="108"/>
                  <a:pt x="8086" y="102"/>
                </a:cubicBezTo>
                <a:cubicBezTo>
                  <a:pt x="7930" y="82"/>
                  <a:pt x="7799" y="0"/>
                  <a:pt x="75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4"/>
          <p:cNvSpPr/>
          <p:nvPr/>
        </p:nvSpPr>
        <p:spPr>
          <a:xfrm rot="10800000">
            <a:off x="4883263" y="1550325"/>
            <a:ext cx="840613" cy="859090"/>
          </a:xfrm>
          <a:custGeom>
            <a:rect b="b" l="l" r="r" t="t"/>
            <a:pathLst>
              <a:path extrusionOk="0" h="14042" w="13740">
                <a:moveTo>
                  <a:pt x="7596" y="0"/>
                </a:moveTo>
                <a:cubicBezTo>
                  <a:pt x="7483" y="0"/>
                  <a:pt x="7348" y="26"/>
                  <a:pt x="7174" y="102"/>
                </a:cubicBezTo>
                <a:cubicBezTo>
                  <a:pt x="7147" y="101"/>
                  <a:pt x="7120" y="101"/>
                  <a:pt x="7094" y="101"/>
                </a:cubicBezTo>
                <a:cubicBezTo>
                  <a:pt x="4867" y="101"/>
                  <a:pt x="2478" y="1341"/>
                  <a:pt x="1247" y="3263"/>
                </a:cubicBezTo>
                <a:cubicBezTo>
                  <a:pt x="244" y="4843"/>
                  <a:pt x="1" y="6758"/>
                  <a:pt x="487" y="8521"/>
                </a:cubicBezTo>
                <a:cubicBezTo>
                  <a:pt x="700" y="9312"/>
                  <a:pt x="852" y="9798"/>
                  <a:pt x="1277" y="10497"/>
                </a:cubicBezTo>
                <a:cubicBezTo>
                  <a:pt x="1733" y="11135"/>
                  <a:pt x="2220" y="11622"/>
                  <a:pt x="2767" y="12138"/>
                </a:cubicBezTo>
                <a:cubicBezTo>
                  <a:pt x="3223" y="12594"/>
                  <a:pt x="3709" y="12807"/>
                  <a:pt x="4287" y="13111"/>
                </a:cubicBezTo>
                <a:cubicBezTo>
                  <a:pt x="4591" y="13263"/>
                  <a:pt x="4895" y="13445"/>
                  <a:pt x="5229" y="13567"/>
                </a:cubicBezTo>
                <a:cubicBezTo>
                  <a:pt x="5654" y="13719"/>
                  <a:pt x="5989" y="13658"/>
                  <a:pt x="6414" y="13749"/>
                </a:cubicBezTo>
                <a:cubicBezTo>
                  <a:pt x="7027" y="13883"/>
                  <a:pt x="7881" y="14042"/>
                  <a:pt x="8679" y="14042"/>
                </a:cubicBezTo>
                <a:cubicBezTo>
                  <a:pt x="9149" y="14042"/>
                  <a:pt x="9599" y="13987"/>
                  <a:pt x="9971" y="13841"/>
                </a:cubicBezTo>
                <a:cubicBezTo>
                  <a:pt x="10578" y="13628"/>
                  <a:pt x="11186" y="13020"/>
                  <a:pt x="11612" y="12594"/>
                </a:cubicBezTo>
                <a:cubicBezTo>
                  <a:pt x="12007" y="12199"/>
                  <a:pt x="12402" y="11743"/>
                  <a:pt x="12706" y="11257"/>
                </a:cubicBezTo>
                <a:cubicBezTo>
                  <a:pt x="13345" y="10193"/>
                  <a:pt x="13648" y="9190"/>
                  <a:pt x="13648" y="7913"/>
                </a:cubicBezTo>
                <a:cubicBezTo>
                  <a:pt x="13648" y="7336"/>
                  <a:pt x="13740" y="6698"/>
                  <a:pt x="13618" y="6120"/>
                </a:cubicBezTo>
                <a:cubicBezTo>
                  <a:pt x="13496" y="5603"/>
                  <a:pt x="13193" y="5056"/>
                  <a:pt x="12949" y="4570"/>
                </a:cubicBezTo>
                <a:cubicBezTo>
                  <a:pt x="12615" y="3901"/>
                  <a:pt x="12220" y="3385"/>
                  <a:pt x="11825" y="2777"/>
                </a:cubicBezTo>
                <a:cubicBezTo>
                  <a:pt x="11430" y="2138"/>
                  <a:pt x="10882" y="1865"/>
                  <a:pt x="10366" y="1378"/>
                </a:cubicBezTo>
                <a:cubicBezTo>
                  <a:pt x="10062" y="1105"/>
                  <a:pt x="9758" y="649"/>
                  <a:pt x="9423" y="436"/>
                </a:cubicBezTo>
                <a:cubicBezTo>
                  <a:pt x="9211" y="284"/>
                  <a:pt x="8785" y="132"/>
                  <a:pt x="8512" y="71"/>
                </a:cubicBezTo>
                <a:cubicBezTo>
                  <a:pt x="8414" y="71"/>
                  <a:pt x="8278" y="110"/>
                  <a:pt x="8165" y="110"/>
                </a:cubicBezTo>
                <a:cubicBezTo>
                  <a:pt x="8137" y="110"/>
                  <a:pt x="8110" y="108"/>
                  <a:pt x="8086" y="102"/>
                </a:cubicBezTo>
                <a:cubicBezTo>
                  <a:pt x="7930" y="82"/>
                  <a:pt x="7799" y="0"/>
                  <a:pt x="75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16" name="Google Shape;3816;p44"/>
          <p:cNvGrpSpPr/>
          <p:nvPr/>
        </p:nvGrpSpPr>
        <p:grpSpPr>
          <a:xfrm>
            <a:off x="3596897" y="3402767"/>
            <a:ext cx="507853" cy="566489"/>
            <a:chOff x="925671" y="3585638"/>
            <a:chExt cx="507853" cy="566489"/>
          </a:xfrm>
        </p:grpSpPr>
        <p:sp>
          <p:nvSpPr>
            <p:cNvPr id="3817" name="Google Shape;3817;p44"/>
            <p:cNvSpPr/>
            <p:nvPr/>
          </p:nvSpPr>
          <p:spPr>
            <a:xfrm>
              <a:off x="925671" y="3585638"/>
              <a:ext cx="507853" cy="566489"/>
            </a:xfrm>
            <a:custGeom>
              <a:rect b="b" l="l" r="r" t="t"/>
              <a:pathLst>
                <a:path extrusionOk="0" h="11265" w="10099">
                  <a:moveTo>
                    <a:pt x="5669" y="4001"/>
                  </a:moveTo>
                  <a:cubicBezTo>
                    <a:pt x="5764" y="4406"/>
                    <a:pt x="6073" y="4716"/>
                    <a:pt x="6478" y="4811"/>
                  </a:cubicBezTo>
                  <a:cubicBezTo>
                    <a:pt x="6431" y="5787"/>
                    <a:pt x="6145" y="6930"/>
                    <a:pt x="5049" y="7264"/>
                  </a:cubicBezTo>
                  <a:cubicBezTo>
                    <a:pt x="3930" y="6930"/>
                    <a:pt x="3644" y="5787"/>
                    <a:pt x="3621" y="4811"/>
                  </a:cubicBezTo>
                  <a:cubicBezTo>
                    <a:pt x="4025" y="4716"/>
                    <a:pt x="4335" y="4406"/>
                    <a:pt x="4406" y="4001"/>
                  </a:cubicBezTo>
                  <a:close/>
                  <a:moveTo>
                    <a:pt x="6020" y="450"/>
                  </a:moveTo>
                  <a:cubicBezTo>
                    <a:pt x="6432" y="450"/>
                    <a:pt x="6773" y="769"/>
                    <a:pt x="6788" y="1167"/>
                  </a:cubicBezTo>
                  <a:cubicBezTo>
                    <a:pt x="6574" y="1286"/>
                    <a:pt x="6383" y="1501"/>
                    <a:pt x="6264" y="1715"/>
                  </a:cubicBezTo>
                  <a:cubicBezTo>
                    <a:pt x="6264" y="1739"/>
                    <a:pt x="6264" y="1763"/>
                    <a:pt x="6264" y="1763"/>
                  </a:cubicBezTo>
                  <a:cubicBezTo>
                    <a:pt x="6312" y="1905"/>
                    <a:pt x="6407" y="1977"/>
                    <a:pt x="6502" y="1977"/>
                  </a:cubicBezTo>
                  <a:cubicBezTo>
                    <a:pt x="6597" y="1977"/>
                    <a:pt x="6669" y="1929"/>
                    <a:pt x="6693" y="1858"/>
                  </a:cubicBezTo>
                  <a:cubicBezTo>
                    <a:pt x="6788" y="1691"/>
                    <a:pt x="6931" y="1572"/>
                    <a:pt x="7097" y="1501"/>
                  </a:cubicBezTo>
                  <a:lnTo>
                    <a:pt x="7121" y="1501"/>
                  </a:lnTo>
                  <a:cubicBezTo>
                    <a:pt x="7240" y="1441"/>
                    <a:pt x="7367" y="1411"/>
                    <a:pt x="7499" y="1411"/>
                  </a:cubicBezTo>
                  <a:cubicBezTo>
                    <a:pt x="7685" y="1411"/>
                    <a:pt x="7879" y="1471"/>
                    <a:pt x="8074" y="1596"/>
                  </a:cubicBezTo>
                  <a:cubicBezTo>
                    <a:pt x="8098" y="1596"/>
                    <a:pt x="8121" y="1620"/>
                    <a:pt x="8145" y="1644"/>
                  </a:cubicBezTo>
                  <a:cubicBezTo>
                    <a:pt x="8407" y="1953"/>
                    <a:pt x="8455" y="2310"/>
                    <a:pt x="8360" y="2620"/>
                  </a:cubicBezTo>
                  <a:cubicBezTo>
                    <a:pt x="8264" y="2858"/>
                    <a:pt x="8098" y="3049"/>
                    <a:pt x="7883" y="3144"/>
                  </a:cubicBezTo>
                  <a:cubicBezTo>
                    <a:pt x="7860" y="3168"/>
                    <a:pt x="7860" y="3168"/>
                    <a:pt x="7860" y="3191"/>
                  </a:cubicBezTo>
                  <a:cubicBezTo>
                    <a:pt x="7788" y="3406"/>
                    <a:pt x="7931" y="3525"/>
                    <a:pt x="8050" y="3525"/>
                  </a:cubicBezTo>
                  <a:cubicBezTo>
                    <a:pt x="8098" y="3525"/>
                    <a:pt x="8145" y="3525"/>
                    <a:pt x="8169" y="3501"/>
                  </a:cubicBezTo>
                  <a:cubicBezTo>
                    <a:pt x="8383" y="3382"/>
                    <a:pt x="8550" y="3215"/>
                    <a:pt x="8669" y="3001"/>
                  </a:cubicBezTo>
                  <a:cubicBezTo>
                    <a:pt x="9003" y="3239"/>
                    <a:pt x="9193" y="3620"/>
                    <a:pt x="9193" y="4049"/>
                  </a:cubicBezTo>
                  <a:cubicBezTo>
                    <a:pt x="9193" y="4358"/>
                    <a:pt x="9074" y="4644"/>
                    <a:pt x="8884" y="4882"/>
                  </a:cubicBezTo>
                  <a:cubicBezTo>
                    <a:pt x="8788" y="4858"/>
                    <a:pt x="8693" y="4811"/>
                    <a:pt x="8574" y="4787"/>
                  </a:cubicBezTo>
                  <a:cubicBezTo>
                    <a:pt x="8574" y="4787"/>
                    <a:pt x="8550" y="4787"/>
                    <a:pt x="8550" y="4811"/>
                  </a:cubicBezTo>
                  <a:cubicBezTo>
                    <a:pt x="8292" y="4950"/>
                    <a:pt x="8398" y="5255"/>
                    <a:pt x="8621" y="5255"/>
                  </a:cubicBezTo>
                  <a:cubicBezTo>
                    <a:pt x="8665" y="5255"/>
                    <a:pt x="8713" y="5243"/>
                    <a:pt x="8764" y="5216"/>
                  </a:cubicBezTo>
                  <a:cubicBezTo>
                    <a:pt x="8771" y="5209"/>
                    <a:pt x="8780" y="5206"/>
                    <a:pt x="8789" y="5206"/>
                  </a:cubicBezTo>
                  <a:cubicBezTo>
                    <a:pt x="8810" y="5206"/>
                    <a:pt x="8829" y="5223"/>
                    <a:pt x="8812" y="5240"/>
                  </a:cubicBezTo>
                  <a:cubicBezTo>
                    <a:pt x="8812" y="5335"/>
                    <a:pt x="8812" y="5335"/>
                    <a:pt x="8836" y="5335"/>
                  </a:cubicBezTo>
                  <a:cubicBezTo>
                    <a:pt x="9336" y="5597"/>
                    <a:pt x="9669" y="6121"/>
                    <a:pt x="9669" y="6692"/>
                  </a:cubicBezTo>
                  <a:cubicBezTo>
                    <a:pt x="9669" y="7288"/>
                    <a:pt x="9288" y="7835"/>
                    <a:pt x="8717" y="8073"/>
                  </a:cubicBezTo>
                  <a:cubicBezTo>
                    <a:pt x="8550" y="8145"/>
                    <a:pt x="8360" y="8192"/>
                    <a:pt x="8169" y="8192"/>
                  </a:cubicBezTo>
                  <a:cubicBezTo>
                    <a:pt x="8026" y="8192"/>
                    <a:pt x="7907" y="8169"/>
                    <a:pt x="7788" y="8121"/>
                  </a:cubicBezTo>
                  <a:cubicBezTo>
                    <a:pt x="7768" y="8116"/>
                    <a:pt x="7748" y="8114"/>
                    <a:pt x="7729" y="8114"/>
                  </a:cubicBezTo>
                  <a:cubicBezTo>
                    <a:pt x="7561" y="8114"/>
                    <a:pt x="7422" y="8289"/>
                    <a:pt x="7550" y="8502"/>
                  </a:cubicBezTo>
                  <a:cubicBezTo>
                    <a:pt x="7550" y="8526"/>
                    <a:pt x="7574" y="8526"/>
                    <a:pt x="7574" y="8526"/>
                  </a:cubicBezTo>
                  <a:cubicBezTo>
                    <a:pt x="7764" y="8597"/>
                    <a:pt x="7979" y="8621"/>
                    <a:pt x="8169" y="8621"/>
                  </a:cubicBezTo>
                  <a:cubicBezTo>
                    <a:pt x="8312" y="8621"/>
                    <a:pt x="8455" y="8597"/>
                    <a:pt x="8622" y="8574"/>
                  </a:cubicBezTo>
                  <a:lnTo>
                    <a:pt x="8622" y="8574"/>
                  </a:lnTo>
                  <a:cubicBezTo>
                    <a:pt x="8598" y="9169"/>
                    <a:pt x="8169" y="9693"/>
                    <a:pt x="7574" y="9788"/>
                  </a:cubicBezTo>
                  <a:lnTo>
                    <a:pt x="7550" y="9788"/>
                  </a:lnTo>
                  <a:cubicBezTo>
                    <a:pt x="7480" y="9797"/>
                    <a:pt x="7407" y="9802"/>
                    <a:pt x="7333" y="9802"/>
                  </a:cubicBezTo>
                  <a:cubicBezTo>
                    <a:pt x="7206" y="9802"/>
                    <a:pt x="7075" y="9786"/>
                    <a:pt x="6955" y="9740"/>
                  </a:cubicBezTo>
                  <a:lnTo>
                    <a:pt x="6907" y="9740"/>
                  </a:lnTo>
                  <a:cubicBezTo>
                    <a:pt x="6669" y="9883"/>
                    <a:pt x="6740" y="10145"/>
                    <a:pt x="6907" y="10193"/>
                  </a:cubicBezTo>
                  <a:cubicBezTo>
                    <a:pt x="7026" y="10217"/>
                    <a:pt x="7169" y="10241"/>
                    <a:pt x="7288" y="10241"/>
                  </a:cubicBezTo>
                  <a:cubicBezTo>
                    <a:pt x="7105" y="10592"/>
                    <a:pt x="6745" y="10823"/>
                    <a:pt x="6342" y="10823"/>
                  </a:cubicBezTo>
                  <a:cubicBezTo>
                    <a:pt x="6009" y="10823"/>
                    <a:pt x="5648" y="10665"/>
                    <a:pt x="5335" y="10288"/>
                  </a:cubicBezTo>
                  <a:cubicBezTo>
                    <a:pt x="5288" y="10241"/>
                    <a:pt x="5264" y="10193"/>
                    <a:pt x="5264" y="10121"/>
                  </a:cubicBezTo>
                  <a:lnTo>
                    <a:pt x="5264" y="7645"/>
                  </a:lnTo>
                  <a:cubicBezTo>
                    <a:pt x="5835" y="7454"/>
                    <a:pt x="6288" y="7049"/>
                    <a:pt x="6550" y="6454"/>
                  </a:cubicBezTo>
                  <a:cubicBezTo>
                    <a:pt x="6812" y="5906"/>
                    <a:pt x="6931" y="5216"/>
                    <a:pt x="6907" y="4430"/>
                  </a:cubicBezTo>
                  <a:cubicBezTo>
                    <a:pt x="6907" y="4382"/>
                    <a:pt x="6883" y="4358"/>
                    <a:pt x="6836" y="4358"/>
                  </a:cubicBezTo>
                  <a:cubicBezTo>
                    <a:pt x="6781" y="4373"/>
                    <a:pt x="6728" y="4379"/>
                    <a:pt x="6676" y="4379"/>
                  </a:cubicBezTo>
                  <a:cubicBezTo>
                    <a:pt x="6298" y="4379"/>
                    <a:pt x="6013" y="4018"/>
                    <a:pt x="6097" y="3620"/>
                  </a:cubicBezTo>
                  <a:cubicBezTo>
                    <a:pt x="6121" y="3596"/>
                    <a:pt x="6097" y="3549"/>
                    <a:pt x="6050" y="3549"/>
                  </a:cubicBezTo>
                  <a:lnTo>
                    <a:pt x="5264" y="3549"/>
                  </a:lnTo>
                  <a:lnTo>
                    <a:pt x="5264" y="929"/>
                  </a:lnTo>
                  <a:cubicBezTo>
                    <a:pt x="5264" y="881"/>
                    <a:pt x="5288" y="834"/>
                    <a:pt x="5311" y="786"/>
                  </a:cubicBezTo>
                  <a:cubicBezTo>
                    <a:pt x="5541" y="548"/>
                    <a:pt x="5792" y="450"/>
                    <a:pt x="6020" y="450"/>
                  </a:cubicBezTo>
                  <a:close/>
                  <a:moveTo>
                    <a:pt x="4049" y="0"/>
                  </a:moveTo>
                  <a:cubicBezTo>
                    <a:pt x="3454" y="0"/>
                    <a:pt x="2978" y="429"/>
                    <a:pt x="2882" y="1001"/>
                  </a:cubicBezTo>
                  <a:cubicBezTo>
                    <a:pt x="2835" y="977"/>
                    <a:pt x="2787" y="977"/>
                    <a:pt x="2763" y="977"/>
                  </a:cubicBezTo>
                  <a:cubicBezTo>
                    <a:pt x="2753" y="975"/>
                    <a:pt x="2742" y="974"/>
                    <a:pt x="2732" y="974"/>
                  </a:cubicBezTo>
                  <a:cubicBezTo>
                    <a:pt x="2600" y="974"/>
                    <a:pt x="2481" y="1106"/>
                    <a:pt x="2525" y="1239"/>
                  </a:cubicBezTo>
                  <a:cubicBezTo>
                    <a:pt x="2525" y="1334"/>
                    <a:pt x="2620" y="1405"/>
                    <a:pt x="2716" y="1405"/>
                  </a:cubicBezTo>
                  <a:cubicBezTo>
                    <a:pt x="2811" y="1429"/>
                    <a:pt x="2882" y="1453"/>
                    <a:pt x="2978" y="1501"/>
                  </a:cubicBezTo>
                  <a:cubicBezTo>
                    <a:pt x="3144" y="1572"/>
                    <a:pt x="3287" y="1691"/>
                    <a:pt x="3382" y="1858"/>
                  </a:cubicBezTo>
                  <a:cubicBezTo>
                    <a:pt x="3430" y="1929"/>
                    <a:pt x="3501" y="1977"/>
                    <a:pt x="3573" y="1977"/>
                  </a:cubicBezTo>
                  <a:cubicBezTo>
                    <a:pt x="3644" y="1977"/>
                    <a:pt x="3692" y="1953"/>
                    <a:pt x="3740" y="1905"/>
                  </a:cubicBezTo>
                  <a:cubicBezTo>
                    <a:pt x="3811" y="1834"/>
                    <a:pt x="3811" y="1715"/>
                    <a:pt x="3763" y="1644"/>
                  </a:cubicBezTo>
                  <a:cubicBezTo>
                    <a:pt x="3644" y="1453"/>
                    <a:pt x="3478" y="1286"/>
                    <a:pt x="3287" y="1167"/>
                  </a:cubicBezTo>
                  <a:cubicBezTo>
                    <a:pt x="3307" y="763"/>
                    <a:pt x="3653" y="445"/>
                    <a:pt x="4063" y="445"/>
                  </a:cubicBezTo>
                  <a:cubicBezTo>
                    <a:pt x="4136" y="445"/>
                    <a:pt x="4212" y="455"/>
                    <a:pt x="4287" y="477"/>
                  </a:cubicBezTo>
                  <a:cubicBezTo>
                    <a:pt x="4597" y="572"/>
                    <a:pt x="4811" y="881"/>
                    <a:pt x="4811" y="1215"/>
                  </a:cubicBezTo>
                  <a:lnTo>
                    <a:pt x="4811" y="3549"/>
                  </a:lnTo>
                  <a:lnTo>
                    <a:pt x="4216" y="3549"/>
                  </a:lnTo>
                  <a:cubicBezTo>
                    <a:pt x="4097" y="3549"/>
                    <a:pt x="4002" y="3644"/>
                    <a:pt x="4002" y="3763"/>
                  </a:cubicBezTo>
                  <a:cubicBezTo>
                    <a:pt x="4002" y="4096"/>
                    <a:pt x="3716" y="4382"/>
                    <a:pt x="3382" y="4382"/>
                  </a:cubicBezTo>
                  <a:cubicBezTo>
                    <a:pt x="3263" y="4382"/>
                    <a:pt x="3168" y="4477"/>
                    <a:pt x="3168" y="4597"/>
                  </a:cubicBezTo>
                  <a:cubicBezTo>
                    <a:pt x="3168" y="5335"/>
                    <a:pt x="3287" y="5954"/>
                    <a:pt x="3525" y="6454"/>
                  </a:cubicBezTo>
                  <a:cubicBezTo>
                    <a:pt x="3811" y="7049"/>
                    <a:pt x="4240" y="7454"/>
                    <a:pt x="4811" y="7645"/>
                  </a:cubicBezTo>
                  <a:lnTo>
                    <a:pt x="4811" y="9764"/>
                  </a:lnTo>
                  <a:cubicBezTo>
                    <a:pt x="4811" y="10193"/>
                    <a:pt x="4549" y="10598"/>
                    <a:pt x="4144" y="10741"/>
                  </a:cubicBezTo>
                  <a:cubicBezTo>
                    <a:pt x="4012" y="10793"/>
                    <a:pt x="3879" y="10817"/>
                    <a:pt x="3750" y="10817"/>
                  </a:cubicBezTo>
                  <a:cubicBezTo>
                    <a:pt x="3349" y="10817"/>
                    <a:pt x="2991" y="10583"/>
                    <a:pt x="2811" y="10241"/>
                  </a:cubicBezTo>
                  <a:cubicBezTo>
                    <a:pt x="2930" y="10241"/>
                    <a:pt x="3049" y="10217"/>
                    <a:pt x="3168" y="10193"/>
                  </a:cubicBezTo>
                  <a:cubicBezTo>
                    <a:pt x="3263" y="10169"/>
                    <a:pt x="3335" y="10074"/>
                    <a:pt x="3335" y="9979"/>
                  </a:cubicBezTo>
                  <a:cubicBezTo>
                    <a:pt x="3335" y="9858"/>
                    <a:pt x="3232" y="9754"/>
                    <a:pt x="3114" y="9754"/>
                  </a:cubicBezTo>
                  <a:cubicBezTo>
                    <a:pt x="3093" y="9754"/>
                    <a:pt x="3071" y="9757"/>
                    <a:pt x="3049" y="9764"/>
                  </a:cubicBezTo>
                  <a:cubicBezTo>
                    <a:pt x="2951" y="9792"/>
                    <a:pt x="2846" y="9804"/>
                    <a:pt x="2741" y="9804"/>
                  </a:cubicBezTo>
                  <a:cubicBezTo>
                    <a:pt x="2667" y="9804"/>
                    <a:pt x="2594" y="9798"/>
                    <a:pt x="2525" y="9788"/>
                  </a:cubicBezTo>
                  <a:cubicBezTo>
                    <a:pt x="1930" y="9693"/>
                    <a:pt x="1477" y="9169"/>
                    <a:pt x="1477" y="8574"/>
                  </a:cubicBezTo>
                  <a:lnTo>
                    <a:pt x="1477" y="8574"/>
                  </a:lnTo>
                  <a:cubicBezTo>
                    <a:pt x="1620" y="8597"/>
                    <a:pt x="1763" y="8621"/>
                    <a:pt x="1930" y="8621"/>
                  </a:cubicBezTo>
                  <a:cubicBezTo>
                    <a:pt x="2096" y="8621"/>
                    <a:pt x="2263" y="8597"/>
                    <a:pt x="2430" y="8550"/>
                  </a:cubicBezTo>
                  <a:cubicBezTo>
                    <a:pt x="2549" y="8526"/>
                    <a:pt x="2620" y="8407"/>
                    <a:pt x="2573" y="8288"/>
                  </a:cubicBezTo>
                  <a:cubicBezTo>
                    <a:pt x="2552" y="8184"/>
                    <a:pt x="2459" y="8116"/>
                    <a:pt x="2357" y="8116"/>
                  </a:cubicBezTo>
                  <a:cubicBezTo>
                    <a:pt x="2342" y="8116"/>
                    <a:pt x="2326" y="8118"/>
                    <a:pt x="2311" y="8121"/>
                  </a:cubicBezTo>
                  <a:cubicBezTo>
                    <a:pt x="2192" y="8169"/>
                    <a:pt x="2049" y="8169"/>
                    <a:pt x="1930" y="8169"/>
                  </a:cubicBezTo>
                  <a:cubicBezTo>
                    <a:pt x="1739" y="8169"/>
                    <a:pt x="1549" y="8145"/>
                    <a:pt x="1358" y="8073"/>
                  </a:cubicBezTo>
                  <a:cubicBezTo>
                    <a:pt x="787" y="7835"/>
                    <a:pt x="429" y="7288"/>
                    <a:pt x="429" y="6692"/>
                  </a:cubicBezTo>
                  <a:cubicBezTo>
                    <a:pt x="429" y="6097"/>
                    <a:pt x="763" y="5597"/>
                    <a:pt x="1263" y="5335"/>
                  </a:cubicBezTo>
                  <a:lnTo>
                    <a:pt x="1287" y="5335"/>
                  </a:lnTo>
                  <a:cubicBezTo>
                    <a:pt x="1311" y="5263"/>
                    <a:pt x="1382" y="5240"/>
                    <a:pt x="1430" y="5240"/>
                  </a:cubicBezTo>
                  <a:cubicBezTo>
                    <a:pt x="1444" y="5241"/>
                    <a:pt x="1457" y="5242"/>
                    <a:pt x="1471" y="5242"/>
                  </a:cubicBezTo>
                  <a:cubicBezTo>
                    <a:pt x="1637" y="5242"/>
                    <a:pt x="1736" y="5110"/>
                    <a:pt x="1692" y="4978"/>
                  </a:cubicBezTo>
                  <a:cubicBezTo>
                    <a:pt x="1671" y="4874"/>
                    <a:pt x="1578" y="4806"/>
                    <a:pt x="1476" y="4806"/>
                  </a:cubicBezTo>
                  <a:cubicBezTo>
                    <a:pt x="1460" y="4806"/>
                    <a:pt x="1445" y="4808"/>
                    <a:pt x="1430" y="4811"/>
                  </a:cubicBezTo>
                  <a:cubicBezTo>
                    <a:pt x="1358" y="4835"/>
                    <a:pt x="1287" y="4858"/>
                    <a:pt x="1215" y="4882"/>
                  </a:cubicBezTo>
                  <a:cubicBezTo>
                    <a:pt x="1025" y="4644"/>
                    <a:pt x="906" y="4358"/>
                    <a:pt x="906" y="4025"/>
                  </a:cubicBezTo>
                  <a:cubicBezTo>
                    <a:pt x="906" y="3620"/>
                    <a:pt x="1096" y="3239"/>
                    <a:pt x="1430" y="3001"/>
                  </a:cubicBezTo>
                  <a:cubicBezTo>
                    <a:pt x="1549" y="3215"/>
                    <a:pt x="1715" y="3382"/>
                    <a:pt x="1930" y="3501"/>
                  </a:cubicBezTo>
                  <a:cubicBezTo>
                    <a:pt x="1954" y="3501"/>
                    <a:pt x="2001" y="3525"/>
                    <a:pt x="2025" y="3525"/>
                  </a:cubicBezTo>
                  <a:cubicBezTo>
                    <a:pt x="2144" y="3525"/>
                    <a:pt x="2215" y="3453"/>
                    <a:pt x="2263" y="3334"/>
                  </a:cubicBezTo>
                  <a:cubicBezTo>
                    <a:pt x="2263" y="3239"/>
                    <a:pt x="2215" y="3168"/>
                    <a:pt x="2144" y="3120"/>
                  </a:cubicBezTo>
                  <a:cubicBezTo>
                    <a:pt x="1954" y="3001"/>
                    <a:pt x="1811" y="2834"/>
                    <a:pt x="1739" y="2620"/>
                  </a:cubicBezTo>
                  <a:cubicBezTo>
                    <a:pt x="1715" y="2548"/>
                    <a:pt x="1715" y="2501"/>
                    <a:pt x="1692" y="2429"/>
                  </a:cubicBezTo>
                  <a:cubicBezTo>
                    <a:pt x="1692" y="2334"/>
                    <a:pt x="1620" y="2263"/>
                    <a:pt x="1525" y="2239"/>
                  </a:cubicBezTo>
                  <a:cubicBezTo>
                    <a:pt x="1510" y="2237"/>
                    <a:pt x="1496" y="2236"/>
                    <a:pt x="1483" y="2236"/>
                  </a:cubicBezTo>
                  <a:cubicBezTo>
                    <a:pt x="1339" y="2236"/>
                    <a:pt x="1241" y="2347"/>
                    <a:pt x="1263" y="2477"/>
                  </a:cubicBezTo>
                  <a:cubicBezTo>
                    <a:pt x="1263" y="2525"/>
                    <a:pt x="1263" y="2548"/>
                    <a:pt x="1287" y="2596"/>
                  </a:cubicBezTo>
                  <a:cubicBezTo>
                    <a:pt x="763" y="2882"/>
                    <a:pt x="453" y="3453"/>
                    <a:pt x="453" y="4025"/>
                  </a:cubicBezTo>
                  <a:cubicBezTo>
                    <a:pt x="453" y="4430"/>
                    <a:pt x="596" y="4787"/>
                    <a:pt x="834" y="5097"/>
                  </a:cubicBezTo>
                  <a:cubicBezTo>
                    <a:pt x="310" y="5454"/>
                    <a:pt x="1" y="6025"/>
                    <a:pt x="1" y="6692"/>
                  </a:cubicBezTo>
                  <a:cubicBezTo>
                    <a:pt x="1" y="7407"/>
                    <a:pt x="406" y="8073"/>
                    <a:pt x="1049" y="8407"/>
                  </a:cubicBezTo>
                  <a:cubicBezTo>
                    <a:pt x="1049" y="8454"/>
                    <a:pt x="1049" y="8502"/>
                    <a:pt x="1049" y="8550"/>
                  </a:cubicBezTo>
                  <a:cubicBezTo>
                    <a:pt x="1049" y="8955"/>
                    <a:pt x="1191" y="9336"/>
                    <a:pt x="1453" y="9645"/>
                  </a:cubicBezTo>
                  <a:cubicBezTo>
                    <a:pt x="1668" y="9907"/>
                    <a:pt x="1977" y="10098"/>
                    <a:pt x="2311" y="10193"/>
                  </a:cubicBezTo>
                  <a:cubicBezTo>
                    <a:pt x="2501" y="10812"/>
                    <a:pt x="3097" y="11265"/>
                    <a:pt x="3763" y="11265"/>
                  </a:cubicBezTo>
                  <a:cubicBezTo>
                    <a:pt x="4311" y="11265"/>
                    <a:pt x="4787" y="10955"/>
                    <a:pt x="5049" y="10526"/>
                  </a:cubicBezTo>
                  <a:cubicBezTo>
                    <a:pt x="5311" y="10979"/>
                    <a:pt x="5788" y="11265"/>
                    <a:pt x="6335" y="11265"/>
                  </a:cubicBezTo>
                  <a:cubicBezTo>
                    <a:pt x="7002" y="11265"/>
                    <a:pt x="7598" y="10812"/>
                    <a:pt x="7788" y="10193"/>
                  </a:cubicBezTo>
                  <a:cubicBezTo>
                    <a:pt x="8121" y="10098"/>
                    <a:pt x="8431" y="9907"/>
                    <a:pt x="8645" y="9645"/>
                  </a:cubicBezTo>
                  <a:cubicBezTo>
                    <a:pt x="8907" y="9336"/>
                    <a:pt x="9074" y="8955"/>
                    <a:pt x="9074" y="8550"/>
                  </a:cubicBezTo>
                  <a:cubicBezTo>
                    <a:pt x="9074" y="8502"/>
                    <a:pt x="9050" y="8454"/>
                    <a:pt x="9050" y="8407"/>
                  </a:cubicBezTo>
                  <a:cubicBezTo>
                    <a:pt x="9693" y="8073"/>
                    <a:pt x="10098" y="7430"/>
                    <a:pt x="10098" y="6692"/>
                  </a:cubicBezTo>
                  <a:cubicBezTo>
                    <a:pt x="10098" y="6049"/>
                    <a:pt x="9788" y="5454"/>
                    <a:pt x="9265" y="5097"/>
                  </a:cubicBezTo>
                  <a:cubicBezTo>
                    <a:pt x="9503" y="4787"/>
                    <a:pt x="9622" y="4430"/>
                    <a:pt x="9622" y="4025"/>
                  </a:cubicBezTo>
                  <a:cubicBezTo>
                    <a:pt x="9622" y="3430"/>
                    <a:pt x="9312" y="2882"/>
                    <a:pt x="8812" y="2596"/>
                  </a:cubicBezTo>
                  <a:cubicBezTo>
                    <a:pt x="8836" y="2501"/>
                    <a:pt x="8836" y="2406"/>
                    <a:pt x="8836" y="2310"/>
                  </a:cubicBezTo>
                  <a:cubicBezTo>
                    <a:pt x="8836" y="1572"/>
                    <a:pt x="8241" y="977"/>
                    <a:pt x="7478" y="977"/>
                  </a:cubicBezTo>
                  <a:cubicBezTo>
                    <a:pt x="7383" y="977"/>
                    <a:pt x="7312" y="977"/>
                    <a:pt x="7217" y="1001"/>
                  </a:cubicBezTo>
                  <a:cubicBezTo>
                    <a:pt x="7121" y="429"/>
                    <a:pt x="6621" y="0"/>
                    <a:pt x="6026" y="0"/>
                  </a:cubicBezTo>
                  <a:cubicBezTo>
                    <a:pt x="5621" y="0"/>
                    <a:pt x="5264" y="215"/>
                    <a:pt x="5049" y="524"/>
                  </a:cubicBezTo>
                  <a:cubicBezTo>
                    <a:pt x="4835" y="215"/>
                    <a:pt x="4454" y="0"/>
                    <a:pt x="40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18" name="Google Shape;3818;p44"/>
            <p:cNvSpPr/>
            <p:nvPr/>
          </p:nvSpPr>
          <p:spPr>
            <a:xfrm>
              <a:off x="1013121" y="3801220"/>
              <a:ext cx="57529" cy="88657"/>
            </a:xfrm>
            <a:custGeom>
              <a:rect b="b" l="l" r="r" t="t"/>
              <a:pathLst>
                <a:path extrusionOk="0" h="1763" w="1144">
                  <a:moveTo>
                    <a:pt x="792" y="1"/>
                  </a:moveTo>
                  <a:cubicBezTo>
                    <a:pt x="756" y="1"/>
                    <a:pt x="721" y="9"/>
                    <a:pt x="691" y="24"/>
                  </a:cubicBezTo>
                  <a:cubicBezTo>
                    <a:pt x="596" y="95"/>
                    <a:pt x="548" y="238"/>
                    <a:pt x="619" y="333"/>
                  </a:cubicBezTo>
                  <a:cubicBezTo>
                    <a:pt x="667" y="429"/>
                    <a:pt x="691" y="548"/>
                    <a:pt x="691" y="667"/>
                  </a:cubicBezTo>
                  <a:cubicBezTo>
                    <a:pt x="691" y="976"/>
                    <a:pt x="500" y="1262"/>
                    <a:pt x="191" y="1334"/>
                  </a:cubicBezTo>
                  <a:cubicBezTo>
                    <a:pt x="72" y="1357"/>
                    <a:pt x="0" y="1476"/>
                    <a:pt x="48" y="1595"/>
                  </a:cubicBezTo>
                  <a:cubicBezTo>
                    <a:pt x="72" y="1691"/>
                    <a:pt x="167" y="1762"/>
                    <a:pt x="262" y="1762"/>
                  </a:cubicBezTo>
                  <a:lnTo>
                    <a:pt x="310" y="1762"/>
                  </a:lnTo>
                  <a:cubicBezTo>
                    <a:pt x="810" y="1619"/>
                    <a:pt x="1143" y="1167"/>
                    <a:pt x="1143" y="667"/>
                  </a:cubicBezTo>
                  <a:cubicBezTo>
                    <a:pt x="1143" y="476"/>
                    <a:pt x="1096" y="286"/>
                    <a:pt x="1000" y="119"/>
                  </a:cubicBezTo>
                  <a:cubicBezTo>
                    <a:pt x="952" y="38"/>
                    <a:pt x="869" y="1"/>
                    <a:pt x="7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19" name="Google Shape;3819;p44"/>
            <p:cNvSpPr/>
            <p:nvPr/>
          </p:nvSpPr>
          <p:spPr>
            <a:xfrm>
              <a:off x="1053803" y="3944890"/>
              <a:ext cx="67134" cy="79102"/>
            </a:xfrm>
            <a:custGeom>
              <a:rect b="b" l="l" r="r" t="t"/>
              <a:pathLst>
                <a:path extrusionOk="0" h="1573" w="1335">
                  <a:moveTo>
                    <a:pt x="215" y="1"/>
                  </a:moveTo>
                  <a:cubicBezTo>
                    <a:pt x="96" y="1"/>
                    <a:pt x="1" y="96"/>
                    <a:pt x="1" y="215"/>
                  </a:cubicBezTo>
                  <a:cubicBezTo>
                    <a:pt x="1" y="334"/>
                    <a:pt x="96" y="429"/>
                    <a:pt x="215" y="429"/>
                  </a:cubicBezTo>
                  <a:cubicBezTo>
                    <a:pt x="596" y="429"/>
                    <a:pt x="882" y="739"/>
                    <a:pt x="882" y="1120"/>
                  </a:cubicBezTo>
                  <a:cubicBezTo>
                    <a:pt x="882" y="1168"/>
                    <a:pt x="882" y="1239"/>
                    <a:pt x="858" y="1287"/>
                  </a:cubicBezTo>
                  <a:cubicBezTo>
                    <a:pt x="834" y="1406"/>
                    <a:pt x="906" y="1525"/>
                    <a:pt x="1025" y="1572"/>
                  </a:cubicBezTo>
                  <a:lnTo>
                    <a:pt x="1073" y="1572"/>
                  </a:lnTo>
                  <a:cubicBezTo>
                    <a:pt x="1192" y="1572"/>
                    <a:pt x="1263" y="1501"/>
                    <a:pt x="1287" y="1406"/>
                  </a:cubicBezTo>
                  <a:cubicBezTo>
                    <a:pt x="1311" y="1310"/>
                    <a:pt x="1335" y="1215"/>
                    <a:pt x="1335" y="1120"/>
                  </a:cubicBezTo>
                  <a:cubicBezTo>
                    <a:pt x="1335" y="501"/>
                    <a:pt x="834" y="1"/>
                    <a:pt x="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20" name="Google Shape;3820;p44"/>
            <p:cNvSpPr/>
            <p:nvPr/>
          </p:nvSpPr>
          <p:spPr>
            <a:xfrm>
              <a:off x="1063408" y="3712563"/>
              <a:ext cx="88657" cy="36006"/>
            </a:xfrm>
            <a:custGeom>
              <a:rect b="b" l="l" r="r" t="t"/>
              <a:pathLst>
                <a:path extrusionOk="0" h="716" w="1763">
                  <a:moveTo>
                    <a:pt x="250" y="1"/>
                  </a:moveTo>
                  <a:cubicBezTo>
                    <a:pt x="197" y="1"/>
                    <a:pt x="143" y="24"/>
                    <a:pt x="96" y="72"/>
                  </a:cubicBezTo>
                  <a:cubicBezTo>
                    <a:pt x="0" y="167"/>
                    <a:pt x="0" y="310"/>
                    <a:pt x="96" y="382"/>
                  </a:cubicBezTo>
                  <a:cubicBezTo>
                    <a:pt x="310" y="596"/>
                    <a:pt x="596" y="715"/>
                    <a:pt x="882" y="715"/>
                  </a:cubicBezTo>
                  <a:cubicBezTo>
                    <a:pt x="1191" y="715"/>
                    <a:pt x="1453" y="596"/>
                    <a:pt x="1667" y="382"/>
                  </a:cubicBezTo>
                  <a:cubicBezTo>
                    <a:pt x="1763" y="286"/>
                    <a:pt x="1763" y="167"/>
                    <a:pt x="1667" y="72"/>
                  </a:cubicBezTo>
                  <a:cubicBezTo>
                    <a:pt x="1632" y="24"/>
                    <a:pt x="1578" y="1"/>
                    <a:pt x="1522" y="1"/>
                  </a:cubicBezTo>
                  <a:cubicBezTo>
                    <a:pt x="1465" y="1"/>
                    <a:pt x="1405" y="24"/>
                    <a:pt x="1358" y="72"/>
                  </a:cubicBezTo>
                  <a:cubicBezTo>
                    <a:pt x="1239" y="191"/>
                    <a:pt x="1072" y="286"/>
                    <a:pt x="882" y="286"/>
                  </a:cubicBezTo>
                  <a:cubicBezTo>
                    <a:pt x="715" y="286"/>
                    <a:pt x="524" y="191"/>
                    <a:pt x="405" y="72"/>
                  </a:cubicBezTo>
                  <a:cubicBezTo>
                    <a:pt x="358" y="24"/>
                    <a:pt x="304" y="1"/>
                    <a:pt x="2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21" name="Google Shape;3821;p44"/>
            <p:cNvSpPr/>
            <p:nvPr/>
          </p:nvSpPr>
          <p:spPr>
            <a:xfrm>
              <a:off x="1288544" y="3801873"/>
              <a:ext cx="56322" cy="88003"/>
            </a:xfrm>
            <a:custGeom>
              <a:rect b="b" l="l" r="r" t="t"/>
              <a:pathLst>
                <a:path extrusionOk="0" h="1750" w="1120">
                  <a:moveTo>
                    <a:pt x="323" y="0"/>
                  </a:moveTo>
                  <a:cubicBezTo>
                    <a:pt x="249" y="0"/>
                    <a:pt x="175" y="42"/>
                    <a:pt x="143" y="106"/>
                  </a:cubicBezTo>
                  <a:cubicBezTo>
                    <a:pt x="48" y="273"/>
                    <a:pt x="1" y="463"/>
                    <a:pt x="1" y="654"/>
                  </a:cubicBezTo>
                  <a:cubicBezTo>
                    <a:pt x="1" y="1178"/>
                    <a:pt x="334" y="1606"/>
                    <a:pt x="810" y="1749"/>
                  </a:cubicBezTo>
                  <a:lnTo>
                    <a:pt x="882" y="1749"/>
                  </a:lnTo>
                  <a:cubicBezTo>
                    <a:pt x="977" y="1749"/>
                    <a:pt x="1072" y="1678"/>
                    <a:pt x="1096" y="1582"/>
                  </a:cubicBezTo>
                  <a:cubicBezTo>
                    <a:pt x="1120" y="1463"/>
                    <a:pt x="1048" y="1344"/>
                    <a:pt x="929" y="1321"/>
                  </a:cubicBezTo>
                  <a:cubicBezTo>
                    <a:pt x="644" y="1249"/>
                    <a:pt x="429" y="963"/>
                    <a:pt x="429" y="654"/>
                  </a:cubicBezTo>
                  <a:cubicBezTo>
                    <a:pt x="429" y="535"/>
                    <a:pt x="453" y="439"/>
                    <a:pt x="524" y="320"/>
                  </a:cubicBezTo>
                  <a:cubicBezTo>
                    <a:pt x="572" y="225"/>
                    <a:pt x="548" y="82"/>
                    <a:pt x="429" y="35"/>
                  </a:cubicBezTo>
                  <a:cubicBezTo>
                    <a:pt x="397" y="11"/>
                    <a:pt x="360" y="0"/>
                    <a:pt x="3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22" name="Google Shape;3822;p44"/>
            <p:cNvSpPr/>
            <p:nvPr/>
          </p:nvSpPr>
          <p:spPr>
            <a:xfrm>
              <a:off x="1237050" y="3944890"/>
              <a:ext cx="68290" cy="79102"/>
            </a:xfrm>
            <a:custGeom>
              <a:rect b="b" l="l" r="r" t="t"/>
              <a:pathLst>
                <a:path extrusionOk="0" h="1573" w="1358">
                  <a:moveTo>
                    <a:pt x="1120" y="1"/>
                  </a:moveTo>
                  <a:cubicBezTo>
                    <a:pt x="524" y="1"/>
                    <a:pt x="1" y="501"/>
                    <a:pt x="1" y="1120"/>
                  </a:cubicBezTo>
                  <a:cubicBezTo>
                    <a:pt x="1" y="1215"/>
                    <a:pt x="24" y="1310"/>
                    <a:pt x="48" y="1406"/>
                  </a:cubicBezTo>
                  <a:cubicBezTo>
                    <a:pt x="72" y="1501"/>
                    <a:pt x="167" y="1572"/>
                    <a:pt x="262" y="1572"/>
                  </a:cubicBezTo>
                  <a:cubicBezTo>
                    <a:pt x="286" y="1572"/>
                    <a:pt x="310" y="1572"/>
                    <a:pt x="310" y="1549"/>
                  </a:cubicBezTo>
                  <a:cubicBezTo>
                    <a:pt x="429" y="1525"/>
                    <a:pt x="501" y="1406"/>
                    <a:pt x="477" y="1287"/>
                  </a:cubicBezTo>
                  <a:cubicBezTo>
                    <a:pt x="453" y="1239"/>
                    <a:pt x="453" y="1168"/>
                    <a:pt x="453" y="1120"/>
                  </a:cubicBezTo>
                  <a:cubicBezTo>
                    <a:pt x="453" y="739"/>
                    <a:pt x="763" y="429"/>
                    <a:pt x="1120" y="429"/>
                  </a:cubicBezTo>
                  <a:cubicBezTo>
                    <a:pt x="1239" y="429"/>
                    <a:pt x="1358" y="334"/>
                    <a:pt x="1358" y="215"/>
                  </a:cubicBezTo>
                  <a:cubicBezTo>
                    <a:pt x="1358" y="96"/>
                    <a:pt x="1263" y="1"/>
                    <a:pt x="11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23" name="Google Shape;3823;p44"/>
            <p:cNvSpPr/>
            <p:nvPr/>
          </p:nvSpPr>
          <p:spPr>
            <a:xfrm>
              <a:off x="1205922" y="3713468"/>
              <a:ext cx="88657" cy="35101"/>
            </a:xfrm>
            <a:custGeom>
              <a:rect b="b" l="l" r="r" t="t"/>
              <a:pathLst>
                <a:path extrusionOk="0" h="698" w="1763">
                  <a:moveTo>
                    <a:pt x="250" y="1"/>
                  </a:moveTo>
                  <a:cubicBezTo>
                    <a:pt x="197" y="1"/>
                    <a:pt x="143" y="18"/>
                    <a:pt x="96" y="54"/>
                  </a:cubicBezTo>
                  <a:cubicBezTo>
                    <a:pt x="0" y="149"/>
                    <a:pt x="0" y="292"/>
                    <a:pt x="96" y="364"/>
                  </a:cubicBezTo>
                  <a:cubicBezTo>
                    <a:pt x="310" y="578"/>
                    <a:pt x="596" y="697"/>
                    <a:pt x="881" y="697"/>
                  </a:cubicBezTo>
                  <a:cubicBezTo>
                    <a:pt x="1191" y="697"/>
                    <a:pt x="1477" y="578"/>
                    <a:pt x="1691" y="364"/>
                  </a:cubicBezTo>
                  <a:cubicBezTo>
                    <a:pt x="1763" y="292"/>
                    <a:pt x="1763" y="149"/>
                    <a:pt x="1667" y="54"/>
                  </a:cubicBezTo>
                  <a:cubicBezTo>
                    <a:pt x="1632" y="18"/>
                    <a:pt x="1578" y="1"/>
                    <a:pt x="1521" y="1"/>
                  </a:cubicBezTo>
                  <a:cubicBezTo>
                    <a:pt x="1465" y="1"/>
                    <a:pt x="1405" y="18"/>
                    <a:pt x="1358" y="54"/>
                  </a:cubicBezTo>
                  <a:cubicBezTo>
                    <a:pt x="1239" y="197"/>
                    <a:pt x="1072" y="268"/>
                    <a:pt x="881" y="268"/>
                  </a:cubicBezTo>
                  <a:cubicBezTo>
                    <a:pt x="715" y="268"/>
                    <a:pt x="524" y="197"/>
                    <a:pt x="405" y="54"/>
                  </a:cubicBezTo>
                  <a:cubicBezTo>
                    <a:pt x="358" y="18"/>
                    <a:pt x="304" y="1"/>
                    <a:pt x="2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24" name="Google Shape;3824;p44"/>
            <p:cNvSpPr/>
            <p:nvPr/>
          </p:nvSpPr>
          <p:spPr>
            <a:xfrm>
              <a:off x="1002309" y="3650307"/>
              <a:ext cx="27608" cy="22780"/>
            </a:xfrm>
            <a:custGeom>
              <a:rect b="b" l="l" r="r" t="t"/>
              <a:pathLst>
                <a:path extrusionOk="0" h="453" w="549">
                  <a:moveTo>
                    <a:pt x="263" y="0"/>
                  </a:moveTo>
                  <a:cubicBezTo>
                    <a:pt x="191" y="0"/>
                    <a:pt x="96" y="48"/>
                    <a:pt x="72" y="119"/>
                  </a:cubicBezTo>
                  <a:cubicBezTo>
                    <a:pt x="1" y="286"/>
                    <a:pt x="120" y="453"/>
                    <a:pt x="263" y="453"/>
                  </a:cubicBezTo>
                  <a:cubicBezTo>
                    <a:pt x="430" y="453"/>
                    <a:pt x="549" y="286"/>
                    <a:pt x="453" y="96"/>
                  </a:cubicBezTo>
                  <a:cubicBezTo>
                    <a:pt x="430" y="48"/>
                    <a:pt x="358" y="0"/>
                    <a:pt x="2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25" name="Google Shape;3825;p44"/>
            <p:cNvSpPr/>
            <p:nvPr/>
          </p:nvSpPr>
          <p:spPr>
            <a:xfrm>
              <a:off x="1140046" y="3839488"/>
              <a:ext cx="77895" cy="57579"/>
            </a:xfrm>
            <a:custGeom>
              <a:rect b="b" l="l" r="r" t="t"/>
              <a:pathLst>
                <a:path extrusionOk="0" h="1145" w="1549">
                  <a:moveTo>
                    <a:pt x="1307" y="1"/>
                  </a:moveTo>
                  <a:cubicBezTo>
                    <a:pt x="1251" y="1"/>
                    <a:pt x="1191" y="25"/>
                    <a:pt x="1144" y="72"/>
                  </a:cubicBezTo>
                  <a:lnTo>
                    <a:pt x="596" y="620"/>
                  </a:lnTo>
                  <a:lnTo>
                    <a:pt x="405" y="430"/>
                  </a:lnTo>
                  <a:cubicBezTo>
                    <a:pt x="358" y="382"/>
                    <a:pt x="304" y="358"/>
                    <a:pt x="251" y="358"/>
                  </a:cubicBezTo>
                  <a:cubicBezTo>
                    <a:pt x="197" y="358"/>
                    <a:pt x="143" y="382"/>
                    <a:pt x="96" y="430"/>
                  </a:cubicBezTo>
                  <a:cubicBezTo>
                    <a:pt x="1" y="501"/>
                    <a:pt x="1" y="644"/>
                    <a:pt x="96" y="739"/>
                  </a:cubicBezTo>
                  <a:lnTo>
                    <a:pt x="453" y="1073"/>
                  </a:lnTo>
                  <a:cubicBezTo>
                    <a:pt x="477" y="1120"/>
                    <a:pt x="548" y="1144"/>
                    <a:pt x="596" y="1144"/>
                  </a:cubicBezTo>
                  <a:cubicBezTo>
                    <a:pt x="667" y="1144"/>
                    <a:pt x="715" y="1120"/>
                    <a:pt x="763" y="1073"/>
                  </a:cubicBezTo>
                  <a:lnTo>
                    <a:pt x="1453" y="382"/>
                  </a:lnTo>
                  <a:cubicBezTo>
                    <a:pt x="1548" y="287"/>
                    <a:pt x="1548" y="168"/>
                    <a:pt x="1453" y="72"/>
                  </a:cubicBezTo>
                  <a:cubicBezTo>
                    <a:pt x="1417" y="25"/>
                    <a:pt x="1364" y="1"/>
                    <a:pt x="13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3826" name="Google Shape;3826;p44"/>
          <p:cNvGrpSpPr/>
          <p:nvPr/>
        </p:nvGrpSpPr>
        <p:grpSpPr>
          <a:xfrm>
            <a:off x="5049669" y="1696633"/>
            <a:ext cx="507801" cy="566486"/>
            <a:chOff x="6516383" y="2355810"/>
            <a:chExt cx="373576" cy="416749"/>
          </a:xfrm>
        </p:grpSpPr>
        <p:sp>
          <p:nvSpPr>
            <p:cNvPr id="3827" name="Google Shape;3827;p44"/>
            <p:cNvSpPr/>
            <p:nvPr/>
          </p:nvSpPr>
          <p:spPr>
            <a:xfrm>
              <a:off x="6516383" y="2355810"/>
              <a:ext cx="373576" cy="416749"/>
            </a:xfrm>
            <a:custGeom>
              <a:rect b="b" l="l" r="r" t="t"/>
              <a:pathLst>
                <a:path extrusionOk="0" h="11265" w="10098">
                  <a:moveTo>
                    <a:pt x="5049" y="4096"/>
                  </a:moveTo>
                  <a:cubicBezTo>
                    <a:pt x="5406" y="4096"/>
                    <a:pt x="5716" y="4382"/>
                    <a:pt x="5716" y="4763"/>
                  </a:cubicBezTo>
                  <a:cubicBezTo>
                    <a:pt x="5716" y="5120"/>
                    <a:pt x="5406" y="5406"/>
                    <a:pt x="5049" y="5406"/>
                  </a:cubicBezTo>
                  <a:cubicBezTo>
                    <a:pt x="4430" y="5406"/>
                    <a:pt x="3954" y="5906"/>
                    <a:pt x="3954" y="6525"/>
                  </a:cubicBezTo>
                  <a:cubicBezTo>
                    <a:pt x="3954" y="6597"/>
                    <a:pt x="3954" y="6668"/>
                    <a:pt x="3954" y="6740"/>
                  </a:cubicBezTo>
                  <a:cubicBezTo>
                    <a:pt x="3692" y="6454"/>
                    <a:pt x="3501" y="6073"/>
                    <a:pt x="3501" y="5644"/>
                  </a:cubicBezTo>
                  <a:cubicBezTo>
                    <a:pt x="3501" y="4787"/>
                    <a:pt x="4192" y="4096"/>
                    <a:pt x="5049" y="4096"/>
                  </a:cubicBezTo>
                  <a:close/>
                  <a:moveTo>
                    <a:pt x="6121" y="4525"/>
                  </a:moveTo>
                  <a:lnTo>
                    <a:pt x="6121" y="4525"/>
                  </a:lnTo>
                  <a:cubicBezTo>
                    <a:pt x="6407" y="4811"/>
                    <a:pt x="6573" y="5192"/>
                    <a:pt x="6573" y="5621"/>
                  </a:cubicBezTo>
                  <a:cubicBezTo>
                    <a:pt x="6573" y="6478"/>
                    <a:pt x="5883" y="7168"/>
                    <a:pt x="5049" y="7168"/>
                  </a:cubicBezTo>
                  <a:cubicBezTo>
                    <a:pt x="4692" y="7168"/>
                    <a:pt x="4382" y="6883"/>
                    <a:pt x="4382" y="6502"/>
                  </a:cubicBezTo>
                  <a:cubicBezTo>
                    <a:pt x="4382" y="6144"/>
                    <a:pt x="4668" y="5859"/>
                    <a:pt x="5049" y="5859"/>
                  </a:cubicBezTo>
                  <a:cubicBezTo>
                    <a:pt x="5644" y="5859"/>
                    <a:pt x="6145" y="5359"/>
                    <a:pt x="6145" y="4763"/>
                  </a:cubicBezTo>
                  <a:cubicBezTo>
                    <a:pt x="6145" y="4668"/>
                    <a:pt x="6145" y="4597"/>
                    <a:pt x="6121" y="4525"/>
                  </a:cubicBezTo>
                  <a:close/>
                  <a:moveTo>
                    <a:pt x="6029" y="446"/>
                  </a:moveTo>
                  <a:cubicBezTo>
                    <a:pt x="6438" y="446"/>
                    <a:pt x="6770" y="769"/>
                    <a:pt x="6788" y="1167"/>
                  </a:cubicBezTo>
                  <a:cubicBezTo>
                    <a:pt x="6597" y="1286"/>
                    <a:pt x="6430" y="1453"/>
                    <a:pt x="6311" y="1644"/>
                  </a:cubicBezTo>
                  <a:cubicBezTo>
                    <a:pt x="6264" y="1763"/>
                    <a:pt x="6287" y="1882"/>
                    <a:pt x="6407" y="1953"/>
                  </a:cubicBezTo>
                  <a:cubicBezTo>
                    <a:pt x="6430" y="1977"/>
                    <a:pt x="6478" y="1977"/>
                    <a:pt x="6502" y="1977"/>
                  </a:cubicBezTo>
                  <a:cubicBezTo>
                    <a:pt x="6597" y="1977"/>
                    <a:pt x="6669" y="1953"/>
                    <a:pt x="6692" y="1882"/>
                  </a:cubicBezTo>
                  <a:cubicBezTo>
                    <a:pt x="6788" y="1715"/>
                    <a:pt x="6930" y="1572"/>
                    <a:pt x="7097" y="1501"/>
                  </a:cubicBezTo>
                  <a:lnTo>
                    <a:pt x="7121" y="1501"/>
                  </a:lnTo>
                  <a:cubicBezTo>
                    <a:pt x="7235" y="1444"/>
                    <a:pt x="7359" y="1414"/>
                    <a:pt x="7489" y="1414"/>
                  </a:cubicBezTo>
                  <a:cubicBezTo>
                    <a:pt x="7632" y="1414"/>
                    <a:pt x="7781" y="1450"/>
                    <a:pt x="7931" y="1524"/>
                  </a:cubicBezTo>
                  <a:cubicBezTo>
                    <a:pt x="8074" y="1572"/>
                    <a:pt x="8169" y="1667"/>
                    <a:pt x="8240" y="1786"/>
                  </a:cubicBezTo>
                  <a:cubicBezTo>
                    <a:pt x="8407" y="2072"/>
                    <a:pt x="8455" y="2358"/>
                    <a:pt x="8359" y="2620"/>
                  </a:cubicBezTo>
                  <a:lnTo>
                    <a:pt x="8359" y="2644"/>
                  </a:lnTo>
                  <a:cubicBezTo>
                    <a:pt x="8288" y="2858"/>
                    <a:pt x="8121" y="3025"/>
                    <a:pt x="7931" y="3144"/>
                  </a:cubicBezTo>
                  <a:cubicBezTo>
                    <a:pt x="7883" y="3168"/>
                    <a:pt x="7835" y="3215"/>
                    <a:pt x="7835" y="3287"/>
                  </a:cubicBezTo>
                  <a:cubicBezTo>
                    <a:pt x="7835" y="3430"/>
                    <a:pt x="7931" y="3525"/>
                    <a:pt x="8050" y="3525"/>
                  </a:cubicBezTo>
                  <a:cubicBezTo>
                    <a:pt x="8097" y="3525"/>
                    <a:pt x="8145" y="3525"/>
                    <a:pt x="8169" y="3501"/>
                  </a:cubicBezTo>
                  <a:cubicBezTo>
                    <a:pt x="8383" y="3382"/>
                    <a:pt x="8550" y="3215"/>
                    <a:pt x="8669" y="3025"/>
                  </a:cubicBezTo>
                  <a:cubicBezTo>
                    <a:pt x="9002" y="3239"/>
                    <a:pt x="9193" y="3620"/>
                    <a:pt x="9193" y="4049"/>
                  </a:cubicBezTo>
                  <a:cubicBezTo>
                    <a:pt x="9193" y="4358"/>
                    <a:pt x="9074" y="4668"/>
                    <a:pt x="8883" y="4882"/>
                  </a:cubicBezTo>
                  <a:cubicBezTo>
                    <a:pt x="8788" y="4858"/>
                    <a:pt x="8717" y="4835"/>
                    <a:pt x="8645" y="4811"/>
                  </a:cubicBezTo>
                  <a:cubicBezTo>
                    <a:pt x="8574" y="4811"/>
                    <a:pt x="8526" y="4811"/>
                    <a:pt x="8478" y="4858"/>
                  </a:cubicBezTo>
                  <a:cubicBezTo>
                    <a:pt x="8296" y="5018"/>
                    <a:pt x="8419" y="5265"/>
                    <a:pt x="8639" y="5265"/>
                  </a:cubicBezTo>
                  <a:cubicBezTo>
                    <a:pt x="8649" y="5265"/>
                    <a:pt x="8659" y="5264"/>
                    <a:pt x="8669" y="5263"/>
                  </a:cubicBezTo>
                  <a:cubicBezTo>
                    <a:pt x="8678" y="5259"/>
                    <a:pt x="8687" y="5257"/>
                    <a:pt x="8697" y="5257"/>
                  </a:cubicBezTo>
                  <a:cubicBezTo>
                    <a:pt x="8741" y="5257"/>
                    <a:pt x="8792" y="5296"/>
                    <a:pt x="8812" y="5335"/>
                  </a:cubicBezTo>
                  <a:cubicBezTo>
                    <a:pt x="8812" y="5359"/>
                    <a:pt x="8836" y="5359"/>
                    <a:pt x="8836" y="5359"/>
                  </a:cubicBezTo>
                  <a:cubicBezTo>
                    <a:pt x="9336" y="5597"/>
                    <a:pt x="9669" y="6121"/>
                    <a:pt x="9669" y="6692"/>
                  </a:cubicBezTo>
                  <a:cubicBezTo>
                    <a:pt x="9669" y="7288"/>
                    <a:pt x="9288" y="7835"/>
                    <a:pt x="8740" y="8073"/>
                  </a:cubicBezTo>
                  <a:lnTo>
                    <a:pt x="8717" y="8073"/>
                  </a:lnTo>
                  <a:cubicBezTo>
                    <a:pt x="8550" y="8145"/>
                    <a:pt x="8359" y="8192"/>
                    <a:pt x="8169" y="8192"/>
                  </a:cubicBezTo>
                  <a:cubicBezTo>
                    <a:pt x="8026" y="8192"/>
                    <a:pt x="7907" y="8169"/>
                    <a:pt x="7788" y="8121"/>
                  </a:cubicBezTo>
                  <a:cubicBezTo>
                    <a:pt x="7776" y="8119"/>
                    <a:pt x="7763" y="8118"/>
                    <a:pt x="7751" y="8118"/>
                  </a:cubicBezTo>
                  <a:cubicBezTo>
                    <a:pt x="7598" y="8118"/>
                    <a:pt x="7460" y="8254"/>
                    <a:pt x="7526" y="8431"/>
                  </a:cubicBezTo>
                  <a:cubicBezTo>
                    <a:pt x="7526" y="8478"/>
                    <a:pt x="7573" y="8526"/>
                    <a:pt x="7645" y="8550"/>
                  </a:cubicBezTo>
                  <a:cubicBezTo>
                    <a:pt x="7812" y="8597"/>
                    <a:pt x="7978" y="8621"/>
                    <a:pt x="8169" y="8621"/>
                  </a:cubicBezTo>
                  <a:cubicBezTo>
                    <a:pt x="8312" y="8621"/>
                    <a:pt x="8478" y="8597"/>
                    <a:pt x="8621" y="8574"/>
                  </a:cubicBezTo>
                  <a:lnTo>
                    <a:pt x="8621" y="8574"/>
                  </a:lnTo>
                  <a:cubicBezTo>
                    <a:pt x="8597" y="9169"/>
                    <a:pt x="8169" y="9693"/>
                    <a:pt x="7573" y="9788"/>
                  </a:cubicBezTo>
                  <a:cubicBezTo>
                    <a:pt x="7495" y="9798"/>
                    <a:pt x="7416" y="9804"/>
                    <a:pt x="7338" y="9804"/>
                  </a:cubicBezTo>
                  <a:cubicBezTo>
                    <a:pt x="7229" y="9804"/>
                    <a:pt x="7123" y="9792"/>
                    <a:pt x="7026" y="9764"/>
                  </a:cubicBezTo>
                  <a:cubicBezTo>
                    <a:pt x="7005" y="9757"/>
                    <a:pt x="6984" y="9754"/>
                    <a:pt x="6964" y="9754"/>
                  </a:cubicBezTo>
                  <a:cubicBezTo>
                    <a:pt x="6914" y="9754"/>
                    <a:pt x="6869" y="9771"/>
                    <a:pt x="6835" y="9788"/>
                  </a:cubicBezTo>
                  <a:cubicBezTo>
                    <a:pt x="6692" y="9931"/>
                    <a:pt x="6764" y="10145"/>
                    <a:pt x="6930" y="10193"/>
                  </a:cubicBezTo>
                  <a:cubicBezTo>
                    <a:pt x="7050" y="10217"/>
                    <a:pt x="7169" y="10241"/>
                    <a:pt x="7288" y="10241"/>
                  </a:cubicBezTo>
                  <a:cubicBezTo>
                    <a:pt x="7108" y="10585"/>
                    <a:pt x="6749" y="10816"/>
                    <a:pt x="6342" y="10816"/>
                  </a:cubicBezTo>
                  <a:cubicBezTo>
                    <a:pt x="6102" y="10816"/>
                    <a:pt x="5844" y="10736"/>
                    <a:pt x="5597" y="10550"/>
                  </a:cubicBezTo>
                  <a:cubicBezTo>
                    <a:pt x="5383" y="10407"/>
                    <a:pt x="5263" y="10145"/>
                    <a:pt x="5263" y="9859"/>
                  </a:cubicBezTo>
                  <a:lnTo>
                    <a:pt x="5263" y="7597"/>
                  </a:lnTo>
                  <a:cubicBezTo>
                    <a:pt x="6264" y="7478"/>
                    <a:pt x="7026" y="6645"/>
                    <a:pt x="7026" y="5644"/>
                  </a:cubicBezTo>
                  <a:cubicBezTo>
                    <a:pt x="7026" y="4620"/>
                    <a:pt x="6264" y="3787"/>
                    <a:pt x="5263" y="3668"/>
                  </a:cubicBezTo>
                  <a:lnTo>
                    <a:pt x="5263" y="1120"/>
                  </a:lnTo>
                  <a:cubicBezTo>
                    <a:pt x="5263" y="905"/>
                    <a:pt x="5359" y="715"/>
                    <a:pt x="5549" y="596"/>
                  </a:cubicBezTo>
                  <a:cubicBezTo>
                    <a:pt x="5712" y="492"/>
                    <a:pt x="5876" y="446"/>
                    <a:pt x="6029" y="446"/>
                  </a:cubicBezTo>
                  <a:close/>
                  <a:moveTo>
                    <a:pt x="4073" y="0"/>
                  </a:moveTo>
                  <a:cubicBezTo>
                    <a:pt x="3477" y="0"/>
                    <a:pt x="2977" y="429"/>
                    <a:pt x="2882" y="1001"/>
                  </a:cubicBezTo>
                  <a:cubicBezTo>
                    <a:pt x="2834" y="977"/>
                    <a:pt x="2787" y="977"/>
                    <a:pt x="2739" y="977"/>
                  </a:cubicBezTo>
                  <a:cubicBezTo>
                    <a:pt x="2668" y="977"/>
                    <a:pt x="2620" y="1001"/>
                    <a:pt x="2572" y="1024"/>
                  </a:cubicBezTo>
                  <a:cubicBezTo>
                    <a:pt x="2453" y="1191"/>
                    <a:pt x="2549" y="1382"/>
                    <a:pt x="2715" y="1405"/>
                  </a:cubicBezTo>
                  <a:cubicBezTo>
                    <a:pt x="2811" y="1429"/>
                    <a:pt x="2906" y="1453"/>
                    <a:pt x="2977" y="1501"/>
                  </a:cubicBezTo>
                  <a:lnTo>
                    <a:pt x="3001" y="1501"/>
                  </a:lnTo>
                  <a:cubicBezTo>
                    <a:pt x="3168" y="1572"/>
                    <a:pt x="3311" y="1691"/>
                    <a:pt x="3406" y="1858"/>
                  </a:cubicBezTo>
                  <a:cubicBezTo>
                    <a:pt x="3430" y="1929"/>
                    <a:pt x="3501" y="1977"/>
                    <a:pt x="3596" y="1977"/>
                  </a:cubicBezTo>
                  <a:cubicBezTo>
                    <a:pt x="3668" y="1977"/>
                    <a:pt x="3739" y="1929"/>
                    <a:pt x="3787" y="1834"/>
                  </a:cubicBezTo>
                  <a:cubicBezTo>
                    <a:pt x="3835" y="1786"/>
                    <a:pt x="3835" y="1715"/>
                    <a:pt x="3787" y="1667"/>
                  </a:cubicBezTo>
                  <a:cubicBezTo>
                    <a:pt x="3692" y="1453"/>
                    <a:pt x="3501" y="1286"/>
                    <a:pt x="3311" y="1167"/>
                  </a:cubicBezTo>
                  <a:cubicBezTo>
                    <a:pt x="3328" y="762"/>
                    <a:pt x="3656" y="441"/>
                    <a:pt x="4057" y="441"/>
                  </a:cubicBezTo>
                  <a:cubicBezTo>
                    <a:pt x="4222" y="441"/>
                    <a:pt x="4400" y="495"/>
                    <a:pt x="4573" y="620"/>
                  </a:cubicBezTo>
                  <a:cubicBezTo>
                    <a:pt x="4740" y="715"/>
                    <a:pt x="4835" y="905"/>
                    <a:pt x="4835" y="1096"/>
                  </a:cubicBezTo>
                  <a:lnTo>
                    <a:pt x="4835" y="3668"/>
                  </a:lnTo>
                  <a:cubicBezTo>
                    <a:pt x="3835" y="3763"/>
                    <a:pt x="3073" y="4620"/>
                    <a:pt x="3073" y="5621"/>
                  </a:cubicBezTo>
                  <a:cubicBezTo>
                    <a:pt x="3073" y="6645"/>
                    <a:pt x="3835" y="7478"/>
                    <a:pt x="4835" y="7597"/>
                  </a:cubicBezTo>
                  <a:lnTo>
                    <a:pt x="4835" y="9883"/>
                  </a:lnTo>
                  <a:cubicBezTo>
                    <a:pt x="4835" y="10121"/>
                    <a:pt x="4716" y="10383"/>
                    <a:pt x="4525" y="10526"/>
                  </a:cubicBezTo>
                  <a:cubicBezTo>
                    <a:pt x="4272" y="10725"/>
                    <a:pt x="4006" y="10811"/>
                    <a:pt x="3757" y="10811"/>
                  </a:cubicBezTo>
                  <a:cubicBezTo>
                    <a:pt x="3349" y="10811"/>
                    <a:pt x="2988" y="10581"/>
                    <a:pt x="2811" y="10241"/>
                  </a:cubicBezTo>
                  <a:cubicBezTo>
                    <a:pt x="2953" y="10241"/>
                    <a:pt x="3073" y="10217"/>
                    <a:pt x="3215" y="10169"/>
                  </a:cubicBezTo>
                  <a:cubicBezTo>
                    <a:pt x="3263" y="10145"/>
                    <a:pt x="3311" y="10121"/>
                    <a:pt x="3334" y="10050"/>
                  </a:cubicBezTo>
                  <a:cubicBezTo>
                    <a:pt x="3376" y="9885"/>
                    <a:pt x="3256" y="9755"/>
                    <a:pt x="3130" y="9755"/>
                  </a:cubicBezTo>
                  <a:cubicBezTo>
                    <a:pt x="3111" y="9755"/>
                    <a:pt x="3091" y="9758"/>
                    <a:pt x="3073" y="9764"/>
                  </a:cubicBezTo>
                  <a:cubicBezTo>
                    <a:pt x="2961" y="9792"/>
                    <a:pt x="2857" y="9804"/>
                    <a:pt x="2753" y="9804"/>
                  </a:cubicBezTo>
                  <a:cubicBezTo>
                    <a:pt x="2679" y="9804"/>
                    <a:pt x="2604" y="9798"/>
                    <a:pt x="2525" y="9788"/>
                  </a:cubicBezTo>
                  <a:cubicBezTo>
                    <a:pt x="1929" y="9693"/>
                    <a:pt x="1477" y="9169"/>
                    <a:pt x="1477" y="8550"/>
                  </a:cubicBezTo>
                  <a:lnTo>
                    <a:pt x="1477" y="8550"/>
                  </a:lnTo>
                  <a:cubicBezTo>
                    <a:pt x="1620" y="8597"/>
                    <a:pt x="1763" y="8621"/>
                    <a:pt x="1929" y="8621"/>
                  </a:cubicBezTo>
                  <a:cubicBezTo>
                    <a:pt x="2096" y="8621"/>
                    <a:pt x="2287" y="8597"/>
                    <a:pt x="2453" y="8550"/>
                  </a:cubicBezTo>
                  <a:cubicBezTo>
                    <a:pt x="2525" y="8526"/>
                    <a:pt x="2549" y="8478"/>
                    <a:pt x="2572" y="8431"/>
                  </a:cubicBezTo>
                  <a:cubicBezTo>
                    <a:pt x="2635" y="8244"/>
                    <a:pt x="2517" y="8112"/>
                    <a:pt x="2375" y="8112"/>
                  </a:cubicBezTo>
                  <a:cubicBezTo>
                    <a:pt x="2354" y="8112"/>
                    <a:pt x="2332" y="8115"/>
                    <a:pt x="2310" y="8121"/>
                  </a:cubicBezTo>
                  <a:cubicBezTo>
                    <a:pt x="2191" y="8145"/>
                    <a:pt x="2048" y="8169"/>
                    <a:pt x="1929" y="8169"/>
                  </a:cubicBezTo>
                  <a:cubicBezTo>
                    <a:pt x="1739" y="8169"/>
                    <a:pt x="1548" y="8145"/>
                    <a:pt x="1358" y="8073"/>
                  </a:cubicBezTo>
                  <a:cubicBezTo>
                    <a:pt x="1358" y="8073"/>
                    <a:pt x="1358" y="8073"/>
                    <a:pt x="1358" y="8050"/>
                  </a:cubicBezTo>
                  <a:cubicBezTo>
                    <a:pt x="786" y="7835"/>
                    <a:pt x="429" y="7288"/>
                    <a:pt x="429" y="6668"/>
                  </a:cubicBezTo>
                  <a:cubicBezTo>
                    <a:pt x="429" y="6097"/>
                    <a:pt x="763" y="5597"/>
                    <a:pt x="1263" y="5335"/>
                  </a:cubicBezTo>
                  <a:lnTo>
                    <a:pt x="1286" y="5335"/>
                  </a:lnTo>
                  <a:cubicBezTo>
                    <a:pt x="1310" y="5263"/>
                    <a:pt x="1382" y="5240"/>
                    <a:pt x="1429" y="5240"/>
                  </a:cubicBezTo>
                  <a:cubicBezTo>
                    <a:pt x="1447" y="5243"/>
                    <a:pt x="1465" y="5245"/>
                    <a:pt x="1481" y="5245"/>
                  </a:cubicBezTo>
                  <a:cubicBezTo>
                    <a:pt x="1687" y="5245"/>
                    <a:pt x="1796" y="4989"/>
                    <a:pt x="1620" y="4835"/>
                  </a:cubicBezTo>
                  <a:cubicBezTo>
                    <a:pt x="1586" y="4818"/>
                    <a:pt x="1552" y="4801"/>
                    <a:pt x="1510" y="4801"/>
                  </a:cubicBezTo>
                  <a:cubicBezTo>
                    <a:pt x="1493" y="4801"/>
                    <a:pt x="1474" y="4804"/>
                    <a:pt x="1453" y="4811"/>
                  </a:cubicBezTo>
                  <a:cubicBezTo>
                    <a:pt x="1382" y="4811"/>
                    <a:pt x="1310" y="4835"/>
                    <a:pt x="1239" y="4882"/>
                  </a:cubicBezTo>
                  <a:cubicBezTo>
                    <a:pt x="1024" y="4644"/>
                    <a:pt x="905" y="4335"/>
                    <a:pt x="905" y="4025"/>
                  </a:cubicBezTo>
                  <a:cubicBezTo>
                    <a:pt x="905" y="3620"/>
                    <a:pt x="1096" y="3239"/>
                    <a:pt x="1429" y="3001"/>
                  </a:cubicBezTo>
                  <a:cubicBezTo>
                    <a:pt x="1548" y="3215"/>
                    <a:pt x="1715" y="3382"/>
                    <a:pt x="1929" y="3501"/>
                  </a:cubicBezTo>
                  <a:cubicBezTo>
                    <a:pt x="1977" y="3501"/>
                    <a:pt x="2001" y="3525"/>
                    <a:pt x="2048" y="3525"/>
                  </a:cubicBezTo>
                  <a:cubicBezTo>
                    <a:pt x="2168" y="3525"/>
                    <a:pt x="2287" y="3430"/>
                    <a:pt x="2263" y="3263"/>
                  </a:cubicBezTo>
                  <a:cubicBezTo>
                    <a:pt x="2263" y="3191"/>
                    <a:pt x="2215" y="3144"/>
                    <a:pt x="2168" y="3120"/>
                  </a:cubicBezTo>
                  <a:cubicBezTo>
                    <a:pt x="1977" y="3025"/>
                    <a:pt x="1810" y="2834"/>
                    <a:pt x="1739" y="2620"/>
                  </a:cubicBezTo>
                  <a:cubicBezTo>
                    <a:pt x="1715" y="2548"/>
                    <a:pt x="1715" y="2477"/>
                    <a:pt x="1691" y="2406"/>
                  </a:cubicBezTo>
                  <a:cubicBezTo>
                    <a:pt x="1691" y="2334"/>
                    <a:pt x="1667" y="2287"/>
                    <a:pt x="1596" y="2263"/>
                  </a:cubicBezTo>
                  <a:cubicBezTo>
                    <a:pt x="1554" y="2242"/>
                    <a:pt x="1513" y="2232"/>
                    <a:pt x="1474" y="2232"/>
                  </a:cubicBezTo>
                  <a:cubicBezTo>
                    <a:pt x="1341" y="2232"/>
                    <a:pt x="1244" y="2347"/>
                    <a:pt x="1263" y="2477"/>
                  </a:cubicBezTo>
                  <a:cubicBezTo>
                    <a:pt x="1263" y="2525"/>
                    <a:pt x="1263" y="2548"/>
                    <a:pt x="1286" y="2572"/>
                  </a:cubicBezTo>
                  <a:cubicBezTo>
                    <a:pt x="786" y="2882"/>
                    <a:pt x="477" y="3430"/>
                    <a:pt x="477" y="4025"/>
                  </a:cubicBezTo>
                  <a:cubicBezTo>
                    <a:pt x="477" y="4406"/>
                    <a:pt x="596" y="4787"/>
                    <a:pt x="834" y="5097"/>
                  </a:cubicBezTo>
                  <a:cubicBezTo>
                    <a:pt x="310" y="5454"/>
                    <a:pt x="0" y="6025"/>
                    <a:pt x="0" y="6668"/>
                  </a:cubicBezTo>
                  <a:cubicBezTo>
                    <a:pt x="0" y="7407"/>
                    <a:pt x="405" y="8073"/>
                    <a:pt x="1048" y="8407"/>
                  </a:cubicBezTo>
                  <a:cubicBezTo>
                    <a:pt x="1048" y="8454"/>
                    <a:pt x="1048" y="8502"/>
                    <a:pt x="1048" y="8550"/>
                  </a:cubicBezTo>
                  <a:cubicBezTo>
                    <a:pt x="1048" y="8955"/>
                    <a:pt x="1191" y="9336"/>
                    <a:pt x="1453" y="9645"/>
                  </a:cubicBezTo>
                  <a:cubicBezTo>
                    <a:pt x="1691" y="9907"/>
                    <a:pt x="1977" y="10098"/>
                    <a:pt x="2334" y="10193"/>
                  </a:cubicBezTo>
                  <a:cubicBezTo>
                    <a:pt x="2525" y="10812"/>
                    <a:pt x="3096" y="11265"/>
                    <a:pt x="3763" y="11265"/>
                  </a:cubicBezTo>
                  <a:cubicBezTo>
                    <a:pt x="4311" y="11265"/>
                    <a:pt x="4787" y="10955"/>
                    <a:pt x="5049" y="10526"/>
                  </a:cubicBezTo>
                  <a:cubicBezTo>
                    <a:pt x="5311" y="10955"/>
                    <a:pt x="5811" y="11265"/>
                    <a:pt x="6335" y="11265"/>
                  </a:cubicBezTo>
                  <a:cubicBezTo>
                    <a:pt x="7002" y="11265"/>
                    <a:pt x="7597" y="10812"/>
                    <a:pt x="7788" y="10193"/>
                  </a:cubicBezTo>
                  <a:cubicBezTo>
                    <a:pt x="8121" y="10098"/>
                    <a:pt x="8431" y="9907"/>
                    <a:pt x="8669" y="9645"/>
                  </a:cubicBezTo>
                  <a:cubicBezTo>
                    <a:pt x="8931" y="9336"/>
                    <a:pt x="9074" y="8955"/>
                    <a:pt x="9074" y="8550"/>
                  </a:cubicBezTo>
                  <a:cubicBezTo>
                    <a:pt x="9074" y="8502"/>
                    <a:pt x="9074" y="8454"/>
                    <a:pt x="9050" y="8407"/>
                  </a:cubicBezTo>
                  <a:cubicBezTo>
                    <a:pt x="9693" y="8073"/>
                    <a:pt x="10098" y="7430"/>
                    <a:pt x="10098" y="6692"/>
                  </a:cubicBezTo>
                  <a:cubicBezTo>
                    <a:pt x="10098" y="6049"/>
                    <a:pt x="9788" y="5454"/>
                    <a:pt x="9264" y="5097"/>
                  </a:cubicBezTo>
                  <a:cubicBezTo>
                    <a:pt x="9502" y="4787"/>
                    <a:pt x="9645" y="4430"/>
                    <a:pt x="9645" y="4025"/>
                  </a:cubicBezTo>
                  <a:cubicBezTo>
                    <a:pt x="9645" y="3430"/>
                    <a:pt x="9312" y="2882"/>
                    <a:pt x="8812" y="2596"/>
                  </a:cubicBezTo>
                  <a:cubicBezTo>
                    <a:pt x="8836" y="2501"/>
                    <a:pt x="8859" y="2406"/>
                    <a:pt x="8859" y="2310"/>
                  </a:cubicBezTo>
                  <a:cubicBezTo>
                    <a:pt x="8859" y="1572"/>
                    <a:pt x="8240" y="977"/>
                    <a:pt x="7502" y="977"/>
                  </a:cubicBezTo>
                  <a:cubicBezTo>
                    <a:pt x="7407" y="977"/>
                    <a:pt x="7311" y="977"/>
                    <a:pt x="7216" y="1001"/>
                  </a:cubicBezTo>
                  <a:cubicBezTo>
                    <a:pt x="7121" y="429"/>
                    <a:pt x="6621" y="0"/>
                    <a:pt x="6026" y="0"/>
                  </a:cubicBezTo>
                  <a:cubicBezTo>
                    <a:pt x="5621" y="0"/>
                    <a:pt x="5263" y="215"/>
                    <a:pt x="5049" y="524"/>
                  </a:cubicBezTo>
                  <a:cubicBezTo>
                    <a:pt x="4835" y="215"/>
                    <a:pt x="4478" y="0"/>
                    <a:pt x="40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28" name="Google Shape;3828;p44"/>
            <p:cNvSpPr/>
            <p:nvPr/>
          </p:nvSpPr>
          <p:spPr>
            <a:xfrm>
              <a:off x="6581568" y="2514889"/>
              <a:ext cx="41434" cy="64741"/>
            </a:xfrm>
            <a:custGeom>
              <a:rect b="b" l="l" r="r" t="t"/>
              <a:pathLst>
                <a:path extrusionOk="0" h="1750" w="1120">
                  <a:moveTo>
                    <a:pt x="785" y="0"/>
                  </a:moveTo>
                  <a:cubicBezTo>
                    <a:pt x="747" y="0"/>
                    <a:pt x="707" y="11"/>
                    <a:pt x="668" y="35"/>
                  </a:cubicBezTo>
                  <a:cubicBezTo>
                    <a:pt x="572" y="82"/>
                    <a:pt x="525" y="225"/>
                    <a:pt x="596" y="320"/>
                  </a:cubicBezTo>
                  <a:cubicBezTo>
                    <a:pt x="644" y="439"/>
                    <a:pt x="691" y="558"/>
                    <a:pt x="691" y="678"/>
                  </a:cubicBezTo>
                  <a:cubicBezTo>
                    <a:pt x="691" y="987"/>
                    <a:pt x="477" y="1249"/>
                    <a:pt x="167" y="1321"/>
                  </a:cubicBezTo>
                  <a:cubicBezTo>
                    <a:pt x="72" y="1368"/>
                    <a:pt x="1" y="1487"/>
                    <a:pt x="25" y="1582"/>
                  </a:cubicBezTo>
                  <a:cubicBezTo>
                    <a:pt x="48" y="1678"/>
                    <a:pt x="144" y="1749"/>
                    <a:pt x="239" y="1749"/>
                  </a:cubicBezTo>
                  <a:lnTo>
                    <a:pt x="286" y="1749"/>
                  </a:lnTo>
                  <a:cubicBezTo>
                    <a:pt x="787" y="1606"/>
                    <a:pt x="1120" y="1178"/>
                    <a:pt x="1120" y="678"/>
                  </a:cubicBezTo>
                  <a:cubicBezTo>
                    <a:pt x="1120" y="463"/>
                    <a:pt x="1072" y="273"/>
                    <a:pt x="977" y="106"/>
                  </a:cubicBezTo>
                  <a:cubicBezTo>
                    <a:pt x="929" y="42"/>
                    <a:pt x="861" y="0"/>
                    <a:pt x="7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29" name="Google Shape;3829;p44"/>
            <p:cNvSpPr/>
            <p:nvPr/>
          </p:nvSpPr>
          <p:spPr>
            <a:xfrm>
              <a:off x="6610646" y="2620102"/>
              <a:ext cx="49388" cy="58193"/>
            </a:xfrm>
            <a:custGeom>
              <a:rect b="b" l="l" r="r" t="t"/>
              <a:pathLst>
                <a:path extrusionOk="0" h="1573" w="1335">
                  <a:moveTo>
                    <a:pt x="215" y="1"/>
                  </a:moveTo>
                  <a:cubicBezTo>
                    <a:pt x="96" y="1"/>
                    <a:pt x="1" y="96"/>
                    <a:pt x="1" y="215"/>
                  </a:cubicBezTo>
                  <a:cubicBezTo>
                    <a:pt x="1" y="334"/>
                    <a:pt x="96" y="453"/>
                    <a:pt x="215" y="453"/>
                  </a:cubicBezTo>
                  <a:cubicBezTo>
                    <a:pt x="596" y="453"/>
                    <a:pt x="906" y="739"/>
                    <a:pt x="906" y="1120"/>
                  </a:cubicBezTo>
                  <a:cubicBezTo>
                    <a:pt x="906" y="1191"/>
                    <a:pt x="882" y="1239"/>
                    <a:pt x="882" y="1287"/>
                  </a:cubicBezTo>
                  <a:cubicBezTo>
                    <a:pt x="834" y="1406"/>
                    <a:pt x="906" y="1549"/>
                    <a:pt x="1025" y="1572"/>
                  </a:cubicBezTo>
                  <a:lnTo>
                    <a:pt x="1096" y="1572"/>
                  </a:lnTo>
                  <a:cubicBezTo>
                    <a:pt x="1191" y="1572"/>
                    <a:pt x="1263" y="1501"/>
                    <a:pt x="1287" y="1406"/>
                  </a:cubicBezTo>
                  <a:cubicBezTo>
                    <a:pt x="1334" y="1310"/>
                    <a:pt x="1334" y="1215"/>
                    <a:pt x="1334" y="1120"/>
                  </a:cubicBezTo>
                  <a:cubicBezTo>
                    <a:pt x="1334" y="501"/>
                    <a:pt x="834" y="1"/>
                    <a:pt x="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30" name="Google Shape;3830;p44"/>
            <p:cNvSpPr/>
            <p:nvPr/>
          </p:nvSpPr>
          <p:spPr>
            <a:xfrm>
              <a:off x="6618563" y="2450073"/>
              <a:ext cx="64371" cy="25601"/>
            </a:xfrm>
            <a:custGeom>
              <a:rect b="b" l="l" r="r" t="t"/>
              <a:pathLst>
                <a:path extrusionOk="0" h="692" w="1740">
                  <a:moveTo>
                    <a:pt x="236" y="0"/>
                  </a:moveTo>
                  <a:cubicBezTo>
                    <a:pt x="180" y="0"/>
                    <a:pt x="120" y="24"/>
                    <a:pt x="72" y="72"/>
                  </a:cubicBezTo>
                  <a:cubicBezTo>
                    <a:pt x="1" y="143"/>
                    <a:pt x="1" y="286"/>
                    <a:pt x="72" y="382"/>
                  </a:cubicBezTo>
                  <a:cubicBezTo>
                    <a:pt x="287" y="572"/>
                    <a:pt x="572" y="691"/>
                    <a:pt x="858" y="691"/>
                  </a:cubicBezTo>
                  <a:cubicBezTo>
                    <a:pt x="1168" y="691"/>
                    <a:pt x="1454" y="572"/>
                    <a:pt x="1644" y="382"/>
                  </a:cubicBezTo>
                  <a:cubicBezTo>
                    <a:pt x="1739" y="286"/>
                    <a:pt x="1739" y="143"/>
                    <a:pt x="1644" y="72"/>
                  </a:cubicBezTo>
                  <a:cubicBezTo>
                    <a:pt x="1608" y="24"/>
                    <a:pt x="1555" y="0"/>
                    <a:pt x="1498" y="0"/>
                  </a:cubicBezTo>
                  <a:cubicBezTo>
                    <a:pt x="1442" y="0"/>
                    <a:pt x="1382" y="24"/>
                    <a:pt x="1335" y="72"/>
                  </a:cubicBezTo>
                  <a:cubicBezTo>
                    <a:pt x="1215" y="191"/>
                    <a:pt x="1049" y="262"/>
                    <a:pt x="858" y="262"/>
                  </a:cubicBezTo>
                  <a:cubicBezTo>
                    <a:pt x="692" y="262"/>
                    <a:pt x="525" y="191"/>
                    <a:pt x="382" y="72"/>
                  </a:cubicBezTo>
                  <a:cubicBezTo>
                    <a:pt x="346" y="24"/>
                    <a:pt x="293" y="0"/>
                    <a:pt x="2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31" name="Google Shape;3831;p44"/>
            <p:cNvSpPr/>
            <p:nvPr/>
          </p:nvSpPr>
          <p:spPr>
            <a:xfrm>
              <a:off x="6783339" y="2514889"/>
              <a:ext cx="41434" cy="64741"/>
            </a:xfrm>
            <a:custGeom>
              <a:rect b="b" l="l" r="r" t="t"/>
              <a:pathLst>
                <a:path extrusionOk="0" h="1750" w="1120">
                  <a:moveTo>
                    <a:pt x="328" y="0"/>
                  </a:moveTo>
                  <a:cubicBezTo>
                    <a:pt x="260" y="0"/>
                    <a:pt x="191" y="42"/>
                    <a:pt x="143" y="106"/>
                  </a:cubicBezTo>
                  <a:cubicBezTo>
                    <a:pt x="48" y="273"/>
                    <a:pt x="0" y="463"/>
                    <a:pt x="0" y="678"/>
                  </a:cubicBezTo>
                  <a:cubicBezTo>
                    <a:pt x="0" y="1178"/>
                    <a:pt x="334" y="1630"/>
                    <a:pt x="810" y="1749"/>
                  </a:cubicBezTo>
                  <a:lnTo>
                    <a:pt x="881" y="1749"/>
                  </a:lnTo>
                  <a:cubicBezTo>
                    <a:pt x="977" y="1749"/>
                    <a:pt x="1072" y="1702"/>
                    <a:pt x="1096" y="1582"/>
                  </a:cubicBezTo>
                  <a:cubicBezTo>
                    <a:pt x="1120" y="1487"/>
                    <a:pt x="1048" y="1368"/>
                    <a:pt x="929" y="1321"/>
                  </a:cubicBezTo>
                  <a:cubicBezTo>
                    <a:pt x="643" y="1249"/>
                    <a:pt x="429" y="987"/>
                    <a:pt x="429" y="678"/>
                  </a:cubicBezTo>
                  <a:cubicBezTo>
                    <a:pt x="429" y="558"/>
                    <a:pt x="453" y="439"/>
                    <a:pt x="524" y="320"/>
                  </a:cubicBezTo>
                  <a:cubicBezTo>
                    <a:pt x="572" y="225"/>
                    <a:pt x="548" y="82"/>
                    <a:pt x="429" y="35"/>
                  </a:cubicBezTo>
                  <a:cubicBezTo>
                    <a:pt x="397" y="11"/>
                    <a:pt x="363" y="0"/>
                    <a:pt x="3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32" name="Google Shape;3832;p44"/>
            <p:cNvSpPr/>
            <p:nvPr/>
          </p:nvSpPr>
          <p:spPr>
            <a:xfrm>
              <a:off x="6746344" y="2620102"/>
              <a:ext cx="49351" cy="58193"/>
            </a:xfrm>
            <a:custGeom>
              <a:rect b="b" l="l" r="r" t="t"/>
              <a:pathLst>
                <a:path extrusionOk="0" h="1573" w="1334">
                  <a:moveTo>
                    <a:pt x="1119" y="1"/>
                  </a:moveTo>
                  <a:cubicBezTo>
                    <a:pt x="500" y="1"/>
                    <a:pt x="0" y="501"/>
                    <a:pt x="0" y="1120"/>
                  </a:cubicBezTo>
                  <a:cubicBezTo>
                    <a:pt x="0" y="1215"/>
                    <a:pt x="0" y="1310"/>
                    <a:pt x="24" y="1406"/>
                  </a:cubicBezTo>
                  <a:cubicBezTo>
                    <a:pt x="48" y="1501"/>
                    <a:pt x="143" y="1572"/>
                    <a:pt x="238" y="1572"/>
                  </a:cubicBezTo>
                  <a:lnTo>
                    <a:pt x="286" y="1572"/>
                  </a:lnTo>
                  <a:cubicBezTo>
                    <a:pt x="405" y="1525"/>
                    <a:pt x="476" y="1406"/>
                    <a:pt x="453" y="1310"/>
                  </a:cubicBezTo>
                  <a:cubicBezTo>
                    <a:pt x="429" y="1239"/>
                    <a:pt x="429" y="1191"/>
                    <a:pt x="429" y="1120"/>
                  </a:cubicBezTo>
                  <a:cubicBezTo>
                    <a:pt x="429" y="739"/>
                    <a:pt x="738" y="453"/>
                    <a:pt x="1095" y="453"/>
                  </a:cubicBezTo>
                  <a:cubicBezTo>
                    <a:pt x="1238" y="453"/>
                    <a:pt x="1334" y="358"/>
                    <a:pt x="1334" y="215"/>
                  </a:cubicBezTo>
                  <a:cubicBezTo>
                    <a:pt x="1334" y="96"/>
                    <a:pt x="1238" y="1"/>
                    <a:pt x="11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33" name="Google Shape;3833;p44"/>
            <p:cNvSpPr/>
            <p:nvPr/>
          </p:nvSpPr>
          <p:spPr>
            <a:xfrm>
              <a:off x="6723407" y="2449851"/>
              <a:ext cx="64371" cy="25823"/>
            </a:xfrm>
            <a:custGeom>
              <a:rect b="b" l="l" r="r" t="t"/>
              <a:pathLst>
                <a:path extrusionOk="0" h="698" w="1740">
                  <a:moveTo>
                    <a:pt x="236" y="1"/>
                  </a:moveTo>
                  <a:cubicBezTo>
                    <a:pt x="179" y="1"/>
                    <a:pt x="120" y="18"/>
                    <a:pt x="72" y="54"/>
                  </a:cubicBezTo>
                  <a:cubicBezTo>
                    <a:pt x="1" y="149"/>
                    <a:pt x="1" y="292"/>
                    <a:pt x="72" y="364"/>
                  </a:cubicBezTo>
                  <a:cubicBezTo>
                    <a:pt x="287" y="578"/>
                    <a:pt x="572" y="697"/>
                    <a:pt x="882" y="697"/>
                  </a:cubicBezTo>
                  <a:cubicBezTo>
                    <a:pt x="1168" y="697"/>
                    <a:pt x="1454" y="578"/>
                    <a:pt x="1668" y="364"/>
                  </a:cubicBezTo>
                  <a:cubicBezTo>
                    <a:pt x="1739" y="292"/>
                    <a:pt x="1739" y="149"/>
                    <a:pt x="1668" y="54"/>
                  </a:cubicBezTo>
                  <a:cubicBezTo>
                    <a:pt x="1620" y="18"/>
                    <a:pt x="1561" y="1"/>
                    <a:pt x="1504" y="1"/>
                  </a:cubicBezTo>
                  <a:cubicBezTo>
                    <a:pt x="1448" y="1"/>
                    <a:pt x="1394" y="18"/>
                    <a:pt x="1358" y="54"/>
                  </a:cubicBezTo>
                  <a:cubicBezTo>
                    <a:pt x="1215" y="197"/>
                    <a:pt x="1049" y="268"/>
                    <a:pt x="858" y="268"/>
                  </a:cubicBezTo>
                  <a:cubicBezTo>
                    <a:pt x="691" y="268"/>
                    <a:pt x="525" y="197"/>
                    <a:pt x="382" y="54"/>
                  </a:cubicBezTo>
                  <a:cubicBezTo>
                    <a:pt x="346" y="18"/>
                    <a:pt x="293" y="1"/>
                    <a:pt x="2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34" name="Google Shape;3834;p44"/>
            <p:cNvSpPr/>
            <p:nvPr/>
          </p:nvSpPr>
          <p:spPr>
            <a:xfrm>
              <a:off x="6572764" y="2404274"/>
              <a:ext cx="20310" cy="15871"/>
            </a:xfrm>
            <a:custGeom>
              <a:rect b="b" l="l" r="r" t="t"/>
              <a:pathLst>
                <a:path extrusionOk="0" h="429" w="549">
                  <a:moveTo>
                    <a:pt x="263" y="0"/>
                  </a:moveTo>
                  <a:cubicBezTo>
                    <a:pt x="191" y="0"/>
                    <a:pt x="120" y="24"/>
                    <a:pt x="72" y="119"/>
                  </a:cubicBezTo>
                  <a:cubicBezTo>
                    <a:pt x="1" y="262"/>
                    <a:pt x="120" y="429"/>
                    <a:pt x="263" y="429"/>
                  </a:cubicBezTo>
                  <a:cubicBezTo>
                    <a:pt x="429" y="429"/>
                    <a:pt x="548" y="262"/>
                    <a:pt x="453" y="95"/>
                  </a:cubicBezTo>
                  <a:cubicBezTo>
                    <a:pt x="429" y="24"/>
                    <a:pt x="358" y="0"/>
                    <a:pt x="2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35" name="Google Shape;3835;p44"/>
            <p:cNvSpPr/>
            <p:nvPr/>
          </p:nvSpPr>
          <p:spPr>
            <a:xfrm>
              <a:off x="6695217" y="2523213"/>
              <a:ext cx="15908" cy="16759"/>
            </a:xfrm>
            <a:custGeom>
              <a:rect b="b" l="l" r="r" t="t"/>
              <a:pathLst>
                <a:path extrusionOk="0" h="453" w="430">
                  <a:moveTo>
                    <a:pt x="215" y="0"/>
                  </a:moveTo>
                  <a:cubicBezTo>
                    <a:pt x="96" y="0"/>
                    <a:pt x="1" y="95"/>
                    <a:pt x="1" y="238"/>
                  </a:cubicBezTo>
                  <a:cubicBezTo>
                    <a:pt x="1" y="357"/>
                    <a:pt x="96" y="453"/>
                    <a:pt x="215" y="453"/>
                  </a:cubicBezTo>
                  <a:cubicBezTo>
                    <a:pt x="334" y="453"/>
                    <a:pt x="429" y="357"/>
                    <a:pt x="429" y="238"/>
                  </a:cubicBezTo>
                  <a:cubicBezTo>
                    <a:pt x="429" y="95"/>
                    <a:pt x="334" y="0"/>
                    <a:pt x="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36" name="Google Shape;3836;p44"/>
            <p:cNvSpPr/>
            <p:nvPr/>
          </p:nvSpPr>
          <p:spPr>
            <a:xfrm>
              <a:off x="6695217" y="2588398"/>
              <a:ext cx="15908" cy="16759"/>
            </a:xfrm>
            <a:custGeom>
              <a:rect b="b" l="l" r="r" t="t"/>
              <a:pathLst>
                <a:path extrusionOk="0" h="453" w="430">
                  <a:moveTo>
                    <a:pt x="215" y="0"/>
                  </a:moveTo>
                  <a:cubicBezTo>
                    <a:pt x="96" y="0"/>
                    <a:pt x="1" y="96"/>
                    <a:pt x="1" y="238"/>
                  </a:cubicBezTo>
                  <a:cubicBezTo>
                    <a:pt x="1" y="358"/>
                    <a:pt x="96" y="453"/>
                    <a:pt x="215" y="453"/>
                  </a:cubicBezTo>
                  <a:cubicBezTo>
                    <a:pt x="334" y="453"/>
                    <a:pt x="429" y="358"/>
                    <a:pt x="429" y="238"/>
                  </a:cubicBezTo>
                  <a:cubicBezTo>
                    <a:pt x="429" y="96"/>
                    <a:pt x="334" y="0"/>
                    <a:pt x="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3837" name="Google Shape;3837;p44"/>
          <p:cNvGrpSpPr/>
          <p:nvPr/>
        </p:nvGrpSpPr>
        <p:grpSpPr>
          <a:xfrm>
            <a:off x="5052181" y="3402768"/>
            <a:ext cx="507803" cy="566489"/>
            <a:chOff x="4417790" y="5046166"/>
            <a:chExt cx="507803" cy="566489"/>
          </a:xfrm>
        </p:grpSpPr>
        <p:sp>
          <p:nvSpPr>
            <p:cNvPr id="3838" name="Google Shape;3838;p44"/>
            <p:cNvSpPr/>
            <p:nvPr/>
          </p:nvSpPr>
          <p:spPr>
            <a:xfrm>
              <a:off x="4417790" y="5046166"/>
              <a:ext cx="507803" cy="566489"/>
            </a:xfrm>
            <a:custGeom>
              <a:rect b="b" l="l" r="r" t="t"/>
              <a:pathLst>
                <a:path extrusionOk="0" h="11265" w="10098">
                  <a:moveTo>
                    <a:pt x="1786" y="6169"/>
                  </a:moveTo>
                  <a:lnTo>
                    <a:pt x="1786" y="7216"/>
                  </a:lnTo>
                  <a:cubicBezTo>
                    <a:pt x="1786" y="7359"/>
                    <a:pt x="1882" y="7455"/>
                    <a:pt x="2025" y="7455"/>
                  </a:cubicBezTo>
                  <a:lnTo>
                    <a:pt x="3358" y="7455"/>
                  </a:lnTo>
                  <a:lnTo>
                    <a:pt x="3358" y="9050"/>
                  </a:lnTo>
                  <a:cubicBezTo>
                    <a:pt x="3358" y="9169"/>
                    <a:pt x="3430" y="9264"/>
                    <a:pt x="3549" y="9288"/>
                  </a:cubicBezTo>
                  <a:cubicBezTo>
                    <a:pt x="3559" y="9290"/>
                    <a:pt x="3569" y="9291"/>
                    <a:pt x="3580" y="9291"/>
                  </a:cubicBezTo>
                  <a:cubicBezTo>
                    <a:pt x="3688" y="9291"/>
                    <a:pt x="3787" y="9183"/>
                    <a:pt x="3787" y="9074"/>
                  </a:cubicBezTo>
                  <a:lnTo>
                    <a:pt x="3787" y="8598"/>
                  </a:lnTo>
                  <a:lnTo>
                    <a:pt x="4835" y="8598"/>
                  </a:lnTo>
                  <a:lnTo>
                    <a:pt x="4835" y="9741"/>
                  </a:lnTo>
                  <a:cubicBezTo>
                    <a:pt x="4835" y="10360"/>
                    <a:pt x="4335" y="10836"/>
                    <a:pt x="3739" y="10836"/>
                  </a:cubicBezTo>
                  <a:cubicBezTo>
                    <a:pt x="3334" y="10836"/>
                    <a:pt x="2977" y="10598"/>
                    <a:pt x="2787" y="10241"/>
                  </a:cubicBezTo>
                  <a:cubicBezTo>
                    <a:pt x="2906" y="10241"/>
                    <a:pt x="3025" y="10217"/>
                    <a:pt x="3144" y="10193"/>
                  </a:cubicBezTo>
                  <a:cubicBezTo>
                    <a:pt x="3263" y="10169"/>
                    <a:pt x="3334" y="10050"/>
                    <a:pt x="3311" y="9931"/>
                  </a:cubicBezTo>
                  <a:cubicBezTo>
                    <a:pt x="3290" y="9828"/>
                    <a:pt x="3197" y="9760"/>
                    <a:pt x="3094" y="9760"/>
                  </a:cubicBezTo>
                  <a:cubicBezTo>
                    <a:pt x="3079" y="9760"/>
                    <a:pt x="3064" y="9762"/>
                    <a:pt x="3049" y="9765"/>
                  </a:cubicBezTo>
                  <a:cubicBezTo>
                    <a:pt x="2946" y="9794"/>
                    <a:pt x="2833" y="9814"/>
                    <a:pt x="2718" y="9814"/>
                  </a:cubicBezTo>
                  <a:cubicBezTo>
                    <a:pt x="2646" y="9814"/>
                    <a:pt x="2574" y="9807"/>
                    <a:pt x="2501" y="9788"/>
                  </a:cubicBezTo>
                  <a:cubicBezTo>
                    <a:pt x="1905" y="9693"/>
                    <a:pt x="1453" y="9193"/>
                    <a:pt x="1453" y="8574"/>
                  </a:cubicBezTo>
                  <a:lnTo>
                    <a:pt x="1453" y="8574"/>
                  </a:lnTo>
                  <a:cubicBezTo>
                    <a:pt x="1596" y="8598"/>
                    <a:pt x="1739" y="8621"/>
                    <a:pt x="1905" y="8621"/>
                  </a:cubicBezTo>
                  <a:cubicBezTo>
                    <a:pt x="2072" y="8621"/>
                    <a:pt x="2239" y="8598"/>
                    <a:pt x="2406" y="8550"/>
                  </a:cubicBezTo>
                  <a:cubicBezTo>
                    <a:pt x="2501" y="8526"/>
                    <a:pt x="2596" y="8407"/>
                    <a:pt x="2572" y="8288"/>
                  </a:cubicBezTo>
                  <a:cubicBezTo>
                    <a:pt x="2552" y="8184"/>
                    <a:pt x="2440" y="8117"/>
                    <a:pt x="2334" y="8117"/>
                  </a:cubicBezTo>
                  <a:cubicBezTo>
                    <a:pt x="2318" y="8117"/>
                    <a:pt x="2302" y="8118"/>
                    <a:pt x="2286" y="8121"/>
                  </a:cubicBezTo>
                  <a:cubicBezTo>
                    <a:pt x="2167" y="8169"/>
                    <a:pt x="2025" y="8169"/>
                    <a:pt x="1905" y="8169"/>
                  </a:cubicBezTo>
                  <a:cubicBezTo>
                    <a:pt x="1715" y="8169"/>
                    <a:pt x="1524" y="8145"/>
                    <a:pt x="1334" y="8074"/>
                  </a:cubicBezTo>
                  <a:cubicBezTo>
                    <a:pt x="762" y="7836"/>
                    <a:pt x="381" y="7288"/>
                    <a:pt x="381" y="6669"/>
                  </a:cubicBezTo>
                  <a:cubicBezTo>
                    <a:pt x="381" y="6502"/>
                    <a:pt x="405" y="6335"/>
                    <a:pt x="477" y="6169"/>
                  </a:cubicBezTo>
                  <a:close/>
                  <a:moveTo>
                    <a:pt x="4049" y="1"/>
                  </a:moveTo>
                  <a:cubicBezTo>
                    <a:pt x="3453" y="1"/>
                    <a:pt x="2977" y="429"/>
                    <a:pt x="2882" y="1001"/>
                  </a:cubicBezTo>
                  <a:cubicBezTo>
                    <a:pt x="2834" y="977"/>
                    <a:pt x="2787" y="977"/>
                    <a:pt x="2763" y="977"/>
                  </a:cubicBezTo>
                  <a:cubicBezTo>
                    <a:pt x="2750" y="975"/>
                    <a:pt x="2738" y="973"/>
                    <a:pt x="2726" y="973"/>
                  </a:cubicBezTo>
                  <a:cubicBezTo>
                    <a:pt x="2620" y="973"/>
                    <a:pt x="2522" y="1061"/>
                    <a:pt x="2501" y="1168"/>
                  </a:cubicBezTo>
                  <a:cubicBezTo>
                    <a:pt x="2501" y="1287"/>
                    <a:pt x="2572" y="1406"/>
                    <a:pt x="2715" y="1406"/>
                  </a:cubicBezTo>
                  <a:cubicBezTo>
                    <a:pt x="2810" y="1430"/>
                    <a:pt x="2882" y="1453"/>
                    <a:pt x="2977" y="1501"/>
                  </a:cubicBezTo>
                  <a:cubicBezTo>
                    <a:pt x="3144" y="1572"/>
                    <a:pt x="3287" y="1692"/>
                    <a:pt x="3382" y="1858"/>
                  </a:cubicBezTo>
                  <a:cubicBezTo>
                    <a:pt x="3430" y="1930"/>
                    <a:pt x="3501" y="1977"/>
                    <a:pt x="3572" y="1977"/>
                  </a:cubicBezTo>
                  <a:cubicBezTo>
                    <a:pt x="3620" y="1977"/>
                    <a:pt x="3644" y="1953"/>
                    <a:pt x="3692" y="1953"/>
                  </a:cubicBezTo>
                  <a:cubicBezTo>
                    <a:pt x="3787" y="1882"/>
                    <a:pt x="3834" y="1739"/>
                    <a:pt x="3763" y="1644"/>
                  </a:cubicBezTo>
                  <a:cubicBezTo>
                    <a:pt x="3644" y="1430"/>
                    <a:pt x="3501" y="1287"/>
                    <a:pt x="3287" y="1168"/>
                  </a:cubicBezTo>
                  <a:cubicBezTo>
                    <a:pt x="3311" y="763"/>
                    <a:pt x="3644" y="429"/>
                    <a:pt x="4049" y="429"/>
                  </a:cubicBezTo>
                  <a:cubicBezTo>
                    <a:pt x="4477" y="429"/>
                    <a:pt x="4811" y="787"/>
                    <a:pt x="4835" y="1215"/>
                  </a:cubicBezTo>
                  <a:lnTo>
                    <a:pt x="4835" y="1834"/>
                  </a:lnTo>
                  <a:cubicBezTo>
                    <a:pt x="4811" y="1953"/>
                    <a:pt x="4906" y="2049"/>
                    <a:pt x="5049" y="2049"/>
                  </a:cubicBezTo>
                  <a:cubicBezTo>
                    <a:pt x="5168" y="2049"/>
                    <a:pt x="5239" y="1834"/>
                    <a:pt x="5239" y="1834"/>
                  </a:cubicBezTo>
                  <a:lnTo>
                    <a:pt x="5239" y="1215"/>
                  </a:lnTo>
                  <a:cubicBezTo>
                    <a:pt x="5239" y="834"/>
                    <a:pt x="5501" y="525"/>
                    <a:pt x="5859" y="453"/>
                  </a:cubicBezTo>
                  <a:cubicBezTo>
                    <a:pt x="5914" y="442"/>
                    <a:pt x="5968" y="437"/>
                    <a:pt x="6022" y="437"/>
                  </a:cubicBezTo>
                  <a:cubicBezTo>
                    <a:pt x="6429" y="437"/>
                    <a:pt x="6766" y="744"/>
                    <a:pt x="6787" y="1144"/>
                  </a:cubicBezTo>
                  <a:cubicBezTo>
                    <a:pt x="6597" y="1263"/>
                    <a:pt x="6430" y="1430"/>
                    <a:pt x="6311" y="1644"/>
                  </a:cubicBezTo>
                  <a:cubicBezTo>
                    <a:pt x="6287" y="1668"/>
                    <a:pt x="6287" y="1715"/>
                    <a:pt x="6287" y="1763"/>
                  </a:cubicBezTo>
                  <a:lnTo>
                    <a:pt x="6287" y="2716"/>
                  </a:lnTo>
                  <a:lnTo>
                    <a:pt x="3572" y="2716"/>
                  </a:lnTo>
                  <a:cubicBezTo>
                    <a:pt x="3453" y="2716"/>
                    <a:pt x="3358" y="2811"/>
                    <a:pt x="3358" y="2930"/>
                  </a:cubicBezTo>
                  <a:lnTo>
                    <a:pt x="3358" y="3692"/>
                  </a:lnTo>
                  <a:lnTo>
                    <a:pt x="3072" y="3692"/>
                  </a:lnTo>
                  <a:cubicBezTo>
                    <a:pt x="2953" y="3692"/>
                    <a:pt x="2858" y="3763"/>
                    <a:pt x="2834" y="3882"/>
                  </a:cubicBezTo>
                  <a:cubicBezTo>
                    <a:pt x="2834" y="4002"/>
                    <a:pt x="2929" y="4121"/>
                    <a:pt x="3072" y="4121"/>
                  </a:cubicBezTo>
                  <a:lnTo>
                    <a:pt x="3572" y="4121"/>
                  </a:lnTo>
                  <a:cubicBezTo>
                    <a:pt x="3692" y="4121"/>
                    <a:pt x="3787" y="4025"/>
                    <a:pt x="3787" y="3906"/>
                  </a:cubicBezTo>
                  <a:lnTo>
                    <a:pt x="3787" y="3144"/>
                  </a:lnTo>
                  <a:lnTo>
                    <a:pt x="5335" y="3144"/>
                  </a:lnTo>
                  <a:lnTo>
                    <a:pt x="5335" y="4787"/>
                  </a:lnTo>
                  <a:lnTo>
                    <a:pt x="4811" y="4811"/>
                  </a:lnTo>
                  <a:cubicBezTo>
                    <a:pt x="4716" y="4811"/>
                    <a:pt x="4644" y="4859"/>
                    <a:pt x="4620" y="4954"/>
                  </a:cubicBezTo>
                  <a:cubicBezTo>
                    <a:pt x="4573" y="5121"/>
                    <a:pt x="4668" y="5240"/>
                    <a:pt x="4811" y="5240"/>
                  </a:cubicBezTo>
                  <a:lnTo>
                    <a:pt x="6073" y="5264"/>
                  </a:lnTo>
                  <a:lnTo>
                    <a:pt x="6073" y="6073"/>
                  </a:lnTo>
                  <a:cubicBezTo>
                    <a:pt x="6073" y="6192"/>
                    <a:pt x="6144" y="6288"/>
                    <a:pt x="6240" y="6311"/>
                  </a:cubicBezTo>
                  <a:cubicBezTo>
                    <a:pt x="6383" y="6311"/>
                    <a:pt x="6502" y="6216"/>
                    <a:pt x="6502" y="6073"/>
                  </a:cubicBezTo>
                  <a:lnTo>
                    <a:pt x="6502" y="5026"/>
                  </a:lnTo>
                  <a:cubicBezTo>
                    <a:pt x="6502" y="4906"/>
                    <a:pt x="6406" y="4811"/>
                    <a:pt x="6287" y="4811"/>
                  </a:cubicBezTo>
                  <a:lnTo>
                    <a:pt x="5787" y="4811"/>
                  </a:lnTo>
                  <a:lnTo>
                    <a:pt x="5787" y="3168"/>
                  </a:lnTo>
                  <a:lnTo>
                    <a:pt x="6502" y="3168"/>
                  </a:lnTo>
                  <a:cubicBezTo>
                    <a:pt x="6621" y="3168"/>
                    <a:pt x="6716" y="3073"/>
                    <a:pt x="6716" y="2954"/>
                  </a:cubicBezTo>
                  <a:lnTo>
                    <a:pt x="6716" y="1834"/>
                  </a:lnTo>
                  <a:cubicBezTo>
                    <a:pt x="6811" y="1692"/>
                    <a:pt x="6954" y="1572"/>
                    <a:pt x="7097" y="1501"/>
                  </a:cubicBezTo>
                  <a:cubicBezTo>
                    <a:pt x="7209" y="1445"/>
                    <a:pt x="7328" y="1422"/>
                    <a:pt x="7452" y="1422"/>
                  </a:cubicBezTo>
                  <a:cubicBezTo>
                    <a:pt x="7539" y="1422"/>
                    <a:pt x="7627" y="1434"/>
                    <a:pt x="7716" y="1453"/>
                  </a:cubicBezTo>
                  <a:cubicBezTo>
                    <a:pt x="8002" y="1501"/>
                    <a:pt x="8240" y="1715"/>
                    <a:pt x="8359" y="2001"/>
                  </a:cubicBezTo>
                  <a:cubicBezTo>
                    <a:pt x="8431" y="2215"/>
                    <a:pt x="8431" y="2430"/>
                    <a:pt x="8359" y="2644"/>
                  </a:cubicBezTo>
                  <a:cubicBezTo>
                    <a:pt x="8288" y="2835"/>
                    <a:pt x="8145" y="3001"/>
                    <a:pt x="7954" y="3120"/>
                  </a:cubicBezTo>
                  <a:cubicBezTo>
                    <a:pt x="7859" y="3192"/>
                    <a:pt x="7811" y="3311"/>
                    <a:pt x="7859" y="3406"/>
                  </a:cubicBezTo>
                  <a:cubicBezTo>
                    <a:pt x="7907" y="3478"/>
                    <a:pt x="7978" y="3525"/>
                    <a:pt x="8050" y="3525"/>
                  </a:cubicBezTo>
                  <a:cubicBezTo>
                    <a:pt x="8097" y="3525"/>
                    <a:pt x="8145" y="3525"/>
                    <a:pt x="8169" y="3501"/>
                  </a:cubicBezTo>
                  <a:cubicBezTo>
                    <a:pt x="8383" y="3382"/>
                    <a:pt x="8550" y="3216"/>
                    <a:pt x="8669" y="3025"/>
                  </a:cubicBezTo>
                  <a:cubicBezTo>
                    <a:pt x="9002" y="3239"/>
                    <a:pt x="9193" y="3644"/>
                    <a:pt x="9193" y="4049"/>
                  </a:cubicBezTo>
                  <a:cubicBezTo>
                    <a:pt x="9193" y="4359"/>
                    <a:pt x="9074" y="4668"/>
                    <a:pt x="8883" y="4883"/>
                  </a:cubicBezTo>
                  <a:cubicBezTo>
                    <a:pt x="8812" y="4859"/>
                    <a:pt x="8740" y="4835"/>
                    <a:pt x="8669" y="4811"/>
                  </a:cubicBezTo>
                  <a:lnTo>
                    <a:pt x="7788" y="4811"/>
                  </a:lnTo>
                  <a:lnTo>
                    <a:pt x="7788" y="4216"/>
                  </a:lnTo>
                  <a:cubicBezTo>
                    <a:pt x="7788" y="4097"/>
                    <a:pt x="7716" y="4002"/>
                    <a:pt x="7597" y="4002"/>
                  </a:cubicBezTo>
                  <a:cubicBezTo>
                    <a:pt x="7582" y="3999"/>
                    <a:pt x="7568" y="3998"/>
                    <a:pt x="7554" y="3998"/>
                  </a:cubicBezTo>
                  <a:cubicBezTo>
                    <a:pt x="7431" y="3998"/>
                    <a:pt x="7335" y="4088"/>
                    <a:pt x="7335" y="4216"/>
                  </a:cubicBezTo>
                  <a:lnTo>
                    <a:pt x="7335" y="5026"/>
                  </a:lnTo>
                  <a:cubicBezTo>
                    <a:pt x="7335" y="5168"/>
                    <a:pt x="7430" y="5264"/>
                    <a:pt x="7573" y="5264"/>
                  </a:cubicBezTo>
                  <a:lnTo>
                    <a:pt x="8574" y="5264"/>
                  </a:lnTo>
                  <a:cubicBezTo>
                    <a:pt x="8669" y="5287"/>
                    <a:pt x="8740" y="5311"/>
                    <a:pt x="8835" y="5359"/>
                  </a:cubicBezTo>
                  <a:cubicBezTo>
                    <a:pt x="9336" y="5597"/>
                    <a:pt x="9669" y="6121"/>
                    <a:pt x="9669" y="6693"/>
                  </a:cubicBezTo>
                  <a:cubicBezTo>
                    <a:pt x="9669" y="6812"/>
                    <a:pt x="9645" y="6907"/>
                    <a:pt x="9621" y="7026"/>
                  </a:cubicBezTo>
                  <a:lnTo>
                    <a:pt x="7788" y="7026"/>
                  </a:lnTo>
                  <a:lnTo>
                    <a:pt x="7788" y="6097"/>
                  </a:lnTo>
                  <a:cubicBezTo>
                    <a:pt x="7788" y="5978"/>
                    <a:pt x="7716" y="5883"/>
                    <a:pt x="7597" y="5883"/>
                  </a:cubicBezTo>
                  <a:cubicBezTo>
                    <a:pt x="7582" y="5880"/>
                    <a:pt x="7568" y="5879"/>
                    <a:pt x="7554" y="5879"/>
                  </a:cubicBezTo>
                  <a:cubicBezTo>
                    <a:pt x="7431" y="5879"/>
                    <a:pt x="7335" y="5969"/>
                    <a:pt x="7335" y="6097"/>
                  </a:cubicBezTo>
                  <a:lnTo>
                    <a:pt x="7335" y="7026"/>
                  </a:lnTo>
                  <a:lnTo>
                    <a:pt x="5287" y="7026"/>
                  </a:lnTo>
                  <a:lnTo>
                    <a:pt x="5287" y="6097"/>
                  </a:lnTo>
                  <a:cubicBezTo>
                    <a:pt x="5287" y="5978"/>
                    <a:pt x="5168" y="5883"/>
                    <a:pt x="5049" y="5883"/>
                  </a:cubicBezTo>
                  <a:lnTo>
                    <a:pt x="3811" y="5883"/>
                  </a:lnTo>
                  <a:lnTo>
                    <a:pt x="3811" y="5216"/>
                  </a:lnTo>
                  <a:cubicBezTo>
                    <a:pt x="3811" y="5097"/>
                    <a:pt x="3715" y="5002"/>
                    <a:pt x="3620" y="5002"/>
                  </a:cubicBezTo>
                  <a:cubicBezTo>
                    <a:pt x="3605" y="4999"/>
                    <a:pt x="3591" y="4998"/>
                    <a:pt x="3577" y="4998"/>
                  </a:cubicBezTo>
                  <a:cubicBezTo>
                    <a:pt x="3454" y="4998"/>
                    <a:pt x="3358" y="5088"/>
                    <a:pt x="3358" y="5216"/>
                  </a:cubicBezTo>
                  <a:lnTo>
                    <a:pt x="3358" y="6097"/>
                  </a:lnTo>
                  <a:cubicBezTo>
                    <a:pt x="3358" y="6216"/>
                    <a:pt x="3453" y="6311"/>
                    <a:pt x="3572" y="6311"/>
                  </a:cubicBezTo>
                  <a:lnTo>
                    <a:pt x="4835" y="6311"/>
                  </a:lnTo>
                  <a:lnTo>
                    <a:pt x="4835" y="7240"/>
                  </a:lnTo>
                  <a:cubicBezTo>
                    <a:pt x="4835" y="7359"/>
                    <a:pt x="4930" y="7455"/>
                    <a:pt x="5049" y="7455"/>
                  </a:cubicBezTo>
                  <a:lnTo>
                    <a:pt x="6049" y="7455"/>
                  </a:lnTo>
                  <a:lnTo>
                    <a:pt x="6049" y="9074"/>
                  </a:lnTo>
                  <a:cubicBezTo>
                    <a:pt x="6049" y="9193"/>
                    <a:pt x="6121" y="9288"/>
                    <a:pt x="6240" y="9288"/>
                  </a:cubicBezTo>
                  <a:cubicBezTo>
                    <a:pt x="6252" y="9291"/>
                    <a:pt x="6264" y="9292"/>
                    <a:pt x="6276" y="9292"/>
                  </a:cubicBezTo>
                  <a:cubicBezTo>
                    <a:pt x="6382" y="9292"/>
                    <a:pt x="6478" y="9202"/>
                    <a:pt x="6478" y="9074"/>
                  </a:cubicBezTo>
                  <a:lnTo>
                    <a:pt x="6478" y="7455"/>
                  </a:lnTo>
                  <a:lnTo>
                    <a:pt x="9502" y="7455"/>
                  </a:lnTo>
                  <a:cubicBezTo>
                    <a:pt x="9336" y="7740"/>
                    <a:pt x="9074" y="7955"/>
                    <a:pt x="8764" y="8074"/>
                  </a:cubicBezTo>
                  <a:cubicBezTo>
                    <a:pt x="8574" y="8145"/>
                    <a:pt x="8383" y="8193"/>
                    <a:pt x="8192" y="8193"/>
                  </a:cubicBezTo>
                  <a:cubicBezTo>
                    <a:pt x="8073" y="8193"/>
                    <a:pt x="7931" y="8169"/>
                    <a:pt x="7811" y="8145"/>
                  </a:cubicBezTo>
                  <a:cubicBezTo>
                    <a:pt x="7786" y="8137"/>
                    <a:pt x="7761" y="8133"/>
                    <a:pt x="7737" y="8133"/>
                  </a:cubicBezTo>
                  <a:cubicBezTo>
                    <a:pt x="7629" y="8133"/>
                    <a:pt x="7545" y="8214"/>
                    <a:pt x="7526" y="8312"/>
                  </a:cubicBezTo>
                  <a:cubicBezTo>
                    <a:pt x="7502" y="8431"/>
                    <a:pt x="7597" y="8526"/>
                    <a:pt x="7692" y="8574"/>
                  </a:cubicBezTo>
                  <a:cubicBezTo>
                    <a:pt x="7859" y="8598"/>
                    <a:pt x="8026" y="8621"/>
                    <a:pt x="8192" y="8621"/>
                  </a:cubicBezTo>
                  <a:cubicBezTo>
                    <a:pt x="8335" y="8621"/>
                    <a:pt x="8502" y="8598"/>
                    <a:pt x="8645" y="8574"/>
                  </a:cubicBezTo>
                  <a:lnTo>
                    <a:pt x="8645" y="8574"/>
                  </a:lnTo>
                  <a:cubicBezTo>
                    <a:pt x="8645" y="9193"/>
                    <a:pt x="8192" y="9693"/>
                    <a:pt x="7597" y="9788"/>
                  </a:cubicBezTo>
                  <a:lnTo>
                    <a:pt x="7573" y="9788"/>
                  </a:lnTo>
                  <a:cubicBezTo>
                    <a:pt x="7504" y="9798"/>
                    <a:pt x="7431" y="9804"/>
                    <a:pt x="7357" y="9804"/>
                  </a:cubicBezTo>
                  <a:cubicBezTo>
                    <a:pt x="7253" y="9804"/>
                    <a:pt x="7147" y="9792"/>
                    <a:pt x="7049" y="9765"/>
                  </a:cubicBezTo>
                  <a:cubicBezTo>
                    <a:pt x="7034" y="9762"/>
                    <a:pt x="7019" y="9760"/>
                    <a:pt x="7003" y="9760"/>
                  </a:cubicBezTo>
                  <a:cubicBezTo>
                    <a:pt x="6901" y="9760"/>
                    <a:pt x="6808" y="9828"/>
                    <a:pt x="6787" y="9931"/>
                  </a:cubicBezTo>
                  <a:cubicBezTo>
                    <a:pt x="6740" y="10050"/>
                    <a:pt x="6835" y="10169"/>
                    <a:pt x="6954" y="10193"/>
                  </a:cubicBezTo>
                  <a:cubicBezTo>
                    <a:pt x="7073" y="10217"/>
                    <a:pt x="7192" y="10241"/>
                    <a:pt x="7311" y="10241"/>
                  </a:cubicBezTo>
                  <a:cubicBezTo>
                    <a:pt x="7127" y="10589"/>
                    <a:pt x="6748" y="10832"/>
                    <a:pt x="6343" y="10832"/>
                  </a:cubicBezTo>
                  <a:cubicBezTo>
                    <a:pt x="6277" y="10832"/>
                    <a:pt x="6211" y="10826"/>
                    <a:pt x="6144" y="10812"/>
                  </a:cubicBezTo>
                  <a:cubicBezTo>
                    <a:pt x="5621" y="10717"/>
                    <a:pt x="5263" y="10265"/>
                    <a:pt x="5263" y="9741"/>
                  </a:cubicBezTo>
                  <a:lnTo>
                    <a:pt x="5263" y="8383"/>
                  </a:lnTo>
                  <a:cubicBezTo>
                    <a:pt x="5263" y="8264"/>
                    <a:pt x="5168" y="8169"/>
                    <a:pt x="5049" y="8169"/>
                  </a:cubicBezTo>
                  <a:lnTo>
                    <a:pt x="3787" y="8169"/>
                  </a:lnTo>
                  <a:lnTo>
                    <a:pt x="3787" y="7240"/>
                  </a:lnTo>
                  <a:cubicBezTo>
                    <a:pt x="3787" y="7121"/>
                    <a:pt x="3692" y="7026"/>
                    <a:pt x="3572" y="7026"/>
                  </a:cubicBezTo>
                  <a:lnTo>
                    <a:pt x="2239" y="7026"/>
                  </a:lnTo>
                  <a:lnTo>
                    <a:pt x="2239" y="5954"/>
                  </a:lnTo>
                  <a:cubicBezTo>
                    <a:pt x="2239" y="5835"/>
                    <a:pt x="2144" y="5740"/>
                    <a:pt x="2025" y="5740"/>
                  </a:cubicBezTo>
                  <a:lnTo>
                    <a:pt x="762" y="5740"/>
                  </a:lnTo>
                  <a:cubicBezTo>
                    <a:pt x="762" y="5740"/>
                    <a:pt x="1048" y="5454"/>
                    <a:pt x="1262" y="5359"/>
                  </a:cubicBezTo>
                  <a:cubicBezTo>
                    <a:pt x="1262" y="5359"/>
                    <a:pt x="1262" y="5359"/>
                    <a:pt x="1262" y="5335"/>
                  </a:cubicBezTo>
                  <a:cubicBezTo>
                    <a:pt x="1358" y="5311"/>
                    <a:pt x="1429" y="5264"/>
                    <a:pt x="1524" y="5240"/>
                  </a:cubicBezTo>
                  <a:cubicBezTo>
                    <a:pt x="1643" y="5216"/>
                    <a:pt x="1715" y="5097"/>
                    <a:pt x="1691" y="4978"/>
                  </a:cubicBezTo>
                  <a:cubicBezTo>
                    <a:pt x="1650" y="4874"/>
                    <a:pt x="1554" y="4807"/>
                    <a:pt x="1467" y="4807"/>
                  </a:cubicBezTo>
                  <a:cubicBezTo>
                    <a:pt x="1454" y="4807"/>
                    <a:pt x="1441" y="4808"/>
                    <a:pt x="1429" y="4811"/>
                  </a:cubicBezTo>
                  <a:cubicBezTo>
                    <a:pt x="1358" y="4835"/>
                    <a:pt x="1286" y="4859"/>
                    <a:pt x="1215" y="4883"/>
                  </a:cubicBezTo>
                  <a:cubicBezTo>
                    <a:pt x="1000" y="4668"/>
                    <a:pt x="881" y="4359"/>
                    <a:pt x="881" y="4049"/>
                  </a:cubicBezTo>
                  <a:cubicBezTo>
                    <a:pt x="881" y="3620"/>
                    <a:pt x="1096" y="3239"/>
                    <a:pt x="1429" y="3025"/>
                  </a:cubicBezTo>
                  <a:cubicBezTo>
                    <a:pt x="1548" y="3216"/>
                    <a:pt x="1715" y="3382"/>
                    <a:pt x="1929" y="3501"/>
                  </a:cubicBezTo>
                  <a:cubicBezTo>
                    <a:pt x="1953" y="3525"/>
                    <a:pt x="2001" y="3525"/>
                    <a:pt x="2025" y="3525"/>
                  </a:cubicBezTo>
                  <a:cubicBezTo>
                    <a:pt x="2096" y="3525"/>
                    <a:pt x="2167" y="3501"/>
                    <a:pt x="2215" y="3430"/>
                  </a:cubicBezTo>
                  <a:cubicBezTo>
                    <a:pt x="2286" y="3311"/>
                    <a:pt x="2239" y="3192"/>
                    <a:pt x="2144" y="3120"/>
                  </a:cubicBezTo>
                  <a:cubicBezTo>
                    <a:pt x="1953" y="3001"/>
                    <a:pt x="1810" y="2835"/>
                    <a:pt x="1739" y="2620"/>
                  </a:cubicBezTo>
                  <a:cubicBezTo>
                    <a:pt x="1715" y="2573"/>
                    <a:pt x="1691" y="2501"/>
                    <a:pt x="1691" y="2430"/>
                  </a:cubicBezTo>
                  <a:cubicBezTo>
                    <a:pt x="1670" y="2323"/>
                    <a:pt x="1591" y="2236"/>
                    <a:pt x="1489" y="2236"/>
                  </a:cubicBezTo>
                  <a:cubicBezTo>
                    <a:pt x="1478" y="2236"/>
                    <a:pt x="1465" y="2237"/>
                    <a:pt x="1453" y="2239"/>
                  </a:cubicBezTo>
                  <a:cubicBezTo>
                    <a:pt x="1334" y="2263"/>
                    <a:pt x="1239" y="2358"/>
                    <a:pt x="1262" y="2477"/>
                  </a:cubicBezTo>
                  <a:cubicBezTo>
                    <a:pt x="1262" y="2525"/>
                    <a:pt x="1262" y="2549"/>
                    <a:pt x="1262" y="2596"/>
                  </a:cubicBezTo>
                  <a:cubicBezTo>
                    <a:pt x="762" y="2906"/>
                    <a:pt x="453" y="3454"/>
                    <a:pt x="453" y="4049"/>
                  </a:cubicBezTo>
                  <a:cubicBezTo>
                    <a:pt x="453" y="4430"/>
                    <a:pt x="596" y="4787"/>
                    <a:pt x="834" y="5097"/>
                  </a:cubicBezTo>
                  <a:cubicBezTo>
                    <a:pt x="310" y="5454"/>
                    <a:pt x="0" y="6026"/>
                    <a:pt x="0" y="6693"/>
                  </a:cubicBezTo>
                  <a:cubicBezTo>
                    <a:pt x="0" y="7431"/>
                    <a:pt x="405" y="8074"/>
                    <a:pt x="1048" y="8407"/>
                  </a:cubicBezTo>
                  <a:cubicBezTo>
                    <a:pt x="1048" y="8455"/>
                    <a:pt x="1024" y="8502"/>
                    <a:pt x="1024" y="8550"/>
                  </a:cubicBezTo>
                  <a:cubicBezTo>
                    <a:pt x="1024" y="8955"/>
                    <a:pt x="1191" y="9336"/>
                    <a:pt x="1453" y="9646"/>
                  </a:cubicBezTo>
                  <a:cubicBezTo>
                    <a:pt x="1667" y="9907"/>
                    <a:pt x="1977" y="10098"/>
                    <a:pt x="2310" y="10193"/>
                  </a:cubicBezTo>
                  <a:cubicBezTo>
                    <a:pt x="2501" y="10812"/>
                    <a:pt x="3096" y="11265"/>
                    <a:pt x="3763" y="11265"/>
                  </a:cubicBezTo>
                  <a:cubicBezTo>
                    <a:pt x="4311" y="11265"/>
                    <a:pt x="4787" y="10979"/>
                    <a:pt x="5049" y="10527"/>
                  </a:cubicBezTo>
                  <a:cubicBezTo>
                    <a:pt x="5311" y="10979"/>
                    <a:pt x="5787" y="11265"/>
                    <a:pt x="6335" y="11265"/>
                  </a:cubicBezTo>
                  <a:cubicBezTo>
                    <a:pt x="7002" y="11265"/>
                    <a:pt x="7573" y="10812"/>
                    <a:pt x="7788" y="10193"/>
                  </a:cubicBezTo>
                  <a:cubicBezTo>
                    <a:pt x="8121" y="10098"/>
                    <a:pt x="8407" y="9907"/>
                    <a:pt x="8645" y="9646"/>
                  </a:cubicBezTo>
                  <a:cubicBezTo>
                    <a:pt x="8907" y="9336"/>
                    <a:pt x="9050" y="8955"/>
                    <a:pt x="9050" y="8550"/>
                  </a:cubicBezTo>
                  <a:cubicBezTo>
                    <a:pt x="9050" y="8502"/>
                    <a:pt x="9050" y="8455"/>
                    <a:pt x="9050" y="8407"/>
                  </a:cubicBezTo>
                  <a:cubicBezTo>
                    <a:pt x="9693" y="8074"/>
                    <a:pt x="10098" y="7431"/>
                    <a:pt x="10098" y="6693"/>
                  </a:cubicBezTo>
                  <a:cubicBezTo>
                    <a:pt x="10098" y="6050"/>
                    <a:pt x="9788" y="5454"/>
                    <a:pt x="9264" y="5097"/>
                  </a:cubicBezTo>
                  <a:cubicBezTo>
                    <a:pt x="9502" y="4787"/>
                    <a:pt x="9621" y="4430"/>
                    <a:pt x="9621" y="4025"/>
                  </a:cubicBezTo>
                  <a:cubicBezTo>
                    <a:pt x="9621" y="3430"/>
                    <a:pt x="9312" y="2882"/>
                    <a:pt x="8812" y="2596"/>
                  </a:cubicBezTo>
                  <a:cubicBezTo>
                    <a:pt x="8835" y="2501"/>
                    <a:pt x="8835" y="2406"/>
                    <a:pt x="8835" y="2335"/>
                  </a:cubicBezTo>
                  <a:cubicBezTo>
                    <a:pt x="8835" y="1572"/>
                    <a:pt x="8240" y="977"/>
                    <a:pt x="7478" y="977"/>
                  </a:cubicBezTo>
                  <a:cubicBezTo>
                    <a:pt x="7383" y="977"/>
                    <a:pt x="7311" y="977"/>
                    <a:pt x="7216" y="1001"/>
                  </a:cubicBezTo>
                  <a:cubicBezTo>
                    <a:pt x="7121" y="429"/>
                    <a:pt x="6621" y="1"/>
                    <a:pt x="6025" y="1"/>
                  </a:cubicBezTo>
                  <a:cubicBezTo>
                    <a:pt x="5621" y="1"/>
                    <a:pt x="5263" y="215"/>
                    <a:pt x="5049" y="525"/>
                  </a:cubicBezTo>
                  <a:cubicBezTo>
                    <a:pt x="4835" y="215"/>
                    <a:pt x="4454" y="1"/>
                    <a:pt x="40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39" name="Google Shape;3839;p44"/>
            <p:cNvSpPr/>
            <p:nvPr/>
          </p:nvSpPr>
          <p:spPr>
            <a:xfrm>
              <a:off x="4494428" y="5110836"/>
              <a:ext cx="27608" cy="22831"/>
            </a:xfrm>
            <a:custGeom>
              <a:rect b="b" l="l" r="r" t="t"/>
              <a:pathLst>
                <a:path extrusionOk="0" h="454" w="549">
                  <a:moveTo>
                    <a:pt x="262" y="1"/>
                  </a:moveTo>
                  <a:cubicBezTo>
                    <a:pt x="167" y="1"/>
                    <a:pt x="96" y="48"/>
                    <a:pt x="72" y="120"/>
                  </a:cubicBezTo>
                  <a:cubicBezTo>
                    <a:pt x="0" y="286"/>
                    <a:pt x="119" y="453"/>
                    <a:pt x="262" y="453"/>
                  </a:cubicBezTo>
                  <a:cubicBezTo>
                    <a:pt x="429" y="453"/>
                    <a:pt x="548" y="286"/>
                    <a:pt x="453" y="96"/>
                  </a:cubicBezTo>
                  <a:cubicBezTo>
                    <a:pt x="405" y="48"/>
                    <a:pt x="358" y="1"/>
                    <a:pt x="2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sp>
        <p:nvSpPr>
          <p:cNvPr id="3840" name="Google Shape;3840;p44"/>
          <p:cNvSpPr txBox="1"/>
          <p:nvPr>
            <p:ph type="title"/>
          </p:nvPr>
        </p:nvSpPr>
        <p:spPr>
          <a:xfrm>
            <a:off x="730336" y="1550325"/>
            <a:ext cx="2383500" cy="527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3841" name="Google Shape;3841;p44"/>
          <p:cNvSpPr txBox="1"/>
          <p:nvPr>
            <p:ph idx="4" type="title"/>
          </p:nvPr>
        </p:nvSpPr>
        <p:spPr>
          <a:xfrm>
            <a:off x="730336" y="3251325"/>
            <a:ext cx="2383500" cy="527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Mars</a:t>
            </a:r>
            <a:endParaRPr/>
          </a:p>
        </p:txBody>
      </p:sp>
      <p:sp>
        <p:nvSpPr>
          <p:cNvPr id="3842" name="Google Shape;3842;p44"/>
          <p:cNvSpPr/>
          <p:nvPr/>
        </p:nvSpPr>
        <p:spPr>
          <a:xfrm rot="10800000">
            <a:off x="4151663" y="2419725"/>
            <a:ext cx="840613" cy="859090"/>
          </a:xfrm>
          <a:custGeom>
            <a:rect b="b" l="l" r="r" t="t"/>
            <a:pathLst>
              <a:path extrusionOk="0" h="14042" w="13740">
                <a:moveTo>
                  <a:pt x="7596" y="0"/>
                </a:moveTo>
                <a:cubicBezTo>
                  <a:pt x="7483" y="0"/>
                  <a:pt x="7348" y="26"/>
                  <a:pt x="7174" y="102"/>
                </a:cubicBezTo>
                <a:cubicBezTo>
                  <a:pt x="7147" y="101"/>
                  <a:pt x="7120" y="101"/>
                  <a:pt x="7094" y="101"/>
                </a:cubicBezTo>
                <a:cubicBezTo>
                  <a:pt x="4867" y="101"/>
                  <a:pt x="2478" y="1341"/>
                  <a:pt x="1247" y="3263"/>
                </a:cubicBezTo>
                <a:cubicBezTo>
                  <a:pt x="244" y="4843"/>
                  <a:pt x="1" y="6758"/>
                  <a:pt x="487" y="8521"/>
                </a:cubicBezTo>
                <a:cubicBezTo>
                  <a:pt x="700" y="9312"/>
                  <a:pt x="852" y="9798"/>
                  <a:pt x="1277" y="10497"/>
                </a:cubicBezTo>
                <a:cubicBezTo>
                  <a:pt x="1733" y="11135"/>
                  <a:pt x="2220" y="11622"/>
                  <a:pt x="2767" y="12138"/>
                </a:cubicBezTo>
                <a:cubicBezTo>
                  <a:pt x="3223" y="12594"/>
                  <a:pt x="3709" y="12807"/>
                  <a:pt x="4287" y="13111"/>
                </a:cubicBezTo>
                <a:cubicBezTo>
                  <a:pt x="4591" y="13263"/>
                  <a:pt x="4895" y="13445"/>
                  <a:pt x="5229" y="13567"/>
                </a:cubicBezTo>
                <a:cubicBezTo>
                  <a:pt x="5654" y="13719"/>
                  <a:pt x="5989" y="13658"/>
                  <a:pt x="6414" y="13749"/>
                </a:cubicBezTo>
                <a:cubicBezTo>
                  <a:pt x="7027" y="13883"/>
                  <a:pt x="7881" y="14042"/>
                  <a:pt x="8679" y="14042"/>
                </a:cubicBezTo>
                <a:cubicBezTo>
                  <a:pt x="9149" y="14042"/>
                  <a:pt x="9599" y="13987"/>
                  <a:pt x="9971" y="13841"/>
                </a:cubicBezTo>
                <a:cubicBezTo>
                  <a:pt x="10578" y="13628"/>
                  <a:pt x="11186" y="13020"/>
                  <a:pt x="11612" y="12594"/>
                </a:cubicBezTo>
                <a:cubicBezTo>
                  <a:pt x="12007" y="12199"/>
                  <a:pt x="12402" y="11743"/>
                  <a:pt x="12706" y="11257"/>
                </a:cubicBezTo>
                <a:cubicBezTo>
                  <a:pt x="13345" y="10193"/>
                  <a:pt x="13648" y="9190"/>
                  <a:pt x="13648" y="7913"/>
                </a:cubicBezTo>
                <a:cubicBezTo>
                  <a:pt x="13648" y="7336"/>
                  <a:pt x="13740" y="6698"/>
                  <a:pt x="13618" y="6120"/>
                </a:cubicBezTo>
                <a:cubicBezTo>
                  <a:pt x="13496" y="5603"/>
                  <a:pt x="13193" y="5056"/>
                  <a:pt x="12949" y="4570"/>
                </a:cubicBezTo>
                <a:cubicBezTo>
                  <a:pt x="12615" y="3901"/>
                  <a:pt x="12220" y="3385"/>
                  <a:pt x="11825" y="2777"/>
                </a:cubicBezTo>
                <a:cubicBezTo>
                  <a:pt x="11430" y="2138"/>
                  <a:pt x="10882" y="1865"/>
                  <a:pt x="10366" y="1378"/>
                </a:cubicBezTo>
                <a:cubicBezTo>
                  <a:pt x="10062" y="1105"/>
                  <a:pt x="9758" y="649"/>
                  <a:pt x="9423" y="436"/>
                </a:cubicBezTo>
                <a:cubicBezTo>
                  <a:pt x="9211" y="284"/>
                  <a:pt x="8785" y="132"/>
                  <a:pt x="8512" y="71"/>
                </a:cubicBezTo>
                <a:cubicBezTo>
                  <a:pt x="8414" y="71"/>
                  <a:pt x="8278" y="110"/>
                  <a:pt x="8165" y="110"/>
                </a:cubicBezTo>
                <a:cubicBezTo>
                  <a:pt x="8137" y="110"/>
                  <a:pt x="8110" y="108"/>
                  <a:pt x="8086" y="102"/>
                </a:cubicBezTo>
                <a:cubicBezTo>
                  <a:pt x="7930" y="82"/>
                  <a:pt x="7799" y="0"/>
                  <a:pt x="75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3" name="Google Shape;3843;p44"/>
          <p:cNvGrpSpPr/>
          <p:nvPr/>
        </p:nvGrpSpPr>
        <p:grpSpPr>
          <a:xfrm>
            <a:off x="4318091" y="2583662"/>
            <a:ext cx="507818" cy="531248"/>
            <a:chOff x="4793507" y="1537890"/>
            <a:chExt cx="355889" cy="372335"/>
          </a:xfrm>
        </p:grpSpPr>
        <p:sp>
          <p:nvSpPr>
            <p:cNvPr id="3844" name="Google Shape;3844;p44"/>
            <p:cNvSpPr/>
            <p:nvPr/>
          </p:nvSpPr>
          <p:spPr>
            <a:xfrm>
              <a:off x="4793507" y="1537890"/>
              <a:ext cx="355889" cy="372335"/>
            </a:xfrm>
            <a:custGeom>
              <a:rect b="b" l="l" r="r" t="t"/>
              <a:pathLst>
                <a:path extrusionOk="0" h="11242" w="10099">
                  <a:moveTo>
                    <a:pt x="5431" y="4073"/>
                  </a:moveTo>
                  <a:cubicBezTo>
                    <a:pt x="5454" y="4073"/>
                    <a:pt x="5502" y="4121"/>
                    <a:pt x="5502" y="4144"/>
                  </a:cubicBezTo>
                  <a:lnTo>
                    <a:pt x="5502" y="4954"/>
                  </a:lnTo>
                  <a:cubicBezTo>
                    <a:pt x="5502" y="5073"/>
                    <a:pt x="5597" y="5168"/>
                    <a:pt x="5716" y="5168"/>
                  </a:cubicBezTo>
                  <a:lnTo>
                    <a:pt x="6526" y="5168"/>
                  </a:lnTo>
                  <a:cubicBezTo>
                    <a:pt x="6574" y="5168"/>
                    <a:pt x="6598" y="5216"/>
                    <a:pt x="6598" y="5264"/>
                  </a:cubicBezTo>
                  <a:lnTo>
                    <a:pt x="6598" y="5978"/>
                  </a:lnTo>
                  <a:cubicBezTo>
                    <a:pt x="6598" y="6026"/>
                    <a:pt x="6574" y="6073"/>
                    <a:pt x="6526" y="6073"/>
                  </a:cubicBezTo>
                  <a:lnTo>
                    <a:pt x="5716" y="6073"/>
                  </a:lnTo>
                  <a:cubicBezTo>
                    <a:pt x="5597" y="6073"/>
                    <a:pt x="5502" y="6169"/>
                    <a:pt x="5502" y="6288"/>
                  </a:cubicBezTo>
                  <a:lnTo>
                    <a:pt x="5502" y="7097"/>
                  </a:lnTo>
                  <a:cubicBezTo>
                    <a:pt x="5502" y="7121"/>
                    <a:pt x="5454" y="7169"/>
                    <a:pt x="5431" y="7169"/>
                  </a:cubicBezTo>
                  <a:lnTo>
                    <a:pt x="4692" y="7169"/>
                  </a:lnTo>
                  <a:cubicBezTo>
                    <a:pt x="4669" y="7169"/>
                    <a:pt x="4645" y="7121"/>
                    <a:pt x="4645" y="7097"/>
                  </a:cubicBezTo>
                  <a:lnTo>
                    <a:pt x="4645" y="6288"/>
                  </a:lnTo>
                  <a:cubicBezTo>
                    <a:pt x="4645" y="6169"/>
                    <a:pt x="4526" y="6073"/>
                    <a:pt x="4407" y="6073"/>
                  </a:cubicBezTo>
                  <a:lnTo>
                    <a:pt x="3597" y="6073"/>
                  </a:lnTo>
                  <a:cubicBezTo>
                    <a:pt x="3549" y="6073"/>
                    <a:pt x="3502" y="6026"/>
                    <a:pt x="3502" y="5978"/>
                  </a:cubicBezTo>
                  <a:lnTo>
                    <a:pt x="3502" y="5264"/>
                  </a:lnTo>
                  <a:cubicBezTo>
                    <a:pt x="3502" y="5216"/>
                    <a:pt x="3549" y="5168"/>
                    <a:pt x="3597" y="5168"/>
                  </a:cubicBezTo>
                  <a:lnTo>
                    <a:pt x="4383" y="5168"/>
                  </a:lnTo>
                  <a:cubicBezTo>
                    <a:pt x="4526" y="5168"/>
                    <a:pt x="4621" y="5073"/>
                    <a:pt x="4621" y="4954"/>
                  </a:cubicBezTo>
                  <a:lnTo>
                    <a:pt x="4621" y="4144"/>
                  </a:lnTo>
                  <a:cubicBezTo>
                    <a:pt x="4621" y="4121"/>
                    <a:pt x="4645" y="4073"/>
                    <a:pt x="4692" y="4073"/>
                  </a:cubicBezTo>
                  <a:close/>
                  <a:moveTo>
                    <a:pt x="6048" y="444"/>
                  </a:moveTo>
                  <a:cubicBezTo>
                    <a:pt x="6451" y="444"/>
                    <a:pt x="6781" y="757"/>
                    <a:pt x="6812" y="1168"/>
                  </a:cubicBezTo>
                  <a:cubicBezTo>
                    <a:pt x="6574" y="1287"/>
                    <a:pt x="6407" y="1477"/>
                    <a:pt x="6288" y="1715"/>
                  </a:cubicBezTo>
                  <a:cubicBezTo>
                    <a:pt x="6288" y="1739"/>
                    <a:pt x="6288" y="1739"/>
                    <a:pt x="6288" y="1763"/>
                  </a:cubicBezTo>
                  <a:cubicBezTo>
                    <a:pt x="6312" y="1906"/>
                    <a:pt x="6431" y="1977"/>
                    <a:pt x="6526" y="1977"/>
                  </a:cubicBezTo>
                  <a:cubicBezTo>
                    <a:pt x="6598" y="1977"/>
                    <a:pt x="6669" y="1930"/>
                    <a:pt x="6717" y="1858"/>
                  </a:cubicBezTo>
                  <a:cubicBezTo>
                    <a:pt x="6812" y="1691"/>
                    <a:pt x="6955" y="1572"/>
                    <a:pt x="7121" y="1501"/>
                  </a:cubicBezTo>
                  <a:cubicBezTo>
                    <a:pt x="7244" y="1440"/>
                    <a:pt x="7380" y="1409"/>
                    <a:pt x="7521" y="1409"/>
                  </a:cubicBezTo>
                  <a:cubicBezTo>
                    <a:pt x="7709" y="1409"/>
                    <a:pt x="7907" y="1464"/>
                    <a:pt x="8098" y="1572"/>
                  </a:cubicBezTo>
                  <a:cubicBezTo>
                    <a:pt x="8122" y="1596"/>
                    <a:pt x="8145" y="1620"/>
                    <a:pt x="8145" y="1644"/>
                  </a:cubicBezTo>
                  <a:cubicBezTo>
                    <a:pt x="8407" y="1953"/>
                    <a:pt x="8479" y="2311"/>
                    <a:pt x="8360" y="2620"/>
                  </a:cubicBezTo>
                  <a:cubicBezTo>
                    <a:pt x="8288" y="2858"/>
                    <a:pt x="8122" y="3049"/>
                    <a:pt x="7907" y="3144"/>
                  </a:cubicBezTo>
                  <a:cubicBezTo>
                    <a:pt x="7884" y="3144"/>
                    <a:pt x="7860" y="3168"/>
                    <a:pt x="7860" y="3192"/>
                  </a:cubicBezTo>
                  <a:cubicBezTo>
                    <a:pt x="7812" y="3382"/>
                    <a:pt x="7931" y="3525"/>
                    <a:pt x="8074" y="3525"/>
                  </a:cubicBezTo>
                  <a:cubicBezTo>
                    <a:pt x="8122" y="3525"/>
                    <a:pt x="8145" y="3501"/>
                    <a:pt x="8193" y="3501"/>
                  </a:cubicBezTo>
                  <a:cubicBezTo>
                    <a:pt x="8384" y="3382"/>
                    <a:pt x="8550" y="3192"/>
                    <a:pt x="8669" y="3001"/>
                  </a:cubicBezTo>
                  <a:cubicBezTo>
                    <a:pt x="9003" y="3239"/>
                    <a:pt x="9217" y="3620"/>
                    <a:pt x="9217" y="4025"/>
                  </a:cubicBezTo>
                  <a:cubicBezTo>
                    <a:pt x="9217" y="4359"/>
                    <a:pt x="9098" y="4644"/>
                    <a:pt x="8884" y="4883"/>
                  </a:cubicBezTo>
                  <a:cubicBezTo>
                    <a:pt x="8788" y="4835"/>
                    <a:pt x="8693" y="4811"/>
                    <a:pt x="8598" y="4787"/>
                  </a:cubicBezTo>
                  <a:cubicBezTo>
                    <a:pt x="8574" y="4787"/>
                    <a:pt x="8574" y="4787"/>
                    <a:pt x="8550" y="4811"/>
                  </a:cubicBezTo>
                  <a:cubicBezTo>
                    <a:pt x="8283" y="4945"/>
                    <a:pt x="8411" y="5244"/>
                    <a:pt x="8643" y="5244"/>
                  </a:cubicBezTo>
                  <a:cubicBezTo>
                    <a:pt x="8659" y="5244"/>
                    <a:pt x="8676" y="5243"/>
                    <a:pt x="8693" y="5240"/>
                  </a:cubicBezTo>
                  <a:cubicBezTo>
                    <a:pt x="8702" y="5236"/>
                    <a:pt x="8711" y="5234"/>
                    <a:pt x="8720" y="5234"/>
                  </a:cubicBezTo>
                  <a:cubicBezTo>
                    <a:pt x="8765" y="5234"/>
                    <a:pt x="8816" y="5276"/>
                    <a:pt x="8836" y="5335"/>
                  </a:cubicBezTo>
                  <a:cubicBezTo>
                    <a:pt x="9360" y="5597"/>
                    <a:pt x="9670" y="6121"/>
                    <a:pt x="9670" y="6692"/>
                  </a:cubicBezTo>
                  <a:cubicBezTo>
                    <a:pt x="9670" y="7288"/>
                    <a:pt x="9312" y="7836"/>
                    <a:pt x="8741" y="8050"/>
                  </a:cubicBezTo>
                  <a:cubicBezTo>
                    <a:pt x="8741" y="8050"/>
                    <a:pt x="8741" y="8050"/>
                    <a:pt x="8741" y="8074"/>
                  </a:cubicBezTo>
                  <a:cubicBezTo>
                    <a:pt x="8550" y="8145"/>
                    <a:pt x="8360" y="8169"/>
                    <a:pt x="8169" y="8169"/>
                  </a:cubicBezTo>
                  <a:cubicBezTo>
                    <a:pt x="8026" y="8169"/>
                    <a:pt x="7860" y="8145"/>
                    <a:pt x="7717" y="8098"/>
                  </a:cubicBezTo>
                  <a:lnTo>
                    <a:pt x="7669" y="8098"/>
                  </a:lnTo>
                  <a:cubicBezTo>
                    <a:pt x="7431" y="8240"/>
                    <a:pt x="7502" y="8502"/>
                    <a:pt x="7669" y="8550"/>
                  </a:cubicBezTo>
                  <a:cubicBezTo>
                    <a:pt x="7836" y="8598"/>
                    <a:pt x="8003" y="8621"/>
                    <a:pt x="8169" y="8621"/>
                  </a:cubicBezTo>
                  <a:cubicBezTo>
                    <a:pt x="8312" y="8621"/>
                    <a:pt x="8479" y="8598"/>
                    <a:pt x="8622" y="8550"/>
                  </a:cubicBezTo>
                  <a:lnTo>
                    <a:pt x="8622" y="8550"/>
                  </a:lnTo>
                  <a:cubicBezTo>
                    <a:pt x="8622" y="9169"/>
                    <a:pt x="8169" y="9693"/>
                    <a:pt x="7574" y="9788"/>
                  </a:cubicBezTo>
                  <a:cubicBezTo>
                    <a:pt x="7516" y="9795"/>
                    <a:pt x="7461" y="9798"/>
                    <a:pt x="7406" y="9798"/>
                  </a:cubicBezTo>
                  <a:cubicBezTo>
                    <a:pt x="7257" y="9798"/>
                    <a:pt x="7118" y="9776"/>
                    <a:pt x="6979" y="9741"/>
                  </a:cubicBezTo>
                  <a:cubicBezTo>
                    <a:pt x="6971" y="9733"/>
                    <a:pt x="6963" y="9730"/>
                    <a:pt x="6956" y="9730"/>
                  </a:cubicBezTo>
                  <a:cubicBezTo>
                    <a:pt x="6942" y="9730"/>
                    <a:pt x="6931" y="9741"/>
                    <a:pt x="6931" y="9741"/>
                  </a:cubicBezTo>
                  <a:cubicBezTo>
                    <a:pt x="6669" y="9884"/>
                    <a:pt x="6740" y="10122"/>
                    <a:pt x="6931" y="10193"/>
                  </a:cubicBezTo>
                  <a:cubicBezTo>
                    <a:pt x="7050" y="10217"/>
                    <a:pt x="7169" y="10241"/>
                    <a:pt x="7288" y="10241"/>
                  </a:cubicBezTo>
                  <a:cubicBezTo>
                    <a:pt x="7104" y="10583"/>
                    <a:pt x="6739" y="10815"/>
                    <a:pt x="6332" y="10815"/>
                  </a:cubicBezTo>
                  <a:cubicBezTo>
                    <a:pt x="6002" y="10815"/>
                    <a:pt x="5645" y="10662"/>
                    <a:pt x="5335" y="10288"/>
                  </a:cubicBezTo>
                  <a:cubicBezTo>
                    <a:pt x="5288" y="10241"/>
                    <a:pt x="5264" y="10169"/>
                    <a:pt x="5264" y="10122"/>
                  </a:cubicBezTo>
                  <a:lnTo>
                    <a:pt x="5264" y="7597"/>
                  </a:lnTo>
                  <a:lnTo>
                    <a:pt x="5812" y="7597"/>
                  </a:lnTo>
                  <a:cubicBezTo>
                    <a:pt x="5883" y="7597"/>
                    <a:pt x="5931" y="7550"/>
                    <a:pt x="5931" y="7478"/>
                  </a:cubicBezTo>
                  <a:lnTo>
                    <a:pt x="5931" y="6502"/>
                  </a:lnTo>
                  <a:lnTo>
                    <a:pt x="6526" y="6502"/>
                  </a:lnTo>
                  <a:cubicBezTo>
                    <a:pt x="6812" y="6502"/>
                    <a:pt x="7026" y="6288"/>
                    <a:pt x="7026" y="6002"/>
                  </a:cubicBezTo>
                  <a:lnTo>
                    <a:pt x="7026" y="5264"/>
                  </a:lnTo>
                  <a:cubicBezTo>
                    <a:pt x="7026" y="5002"/>
                    <a:pt x="6836" y="4787"/>
                    <a:pt x="6598" y="4764"/>
                  </a:cubicBezTo>
                  <a:cubicBezTo>
                    <a:pt x="6574" y="4764"/>
                    <a:pt x="6550" y="4740"/>
                    <a:pt x="6526" y="4740"/>
                  </a:cubicBezTo>
                  <a:lnTo>
                    <a:pt x="5931" y="4740"/>
                  </a:lnTo>
                  <a:lnTo>
                    <a:pt x="5931" y="4168"/>
                  </a:lnTo>
                  <a:lnTo>
                    <a:pt x="5931" y="4144"/>
                  </a:lnTo>
                  <a:cubicBezTo>
                    <a:pt x="5931" y="3859"/>
                    <a:pt x="5693" y="3644"/>
                    <a:pt x="5431" y="3644"/>
                  </a:cubicBezTo>
                  <a:lnTo>
                    <a:pt x="5288" y="3644"/>
                  </a:lnTo>
                  <a:lnTo>
                    <a:pt x="5288" y="929"/>
                  </a:lnTo>
                  <a:cubicBezTo>
                    <a:pt x="5288" y="882"/>
                    <a:pt x="5288" y="810"/>
                    <a:pt x="5335" y="787"/>
                  </a:cubicBezTo>
                  <a:cubicBezTo>
                    <a:pt x="5568" y="545"/>
                    <a:pt x="5820" y="444"/>
                    <a:pt x="6048" y="444"/>
                  </a:cubicBezTo>
                  <a:close/>
                  <a:moveTo>
                    <a:pt x="4073" y="1"/>
                  </a:moveTo>
                  <a:cubicBezTo>
                    <a:pt x="3478" y="1"/>
                    <a:pt x="2978" y="429"/>
                    <a:pt x="2882" y="977"/>
                  </a:cubicBezTo>
                  <a:cubicBezTo>
                    <a:pt x="2811" y="977"/>
                    <a:pt x="2740" y="953"/>
                    <a:pt x="2668" y="953"/>
                  </a:cubicBezTo>
                  <a:cubicBezTo>
                    <a:pt x="2668" y="953"/>
                    <a:pt x="2644" y="953"/>
                    <a:pt x="2644" y="977"/>
                  </a:cubicBezTo>
                  <a:cubicBezTo>
                    <a:pt x="2430" y="1144"/>
                    <a:pt x="2525" y="1382"/>
                    <a:pt x="2716" y="1406"/>
                  </a:cubicBezTo>
                  <a:cubicBezTo>
                    <a:pt x="2811" y="1430"/>
                    <a:pt x="2906" y="1453"/>
                    <a:pt x="3002" y="1477"/>
                  </a:cubicBezTo>
                  <a:cubicBezTo>
                    <a:pt x="3168" y="1572"/>
                    <a:pt x="3311" y="1691"/>
                    <a:pt x="3406" y="1858"/>
                  </a:cubicBezTo>
                  <a:cubicBezTo>
                    <a:pt x="3454" y="1930"/>
                    <a:pt x="3525" y="1977"/>
                    <a:pt x="3597" y="1977"/>
                  </a:cubicBezTo>
                  <a:cubicBezTo>
                    <a:pt x="3645" y="1977"/>
                    <a:pt x="3668" y="1953"/>
                    <a:pt x="3716" y="1930"/>
                  </a:cubicBezTo>
                  <a:cubicBezTo>
                    <a:pt x="3811" y="1882"/>
                    <a:pt x="3835" y="1739"/>
                    <a:pt x="3787" y="1644"/>
                  </a:cubicBezTo>
                  <a:cubicBezTo>
                    <a:pt x="3668" y="1430"/>
                    <a:pt x="3502" y="1263"/>
                    <a:pt x="3311" y="1144"/>
                  </a:cubicBezTo>
                  <a:cubicBezTo>
                    <a:pt x="3341" y="749"/>
                    <a:pt x="3671" y="432"/>
                    <a:pt x="4073" y="432"/>
                  </a:cubicBezTo>
                  <a:cubicBezTo>
                    <a:pt x="4302" y="432"/>
                    <a:pt x="4554" y="536"/>
                    <a:pt x="4788" y="787"/>
                  </a:cubicBezTo>
                  <a:cubicBezTo>
                    <a:pt x="4811" y="810"/>
                    <a:pt x="4835" y="858"/>
                    <a:pt x="4835" y="906"/>
                  </a:cubicBezTo>
                  <a:lnTo>
                    <a:pt x="4835" y="3644"/>
                  </a:lnTo>
                  <a:lnTo>
                    <a:pt x="4692" y="3644"/>
                  </a:lnTo>
                  <a:cubicBezTo>
                    <a:pt x="4407" y="3644"/>
                    <a:pt x="4192" y="3859"/>
                    <a:pt x="4168" y="4121"/>
                  </a:cubicBezTo>
                  <a:lnTo>
                    <a:pt x="4168" y="4168"/>
                  </a:lnTo>
                  <a:lnTo>
                    <a:pt x="4168" y="4740"/>
                  </a:lnTo>
                  <a:lnTo>
                    <a:pt x="3573" y="4740"/>
                  </a:lnTo>
                  <a:cubicBezTo>
                    <a:pt x="3287" y="4764"/>
                    <a:pt x="3073" y="4978"/>
                    <a:pt x="3073" y="5264"/>
                  </a:cubicBezTo>
                  <a:lnTo>
                    <a:pt x="3073" y="5978"/>
                  </a:lnTo>
                  <a:cubicBezTo>
                    <a:pt x="3073" y="6264"/>
                    <a:pt x="3287" y="6478"/>
                    <a:pt x="3573" y="6502"/>
                  </a:cubicBezTo>
                  <a:lnTo>
                    <a:pt x="4168" y="6502"/>
                  </a:lnTo>
                  <a:lnTo>
                    <a:pt x="4168" y="7478"/>
                  </a:lnTo>
                  <a:cubicBezTo>
                    <a:pt x="4168" y="7550"/>
                    <a:pt x="4240" y="7597"/>
                    <a:pt x="4288" y="7597"/>
                  </a:cubicBezTo>
                  <a:lnTo>
                    <a:pt x="4835" y="7597"/>
                  </a:lnTo>
                  <a:lnTo>
                    <a:pt x="4835" y="10122"/>
                  </a:lnTo>
                  <a:cubicBezTo>
                    <a:pt x="4835" y="10169"/>
                    <a:pt x="4811" y="10241"/>
                    <a:pt x="4788" y="10265"/>
                  </a:cubicBezTo>
                  <a:cubicBezTo>
                    <a:pt x="4473" y="10645"/>
                    <a:pt x="4104" y="10802"/>
                    <a:pt x="3763" y="10802"/>
                  </a:cubicBezTo>
                  <a:cubicBezTo>
                    <a:pt x="3357" y="10802"/>
                    <a:pt x="2992" y="10578"/>
                    <a:pt x="2811" y="10241"/>
                  </a:cubicBezTo>
                  <a:cubicBezTo>
                    <a:pt x="2978" y="10217"/>
                    <a:pt x="3121" y="10193"/>
                    <a:pt x="3263" y="10146"/>
                  </a:cubicBezTo>
                  <a:cubicBezTo>
                    <a:pt x="3287" y="10146"/>
                    <a:pt x="3287" y="10146"/>
                    <a:pt x="3287" y="10122"/>
                  </a:cubicBezTo>
                  <a:cubicBezTo>
                    <a:pt x="3409" y="9918"/>
                    <a:pt x="3288" y="9749"/>
                    <a:pt x="3146" y="9749"/>
                  </a:cubicBezTo>
                  <a:cubicBezTo>
                    <a:pt x="3122" y="9749"/>
                    <a:pt x="3097" y="9754"/>
                    <a:pt x="3073" y="9765"/>
                  </a:cubicBezTo>
                  <a:cubicBezTo>
                    <a:pt x="2955" y="9781"/>
                    <a:pt x="2825" y="9798"/>
                    <a:pt x="2700" y="9798"/>
                  </a:cubicBezTo>
                  <a:cubicBezTo>
                    <a:pt x="2649" y="9798"/>
                    <a:pt x="2598" y="9795"/>
                    <a:pt x="2549" y="9788"/>
                  </a:cubicBezTo>
                  <a:lnTo>
                    <a:pt x="2525" y="9788"/>
                  </a:lnTo>
                  <a:cubicBezTo>
                    <a:pt x="1930" y="9693"/>
                    <a:pt x="1501" y="9169"/>
                    <a:pt x="1477" y="8550"/>
                  </a:cubicBezTo>
                  <a:lnTo>
                    <a:pt x="1477" y="8550"/>
                  </a:lnTo>
                  <a:cubicBezTo>
                    <a:pt x="1620" y="8598"/>
                    <a:pt x="1787" y="8621"/>
                    <a:pt x="1930" y="8621"/>
                  </a:cubicBezTo>
                  <a:cubicBezTo>
                    <a:pt x="2144" y="8621"/>
                    <a:pt x="2335" y="8574"/>
                    <a:pt x="2525" y="8526"/>
                  </a:cubicBezTo>
                  <a:cubicBezTo>
                    <a:pt x="2525" y="8526"/>
                    <a:pt x="2549" y="8502"/>
                    <a:pt x="2549" y="8502"/>
                  </a:cubicBezTo>
                  <a:cubicBezTo>
                    <a:pt x="2677" y="8289"/>
                    <a:pt x="2538" y="8114"/>
                    <a:pt x="2370" y="8114"/>
                  </a:cubicBezTo>
                  <a:cubicBezTo>
                    <a:pt x="2351" y="8114"/>
                    <a:pt x="2331" y="8116"/>
                    <a:pt x="2311" y="8121"/>
                  </a:cubicBezTo>
                  <a:cubicBezTo>
                    <a:pt x="2192" y="8145"/>
                    <a:pt x="2073" y="8169"/>
                    <a:pt x="1930" y="8169"/>
                  </a:cubicBezTo>
                  <a:cubicBezTo>
                    <a:pt x="1739" y="8169"/>
                    <a:pt x="1549" y="8145"/>
                    <a:pt x="1382" y="8050"/>
                  </a:cubicBezTo>
                  <a:cubicBezTo>
                    <a:pt x="811" y="7836"/>
                    <a:pt x="453" y="7288"/>
                    <a:pt x="453" y="6669"/>
                  </a:cubicBezTo>
                  <a:cubicBezTo>
                    <a:pt x="453" y="6097"/>
                    <a:pt x="763" y="5573"/>
                    <a:pt x="1287" y="5335"/>
                  </a:cubicBezTo>
                  <a:cubicBezTo>
                    <a:pt x="1335" y="5264"/>
                    <a:pt x="1406" y="5240"/>
                    <a:pt x="1477" y="5240"/>
                  </a:cubicBezTo>
                  <a:cubicBezTo>
                    <a:pt x="1716" y="5240"/>
                    <a:pt x="1835" y="4930"/>
                    <a:pt x="1549" y="4787"/>
                  </a:cubicBezTo>
                  <a:lnTo>
                    <a:pt x="1525" y="4787"/>
                  </a:lnTo>
                  <a:cubicBezTo>
                    <a:pt x="1430" y="4811"/>
                    <a:pt x="1335" y="4835"/>
                    <a:pt x="1239" y="4859"/>
                  </a:cubicBezTo>
                  <a:cubicBezTo>
                    <a:pt x="1025" y="4644"/>
                    <a:pt x="906" y="4335"/>
                    <a:pt x="906" y="4025"/>
                  </a:cubicBezTo>
                  <a:cubicBezTo>
                    <a:pt x="906" y="3597"/>
                    <a:pt x="1120" y="3216"/>
                    <a:pt x="1454" y="3001"/>
                  </a:cubicBezTo>
                  <a:cubicBezTo>
                    <a:pt x="1573" y="3192"/>
                    <a:pt x="1739" y="3358"/>
                    <a:pt x="1930" y="3478"/>
                  </a:cubicBezTo>
                  <a:cubicBezTo>
                    <a:pt x="1978" y="3501"/>
                    <a:pt x="2001" y="3501"/>
                    <a:pt x="2049" y="3501"/>
                  </a:cubicBezTo>
                  <a:cubicBezTo>
                    <a:pt x="2192" y="3501"/>
                    <a:pt x="2311" y="3382"/>
                    <a:pt x="2263" y="3168"/>
                  </a:cubicBezTo>
                  <a:cubicBezTo>
                    <a:pt x="2239" y="3144"/>
                    <a:pt x="2239" y="3144"/>
                    <a:pt x="2216" y="3120"/>
                  </a:cubicBezTo>
                  <a:cubicBezTo>
                    <a:pt x="2001" y="3025"/>
                    <a:pt x="1835" y="2835"/>
                    <a:pt x="1763" y="2596"/>
                  </a:cubicBezTo>
                  <a:cubicBezTo>
                    <a:pt x="1716" y="2525"/>
                    <a:pt x="1716" y="2430"/>
                    <a:pt x="1692" y="2334"/>
                  </a:cubicBezTo>
                  <a:cubicBezTo>
                    <a:pt x="1692" y="2311"/>
                    <a:pt x="1692" y="2311"/>
                    <a:pt x="1692" y="2287"/>
                  </a:cubicBezTo>
                  <a:cubicBezTo>
                    <a:pt x="1625" y="2235"/>
                    <a:pt x="1557" y="2213"/>
                    <a:pt x="1494" y="2213"/>
                  </a:cubicBezTo>
                  <a:cubicBezTo>
                    <a:pt x="1355" y="2213"/>
                    <a:pt x="1247" y="2322"/>
                    <a:pt x="1263" y="2454"/>
                  </a:cubicBezTo>
                  <a:cubicBezTo>
                    <a:pt x="1263" y="2501"/>
                    <a:pt x="1287" y="2525"/>
                    <a:pt x="1287" y="2573"/>
                  </a:cubicBezTo>
                  <a:cubicBezTo>
                    <a:pt x="787" y="2858"/>
                    <a:pt x="477" y="3430"/>
                    <a:pt x="477" y="4001"/>
                  </a:cubicBezTo>
                  <a:cubicBezTo>
                    <a:pt x="477" y="4406"/>
                    <a:pt x="596" y="4764"/>
                    <a:pt x="834" y="5073"/>
                  </a:cubicBezTo>
                  <a:cubicBezTo>
                    <a:pt x="310" y="5430"/>
                    <a:pt x="1" y="6002"/>
                    <a:pt x="1" y="6669"/>
                  </a:cubicBezTo>
                  <a:cubicBezTo>
                    <a:pt x="1" y="7383"/>
                    <a:pt x="406" y="8050"/>
                    <a:pt x="1049" y="8383"/>
                  </a:cubicBezTo>
                  <a:cubicBezTo>
                    <a:pt x="1049" y="8431"/>
                    <a:pt x="1049" y="8479"/>
                    <a:pt x="1049" y="8526"/>
                  </a:cubicBezTo>
                  <a:cubicBezTo>
                    <a:pt x="1049" y="8931"/>
                    <a:pt x="1192" y="9312"/>
                    <a:pt x="1454" y="9622"/>
                  </a:cubicBezTo>
                  <a:cubicBezTo>
                    <a:pt x="1692" y="9884"/>
                    <a:pt x="2001" y="10074"/>
                    <a:pt x="2335" y="10169"/>
                  </a:cubicBezTo>
                  <a:cubicBezTo>
                    <a:pt x="2525" y="10789"/>
                    <a:pt x="3097" y="11241"/>
                    <a:pt x="3764" y="11241"/>
                  </a:cubicBezTo>
                  <a:cubicBezTo>
                    <a:pt x="4311" y="11241"/>
                    <a:pt x="4788" y="10931"/>
                    <a:pt x="5073" y="10503"/>
                  </a:cubicBezTo>
                  <a:cubicBezTo>
                    <a:pt x="5335" y="10955"/>
                    <a:pt x="5812" y="11241"/>
                    <a:pt x="6359" y="11241"/>
                  </a:cubicBezTo>
                  <a:cubicBezTo>
                    <a:pt x="7026" y="11241"/>
                    <a:pt x="7598" y="10789"/>
                    <a:pt x="7788" y="10169"/>
                  </a:cubicBezTo>
                  <a:cubicBezTo>
                    <a:pt x="8122" y="10074"/>
                    <a:pt x="8431" y="9884"/>
                    <a:pt x="8669" y="9622"/>
                  </a:cubicBezTo>
                  <a:cubicBezTo>
                    <a:pt x="8931" y="9312"/>
                    <a:pt x="9074" y="8931"/>
                    <a:pt x="9074" y="8526"/>
                  </a:cubicBezTo>
                  <a:cubicBezTo>
                    <a:pt x="9074" y="8479"/>
                    <a:pt x="9074" y="8431"/>
                    <a:pt x="9074" y="8383"/>
                  </a:cubicBezTo>
                  <a:cubicBezTo>
                    <a:pt x="9693" y="8074"/>
                    <a:pt x="10098" y="7407"/>
                    <a:pt x="10098" y="6669"/>
                  </a:cubicBezTo>
                  <a:cubicBezTo>
                    <a:pt x="10098" y="6026"/>
                    <a:pt x="9789" y="5454"/>
                    <a:pt x="9265" y="5073"/>
                  </a:cubicBezTo>
                  <a:cubicBezTo>
                    <a:pt x="9503" y="4787"/>
                    <a:pt x="9646" y="4406"/>
                    <a:pt x="9646" y="4025"/>
                  </a:cubicBezTo>
                  <a:cubicBezTo>
                    <a:pt x="9646" y="3430"/>
                    <a:pt x="9336" y="2882"/>
                    <a:pt x="8836" y="2573"/>
                  </a:cubicBezTo>
                  <a:cubicBezTo>
                    <a:pt x="8836" y="2501"/>
                    <a:pt x="8860" y="2406"/>
                    <a:pt x="8860" y="2311"/>
                  </a:cubicBezTo>
                  <a:cubicBezTo>
                    <a:pt x="8860" y="1572"/>
                    <a:pt x="8241" y="953"/>
                    <a:pt x="7502" y="953"/>
                  </a:cubicBezTo>
                  <a:cubicBezTo>
                    <a:pt x="7407" y="953"/>
                    <a:pt x="7312" y="977"/>
                    <a:pt x="7217" y="977"/>
                  </a:cubicBezTo>
                  <a:cubicBezTo>
                    <a:pt x="7121" y="429"/>
                    <a:pt x="6621" y="1"/>
                    <a:pt x="6050" y="1"/>
                  </a:cubicBezTo>
                  <a:cubicBezTo>
                    <a:pt x="5645" y="1"/>
                    <a:pt x="5288" y="191"/>
                    <a:pt x="5050" y="501"/>
                  </a:cubicBezTo>
                  <a:cubicBezTo>
                    <a:pt x="4835" y="191"/>
                    <a:pt x="4478" y="1"/>
                    <a:pt x="40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45" name="Google Shape;3845;p44"/>
            <p:cNvSpPr/>
            <p:nvPr/>
          </p:nvSpPr>
          <p:spPr>
            <a:xfrm>
              <a:off x="4855634" y="1679907"/>
              <a:ext cx="40315" cy="58357"/>
            </a:xfrm>
            <a:custGeom>
              <a:rect b="b" l="l" r="r" t="t"/>
              <a:pathLst>
                <a:path extrusionOk="0" h="1762" w="1144">
                  <a:moveTo>
                    <a:pt x="791" y="0"/>
                  </a:moveTo>
                  <a:cubicBezTo>
                    <a:pt x="756" y="0"/>
                    <a:pt x="721" y="8"/>
                    <a:pt x="691" y="23"/>
                  </a:cubicBezTo>
                  <a:cubicBezTo>
                    <a:pt x="572" y="94"/>
                    <a:pt x="548" y="214"/>
                    <a:pt x="596" y="333"/>
                  </a:cubicBezTo>
                  <a:cubicBezTo>
                    <a:pt x="667" y="428"/>
                    <a:pt x="691" y="547"/>
                    <a:pt x="691" y="666"/>
                  </a:cubicBezTo>
                  <a:cubicBezTo>
                    <a:pt x="691" y="976"/>
                    <a:pt x="476" y="1238"/>
                    <a:pt x="191" y="1333"/>
                  </a:cubicBezTo>
                  <a:cubicBezTo>
                    <a:pt x="72" y="1357"/>
                    <a:pt x="0" y="1476"/>
                    <a:pt x="24" y="1595"/>
                  </a:cubicBezTo>
                  <a:cubicBezTo>
                    <a:pt x="72" y="1690"/>
                    <a:pt x="143" y="1761"/>
                    <a:pt x="238" y="1761"/>
                  </a:cubicBezTo>
                  <a:cubicBezTo>
                    <a:pt x="262" y="1761"/>
                    <a:pt x="286" y="1761"/>
                    <a:pt x="310" y="1738"/>
                  </a:cubicBezTo>
                  <a:cubicBezTo>
                    <a:pt x="786" y="1619"/>
                    <a:pt x="1143" y="1166"/>
                    <a:pt x="1143" y="666"/>
                  </a:cubicBezTo>
                  <a:cubicBezTo>
                    <a:pt x="1143" y="476"/>
                    <a:pt x="1072" y="285"/>
                    <a:pt x="977" y="118"/>
                  </a:cubicBezTo>
                  <a:cubicBezTo>
                    <a:pt x="944" y="37"/>
                    <a:pt x="867" y="0"/>
                    <a:pt x="7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46" name="Google Shape;3846;p44"/>
            <p:cNvSpPr/>
            <p:nvPr/>
          </p:nvSpPr>
          <p:spPr>
            <a:xfrm>
              <a:off x="4883332" y="1774497"/>
              <a:ext cx="47856" cy="52098"/>
            </a:xfrm>
            <a:custGeom>
              <a:rect b="b" l="l" r="r" t="t"/>
              <a:pathLst>
                <a:path extrusionOk="0" h="1573" w="1358">
                  <a:moveTo>
                    <a:pt x="238" y="1"/>
                  </a:moveTo>
                  <a:cubicBezTo>
                    <a:pt x="95" y="1"/>
                    <a:pt x="0" y="96"/>
                    <a:pt x="0" y="215"/>
                  </a:cubicBezTo>
                  <a:cubicBezTo>
                    <a:pt x="0" y="334"/>
                    <a:pt x="95" y="430"/>
                    <a:pt x="238" y="430"/>
                  </a:cubicBezTo>
                  <a:cubicBezTo>
                    <a:pt x="595" y="430"/>
                    <a:pt x="905" y="739"/>
                    <a:pt x="905" y="1120"/>
                  </a:cubicBezTo>
                  <a:cubicBezTo>
                    <a:pt x="905" y="1168"/>
                    <a:pt x="905" y="1239"/>
                    <a:pt x="881" y="1287"/>
                  </a:cubicBezTo>
                  <a:cubicBezTo>
                    <a:pt x="857" y="1406"/>
                    <a:pt x="929" y="1525"/>
                    <a:pt x="1048" y="1549"/>
                  </a:cubicBezTo>
                  <a:cubicBezTo>
                    <a:pt x="1048" y="1573"/>
                    <a:pt x="1072" y="1573"/>
                    <a:pt x="1096" y="1573"/>
                  </a:cubicBezTo>
                  <a:cubicBezTo>
                    <a:pt x="1191" y="1573"/>
                    <a:pt x="1286" y="1501"/>
                    <a:pt x="1310" y="1406"/>
                  </a:cubicBezTo>
                  <a:cubicBezTo>
                    <a:pt x="1334" y="1311"/>
                    <a:pt x="1357" y="1215"/>
                    <a:pt x="1357" y="1120"/>
                  </a:cubicBezTo>
                  <a:cubicBezTo>
                    <a:pt x="1357" y="501"/>
                    <a:pt x="834" y="1"/>
                    <a:pt x="2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47" name="Google Shape;3847;p44"/>
            <p:cNvSpPr/>
            <p:nvPr/>
          </p:nvSpPr>
          <p:spPr>
            <a:xfrm>
              <a:off x="4890873" y="1621484"/>
              <a:ext cx="62128" cy="23714"/>
            </a:xfrm>
            <a:custGeom>
              <a:rect b="b" l="l" r="r" t="t"/>
              <a:pathLst>
                <a:path extrusionOk="0" h="716" w="1763">
                  <a:moveTo>
                    <a:pt x="242" y="1"/>
                  </a:moveTo>
                  <a:cubicBezTo>
                    <a:pt x="185" y="1"/>
                    <a:pt x="131" y="25"/>
                    <a:pt x="96" y="72"/>
                  </a:cubicBezTo>
                  <a:cubicBezTo>
                    <a:pt x="0" y="168"/>
                    <a:pt x="0" y="311"/>
                    <a:pt x="96" y="382"/>
                  </a:cubicBezTo>
                  <a:cubicBezTo>
                    <a:pt x="310" y="596"/>
                    <a:pt x="572" y="715"/>
                    <a:pt x="882" y="715"/>
                  </a:cubicBezTo>
                  <a:cubicBezTo>
                    <a:pt x="1167" y="715"/>
                    <a:pt x="1453" y="596"/>
                    <a:pt x="1667" y="382"/>
                  </a:cubicBezTo>
                  <a:cubicBezTo>
                    <a:pt x="1763" y="287"/>
                    <a:pt x="1763" y="168"/>
                    <a:pt x="1667" y="72"/>
                  </a:cubicBezTo>
                  <a:cubicBezTo>
                    <a:pt x="1620" y="25"/>
                    <a:pt x="1566" y="1"/>
                    <a:pt x="1513" y="1"/>
                  </a:cubicBezTo>
                  <a:cubicBezTo>
                    <a:pt x="1459" y="1"/>
                    <a:pt x="1405" y="25"/>
                    <a:pt x="1358" y="72"/>
                  </a:cubicBezTo>
                  <a:cubicBezTo>
                    <a:pt x="1239" y="191"/>
                    <a:pt x="1072" y="263"/>
                    <a:pt x="882" y="263"/>
                  </a:cubicBezTo>
                  <a:cubicBezTo>
                    <a:pt x="691" y="263"/>
                    <a:pt x="524" y="191"/>
                    <a:pt x="405" y="72"/>
                  </a:cubicBezTo>
                  <a:cubicBezTo>
                    <a:pt x="358" y="25"/>
                    <a:pt x="298" y="1"/>
                    <a:pt x="2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48" name="Google Shape;3848;p44"/>
            <p:cNvSpPr/>
            <p:nvPr/>
          </p:nvSpPr>
          <p:spPr>
            <a:xfrm>
              <a:off x="5047793" y="1679907"/>
              <a:ext cx="40315" cy="58357"/>
            </a:xfrm>
            <a:custGeom>
              <a:rect b="b" l="l" r="r" t="t"/>
              <a:pathLst>
                <a:path extrusionOk="0" h="1762" w="1144">
                  <a:moveTo>
                    <a:pt x="352" y="0"/>
                  </a:moveTo>
                  <a:cubicBezTo>
                    <a:pt x="275" y="0"/>
                    <a:pt x="192" y="37"/>
                    <a:pt x="144" y="118"/>
                  </a:cubicBezTo>
                  <a:cubicBezTo>
                    <a:pt x="48" y="285"/>
                    <a:pt x="1" y="476"/>
                    <a:pt x="1" y="666"/>
                  </a:cubicBezTo>
                  <a:cubicBezTo>
                    <a:pt x="1" y="1166"/>
                    <a:pt x="358" y="1619"/>
                    <a:pt x="834" y="1761"/>
                  </a:cubicBezTo>
                  <a:lnTo>
                    <a:pt x="882" y="1761"/>
                  </a:lnTo>
                  <a:cubicBezTo>
                    <a:pt x="1001" y="1761"/>
                    <a:pt x="1072" y="1690"/>
                    <a:pt x="1096" y="1595"/>
                  </a:cubicBezTo>
                  <a:cubicBezTo>
                    <a:pt x="1144" y="1476"/>
                    <a:pt x="1072" y="1357"/>
                    <a:pt x="953" y="1333"/>
                  </a:cubicBezTo>
                  <a:cubicBezTo>
                    <a:pt x="644" y="1238"/>
                    <a:pt x="453" y="976"/>
                    <a:pt x="453" y="666"/>
                  </a:cubicBezTo>
                  <a:cubicBezTo>
                    <a:pt x="453" y="547"/>
                    <a:pt x="477" y="428"/>
                    <a:pt x="525" y="333"/>
                  </a:cubicBezTo>
                  <a:cubicBezTo>
                    <a:pt x="596" y="237"/>
                    <a:pt x="548" y="94"/>
                    <a:pt x="453" y="23"/>
                  </a:cubicBezTo>
                  <a:cubicBezTo>
                    <a:pt x="423" y="8"/>
                    <a:pt x="388" y="0"/>
                    <a:pt x="3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49" name="Google Shape;3849;p44"/>
            <p:cNvSpPr/>
            <p:nvPr/>
          </p:nvSpPr>
          <p:spPr>
            <a:xfrm>
              <a:off x="5012553" y="1774497"/>
              <a:ext cx="47045" cy="52098"/>
            </a:xfrm>
            <a:custGeom>
              <a:rect b="b" l="l" r="r" t="t"/>
              <a:pathLst>
                <a:path extrusionOk="0" h="1573" w="1335">
                  <a:moveTo>
                    <a:pt x="1120" y="1"/>
                  </a:moveTo>
                  <a:cubicBezTo>
                    <a:pt x="501" y="1"/>
                    <a:pt x="0" y="501"/>
                    <a:pt x="0" y="1120"/>
                  </a:cubicBezTo>
                  <a:cubicBezTo>
                    <a:pt x="0" y="1215"/>
                    <a:pt x="24" y="1311"/>
                    <a:pt x="48" y="1406"/>
                  </a:cubicBezTo>
                  <a:cubicBezTo>
                    <a:pt x="72" y="1501"/>
                    <a:pt x="167" y="1573"/>
                    <a:pt x="262" y="1573"/>
                  </a:cubicBezTo>
                  <a:cubicBezTo>
                    <a:pt x="262" y="1573"/>
                    <a:pt x="286" y="1573"/>
                    <a:pt x="310" y="1549"/>
                  </a:cubicBezTo>
                  <a:cubicBezTo>
                    <a:pt x="429" y="1525"/>
                    <a:pt x="501" y="1406"/>
                    <a:pt x="477" y="1287"/>
                  </a:cubicBezTo>
                  <a:cubicBezTo>
                    <a:pt x="453" y="1239"/>
                    <a:pt x="453" y="1168"/>
                    <a:pt x="453" y="1120"/>
                  </a:cubicBezTo>
                  <a:cubicBezTo>
                    <a:pt x="453" y="739"/>
                    <a:pt x="739" y="430"/>
                    <a:pt x="1120" y="430"/>
                  </a:cubicBezTo>
                  <a:cubicBezTo>
                    <a:pt x="1239" y="430"/>
                    <a:pt x="1334" y="334"/>
                    <a:pt x="1334" y="215"/>
                  </a:cubicBezTo>
                  <a:cubicBezTo>
                    <a:pt x="1334" y="96"/>
                    <a:pt x="1239" y="1"/>
                    <a:pt x="11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3850" name="Google Shape;3850;p44"/>
            <p:cNvSpPr/>
            <p:nvPr/>
          </p:nvSpPr>
          <p:spPr>
            <a:xfrm>
              <a:off x="4990740" y="1621484"/>
              <a:ext cx="62128" cy="23714"/>
            </a:xfrm>
            <a:custGeom>
              <a:rect b="b" l="l" r="r" t="t"/>
              <a:pathLst>
                <a:path extrusionOk="0" h="716" w="1763">
                  <a:moveTo>
                    <a:pt x="241" y="1"/>
                  </a:moveTo>
                  <a:cubicBezTo>
                    <a:pt x="185" y="1"/>
                    <a:pt x="131" y="25"/>
                    <a:pt x="96" y="72"/>
                  </a:cubicBezTo>
                  <a:cubicBezTo>
                    <a:pt x="0" y="168"/>
                    <a:pt x="0" y="287"/>
                    <a:pt x="96" y="382"/>
                  </a:cubicBezTo>
                  <a:cubicBezTo>
                    <a:pt x="310" y="596"/>
                    <a:pt x="596" y="715"/>
                    <a:pt x="881" y="715"/>
                  </a:cubicBezTo>
                  <a:cubicBezTo>
                    <a:pt x="1191" y="715"/>
                    <a:pt x="1477" y="596"/>
                    <a:pt x="1667" y="382"/>
                  </a:cubicBezTo>
                  <a:cubicBezTo>
                    <a:pt x="1763" y="287"/>
                    <a:pt x="1763" y="168"/>
                    <a:pt x="1667" y="72"/>
                  </a:cubicBezTo>
                  <a:cubicBezTo>
                    <a:pt x="1632" y="25"/>
                    <a:pt x="1578" y="1"/>
                    <a:pt x="1521" y="1"/>
                  </a:cubicBezTo>
                  <a:cubicBezTo>
                    <a:pt x="1465" y="1"/>
                    <a:pt x="1405" y="25"/>
                    <a:pt x="1358" y="72"/>
                  </a:cubicBezTo>
                  <a:cubicBezTo>
                    <a:pt x="1239" y="191"/>
                    <a:pt x="1072" y="263"/>
                    <a:pt x="881" y="263"/>
                  </a:cubicBezTo>
                  <a:cubicBezTo>
                    <a:pt x="691" y="263"/>
                    <a:pt x="524" y="191"/>
                    <a:pt x="405" y="72"/>
                  </a:cubicBezTo>
                  <a:cubicBezTo>
                    <a:pt x="358" y="25"/>
                    <a:pt x="298" y="1"/>
                    <a:pt x="2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4" name="Shape 3854"/>
        <p:cNvGrpSpPr/>
        <p:nvPr/>
      </p:nvGrpSpPr>
      <p:grpSpPr>
        <a:xfrm>
          <a:off x="0" y="0"/>
          <a:ext cx="0" cy="0"/>
          <a:chOff x="0" y="0"/>
          <a:chExt cx="0" cy="0"/>
        </a:xfrm>
      </p:grpSpPr>
      <p:sp>
        <p:nvSpPr>
          <p:cNvPr id="3855" name="Google Shape;3855;p45"/>
          <p:cNvSpPr txBox="1"/>
          <p:nvPr>
            <p:ph type="title"/>
          </p:nvPr>
        </p:nvSpPr>
        <p:spPr>
          <a:xfrm>
            <a:off x="4724575" y="3314575"/>
            <a:ext cx="2968200" cy="531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t>
            </a:r>
            <a:r>
              <a:rPr lang="en"/>
              <a:t>SOMEONE FAMOUS</a:t>
            </a:r>
            <a:endParaRPr/>
          </a:p>
        </p:txBody>
      </p:sp>
      <p:sp>
        <p:nvSpPr>
          <p:cNvPr id="3856" name="Google Shape;3856;p45"/>
          <p:cNvSpPr txBox="1"/>
          <p:nvPr>
            <p:ph idx="1" type="subTitle"/>
          </p:nvPr>
        </p:nvSpPr>
        <p:spPr>
          <a:xfrm>
            <a:off x="1450975" y="1297025"/>
            <a:ext cx="6241800" cy="2093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grpSp>
        <p:nvGrpSpPr>
          <p:cNvPr id="3857" name="Google Shape;3857;p45"/>
          <p:cNvGrpSpPr/>
          <p:nvPr/>
        </p:nvGrpSpPr>
        <p:grpSpPr>
          <a:xfrm flipH="1">
            <a:off x="1265849" y="3477056"/>
            <a:ext cx="1089907" cy="530503"/>
            <a:chOff x="2378750" y="627850"/>
            <a:chExt cx="1312350" cy="638775"/>
          </a:xfrm>
        </p:grpSpPr>
        <p:sp>
          <p:nvSpPr>
            <p:cNvPr id="3858" name="Google Shape;3858;p45"/>
            <p:cNvSpPr/>
            <p:nvPr/>
          </p:nvSpPr>
          <p:spPr>
            <a:xfrm>
              <a:off x="2514775" y="795425"/>
              <a:ext cx="1070400" cy="471200"/>
            </a:xfrm>
            <a:custGeom>
              <a:rect b="b" l="l" r="r" t="t"/>
              <a:pathLst>
                <a:path extrusionOk="0" h="18848" w="42816">
                  <a:moveTo>
                    <a:pt x="20996" y="1"/>
                  </a:moveTo>
                  <a:cubicBezTo>
                    <a:pt x="12718" y="1"/>
                    <a:pt x="4488" y="3311"/>
                    <a:pt x="0" y="10258"/>
                  </a:cubicBezTo>
                  <a:cubicBezTo>
                    <a:pt x="182" y="12508"/>
                    <a:pt x="5775" y="15030"/>
                    <a:pt x="7660" y="15851"/>
                  </a:cubicBezTo>
                  <a:cubicBezTo>
                    <a:pt x="11550" y="17553"/>
                    <a:pt x="15684" y="18587"/>
                    <a:pt x="19940" y="18769"/>
                  </a:cubicBezTo>
                  <a:cubicBezTo>
                    <a:pt x="20924" y="18819"/>
                    <a:pt x="21933" y="18848"/>
                    <a:pt x="22955" y="18848"/>
                  </a:cubicBezTo>
                  <a:cubicBezTo>
                    <a:pt x="28811" y="18848"/>
                    <a:pt x="35104" y="17899"/>
                    <a:pt x="39788" y="14483"/>
                  </a:cubicBezTo>
                  <a:cubicBezTo>
                    <a:pt x="40730" y="13784"/>
                    <a:pt x="41521" y="12994"/>
                    <a:pt x="42129" y="12021"/>
                  </a:cubicBezTo>
                  <a:cubicBezTo>
                    <a:pt x="42417" y="11473"/>
                    <a:pt x="42815" y="9665"/>
                    <a:pt x="42335" y="9665"/>
                  </a:cubicBezTo>
                  <a:cubicBezTo>
                    <a:pt x="42309" y="9665"/>
                    <a:pt x="42281" y="9670"/>
                    <a:pt x="42250" y="9681"/>
                  </a:cubicBezTo>
                  <a:cubicBezTo>
                    <a:pt x="40487" y="8070"/>
                    <a:pt x="39119" y="6064"/>
                    <a:pt x="37052" y="4666"/>
                  </a:cubicBezTo>
                  <a:cubicBezTo>
                    <a:pt x="32498" y="1592"/>
                    <a:pt x="26735" y="1"/>
                    <a:pt x="209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5"/>
            <p:cNvSpPr/>
            <p:nvPr/>
          </p:nvSpPr>
          <p:spPr>
            <a:xfrm>
              <a:off x="2764775" y="792475"/>
              <a:ext cx="549425" cy="443075"/>
            </a:xfrm>
            <a:custGeom>
              <a:rect b="b" l="l" r="r" t="t"/>
              <a:pathLst>
                <a:path extrusionOk="0" h="17723" w="21977">
                  <a:moveTo>
                    <a:pt x="11877" y="0"/>
                  </a:moveTo>
                  <a:cubicBezTo>
                    <a:pt x="6662" y="0"/>
                    <a:pt x="2098" y="1258"/>
                    <a:pt x="2098" y="1258"/>
                  </a:cubicBezTo>
                  <a:cubicBezTo>
                    <a:pt x="0" y="4419"/>
                    <a:pt x="426" y="8613"/>
                    <a:pt x="1854" y="12079"/>
                  </a:cubicBezTo>
                  <a:cubicBezTo>
                    <a:pt x="2888" y="14662"/>
                    <a:pt x="5350" y="16455"/>
                    <a:pt x="8025" y="17215"/>
                  </a:cubicBezTo>
                  <a:cubicBezTo>
                    <a:pt x="9160" y="17532"/>
                    <a:pt x="10472" y="17723"/>
                    <a:pt x="11793" y="17723"/>
                  </a:cubicBezTo>
                  <a:cubicBezTo>
                    <a:pt x="13514" y="17723"/>
                    <a:pt x="15251" y="17399"/>
                    <a:pt x="16627" y="16607"/>
                  </a:cubicBezTo>
                  <a:cubicBezTo>
                    <a:pt x="19058" y="15179"/>
                    <a:pt x="20305" y="11896"/>
                    <a:pt x="20943" y="9252"/>
                  </a:cubicBezTo>
                  <a:cubicBezTo>
                    <a:pt x="21156" y="8431"/>
                    <a:pt x="21976" y="2382"/>
                    <a:pt x="21338" y="2018"/>
                  </a:cubicBezTo>
                  <a:cubicBezTo>
                    <a:pt x="18546" y="477"/>
                    <a:pt x="15088" y="0"/>
                    <a:pt x="118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5"/>
            <p:cNvSpPr/>
            <p:nvPr/>
          </p:nvSpPr>
          <p:spPr>
            <a:xfrm>
              <a:off x="2378750" y="905225"/>
              <a:ext cx="159600" cy="117025"/>
            </a:xfrm>
            <a:custGeom>
              <a:rect b="b" l="l" r="r" t="t"/>
              <a:pathLst>
                <a:path extrusionOk="0" h="4681" w="6384">
                  <a:moveTo>
                    <a:pt x="973" y="0"/>
                  </a:moveTo>
                  <a:cubicBezTo>
                    <a:pt x="669" y="365"/>
                    <a:pt x="335" y="973"/>
                    <a:pt x="0" y="1368"/>
                  </a:cubicBezTo>
                  <a:cubicBezTo>
                    <a:pt x="1550" y="2432"/>
                    <a:pt x="3101" y="3830"/>
                    <a:pt x="4772" y="4681"/>
                  </a:cubicBezTo>
                  <a:cubicBezTo>
                    <a:pt x="5289" y="3982"/>
                    <a:pt x="6019" y="3344"/>
                    <a:pt x="6383" y="2584"/>
                  </a:cubicBezTo>
                  <a:cubicBezTo>
                    <a:pt x="5228" y="1611"/>
                    <a:pt x="2523" y="365"/>
                    <a:pt x="9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5"/>
            <p:cNvSpPr/>
            <p:nvPr/>
          </p:nvSpPr>
          <p:spPr>
            <a:xfrm>
              <a:off x="2473725" y="795800"/>
              <a:ext cx="164175" cy="133750"/>
            </a:xfrm>
            <a:custGeom>
              <a:rect b="b" l="l" r="r" t="t"/>
              <a:pathLst>
                <a:path extrusionOk="0" h="5350" w="6567">
                  <a:moveTo>
                    <a:pt x="1976" y="0"/>
                  </a:moveTo>
                  <a:lnTo>
                    <a:pt x="1" y="1976"/>
                  </a:lnTo>
                  <a:lnTo>
                    <a:pt x="4378" y="5350"/>
                  </a:lnTo>
                  <a:lnTo>
                    <a:pt x="6566" y="3678"/>
                  </a:lnTo>
                  <a:lnTo>
                    <a:pt x="19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5"/>
            <p:cNvSpPr/>
            <p:nvPr/>
          </p:nvSpPr>
          <p:spPr>
            <a:xfrm>
              <a:off x="2579350" y="715250"/>
              <a:ext cx="150500" cy="147425"/>
            </a:xfrm>
            <a:custGeom>
              <a:rect b="b" l="l" r="r" t="t"/>
              <a:pathLst>
                <a:path extrusionOk="0" h="5897" w="6020">
                  <a:moveTo>
                    <a:pt x="2341" y="0"/>
                  </a:moveTo>
                  <a:lnTo>
                    <a:pt x="1" y="1611"/>
                  </a:lnTo>
                  <a:lnTo>
                    <a:pt x="3739" y="5897"/>
                  </a:lnTo>
                  <a:lnTo>
                    <a:pt x="6019" y="4620"/>
                  </a:lnTo>
                  <a:lnTo>
                    <a:pt x="23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5"/>
            <p:cNvSpPr/>
            <p:nvPr/>
          </p:nvSpPr>
          <p:spPr>
            <a:xfrm>
              <a:off x="2703975" y="664325"/>
              <a:ext cx="129975" cy="152775"/>
            </a:xfrm>
            <a:custGeom>
              <a:rect b="b" l="l" r="r" t="t"/>
              <a:pathLst>
                <a:path extrusionOk="0" h="6111" w="5199">
                  <a:moveTo>
                    <a:pt x="2280" y="1"/>
                  </a:moveTo>
                  <a:lnTo>
                    <a:pt x="1" y="943"/>
                  </a:lnTo>
                  <a:lnTo>
                    <a:pt x="2706" y="6110"/>
                  </a:lnTo>
                  <a:lnTo>
                    <a:pt x="5198" y="5259"/>
                  </a:lnTo>
                  <a:lnTo>
                    <a:pt x="22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5"/>
            <p:cNvSpPr/>
            <p:nvPr/>
          </p:nvSpPr>
          <p:spPr>
            <a:xfrm>
              <a:off x="2857475" y="635450"/>
              <a:ext cx="93500" cy="153525"/>
            </a:xfrm>
            <a:custGeom>
              <a:rect b="b" l="l" r="r" t="t"/>
              <a:pathLst>
                <a:path extrusionOk="0" h="6141" w="3740">
                  <a:moveTo>
                    <a:pt x="2189" y="1"/>
                  </a:moveTo>
                  <a:lnTo>
                    <a:pt x="1" y="487"/>
                  </a:lnTo>
                  <a:lnTo>
                    <a:pt x="1460" y="6141"/>
                  </a:lnTo>
                  <a:lnTo>
                    <a:pt x="3739" y="5685"/>
                  </a:lnTo>
                  <a:lnTo>
                    <a:pt x="21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5"/>
            <p:cNvSpPr/>
            <p:nvPr/>
          </p:nvSpPr>
          <p:spPr>
            <a:xfrm>
              <a:off x="3010975" y="627850"/>
              <a:ext cx="54750" cy="148200"/>
            </a:xfrm>
            <a:custGeom>
              <a:rect b="b" l="l" r="r" t="t"/>
              <a:pathLst>
                <a:path extrusionOk="0" h="5928" w="2190">
                  <a:moveTo>
                    <a:pt x="1" y="1"/>
                  </a:moveTo>
                  <a:lnTo>
                    <a:pt x="1" y="5928"/>
                  </a:lnTo>
                  <a:lnTo>
                    <a:pt x="2189" y="5928"/>
                  </a:lnTo>
                  <a:lnTo>
                    <a:pt x="2189" y="30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5"/>
            <p:cNvSpPr/>
            <p:nvPr/>
          </p:nvSpPr>
          <p:spPr>
            <a:xfrm>
              <a:off x="3128000" y="635450"/>
              <a:ext cx="104125" cy="153525"/>
            </a:xfrm>
            <a:custGeom>
              <a:rect b="b" l="l" r="r" t="t"/>
              <a:pathLst>
                <a:path extrusionOk="0" h="6141" w="4165">
                  <a:moveTo>
                    <a:pt x="1763" y="1"/>
                  </a:moveTo>
                  <a:lnTo>
                    <a:pt x="0" y="5624"/>
                  </a:lnTo>
                  <a:lnTo>
                    <a:pt x="2858" y="6141"/>
                  </a:lnTo>
                  <a:lnTo>
                    <a:pt x="4165" y="487"/>
                  </a:lnTo>
                  <a:lnTo>
                    <a:pt x="1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5"/>
            <p:cNvSpPr/>
            <p:nvPr/>
          </p:nvSpPr>
          <p:spPr>
            <a:xfrm>
              <a:off x="3261750" y="674975"/>
              <a:ext cx="120850" cy="152000"/>
            </a:xfrm>
            <a:custGeom>
              <a:rect b="b" l="l" r="r" t="t"/>
              <a:pathLst>
                <a:path extrusionOk="0" h="6080" w="4834">
                  <a:moveTo>
                    <a:pt x="2401" y="0"/>
                  </a:moveTo>
                  <a:lnTo>
                    <a:pt x="0" y="5137"/>
                  </a:lnTo>
                  <a:lnTo>
                    <a:pt x="2553" y="6079"/>
                  </a:lnTo>
                  <a:lnTo>
                    <a:pt x="4833" y="1064"/>
                  </a:lnTo>
                  <a:lnTo>
                    <a:pt x="24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5"/>
            <p:cNvSpPr/>
            <p:nvPr/>
          </p:nvSpPr>
          <p:spPr>
            <a:xfrm>
              <a:off x="3373450" y="730450"/>
              <a:ext cx="118550" cy="151225"/>
            </a:xfrm>
            <a:custGeom>
              <a:rect b="b" l="l" r="r" t="t"/>
              <a:pathLst>
                <a:path extrusionOk="0" h="6049" w="4742">
                  <a:moveTo>
                    <a:pt x="2827" y="0"/>
                  </a:moveTo>
                  <a:lnTo>
                    <a:pt x="0" y="4894"/>
                  </a:lnTo>
                  <a:lnTo>
                    <a:pt x="1946" y="6049"/>
                  </a:lnTo>
                  <a:lnTo>
                    <a:pt x="4742" y="1368"/>
                  </a:lnTo>
                  <a:lnTo>
                    <a:pt x="2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5"/>
            <p:cNvSpPr/>
            <p:nvPr/>
          </p:nvSpPr>
          <p:spPr>
            <a:xfrm>
              <a:off x="3477550" y="817075"/>
              <a:ext cx="123875" cy="132225"/>
            </a:xfrm>
            <a:custGeom>
              <a:rect b="b" l="l" r="r" t="t"/>
              <a:pathLst>
                <a:path extrusionOk="0" h="5289" w="4955">
                  <a:moveTo>
                    <a:pt x="3283" y="0"/>
                  </a:moveTo>
                  <a:lnTo>
                    <a:pt x="0" y="3921"/>
                  </a:lnTo>
                  <a:lnTo>
                    <a:pt x="1581" y="5289"/>
                  </a:lnTo>
                  <a:lnTo>
                    <a:pt x="4955" y="1216"/>
                  </a:lnTo>
                  <a:lnTo>
                    <a:pt x="32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5"/>
            <p:cNvSpPr/>
            <p:nvPr/>
          </p:nvSpPr>
          <p:spPr>
            <a:xfrm>
              <a:off x="3563425" y="929525"/>
              <a:ext cx="127675" cy="101850"/>
            </a:xfrm>
            <a:custGeom>
              <a:rect b="b" l="l" r="r" t="t"/>
              <a:pathLst>
                <a:path extrusionOk="0" h="4074" w="5107">
                  <a:moveTo>
                    <a:pt x="3708" y="1"/>
                  </a:moveTo>
                  <a:lnTo>
                    <a:pt x="0" y="2189"/>
                  </a:lnTo>
                  <a:lnTo>
                    <a:pt x="1246" y="4074"/>
                  </a:lnTo>
                  <a:lnTo>
                    <a:pt x="5107" y="1308"/>
                  </a:lnTo>
                  <a:lnTo>
                    <a:pt x="37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5"/>
            <p:cNvSpPr/>
            <p:nvPr/>
          </p:nvSpPr>
          <p:spPr>
            <a:xfrm>
              <a:off x="2908400" y="837225"/>
              <a:ext cx="263700" cy="286250"/>
            </a:xfrm>
            <a:custGeom>
              <a:rect b="b" l="l" r="r" t="t"/>
              <a:pathLst>
                <a:path extrusionOk="0" h="11450" w="10548">
                  <a:moveTo>
                    <a:pt x="7074" y="1"/>
                  </a:moveTo>
                  <a:cubicBezTo>
                    <a:pt x="6525" y="1"/>
                    <a:pt x="5982" y="23"/>
                    <a:pt x="5471" y="45"/>
                  </a:cubicBezTo>
                  <a:cubicBezTo>
                    <a:pt x="4137" y="130"/>
                    <a:pt x="2697" y="507"/>
                    <a:pt x="1399" y="507"/>
                  </a:cubicBezTo>
                  <a:cubicBezTo>
                    <a:pt x="1307" y="507"/>
                    <a:pt x="1215" y="505"/>
                    <a:pt x="1125" y="501"/>
                  </a:cubicBezTo>
                  <a:lnTo>
                    <a:pt x="1125" y="501"/>
                  </a:lnTo>
                  <a:cubicBezTo>
                    <a:pt x="0" y="3510"/>
                    <a:pt x="1064" y="8495"/>
                    <a:pt x="3739" y="10501"/>
                  </a:cubicBezTo>
                  <a:cubicBezTo>
                    <a:pt x="4511" y="11091"/>
                    <a:pt x="5515" y="11449"/>
                    <a:pt x="6495" y="11449"/>
                  </a:cubicBezTo>
                  <a:cubicBezTo>
                    <a:pt x="6980" y="11449"/>
                    <a:pt x="7460" y="11361"/>
                    <a:pt x="7903" y="11170"/>
                  </a:cubicBezTo>
                  <a:cubicBezTo>
                    <a:pt x="9605" y="10471"/>
                    <a:pt x="10031" y="8769"/>
                    <a:pt x="10183" y="7067"/>
                  </a:cubicBezTo>
                  <a:cubicBezTo>
                    <a:pt x="10395" y="4817"/>
                    <a:pt x="10547" y="2416"/>
                    <a:pt x="9848" y="319"/>
                  </a:cubicBezTo>
                  <a:cubicBezTo>
                    <a:pt x="8999" y="68"/>
                    <a:pt x="8028" y="1"/>
                    <a:pt x="7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5" name="Shape 3875"/>
        <p:cNvGrpSpPr/>
        <p:nvPr/>
      </p:nvGrpSpPr>
      <p:grpSpPr>
        <a:xfrm>
          <a:off x="0" y="0"/>
          <a:ext cx="0" cy="0"/>
          <a:chOff x="0" y="0"/>
          <a:chExt cx="0" cy="0"/>
        </a:xfrm>
      </p:grpSpPr>
      <p:sp>
        <p:nvSpPr>
          <p:cNvPr id="3876" name="Google Shape;3876;p46"/>
          <p:cNvSpPr txBox="1"/>
          <p:nvPr>
            <p:ph type="title"/>
          </p:nvPr>
        </p:nvSpPr>
        <p:spPr>
          <a:xfrm>
            <a:off x="4143336" y="2080350"/>
            <a:ext cx="4364700" cy="982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grpSp>
        <p:nvGrpSpPr>
          <p:cNvPr id="3877" name="Google Shape;3877;p46"/>
          <p:cNvGrpSpPr/>
          <p:nvPr/>
        </p:nvGrpSpPr>
        <p:grpSpPr>
          <a:xfrm>
            <a:off x="4059034" y="3131800"/>
            <a:ext cx="4533305" cy="285750"/>
            <a:chOff x="709975" y="3185925"/>
            <a:chExt cx="8434055" cy="285750"/>
          </a:xfrm>
        </p:grpSpPr>
        <p:sp>
          <p:nvSpPr>
            <p:cNvPr id="3878" name="Google Shape;3878;p46"/>
            <p:cNvSpPr/>
            <p:nvPr/>
          </p:nvSpPr>
          <p:spPr>
            <a:xfrm>
              <a:off x="709975" y="3185925"/>
              <a:ext cx="8434055"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6"/>
                    <a:pt x="4134" y="1217"/>
                    <a:pt x="4621" y="1217"/>
                  </a:cubicBezTo>
                  <a:cubicBezTo>
                    <a:pt x="5198" y="1217"/>
                    <a:pt x="5715" y="1156"/>
                    <a:pt x="6262" y="1399"/>
                  </a:cubicBezTo>
                  <a:cubicBezTo>
                    <a:pt x="6870" y="1673"/>
                    <a:pt x="7478" y="2007"/>
                    <a:pt x="8055" y="2372"/>
                  </a:cubicBezTo>
                  <a:cubicBezTo>
                    <a:pt x="8572" y="2706"/>
                    <a:pt x="8937" y="3162"/>
                    <a:pt x="9545" y="3345"/>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4"/>
                  </a:cubicBezTo>
                  <a:cubicBezTo>
                    <a:pt x="16110" y="579"/>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8"/>
                    <a:pt x="24378" y="4287"/>
                    <a:pt x="25138" y="4287"/>
                  </a:cubicBezTo>
                  <a:cubicBezTo>
                    <a:pt x="25502" y="4287"/>
                    <a:pt x="26050" y="4378"/>
                    <a:pt x="26414" y="4256"/>
                  </a:cubicBezTo>
                  <a:cubicBezTo>
                    <a:pt x="26870" y="4135"/>
                    <a:pt x="27296" y="3740"/>
                    <a:pt x="27721" y="3527"/>
                  </a:cubicBezTo>
                  <a:cubicBezTo>
                    <a:pt x="28451" y="3162"/>
                    <a:pt x="29150" y="2372"/>
                    <a:pt x="29636" y="1734"/>
                  </a:cubicBezTo>
                  <a:cubicBezTo>
                    <a:pt x="29910" y="1430"/>
                    <a:pt x="30123" y="1065"/>
                    <a:pt x="30335" y="730"/>
                  </a:cubicBezTo>
                  <a:cubicBezTo>
                    <a:pt x="30427" y="548"/>
                    <a:pt x="30548" y="305"/>
                    <a:pt x="30761" y="275"/>
                  </a:cubicBezTo>
                  <a:cubicBezTo>
                    <a:pt x="30822" y="457"/>
                    <a:pt x="30822" y="609"/>
                    <a:pt x="30822" y="822"/>
                  </a:cubicBezTo>
                </a:path>
              </a:pathLst>
            </a:custGeom>
            <a:noFill/>
            <a:ln cap="flat" cmpd="sng" w="66875">
              <a:solidFill>
                <a:schemeClr val="accent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6"/>
            <p:cNvSpPr/>
            <p:nvPr/>
          </p:nvSpPr>
          <p:spPr>
            <a:xfrm>
              <a:off x="709975" y="3362225"/>
              <a:ext cx="8434055"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5"/>
                    <a:pt x="4134" y="1217"/>
                    <a:pt x="4621" y="1217"/>
                  </a:cubicBezTo>
                  <a:cubicBezTo>
                    <a:pt x="5198" y="1217"/>
                    <a:pt x="5715" y="1156"/>
                    <a:pt x="6262" y="1399"/>
                  </a:cubicBezTo>
                  <a:cubicBezTo>
                    <a:pt x="6870" y="1673"/>
                    <a:pt x="7478" y="2007"/>
                    <a:pt x="8055" y="2372"/>
                  </a:cubicBezTo>
                  <a:cubicBezTo>
                    <a:pt x="8572" y="2706"/>
                    <a:pt x="8937" y="3162"/>
                    <a:pt x="9545" y="3344"/>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3"/>
                  </a:cubicBezTo>
                  <a:cubicBezTo>
                    <a:pt x="16110" y="578"/>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7"/>
                    <a:pt x="24378" y="4287"/>
                    <a:pt x="25138" y="4287"/>
                  </a:cubicBezTo>
                  <a:cubicBezTo>
                    <a:pt x="25502" y="4287"/>
                    <a:pt x="26050" y="4378"/>
                    <a:pt x="26414" y="4256"/>
                  </a:cubicBezTo>
                  <a:cubicBezTo>
                    <a:pt x="26870" y="4135"/>
                    <a:pt x="27296" y="3739"/>
                    <a:pt x="27721" y="3527"/>
                  </a:cubicBezTo>
                  <a:cubicBezTo>
                    <a:pt x="28451" y="3162"/>
                    <a:pt x="29150" y="2372"/>
                    <a:pt x="29636" y="1733"/>
                  </a:cubicBezTo>
                  <a:cubicBezTo>
                    <a:pt x="29910" y="1399"/>
                    <a:pt x="30123" y="1065"/>
                    <a:pt x="30335" y="730"/>
                  </a:cubicBezTo>
                  <a:cubicBezTo>
                    <a:pt x="30427" y="548"/>
                    <a:pt x="30548" y="305"/>
                    <a:pt x="30761" y="274"/>
                  </a:cubicBezTo>
                  <a:cubicBezTo>
                    <a:pt x="30822" y="457"/>
                    <a:pt x="30822" y="609"/>
                    <a:pt x="30822" y="821"/>
                  </a:cubicBezTo>
                </a:path>
              </a:pathLst>
            </a:custGeom>
            <a:noFill/>
            <a:ln cap="flat" cmpd="sng" w="76000">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83" name="Shape 3883"/>
        <p:cNvGrpSpPr/>
        <p:nvPr/>
      </p:nvGrpSpPr>
      <p:grpSpPr>
        <a:xfrm>
          <a:off x="0" y="0"/>
          <a:ext cx="0" cy="0"/>
          <a:chOff x="0" y="0"/>
          <a:chExt cx="0" cy="0"/>
        </a:xfrm>
      </p:grpSpPr>
      <p:sp>
        <p:nvSpPr>
          <p:cNvPr id="3884" name="Google Shape;3884;p47"/>
          <p:cNvSpPr txBox="1"/>
          <p:nvPr>
            <p:ph type="title"/>
          </p:nvPr>
        </p:nvSpPr>
        <p:spPr>
          <a:xfrm>
            <a:off x="709975" y="1387300"/>
            <a:ext cx="7724100" cy="2100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150,000</a:t>
            </a:r>
            <a:endParaRPr/>
          </a:p>
        </p:txBody>
      </p:sp>
      <p:sp>
        <p:nvSpPr>
          <p:cNvPr id="3885" name="Google Shape;3885;p47"/>
          <p:cNvSpPr txBox="1"/>
          <p:nvPr>
            <p:ph idx="1" type="subTitle"/>
          </p:nvPr>
        </p:nvSpPr>
        <p:spPr>
          <a:xfrm>
            <a:off x="1284000" y="3259075"/>
            <a:ext cx="65760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grpSp>
        <p:nvGrpSpPr>
          <p:cNvPr id="3886" name="Google Shape;3886;p47"/>
          <p:cNvGrpSpPr/>
          <p:nvPr/>
        </p:nvGrpSpPr>
        <p:grpSpPr>
          <a:xfrm>
            <a:off x="709955" y="4024125"/>
            <a:ext cx="7713787" cy="285750"/>
            <a:chOff x="709975" y="3185925"/>
            <a:chExt cx="8434055" cy="285750"/>
          </a:xfrm>
        </p:grpSpPr>
        <p:sp>
          <p:nvSpPr>
            <p:cNvPr id="3887" name="Google Shape;3887;p47"/>
            <p:cNvSpPr/>
            <p:nvPr/>
          </p:nvSpPr>
          <p:spPr>
            <a:xfrm>
              <a:off x="709975" y="3185925"/>
              <a:ext cx="8434055"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6"/>
                    <a:pt x="4134" y="1217"/>
                    <a:pt x="4621" y="1217"/>
                  </a:cubicBezTo>
                  <a:cubicBezTo>
                    <a:pt x="5198" y="1217"/>
                    <a:pt x="5715" y="1156"/>
                    <a:pt x="6262" y="1399"/>
                  </a:cubicBezTo>
                  <a:cubicBezTo>
                    <a:pt x="6870" y="1673"/>
                    <a:pt x="7478" y="2007"/>
                    <a:pt x="8055" y="2372"/>
                  </a:cubicBezTo>
                  <a:cubicBezTo>
                    <a:pt x="8572" y="2706"/>
                    <a:pt x="8937" y="3162"/>
                    <a:pt x="9545" y="3345"/>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4"/>
                  </a:cubicBezTo>
                  <a:cubicBezTo>
                    <a:pt x="16110" y="579"/>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8"/>
                    <a:pt x="24378" y="4287"/>
                    <a:pt x="25138" y="4287"/>
                  </a:cubicBezTo>
                  <a:cubicBezTo>
                    <a:pt x="25502" y="4287"/>
                    <a:pt x="26050" y="4378"/>
                    <a:pt x="26414" y="4256"/>
                  </a:cubicBezTo>
                  <a:cubicBezTo>
                    <a:pt x="26870" y="4135"/>
                    <a:pt x="27296" y="3740"/>
                    <a:pt x="27721" y="3527"/>
                  </a:cubicBezTo>
                  <a:cubicBezTo>
                    <a:pt x="28451" y="3162"/>
                    <a:pt x="29150" y="2372"/>
                    <a:pt x="29636" y="1734"/>
                  </a:cubicBezTo>
                  <a:cubicBezTo>
                    <a:pt x="29910" y="1430"/>
                    <a:pt x="30123" y="1065"/>
                    <a:pt x="30335" y="730"/>
                  </a:cubicBezTo>
                  <a:cubicBezTo>
                    <a:pt x="30427" y="548"/>
                    <a:pt x="30548" y="305"/>
                    <a:pt x="30761" y="275"/>
                  </a:cubicBezTo>
                  <a:cubicBezTo>
                    <a:pt x="30822" y="457"/>
                    <a:pt x="30822" y="609"/>
                    <a:pt x="30822" y="822"/>
                  </a:cubicBezTo>
                </a:path>
              </a:pathLst>
            </a:custGeom>
            <a:noFill/>
            <a:ln cap="flat" cmpd="sng" w="66875">
              <a:solidFill>
                <a:schemeClr val="accent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7"/>
            <p:cNvSpPr/>
            <p:nvPr/>
          </p:nvSpPr>
          <p:spPr>
            <a:xfrm>
              <a:off x="709975" y="3362225"/>
              <a:ext cx="8434055"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5"/>
                    <a:pt x="4134" y="1217"/>
                    <a:pt x="4621" y="1217"/>
                  </a:cubicBezTo>
                  <a:cubicBezTo>
                    <a:pt x="5198" y="1217"/>
                    <a:pt x="5715" y="1156"/>
                    <a:pt x="6262" y="1399"/>
                  </a:cubicBezTo>
                  <a:cubicBezTo>
                    <a:pt x="6870" y="1673"/>
                    <a:pt x="7478" y="2007"/>
                    <a:pt x="8055" y="2372"/>
                  </a:cubicBezTo>
                  <a:cubicBezTo>
                    <a:pt x="8572" y="2706"/>
                    <a:pt x="8937" y="3162"/>
                    <a:pt x="9545" y="3344"/>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3"/>
                  </a:cubicBezTo>
                  <a:cubicBezTo>
                    <a:pt x="16110" y="578"/>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7"/>
                    <a:pt x="24378" y="4287"/>
                    <a:pt x="25138" y="4287"/>
                  </a:cubicBezTo>
                  <a:cubicBezTo>
                    <a:pt x="25502" y="4287"/>
                    <a:pt x="26050" y="4378"/>
                    <a:pt x="26414" y="4256"/>
                  </a:cubicBezTo>
                  <a:cubicBezTo>
                    <a:pt x="26870" y="4135"/>
                    <a:pt x="27296" y="3739"/>
                    <a:pt x="27721" y="3527"/>
                  </a:cubicBezTo>
                  <a:cubicBezTo>
                    <a:pt x="28451" y="3162"/>
                    <a:pt x="29150" y="2372"/>
                    <a:pt x="29636" y="1733"/>
                  </a:cubicBezTo>
                  <a:cubicBezTo>
                    <a:pt x="29910" y="1399"/>
                    <a:pt x="30123" y="1065"/>
                    <a:pt x="30335" y="730"/>
                  </a:cubicBezTo>
                  <a:cubicBezTo>
                    <a:pt x="30427" y="548"/>
                    <a:pt x="30548" y="305"/>
                    <a:pt x="30761" y="274"/>
                  </a:cubicBezTo>
                  <a:cubicBezTo>
                    <a:pt x="30822" y="457"/>
                    <a:pt x="30822" y="609"/>
                    <a:pt x="30822" y="821"/>
                  </a:cubicBezTo>
                </a:path>
              </a:pathLst>
            </a:custGeom>
            <a:noFill/>
            <a:ln cap="flat" cmpd="sng" w="76000">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2" name="Shape 3892"/>
        <p:cNvGrpSpPr/>
        <p:nvPr/>
      </p:nvGrpSpPr>
      <p:grpSpPr>
        <a:xfrm>
          <a:off x="0" y="0"/>
          <a:ext cx="0" cy="0"/>
          <a:chOff x="0" y="0"/>
          <a:chExt cx="0" cy="0"/>
        </a:xfrm>
      </p:grpSpPr>
      <p:sp>
        <p:nvSpPr>
          <p:cNvPr id="3893" name="Google Shape;3893;p48"/>
          <p:cNvSpPr txBox="1"/>
          <p:nvPr>
            <p:ph type="title"/>
          </p:nvPr>
        </p:nvSpPr>
        <p:spPr>
          <a:xfrm>
            <a:off x="709925" y="529925"/>
            <a:ext cx="7724100" cy="1103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50,000</a:t>
            </a:r>
            <a:endParaRPr/>
          </a:p>
        </p:txBody>
      </p:sp>
      <p:sp>
        <p:nvSpPr>
          <p:cNvPr id="3894" name="Google Shape;3894;p48"/>
          <p:cNvSpPr txBox="1"/>
          <p:nvPr>
            <p:ph idx="1" type="subTitle"/>
          </p:nvPr>
        </p:nvSpPr>
        <p:spPr>
          <a:xfrm>
            <a:off x="709950" y="1404925"/>
            <a:ext cx="77241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planet Mars is actually a very cold place</a:t>
            </a:r>
            <a:endParaRPr/>
          </a:p>
        </p:txBody>
      </p:sp>
      <p:sp>
        <p:nvSpPr>
          <p:cNvPr id="3895" name="Google Shape;3895;p48"/>
          <p:cNvSpPr txBox="1"/>
          <p:nvPr>
            <p:ph idx="2" type="title"/>
          </p:nvPr>
        </p:nvSpPr>
        <p:spPr>
          <a:xfrm>
            <a:off x="709925" y="1885700"/>
            <a:ext cx="7724100" cy="1103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20,000</a:t>
            </a:r>
            <a:endParaRPr/>
          </a:p>
        </p:txBody>
      </p:sp>
      <p:sp>
        <p:nvSpPr>
          <p:cNvPr id="3896" name="Google Shape;3896;p48"/>
          <p:cNvSpPr txBox="1"/>
          <p:nvPr>
            <p:ph idx="3" type="subTitle"/>
          </p:nvPr>
        </p:nvSpPr>
        <p:spPr>
          <a:xfrm>
            <a:off x="709950" y="2760700"/>
            <a:ext cx="77241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3897" name="Google Shape;3897;p48"/>
          <p:cNvSpPr txBox="1"/>
          <p:nvPr>
            <p:ph idx="4" type="title"/>
          </p:nvPr>
        </p:nvSpPr>
        <p:spPr>
          <a:xfrm>
            <a:off x="709925" y="3241475"/>
            <a:ext cx="7724100" cy="1103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12,000</a:t>
            </a:r>
            <a:endParaRPr/>
          </a:p>
        </p:txBody>
      </p:sp>
      <p:sp>
        <p:nvSpPr>
          <p:cNvPr id="3898" name="Google Shape;3898;p48"/>
          <p:cNvSpPr txBox="1"/>
          <p:nvPr>
            <p:ph idx="5" type="subTitle"/>
          </p:nvPr>
        </p:nvSpPr>
        <p:spPr>
          <a:xfrm>
            <a:off x="709950" y="4116475"/>
            <a:ext cx="77241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in the Solar System</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02" name="Shape 3902"/>
        <p:cNvGrpSpPr/>
        <p:nvPr/>
      </p:nvGrpSpPr>
      <p:grpSpPr>
        <a:xfrm>
          <a:off x="0" y="0"/>
          <a:ext cx="0" cy="0"/>
          <a:chOff x="0" y="0"/>
          <a:chExt cx="0" cy="0"/>
        </a:xfrm>
      </p:grpSpPr>
      <p:sp>
        <p:nvSpPr>
          <p:cNvPr id="3903" name="Google Shape;3903;p49"/>
          <p:cNvSpPr txBox="1"/>
          <p:nvPr>
            <p:ph type="title"/>
          </p:nvPr>
        </p:nvSpPr>
        <p:spPr>
          <a:xfrm>
            <a:off x="720000" y="1783050"/>
            <a:ext cx="3303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Mockup</a:t>
            </a:r>
            <a:endParaRPr/>
          </a:p>
        </p:txBody>
      </p:sp>
      <p:sp>
        <p:nvSpPr>
          <p:cNvPr id="3904" name="Google Shape;3904;p49"/>
          <p:cNvSpPr txBox="1"/>
          <p:nvPr>
            <p:ph idx="1" type="subTitle"/>
          </p:nvPr>
        </p:nvSpPr>
        <p:spPr>
          <a:xfrm>
            <a:off x="720000" y="2355750"/>
            <a:ext cx="3303300" cy="1330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You can replace the image on the screen with your own work. Just right-click on it and select “Replace image”</a:t>
            </a:r>
            <a:endParaRPr/>
          </a:p>
        </p:txBody>
      </p:sp>
      <p:grpSp>
        <p:nvGrpSpPr>
          <p:cNvPr id="3905" name="Google Shape;3905;p49"/>
          <p:cNvGrpSpPr/>
          <p:nvPr/>
        </p:nvGrpSpPr>
        <p:grpSpPr>
          <a:xfrm rot="-5400000">
            <a:off x="5129356" y="585072"/>
            <a:ext cx="2655370" cy="3973356"/>
            <a:chOff x="875874" y="1229391"/>
            <a:chExt cx="2135400" cy="3195300"/>
          </a:xfrm>
        </p:grpSpPr>
        <p:sp>
          <p:nvSpPr>
            <p:cNvPr id="3906" name="Google Shape;3906;p49"/>
            <p:cNvSpPr/>
            <p:nvPr/>
          </p:nvSpPr>
          <p:spPr>
            <a:xfrm>
              <a:off x="875874" y="1229391"/>
              <a:ext cx="2135400" cy="3195300"/>
            </a:xfrm>
            <a:prstGeom prst="roundRect">
              <a:avLst>
                <a:gd fmla="val 7171"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9"/>
            <p:cNvSpPr/>
            <p:nvPr/>
          </p:nvSpPr>
          <p:spPr>
            <a:xfrm>
              <a:off x="1746944" y="1310494"/>
              <a:ext cx="384300" cy="318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9"/>
            <p:cNvSpPr/>
            <p:nvPr/>
          </p:nvSpPr>
          <p:spPr>
            <a:xfrm>
              <a:off x="1905769" y="4290257"/>
              <a:ext cx="75900" cy="75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909" name="Google Shape;3909;p49"/>
          <p:cNvPicPr preferRelativeResize="0"/>
          <p:nvPr/>
        </p:nvPicPr>
        <p:blipFill rotWithShape="1">
          <a:blip r:embed="rId3">
            <a:alphaModFix/>
          </a:blip>
          <a:srcRect b="0" l="6338" r="6347" t="0"/>
          <a:stretch/>
        </p:blipFill>
        <p:spPr>
          <a:xfrm>
            <a:off x="4723313" y="1457135"/>
            <a:ext cx="3460500" cy="2229300"/>
          </a:xfrm>
          <a:prstGeom prst="roundRect">
            <a:avLst>
              <a:gd fmla="val 4605" name="adj"/>
            </a:avLst>
          </a:prstGeom>
          <a:noFill/>
          <a:ln cap="flat" cmpd="sng" w="19050">
            <a:solidFill>
              <a:schemeClr val="lt2"/>
            </a:solidFill>
            <a:prstDash val="solid"/>
            <a:round/>
            <a:headEnd len="sm" w="sm" type="none"/>
            <a:tailEnd len="sm" w="sm" type="none"/>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3" name="Shape 3913"/>
        <p:cNvGrpSpPr/>
        <p:nvPr/>
      </p:nvGrpSpPr>
      <p:grpSpPr>
        <a:xfrm>
          <a:off x="0" y="0"/>
          <a:ext cx="0" cy="0"/>
          <a:chOff x="0" y="0"/>
          <a:chExt cx="0" cy="0"/>
        </a:xfrm>
      </p:grpSpPr>
      <p:pic>
        <p:nvPicPr>
          <p:cNvPr id="3914" name="Google Shape;3914;p50"/>
          <p:cNvPicPr preferRelativeResize="0"/>
          <p:nvPr/>
        </p:nvPicPr>
        <p:blipFill rotWithShape="1">
          <a:blip r:embed="rId3">
            <a:alphaModFix/>
          </a:blip>
          <a:srcRect b="0" l="0" r="43741" t="0"/>
          <a:stretch/>
        </p:blipFill>
        <p:spPr>
          <a:xfrm>
            <a:off x="5144950" y="1603425"/>
            <a:ext cx="4444200" cy="4444200"/>
          </a:xfrm>
          <a:prstGeom prst="ellipse">
            <a:avLst/>
          </a:prstGeom>
          <a:noFill/>
          <a:ln>
            <a:noFill/>
          </a:ln>
        </p:spPr>
      </p:pic>
      <p:sp>
        <p:nvSpPr>
          <p:cNvPr id="3915" name="Google Shape;3915;p5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slide title goes here!</a:t>
            </a:r>
            <a:endParaRPr/>
          </a:p>
        </p:txBody>
      </p:sp>
      <p:sp>
        <p:nvSpPr>
          <p:cNvPr id="3916" name="Google Shape;3916;p50"/>
          <p:cNvSpPr txBox="1"/>
          <p:nvPr>
            <p:ph idx="1" type="subTitle"/>
          </p:nvPr>
        </p:nvSpPr>
        <p:spPr>
          <a:xfrm>
            <a:off x="720000" y="1603425"/>
            <a:ext cx="4359000" cy="305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lang="en"/>
              <a:t>Do you know what helps you make your point clear?</a:t>
            </a:r>
            <a:br>
              <a:rPr lang="en"/>
            </a:br>
            <a:r>
              <a:rPr lang="en"/>
              <a:t>Lists like this one:</a:t>
            </a:r>
            <a:br>
              <a:rPr lang="en"/>
            </a:br>
            <a:endParaRPr/>
          </a:p>
          <a:p>
            <a:pPr indent="-215900" lvl="0" marL="241300" rtl="0" algn="l">
              <a:spcBef>
                <a:spcPts val="0"/>
              </a:spcBef>
              <a:spcAft>
                <a:spcPts val="0"/>
              </a:spcAft>
              <a:buClr>
                <a:schemeClr val="lt2"/>
              </a:buClr>
              <a:buSzPts val="1400"/>
              <a:buFont typeface="Inconsolata"/>
              <a:buChar char="●"/>
            </a:pPr>
            <a:r>
              <a:rPr lang="en"/>
              <a:t>They’re simple </a:t>
            </a:r>
            <a:endParaRPr/>
          </a:p>
          <a:p>
            <a:pPr indent="-215900" lvl="0" marL="241300" rtl="0" algn="l">
              <a:spcBef>
                <a:spcPts val="0"/>
              </a:spcBef>
              <a:spcAft>
                <a:spcPts val="0"/>
              </a:spcAft>
              <a:buClr>
                <a:schemeClr val="lt2"/>
              </a:buClr>
              <a:buSzPts val="1400"/>
              <a:buFont typeface="Inconsolata"/>
              <a:buChar char="●"/>
            </a:pPr>
            <a:r>
              <a:rPr lang="en"/>
              <a:t>You can organize your ideas clearly</a:t>
            </a:r>
            <a:endParaRPr/>
          </a:p>
          <a:p>
            <a:pPr indent="-215900" lvl="0" marL="241300" rtl="0" algn="l">
              <a:spcBef>
                <a:spcPts val="0"/>
              </a:spcBef>
              <a:spcAft>
                <a:spcPts val="0"/>
              </a:spcAft>
              <a:buClr>
                <a:schemeClr val="lt2"/>
              </a:buClr>
              <a:buSzPts val="1400"/>
              <a:buFont typeface="Inconsolata"/>
              <a:buChar char="●"/>
            </a:pPr>
            <a:r>
              <a:rPr lang="en"/>
              <a:t>You’ll never forget to buy milk!</a:t>
            </a:r>
            <a:endParaRPr/>
          </a:p>
          <a:p>
            <a:pPr indent="0" lvl="0" marL="0" rtl="0" algn="l">
              <a:spcBef>
                <a:spcPts val="0"/>
              </a:spcBef>
              <a:spcAft>
                <a:spcPts val="0"/>
              </a:spcAft>
              <a:buClr>
                <a:srgbClr val="273D40"/>
              </a:buClr>
              <a:buSzPts val="600"/>
              <a:buFont typeface="Arial"/>
              <a:buNone/>
            </a:pPr>
            <a:r>
              <a:t/>
            </a:r>
            <a:endParaRPr/>
          </a:p>
          <a:p>
            <a:pPr indent="0" lvl="0" marL="0" rtl="0" algn="l">
              <a:spcBef>
                <a:spcPts val="0"/>
              </a:spcBef>
              <a:spcAft>
                <a:spcPts val="0"/>
              </a:spcAft>
              <a:buClr>
                <a:srgbClr val="273D40"/>
              </a:buClr>
              <a:buSzPts val="600"/>
              <a:buFont typeface="Arial"/>
              <a:buNone/>
            </a:pPr>
            <a:r>
              <a:rPr lang="en"/>
              <a:t>And the most important thing: the audience won’t miss the point of your presentation</a:t>
            </a:r>
            <a:endParaRPr/>
          </a:p>
        </p:txBody>
      </p:sp>
      <p:sp>
        <p:nvSpPr>
          <p:cNvPr id="3917" name="Google Shape;3917;p50"/>
          <p:cNvSpPr/>
          <p:nvPr/>
        </p:nvSpPr>
        <p:spPr>
          <a:xfrm flipH="1" rot="698747">
            <a:off x="6259791" y="919729"/>
            <a:ext cx="340959" cy="366632"/>
          </a:xfrm>
          <a:custGeom>
            <a:rect b="b" l="l" r="r" t="t"/>
            <a:pathLst>
              <a:path extrusionOk="0" h="11014" w="10242">
                <a:moveTo>
                  <a:pt x="4204" y="0"/>
                </a:moveTo>
                <a:lnTo>
                  <a:pt x="4204" y="0"/>
                </a:lnTo>
                <a:cubicBezTo>
                  <a:pt x="3804" y="133"/>
                  <a:pt x="3370" y="300"/>
                  <a:pt x="2970" y="567"/>
                </a:cubicBezTo>
                <a:cubicBezTo>
                  <a:pt x="568" y="2102"/>
                  <a:pt x="1" y="5537"/>
                  <a:pt x="1735" y="8206"/>
                </a:cubicBezTo>
                <a:cubicBezTo>
                  <a:pt x="2881" y="10003"/>
                  <a:pt x="4783" y="11013"/>
                  <a:pt x="6636" y="11013"/>
                </a:cubicBezTo>
                <a:cubicBezTo>
                  <a:pt x="7535" y="11013"/>
                  <a:pt x="8423" y="10775"/>
                  <a:pt x="9207" y="10274"/>
                </a:cubicBezTo>
                <a:cubicBezTo>
                  <a:pt x="9608" y="10007"/>
                  <a:pt x="9941" y="9707"/>
                  <a:pt x="10242" y="9373"/>
                </a:cubicBezTo>
                <a:lnTo>
                  <a:pt x="10242" y="9373"/>
                </a:lnTo>
                <a:cubicBezTo>
                  <a:pt x="9797" y="9499"/>
                  <a:pt x="9340" y="9561"/>
                  <a:pt x="8881" y="9561"/>
                </a:cubicBezTo>
                <a:cubicBezTo>
                  <a:pt x="7031" y="9561"/>
                  <a:pt x="5153" y="8562"/>
                  <a:pt x="4004" y="6772"/>
                </a:cubicBezTo>
                <a:cubicBezTo>
                  <a:pt x="2536" y="4503"/>
                  <a:pt x="2703" y="1735"/>
                  <a:pt x="42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21" name="Shape 3921"/>
        <p:cNvGrpSpPr/>
        <p:nvPr/>
      </p:nvGrpSpPr>
      <p:grpSpPr>
        <a:xfrm>
          <a:off x="0" y="0"/>
          <a:ext cx="0" cy="0"/>
          <a:chOff x="0" y="0"/>
          <a:chExt cx="0" cy="0"/>
        </a:xfrm>
      </p:grpSpPr>
      <p:sp>
        <p:nvSpPr>
          <p:cNvPr id="3922" name="Google Shape;3922;p5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Table about psychology</a:t>
            </a:r>
            <a:r>
              <a:rPr lang="en"/>
              <a:t> tests</a:t>
            </a:r>
            <a:endParaRPr/>
          </a:p>
        </p:txBody>
      </p:sp>
      <p:graphicFrame>
        <p:nvGraphicFramePr>
          <p:cNvPr id="3923" name="Google Shape;3923;p51"/>
          <p:cNvGraphicFramePr/>
          <p:nvPr/>
        </p:nvGraphicFramePr>
        <p:xfrm>
          <a:off x="1302363" y="1590096"/>
          <a:ext cx="3000000" cy="3000000"/>
        </p:xfrm>
        <a:graphic>
          <a:graphicData uri="http://schemas.openxmlformats.org/drawingml/2006/table">
            <a:tbl>
              <a:tblPr>
                <a:noFill/>
                <a:tableStyleId>{C12C5E86-2B3F-495E-B7E0-148A5202B7A1}</a:tableStyleId>
              </a:tblPr>
              <a:tblGrid>
                <a:gridCol w="904575"/>
                <a:gridCol w="1976350"/>
                <a:gridCol w="3658325"/>
              </a:tblGrid>
              <a:tr h="756050">
                <a:tc>
                  <a:txBody>
                    <a:bodyPr/>
                    <a:lstStyle/>
                    <a:p>
                      <a:pPr indent="0" lvl="0" marL="0" rtl="0" algn="ctr">
                        <a:lnSpc>
                          <a:spcPct val="100000"/>
                        </a:lnSpc>
                        <a:spcBef>
                          <a:spcPts val="0"/>
                        </a:spcBef>
                        <a:spcAft>
                          <a:spcPts val="0"/>
                        </a:spcAft>
                        <a:buNone/>
                      </a:pPr>
                      <a:r>
                        <a:t/>
                      </a:r>
                      <a:endParaRPr b="1" sz="3000">
                        <a:solidFill>
                          <a:srgbClr val="8C5A79"/>
                        </a:solidFill>
                        <a:latin typeface="Montserrat"/>
                        <a:ea typeface="Montserrat"/>
                        <a:cs typeface="Montserrat"/>
                        <a:sym typeface="Montserrat"/>
                      </a:endParaRPr>
                    </a:p>
                  </a:txBody>
                  <a:tcPr marT="91425" marB="91425" marR="91425" marL="91425" anchor="ctr">
                    <a:lnL cap="flat" cmpd="sng" w="28575">
                      <a:solidFill>
                        <a:schemeClr val="lt2"/>
                      </a:solidFill>
                      <a:prstDash val="solid"/>
                      <a:round/>
                      <a:headEnd len="sm" w="sm" type="none"/>
                      <a:tailEnd len="sm" w="sm" type="none"/>
                    </a:lnL>
                    <a:lnR cap="flat" cmpd="sng" w="28575">
                      <a:solidFill>
                        <a:schemeClr val="lt2"/>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solidFill>
                      <a:schemeClr val="accent4"/>
                    </a:solidFill>
                  </a:tcPr>
                </a:tc>
                <a:tc>
                  <a:txBody>
                    <a:bodyPr/>
                    <a:lstStyle/>
                    <a:p>
                      <a:pPr indent="0" lvl="0" marL="0" rtl="0" algn="ctr">
                        <a:lnSpc>
                          <a:spcPct val="100000"/>
                        </a:lnSpc>
                        <a:spcBef>
                          <a:spcPts val="0"/>
                        </a:spcBef>
                        <a:spcAft>
                          <a:spcPts val="0"/>
                        </a:spcAft>
                        <a:buNone/>
                      </a:pPr>
                      <a:r>
                        <a:rPr b="1" lang="en" sz="2300">
                          <a:solidFill>
                            <a:schemeClr val="dk1"/>
                          </a:solidFill>
                          <a:latin typeface="Lora"/>
                          <a:ea typeface="Lora"/>
                          <a:cs typeface="Lora"/>
                          <a:sym typeface="Lora"/>
                        </a:rPr>
                        <a:t>Test 1</a:t>
                      </a:r>
                      <a:endParaRPr b="1" sz="2300">
                        <a:solidFill>
                          <a:schemeClr val="dk1"/>
                        </a:solidFill>
                        <a:latin typeface="Lora"/>
                        <a:ea typeface="Lora"/>
                        <a:cs typeface="Lora"/>
                        <a:sym typeface="Lora"/>
                      </a:endParaRPr>
                    </a:p>
                  </a:txBody>
                  <a:tcPr marT="91425" marB="91425" marR="91425" marL="91425" anchor="ctr">
                    <a:lnL cap="flat" cmpd="sng" w="28575">
                      <a:solidFill>
                        <a:schemeClr val="lt2"/>
                      </a:solidFill>
                      <a:prstDash val="solid"/>
                      <a:round/>
                      <a:headEnd len="sm" w="sm" type="none"/>
                      <a:tailEnd len="sm" w="sm" type="none"/>
                    </a:lnL>
                    <a:lnR cap="flat" cmpd="sng" w="28575">
                      <a:solidFill>
                        <a:schemeClr val="lt2"/>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noFill/>
                  </a:tcPr>
                </a:tc>
                <a:tc>
                  <a:txBody>
                    <a:bodyPr/>
                    <a:lstStyle/>
                    <a:p>
                      <a:pPr indent="0" lvl="0" marL="179999" marR="179999" rtl="0" algn="l">
                        <a:lnSpc>
                          <a:spcPct val="100000"/>
                        </a:lnSpc>
                        <a:spcBef>
                          <a:spcPts val="200"/>
                        </a:spcBef>
                        <a:spcAft>
                          <a:spcPts val="0"/>
                        </a:spcAft>
                        <a:buNone/>
                      </a:pPr>
                      <a:r>
                        <a:rPr lang="en">
                          <a:solidFill>
                            <a:schemeClr val="lt1"/>
                          </a:solidFill>
                          <a:latin typeface="Inconsolata"/>
                          <a:ea typeface="Inconsolata"/>
                          <a:cs typeface="Inconsolata"/>
                          <a:sym typeface="Inconsolata"/>
                        </a:rPr>
                        <a:t>You </a:t>
                      </a:r>
                      <a:r>
                        <a:rPr lang="en">
                          <a:solidFill>
                            <a:schemeClr val="lt1"/>
                          </a:solidFill>
                          <a:latin typeface="Inconsolata"/>
                          <a:ea typeface="Inconsolata"/>
                          <a:cs typeface="Inconsolata"/>
                          <a:sym typeface="Inconsolata"/>
                        </a:rPr>
                        <a:t>can</a:t>
                      </a:r>
                      <a:r>
                        <a:rPr lang="en">
                          <a:solidFill>
                            <a:schemeClr val="lt1"/>
                          </a:solidFill>
                          <a:latin typeface="Inconsolata"/>
                          <a:ea typeface="Inconsolata"/>
                          <a:cs typeface="Inconsolata"/>
                          <a:sym typeface="Inconsolata"/>
                        </a:rPr>
                        <a:t> state one of your tests or processes here</a:t>
                      </a:r>
                      <a:endParaRPr>
                        <a:solidFill>
                          <a:schemeClr val="lt1"/>
                        </a:solidFill>
                        <a:latin typeface="Inconsolata"/>
                        <a:ea typeface="Inconsolata"/>
                        <a:cs typeface="Inconsolata"/>
                        <a:sym typeface="Inconsolata"/>
                      </a:endParaRPr>
                    </a:p>
                  </a:txBody>
                  <a:tcPr marT="91425" marB="91425" marR="274300" marL="274300" anchor="ctr">
                    <a:lnL cap="flat" cmpd="sng" w="28575">
                      <a:solidFill>
                        <a:schemeClr val="lt2"/>
                      </a:solidFill>
                      <a:prstDash val="solid"/>
                      <a:round/>
                      <a:headEnd len="sm" w="sm" type="none"/>
                      <a:tailEnd len="sm" w="sm" type="none"/>
                    </a:lnL>
                    <a:lnR cap="flat" cmpd="sng" w="28575">
                      <a:solidFill>
                        <a:schemeClr val="lt2"/>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solidFill>
                      <a:schemeClr val="accent3"/>
                    </a:solidFill>
                  </a:tcPr>
                </a:tc>
              </a:tr>
              <a:tr h="756050">
                <a:tc>
                  <a:txBody>
                    <a:bodyPr/>
                    <a:lstStyle/>
                    <a:p>
                      <a:pPr indent="0" lvl="0" marL="0" rtl="0" algn="ctr">
                        <a:spcBef>
                          <a:spcPts val="0"/>
                        </a:spcBef>
                        <a:spcAft>
                          <a:spcPts val="0"/>
                        </a:spcAft>
                        <a:buNone/>
                      </a:pPr>
                      <a:r>
                        <a:t/>
                      </a:r>
                      <a:endParaRPr sz="2400">
                        <a:solidFill>
                          <a:srgbClr val="D9D9D9"/>
                        </a:solidFill>
                        <a:latin typeface="Montserrat"/>
                        <a:ea typeface="Montserrat"/>
                        <a:cs typeface="Montserrat"/>
                        <a:sym typeface="Montserrat"/>
                      </a:endParaRPr>
                    </a:p>
                  </a:txBody>
                  <a:tcPr marT="91425" marB="91425" marR="91425" marL="91425" anchor="ctr">
                    <a:lnL cap="flat" cmpd="sng" w="28575">
                      <a:solidFill>
                        <a:schemeClr val="lt2"/>
                      </a:solidFill>
                      <a:prstDash val="solid"/>
                      <a:round/>
                      <a:headEnd len="sm" w="sm" type="none"/>
                      <a:tailEnd len="sm" w="sm" type="none"/>
                    </a:lnL>
                    <a:lnR cap="flat" cmpd="sng" w="28575">
                      <a:solidFill>
                        <a:schemeClr val="lt2"/>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b="1" lang="en" sz="2300">
                          <a:solidFill>
                            <a:schemeClr val="dk1"/>
                          </a:solidFill>
                          <a:latin typeface="Lora"/>
                          <a:ea typeface="Lora"/>
                          <a:cs typeface="Lora"/>
                          <a:sym typeface="Lora"/>
                        </a:rPr>
                        <a:t>Test 2</a:t>
                      </a:r>
                      <a:endParaRPr b="1" sz="2300">
                        <a:solidFill>
                          <a:schemeClr val="dk1"/>
                        </a:solidFill>
                        <a:latin typeface="Lora"/>
                        <a:ea typeface="Lora"/>
                        <a:cs typeface="Lora"/>
                        <a:sym typeface="Lora"/>
                      </a:endParaRPr>
                    </a:p>
                  </a:txBody>
                  <a:tcPr marT="91425" marB="91425" marR="91425" marL="91425" anchor="ctr">
                    <a:lnL cap="flat" cmpd="sng" w="28575">
                      <a:solidFill>
                        <a:schemeClr val="lt2"/>
                      </a:solidFill>
                      <a:prstDash val="solid"/>
                      <a:round/>
                      <a:headEnd len="sm" w="sm" type="none"/>
                      <a:tailEnd len="sm" w="sm" type="none"/>
                    </a:lnL>
                    <a:lnR cap="flat" cmpd="sng" w="28575">
                      <a:solidFill>
                        <a:schemeClr val="lt2"/>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noFill/>
                  </a:tcPr>
                </a:tc>
                <a:tc>
                  <a:txBody>
                    <a:bodyPr/>
                    <a:lstStyle/>
                    <a:p>
                      <a:pPr indent="0" lvl="0" marL="179999" marR="179999" rtl="0" algn="l">
                        <a:spcBef>
                          <a:spcPts val="200"/>
                        </a:spcBef>
                        <a:spcAft>
                          <a:spcPts val="0"/>
                        </a:spcAft>
                        <a:buNone/>
                      </a:pPr>
                      <a:r>
                        <a:rPr lang="en">
                          <a:solidFill>
                            <a:schemeClr val="lt1"/>
                          </a:solidFill>
                          <a:latin typeface="Inconsolata"/>
                          <a:ea typeface="Inconsolata"/>
                          <a:cs typeface="Inconsolata"/>
                          <a:sym typeface="Inconsolata"/>
                        </a:rPr>
                        <a:t>You </a:t>
                      </a:r>
                      <a:r>
                        <a:rPr lang="en">
                          <a:solidFill>
                            <a:schemeClr val="lt1"/>
                          </a:solidFill>
                          <a:latin typeface="Inconsolata"/>
                          <a:ea typeface="Inconsolata"/>
                          <a:cs typeface="Inconsolata"/>
                          <a:sym typeface="Inconsolata"/>
                        </a:rPr>
                        <a:t>can</a:t>
                      </a:r>
                      <a:r>
                        <a:rPr lang="en">
                          <a:solidFill>
                            <a:schemeClr val="lt1"/>
                          </a:solidFill>
                          <a:latin typeface="Inconsolata"/>
                          <a:ea typeface="Inconsolata"/>
                          <a:cs typeface="Inconsolata"/>
                          <a:sym typeface="Inconsolata"/>
                        </a:rPr>
                        <a:t> state one of your tests or processes here</a:t>
                      </a:r>
                      <a:endParaRPr>
                        <a:solidFill>
                          <a:schemeClr val="lt1"/>
                        </a:solidFill>
                        <a:latin typeface="Inconsolata"/>
                        <a:ea typeface="Inconsolata"/>
                        <a:cs typeface="Inconsolata"/>
                        <a:sym typeface="Inconsolata"/>
                      </a:endParaRPr>
                    </a:p>
                  </a:txBody>
                  <a:tcPr marT="91425" marB="91425" marR="274300" marL="274300" anchor="ctr">
                    <a:lnL cap="flat" cmpd="sng" w="28575">
                      <a:solidFill>
                        <a:schemeClr val="lt2"/>
                      </a:solidFill>
                      <a:prstDash val="solid"/>
                      <a:round/>
                      <a:headEnd len="sm" w="sm" type="none"/>
                      <a:tailEnd len="sm" w="sm" type="none"/>
                    </a:lnL>
                    <a:lnR cap="flat" cmpd="sng" w="28575">
                      <a:solidFill>
                        <a:schemeClr val="lt2"/>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solidFill>
                      <a:schemeClr val="accent3"/>
                    </a:solidFill>
                  </a:tcPr>
                </a:tc>
              </a:tr>
              <a:tr h="739925">
                <a:tc>
                  <a:txBody>
                    <a:bodyPr/>
                    <a:lstStyle/>
                    <a:p>
                      <a:pPr indent="0" lvl="0" marL="0" rtl="0" algn="ctr">
                        <a:spcBef>
                          <a:spcPts val="0"/>
                        </a:spcBef>
                        <a:spcAft>
                          <a:spcPts val="0"/>
                        </a:spcAft>
                        <a:buNone/>
                      </a:pPr>
                      <a:r>
                        <a:t/>
                      </a:r>
                      <a:endParaRPr sz="2400">
                        <a:solidFill>
                          <a:srgbClr val="D9D9D9"/>
                        </a:solidFill>
                        <a:latin typeface="Montserrat"/>
                        <a:ea typeface="Montserrat"/>
                        <a:cs typeface="Montserrat"/>
                        <a:sym typeface="Montserrat"/>
                      </a:endParaRPr>
                    </a:p>
                  </a:txBody>
                  <a:tcPr marT="91425" marB="91425" marR="91425" marL="91425" anchor="ctr">
                    <a:lnL cap="flat" cmpd="sng" w="28575">
                      <a:solidFill>
                        <a:schemeClr val="lt2"/>
                      </a:solidFill>
                      <a:prstDash val="solid"/>
                      <a:round/>
                      <a:headEnd len="sm" w="sm" type="none"/>
                      <a:tailEnd len="sm" w="sm" type="none"/>
                    </a:lnL>
                    <a:lnR cap="flat" cmpd="sng" w="28575">
                      <a:solidFill>
                        <a:schemeClr val="lt2"/>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b="1" lang="en" sz="2300">
                          <a:solidFill>
                            <a:schemeClr val="dk1"/>
                          </a:solidFill>
                          <a:latin typeface="Lora"/>
                          <a:ea typeface="Lora"/>
                          <a:cs typeface="Lora"/>
                          <a:sym typeface="Lora"/>
                        </a:rPr>
                        <a:t>Test 3</a:t>
                      </a:r>
                      <a:endParaRPr b="1" sz="2300">
                        <a:solidFill>
                          <a:schemeClr val="dk1"/>
                        </a:solidFill>
                        <a:latin typeface="Lora"/>
                        <a:ea typeface="Lora"/>
                        <a:cs typeface="Lora"/>
                        <a:sym typeface="Lora"/>
                      </a:endParaRPr>
                    </a:p>
                  </a:txBody>
                  <a:tcPr marT="91425" marB="91425" marR="91425" marL="91425" anchor="ctr">
                    <a:lnL cap="flat" cmpd="sng" w="28575">
                      <a:solidFill>
                        <a:schemeClr val="lt2"/>
                      </a:solidFill>
                      <a:prstDash val="solid"/>
                      <a:round/>
                      <a:headEnd len="sm" w="sm" type="none"/>
                      <a:tailEnd len="sm" w="sm" type="none"/>
                    </a:lnL>
                    <a:lnR cap="flat" cmpd="sng" w="28575">
                      <a:solidFill>
                        <a:schemeClr val="lt2"/>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noFill/>
                  </a:tcPr>
                </a:tc>
                <a:tc>
                  <a:txBody>
                    <a:bodyPr/>
                    <a:lstStyle/>
                    <a:p>
                      <a:pPr indent="0" lvl="0" marL="179999" marR="179999" rtl="0" algn="l">
                        <a:spcBef>
                          <a:spcPts val="200"/>
                        </a:spcBef>
                        <a:spcAft>
                          <a:spcPts val="0"/>
                        </a:spcAft>
                        <a:buNone/>
                      </a:pPr>
                      <a:r>
                        <a:rPr lang="en">
                          <a:solidFill>
                            <a:schemeClr val="lt1"/>
                          </a:solidFill>
                          <a:latin typeface="Inconsolata"/>
                          <a:ea typeface="Inconsolata"/>
                          <a:cs typeface="Inconsolata"/>
                          <a:sym typeface="Inconsolata"/>
                        </a:rPr>
                        <a:t>You </a:t>
                      </a:r>
                      <a:r>
                        <a:rPr lang="en">
                          <a:solidFill>
                            <a:schemeClr val="lt1"/>
                          </a:solidFill>
                          <a:latin typeface="Inconsolata"/>
                          <a:ea typeface="Inconsolata"/>
                          <a:cs typeface="Inconsolata"/>
                          <a:sym typeface="Inconsolata"/>
                        </a:rPr>
                        <a:t>can</a:t>
                      </a:r>
                      <a:r>
                        <a:rPr lang="en">
                          <a:solidFill>
                            <a:schemeClr val="lt1"/>
                          </a:solidFill>
                          <a:latin typeface="Inconsolata"/>
                          <a:ea typeface="Inconsolata"/>
                          <a:cs typeface="Inconsolata"/>
                          <a:sym typeface="Inconsolata"/>
                        </a:rPr>
                        <a:t> state one of your tests or processes here</a:t>
                      </a:r>
                      <a:endParaRPr>
                        <a:solidFill>
                          <a:schemeClr val="lt1"/>
                        </a:solidFill>
                        <a:latin typeface="Inconsolata"/>
                        <a:ea typeface="Inconsolata"/>
                        <a:cs typeface="Inconsolata"/>
                        <a:sym typeface="Inconsolata"/>
                      </a:endParaRPr>
                    </a:p>
                  </a:txBody>
                  <a:tcPr marT="91425" marB="91425" marR="274300" marL="274300" anchor="ctr">
                    <a:lnL cap="flat" cmpd="sng" w="28575">
                      <a:solidFill>
                        <a:schemeClr val="lt2"/>
                      </a:solidFill>
                      <a:prstDash val="solid"/>
                      <a:round/>
                      <a:headEnd len="sm" w="sm" type="none"/>
                      <a:tailEnd len="sm" w="sm" type="none"/>
                    </a:lnL>
                    <a:lnR cap="flat" cmpd="sng" w="28575">
                      <a:solidFill>
                        <a:schemeClr val="lt2"/>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solidFill>
                      <a:schemeClr val="accent3"/>
                    </a:solidFill>
                  </a:tcPr>
                </a:tc>
              </a:tr>
              <a:tr h="756050">
                <a:tc>
                  <a:txBody>
                    <a:bodyPr/>
                    <a:lstStyle/>
                    <a:p>
                      <a:pPr indent="0" lvl="0" marL="0" rtl="0" algn="ctr">
                        <a:spcBef>
                          <a:spcPts val="0"/>
                        </a:spcBef>
                        <a:spcAft>
                          <a:spcPts val="0"/>
                        </a:spcAft>
                        <a:buNone/>
                      </a:pPr>
                      <a:r>
                        <a:t/>
                      </a:r>
                      <a:endParaRPr sz="2400">
                        <a:solidFill>
                          <a:srgbClr val="D9D9D9"/>
                        </a:solidFill>
                        <a:latin typeface="Montserrat"/>
                        <a:ea typeface="Montserrat"/>
                        <a:cs typeface="Montserrat"/>
                        <a:sym typeface="Montserrat"/>
                      </a:endParaRPr>
                    </a:p>
                  </a:txBody>
                  <a:tcPr marT="91425" marB="91425" marR="91425" marL="91425" anchor="ctr">
                    <a:lnL cap="flat" cmpd="sng" w="28575">
                      <a:solidFill>
                        <a:schemeClr val="lt2"/>
                      </a:solidFill>
                      <a:prstDash val="solid"/>
                      <a:round/>
                      <a:headEnd len="sm" w="sm" type="none"/>
                      <a:tailEnd len="sm" w="sm" type="none"/>
                    </a:lnL>
                    <a:lnR cap="flat" cmpd="sng" w="28575">
                      <a:solidFill>
                        <a:schemeClr val="lt2"/>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b="1" lang="en" sz="2300">
                          <a:solidFill>
                            <a:schemeClr val="dk1"/>
                          </a:solidFill>
                          <a:latin typeface="Lora"/>
                          <a:ea typeface="Lora"/>
                          <a:cs typeface="Lora"/>
                          <a:sym typeface="Lora"/>
                        </a:rPr>
                        <a:t>Test 4</a:t>
                      </a:r>
                      <a:endParaRPr b="1" sz="2300">
                        <a:solidFill>
                          <a:schemeClr val="dk1"/>
                        </a:solidFill>
                        <a:latin typeface="Lora"/>
                        <a:ea typeface="Lora"/>
                        <a:cs typeface="Lora"/>
                        <a:sym typeface="Lora"/>
                      </a:endParaRPr>
                    </a:p>
                  </a:txBody>
                  <a:tcPr marT="91425" marB="91425" marR="91425" marL="91425" anchor="ctr">
                    <a:lnL cap="flat" cmpd="sng" w="28575">
                      <a:solidFill>
                        <a:schemeClr val="lt2"/>
                      </a:solidFill>
                      <a:prstDash val="solid"/>
                      <a:round/>
                      <a:headEnd len="sm" w="sm" type="none"/>
                      <a:tailEnd len="sm" w="sm" type="none"/>
                    </a:lnL>
                    <a:lnR cap="flat" cmpd="sng" w="28575">
                      <a:solidFill>
                        <a:schemeClr val="lt2"/>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noFill/>
                  </a:tcPr>
                </a:tc>
                <a:tc>
                  <a:txBody>
                    <a:bodyPr/>
                    <a:lstStyle/>
                    <a:p>
                      <a:pPr indent="0" lvl="0" marL="179999" marR="179999" rtl="0" algn="l">
                        <a:spcBef>
                          <a:spcPts val="200"/>
                        </a:spcBef>
                        <a:spcAft>
                          <a:spcPts val="0"/>
                        </a:spcAft>
                        <a:buNone/>
                      </a:pPr>
                      <a:r>
                        <a:rPr lang="en">
                          <a:solidFill>
                            <a:schemeClr val="lt1"/>
                          </a:solidFill>
                          <a:latin typeface="Inconsolata"/>
                          <a:ea typeface="Inconsolata"/>
                          <a:cs typeface="Inconsolata"/>
                          <a:sym typeface="Inconsolata"/>
                        </a:rPr>
                        <a:t>You </a:t>
                      </a:r>
                      <a:r>
                        <a:rPr lang="en">
                          <a:solidFill>
                            <a:schemeClr val="lt1"/>
                          </a:solidFill>
                          <a:latin typeface="Inconsolata"/>
                          <a:ea typeface="Inconsolata"/>
                          <a:cs typeface="Inconsolata"/>
                          <a:sym typeface="Inconsolata"/>
                        </a:rPr>
                        <a:t>can</a:t>
                      </a:r>
                      <a:r>
                        <a:rPr lang="en">
                          <a:solidFill>
                            <a:schemeClr val="lt1"/>
                          </a:solidFill>
                          <a:latin typeface="Inconsolata"/>
                          <a:ea typeface="Inconsolata"/>
                          <a:cs typeface="Inconsolata"/>
                          <a:sym typeface="Inconsolata"/>
                        </a:rPr>
                        <a:t> state one of your tests or processes here</a:t>
                      </a:r>
                      <a:endParaRPr>
                        <a:solidFill>
                          <a:schemeClr val="lt1"/>
                        </a:solidFill>
                        <a:latin typeface="Inconsolata"/>
                        <a:ea typeface="Inconsolata"/>
                        <a:cs typeface="Inconsolata"/>
                        <a:sym typeface="Inconsolata"/>
                      </a:endParaRPr>
                    </a:p>
                  </a:txBody>
                  <a:tcPr marT="91425" marB="91425" marR="274300" marL="274300" anchor="ctr">
                    <a:lnL cap="flat" cmpd="sng" w="28575">
                      <a:solidFill>
                        <a:schemeClr val="lt2"/>
                      </a:solidFill>
                      <a:prstDash val="solid"/>
                      <a:round/>
                      <a:headEnd len="sm" w="sm" type="none"/>
                      <a:tailEnd len="sm" w="sm" type="none"/>
                    </a:lnL>
                    <a:lnR cap="flat" cmpd="sng" w="28575">
                      <a:solidFill>
                        <a:schemeClr val="lt2"/>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solidFill>
                      <a:schemeClr val="accent3"/>
                    </a:solidFill>
                  </a:tcPr>
                </a:tc>
              </a:tr>
            </a:tbl>
          </a:graphicData>
        </a:graphic>
      </p:graphicFrame>
      <p:grpSp>
        <p:nvGrpSpPr>
          <p:cNvPr id="3924" name="Google Shape;3924;p51"/>
          <p:cNvGrpSpPr/>
          <p:nvPr/>
        </p:nvGrpSpPr>
        <p:grpSpPr>
          <a:xfrm>
            <a:off x="1457625" y="1731804"/>
            <a:ext cx="593102" cy="442301"/>
            <a:chOff x="5216456" y="3725484"/>
            <a:chExt cx="356196" cy="265631"/>
          </a:xfrm>
        </p:grpSpPr>
        <p:sp>
          <p:nvSpPr>
            <p:cNvPr id="3925" name="Google Shape;3925;p51"/>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1"/>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7" name="Google Shape;3927;p51"/>
          <p:cNvGrpSpPr/>
          <p:nvPr/>
        </p:nvGrpSpPr>
        <p:grpSpPr>
          <a:xfrm>
            <a:off x="1489725" y="2454923"/>
            <a:ext cx="508804" cy="510648"/>
            <a:chOff x="5779408" y="3699191"/>
            <a:chExt cx="317645" cy="318757"/>
          </a:xfrm>
        </p:grpSpPr>
        <p:sp>
          <p:nvSpPr>
            <p:cNvPr id="3928" name="Google Shape;3928;p51"/>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1"/>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0" name="Google Shape;3930;p51"/>
          <p:cNvGrpSpPr/>
          <p:nvPr/>
        </p:nvGrpSpPr>
        <p:grpSpPr>
          <a:xfrm>
            <a:off x="1457625" y="4007307"/>
            <a:ext cx="593102" cy="442301"/>
            <a:chOff x="5216456" y="3725484"/>
            <a:chExt cx="356196" cy="265631"/>
          </a:xfrm>
        </p:grpSpPr>
        <p:sp>
          <p:nvSpPr>
            <p:cNvPr id="3931" name="Google Shape;3931;p51"/>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1"/>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3" name="Google Shape;3933;p51"/>
          <p:cNvGrpSpPr/>
          <p:nvPr/>
        </p:nvGrpSpPr>
        <p:grpSpPr>
          <a:xfrm>
            <a:off x="1489725" y="3215503"/>
            <a:ext cx="508804" cy="510648"/>
            <a:chOff x="5779408" y="3699191"/>
            <a:chExt cx="317645" cy="318757"/>
          </a:xfrm>
        </p:grpSpPr>
        <p:sp>
          <p:nvSpPr>
            <p:cNvPr id="3934" name="Google Shape;3934;p51"/>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1"/>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9" name="Shape 3939"/>
        <p:cNvGrpSpPr/>
        <p:nvPr/>
      </p:nvGrpSpPr>
      <p:grpSpPr>
        <a:xfrm>
          <a:off x="0" y="0"/>
          <a:ext cx="0" cy="0"/>
          <a:chOff x="0" y="0"/>
          <a:chExt cx="0" cy="0"/>
        </a:xfrm>
      </p:grpSpPr>
      <p:sp>
        <p:nvSpPr>
          <p:cNvPr id="3940" name="Google Shape;3940;p52"/>
          <p:cNvSpPr/>
          <p:nvPr/>
        </p:nvSpPr>
        <p:spPr>
          <a:xfrm>
            <a:off x="1934350" y="3704369"/>
            <a:ext cx="6324300" cy="2214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2"/>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Schedule</a:t>
            </a:r>
            <a:endParaRPr/>
          </a:p>
        </p:txBody>
      </p:sp>
      <p:sp>
        <p:nvSpPr>
          <p:cNvPr id="3942" name="Google Shape;3942;p52"/>
          <p:cNvSpPr txBox="1"/>
          <p:nvPr/>
        </p:nvSpPr>
        <p:spPr>
          <a:xfrm flipH="1">
            <a:off x="1934069" y="1370027"/>
            <a:ext cx="540300" cy="412200"/>
          </a:xfrm>
          <a:prstGeom prst="rect">
            <a:avLst/>
          </a:prstGeom>
          <a:solidFill>
            <a:schemeClr val="accent5"/>
          </a:solid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chemeClr val="lt1"/>
                </a:solidFill>
                <a:latin typeface="Lora Medium"/>
                <a:ea typeface="Lora Medium"/>
                <a:cs typeface="Lora Medium"/>
                <a:sym typeface="Lora Medium"/>
              </a:rPr>
              <a:t>Jan</a:t>
            </a:r>
            <a:endParaRPr>
              <a:solidFill>
                <a:schemeClr val="lt1"/>
              </a:solidFill>
              <a:latin typeface="Lora Medium"/>
              <a:ea typeface="Lora Medium"/>
              <a:cs typeface="Lora Medium"/>
              <a:sym typeface="Lora Medium"/>
            </a:endParaRPr>
          </a:p>
        </p:txBody>
      </p:sp>
      <p:sp>
        <p:nvSpPr>
          <p:cNvPr id="3943" name="Google Shape;3943;p52"/>
          <p:cNvSpPr txBox="1"/>
          <p:nvPr/>
        </p:nvSpPr>
        <p:spPr>
          <a:xfrm flipH="1">
            <a:off x="2503458" y="1369975"/>
            <a:ext cx="585000" cy="412200"/>
          </a:xfrm>
          <a:prstGeom prst="rect">
            <a:avLst/>
          </a:prstGeom>
          <a:solidFill>
            <a:schemeClr val="accent5"/>
          </a:solid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chemeClr val="lt1"/>
                </a:solidFill>
                <a:latin typeface="Lora Medium"/>
                <a:ea typeface="Lora Medium"/>
                <a:cs typeface="Lora Medium"/>
                <a:sym typeface="Lora Medium"/>
              </a:rPr>
              <a:t>Feb</a:t>
            </a:r>
            <a:endParaRPr>
              <a:solidFill>
                <a:schemeClr val="lt1"/>
              </a:solidFill>
              <a:latin typeface="Lora Medium"/>
              <a:ea typeface="Lora Medium"/>
              <a:cs typeface="Lora Medium"/>
              <a:sym typeface="Lora Medium"/>
            </a:endParaRPr>
          </a:p>
        </p:txBody>
      </p:sp>
      <p:sp>
        <p:nvSpPr>
          <p:cNvPr id="3944" name="Google Shape;3944;p52"/>
          <p:cNvSpPr txBox="1"/>
          <p:nvPr/>
        </p:nvSpPr>
        <p:spPr>
          <a:xfrm flipH="1">
            <a:off x="3117398" y="1369985"/>
            <a:ext cx="507300" cy="412200"/>
          </a:xfrm>
          <a:prstGeom prst="rect">
            <a:avLst/>
          </a:prstGeom>
          <a:solidFill>
            <a:schemeClr val="accent5"/>
          </a:solid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chemeClr val="lt1"/>
                </a:solidFill>
                <a:latin typeface="Lora Medium"/>
                <a:ea typeface="Lora Medium"/>
                <a:cs typeface="Lora Medium"/>
                <a:sym typeface="Lora Medium"/>
              </a:rPr>
              <a:t>Mar</a:t>
            </a:r>
            <a:endParaRPr>
              <a:solidFill>
                <a:schemeClr val="lt1"/>
              </a:solidFill>
              <a:latin typeface="Lora Medium"/>
              <a:ea typeface="Lora Medium"/>
              <a:cs typeface="Lora Medium"/>
              <a:sym typeface="Lora Medium"/>
            </a:endParaRPr>
          </a:p>
        </p:txBody>
      </p:sp>
      <p:sp>
        <p:nvSpPr>
          <p:cNvPr id="3945" name="Google Shape;3945;p52"/>
          <p:cNvSpPr txBox="1"/>
          <p:nvPr/>
        </p:nvSpPr>
        <p:spPr>
          <a:xfrm flipH="1">
            <a:off x="3653776" y="1369996"/>
            <a:ext cx="456600" cy="412200"/>
          </a:xfrm>
          <a:prstGeom prst="rect">
            <a:avLst/>
          </a:prstGeom>
          <a:solidFill>
            <a:schemeClr val="accent5"/>
          </a:solid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chemeClr val="lt1"/>
                </a:solidFill>
                <a:latin typeface="Lora Medium"/>
                <a:ea typeface="Lora Medium"/>
                <a:cs typeface="Lora Medium"/>
                <a:sym typeface="Lora Medium"/>
              </a:rPr>
              <a:t>Apr</a:t>
            </a:r>
            <a:endParaRPr>
              <a:solidFill>
                <a:schemeClr val="lt1"/>
              </a:solidFill>
              <a:latin typeface="Lora Medium"/>
              <a:ea typeface="Lora Medium"/>
              <a:cs typeface="Lora Medium"/>
              <a:sym typeface="Lora Medium"/>
            </a:endParaRPr>
          </a:p>
        </p:txBody>
      </p:sp>
      <p:sp>
        <p:nvSpPr>
          <p:cNvPr id="3946" name="Google Shape;3946;p52"/>
          <p:cNvSpPr txBox="1"/>
          <p:nvPr/>
        </p:nvSpPr>
        <p:spPr>
          <a:xfrm flipH="1">
            <a:off x="4139454" y="1370006"/>
            <a:ext cx="456600" cy="412200"/>
          </a:xfrm>
          <a:prstGeom prst="rect">
            <a:avLst/>
          </a:prstGeom>
          <a:solidFill>
            <a:schemeClr val="accent5"/>
          </a:solid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chemeClr val="lt1"/>
                </a:solidFill>
                <a:latin typeface="Lora Medium"/>
                <a:ea typeface="Lora Medium"/>
                <a:cs typeface="Lora Medium"/>
                <a:sym typeface="Lora Medium"/>
              </a:rPr>
              <a:t>May</a:t>
            </a:r>
            <a:endParaRPr>
              <a:solidFill>
                <a:schemeClr val="lt1"/>
              </a:solidFill>
              <a:latin typeface="Lora Medium"/>
              <a:ea typeface="Lora Medium"/>
              <a:cs typeface="Lora Medium"/>
              <a:sym typeface="Lora Medium"/>
            </a:endParaRPr>
          </a:p>
        </p:txBody>
      </p:sp>
      <p:sp>
        <p:nvSpPr>
          <p:cNvPr id="3947" name="Google Shape;3947;p52"/>
          <p:cNvSpPr txBox="1"/>
          <p:nvPr/>
        </p:nvSpPr>
        <p:spPr>
          <a:xfrm flipH="1">
            <a:off x="4625133" y="1370016"/>
            <a:ext cx="456600" cy="412200"/>
          </a:xfrm>
          <a:prstGeom prst="rect">
            <a:avLst/>
          </a:prstGeom>
          <a:solidFill>
            <a:schemeClr val="accent5"/>
          </a:solid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chemeClr val="lt1"/>
                </a:solidFill>
                <a:latin typeface="Lora Medium"/>
                <a:ea typeface="Lora Medium"/>
                <a:cs typeface="Lora Medium"/>
                <a:sym typeface="Lora Medium"/>
              </a:rPr>
              <a:t>Jun</a:t>
            </a:r>
            <a:endParaRPr>
              <a:solidFill>
                <a:schemeClr val="lt1"/>
              </a:solidFill>
              <a:latin typeface="Lora Medium"/>
              <a:ea typeface="Lora Medium"/>
              <a:cs typeface="Lora Medium"/>
              <a:sym typeface="Lora Medium"/>
            </a:endParaRPr>
          </a:p>
        </p:txBody>
      </p:sp>
      <p:sp>
        <p:nvSpPr>
          <p:cNvPr id="3948" name="Google Shape;3948;p52"/>
          <p:cNvSpPr txBox="1"/>
          <p:nvPr/>
        </p:nvSpPr>
        <p:spPr>
          <a:xfrm flipH="1">
            <a:off x="882694" y="2056583"/>
            <a:ext cx="817500" cy="2670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b="1" lang="en">
                <a:solidFill>
                  <a:schemeClr val="dk1"/>
                </a:solidFill>
                <a:latin typeface="Lora"/>
                <a:ea typeface="Lora"/>
                <a:cs typeface="Lora"/>
                <a:sym typeface="Lora"/>
              </a:rPr>
              <a:t>Phase 1</a:t>
            </a:r>
            <a:endParaRPr b="1">
              <a:solidFill>
                <a:schemeClr val="dk1"/>
              </a:solidFill>
              <a:latin typeface="Lora"/>
              <a:ea typeface="Lora"/>
              <a:cs typeface="Lora"/>
              <a:sym typeface="Lora"/>
            </a:endParaRPr>
          </a:p>
        </p:txBody>
      </p:sp>
      <p:sp>
        <p:nvSpPr>
          <p:cNvPr id="3949" name="Google Shape;3949;p52"/>
          <p:cNvSpPr txBox="1"/>
          <p:nvPr/>
        </p:nvSpPr>
        <p:spPr>
          <a:xfrm flipH="1">
            <a:off x="882694" y="3288256"/>
            <a:ext cx="817500" cy="2670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b="1" lang="en">
                <a:solidFill>
                  <a:schemeClr val="dk1"/>
                </a:solidFill>
                <a:latin typeface="Lora"/>
                <a:ea typeface="Lora"/>
                <a:cs typeface="Lora"/>
                <a:sym typeface="Lora"/>
              </a:rPr>
              <a:t>Phase 2</a:t>
            </a:r>
            <a:endParaRPr b="1">
              <a:solidFill>
                <a:schemeClr val="dk1"/>
              </a:solidFill>
              <a:latin typeface="Lora"/>
              <a:ea typeface="Lora"/>
              <a:cs typeface="Lora"/>
              <a:sym typeface="Lora"/>
            </a:endParaRPr>
          </a:p>
        </p:txBody>
      </p:sp>
      <p:sp>
        <p:nvSpPr>
          <p:cNvPr id="3950" name="Google Shape;3950;p52"/>
          <p:cNvSpPr txBox="1"/>
          <p:nvPr/>
        </p:nvSpPr>
        <p:spPr>
          <a:xfrm flipH="1">
            <a:off x="882707" y="2465527"/>
            <a:ext cx="817500" cy="2670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b="1" lang="en">
                <a:solidFill>
                  <a:schemeClr val="dk1"/>
                </a:solidFill>
                <a:latin typeface="Lora"/>
                <a:ea typeface="Lora"/>
                <a:cs typeface="Lora"/>
                <a:sym typeface="Lora"/>
              </a:rPr>
              <a:t>Task 1</a:t>
            </a:r>
            <a:endParaRPr b="1">
              <a:solidFill>
                <a:schemeClr val="dk1"/>
              </a:solidFill>
              <a:latin typeface="Lora"/>
              <a:ea typeface="Lora"/>
              <a:cs typeface="Lora"/>
              <a:sym typeface="Lora"/>
            </a:endParaRPr>
          </a:p>
        </p:txBody>
      </p:sp>
      <p:sp>
        <p:nvSpPr>
          <p:cNvPr id="3951" name="Google Shape;3951;p52"/>
          <p:cNvSpPr txBox="1"/>
          <p:nvPr/>
        </p:nvSpPr>
        <p:spPr>
          <a:xfrm flipH="1">
            <a:off x="882707" y="2874483"/>
            <a:ext cx="817500" cy="2670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b="1" lang="en">
                <a:solidFill>
                  <a:schemeClr val="dk1"/>
                </a:solidFill>
                <a:latin typeface="Lora"/>
                <a:ea typeface="Lora"/>
                <a:cs typeface="Lora"/>
                <a:sym typeface="Lora"/>
              </a:rPr>
              <a:t>Task 2</a:t>
            </a:r>
            <a:endParaRPr b="1">
              <a:solidFill>
                <a:schemeClr val="dk1"/>
              </a:solidFill>
              <a:latin typeface="Lora"/>
              <a:ea typeface="Lora"/>
              <a:cs typeface="Lora"/>
              <a:sym typeface="Lora"/>
            </a:endParaRPr>
          </a:p>
        </p:txBody>
      </p:sp>
      <p:sp>
        <p:nvSpPr>
          <p:cNvPr id="3952" name="Google Shape;3952;p52"/>
          <p:cNvSpPr txBox="1"/>
          <p:nvPr/>
        </p:nvSpPr>
        <p:spPr>
          <a:xfrm flipH="1">
            <a:off x="882707" y="3699472"/>
            <a:ext cx="817500" cy="2670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b="1" lang="en">
                <a:solidFill>
                  <a:schemeClr val="dk1"/>
                </a:solidFill>
                <a:latin typeface="Lora"/>
                <a:ea typeface="Lora"/>
                <a:cs typeface="Lora"/>
                <a:sym typeface="Lora"/>
              </a:rPr>
              <a:t>Task 1</a:t>
            </a:r>
            <a:endParaRPr b="1">
              <a:solidFill>
                <a:schemeClr val="dk1"/>
              </a:solidFill>
              <a:latin typeface="Lora"/>
              <a:ea typeface="Lora"/>
              <a:cs typeface="Lora"/>
              <a:sym typeface="Lora"/>
            </a:endParaRPr>
          </a:p>
        </p:txBody>
      </p:sp>
      <p:sp>
        <p:nvSpPr>
          <p:cNvPr id="3953" name="Google Shape;3953;p52"/>
          <p:cNvSpPr txBox="1"/>
          <p:nvPr/>
        </p:nvSpPr>
        <p:spPr>
          <a:xfrm flipH="1">
            <a:off x="882707" y="4110698"/>
            <a:ext cx="817500" cy="2280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b="1" lang="en">
                <a:solidFill>
                  <a:schemeClr val="dk1"/>
                </a:solidFill>
                <a:latin typeface="Lora"/>
                <a:ea typeface="Lora"/>
                <a:cs typeface="Lora"/>
                <a:sym typeface="Lora"/>
              </a:rPr>
              <a:t>Task 2</a:t>
            </a:r>
            <a:endParaRPr b="1">
              <a:solidFill>
                <a:schemeClr val="dk1"/>
              </a:solidFill>
              <a:latin typeface="Lora"/>
              <a:ea typeface="Lora"/>
              <a:cs typeface="Lora"/>
              <a:sym typeface="Lora"/>
            </a:endParaRPr>
          </a:p>
        </p:txBody>
      </p:sp>
      <p:sp>
        <p:nvSpPr>
          <p:cNvPr id="3954" name="Google Shape;3954;p52"/>
          <p:cNvSpPr/>
          <p:nvPr/>
        </p:nvSpPr>
        <p:spPr>
          <a:xfrm>
            <a:off x="1934504" y="2062825"/>
            <a:ext cx="6324000" cy="2214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latin typeface="Inconsolata"/>
              <a:ea typeface="Inconsolata"/>
              <a:cs typeface="Inconsolata"/>
              <a:sym typeface="Inconsolata"/>
            </a:endParaRPr>
          </a:p>
        </p:txBody>
      </p:sp>
      <p:sp>
        <p:nvSpPr>
          <p:cNvPr id="3955" name="Google Shape;3955;p52"/>
          <p:cNvSpPr/>
          <p:nvPr/>
        </p:nvSpPr>
        <p:spPr>
          <a:xfrm>
            <a:off x="1934349" y="2473250"/>
            <a:ext cx="6324300" cy="2214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2"/>
          <p:cNvSpPr/>
          <p:nvPr/>
        </p:nvSpPr>
        <p:spPr>
          <a:xfrm>
            <a:off x="1934350" y="2062825"/>
            <a:ext cx="3147300" cy="221400"/>
          </a:xfrm>
          <a:prstGeom prst="rect">
            <a:avLst/>
          </a:prstGeom>
          <a:solidFill>
            <a:schemeClr val="dk1"/>
          </a:solidFill>
          <a:ln>
            <a:noFill/>
          </a:ln>
        </p:spPr>
        <p:txBody>
          <a:bodyPr anchorCtr="0" anchor="ctr" bIns="91425" lIns="274300" spcFirstLastPara="1" rIns="91425" wrap="square" tIns="91425">
            <a:noAutofit/>
          </a:bodyPr>
          <a:lstStyle/>
          <a:p>
            <a:pPr indent="0" lvl="0" marL="0" rtl="0" algn="l">
              <a:spcBef>
                <a:spcPts val="0"/>
              </a:spcBef>
              <a:spcAft>
                <a:spcPts val="0"/>
              </a:spcAft>
              <a:buClr>
                <a:schemeClr val="hlink"/>
              </a:buClr>
              <a:buSzPts val="1100"/>
              <a:buFont typeface="Arial"/>
              <a:buNone/>
            </a:pPr>
            <a:r>
              <a:rPr lang="en">
                <a:solidFill>
                  <a:schemeClr val="lt1"/>
                </a:solidFill>
                <a:latin typeface="Inconsolata"/>
                <a:ea typeface="Inconsolata"/>
                <a:cs typeface="Inconsolata"/>
                <a:sym typeface="Inconsolata"/>
              </a:rPr>
              <a:t>Mars is a cold place</a:t>
            </a:r>
            <a:endParaRPr>
              <a:solidFill>
                <a:schemeClr val="lt1"/>
              </a:solidFill>
              <a:latin typeface="Inconsolata"/>
              <a:ea typeface="Inconsolata"/>
              <a:cs typeface="Inconsolata"/>
              <a:sym typeface="Inconsolata"/>
            </a:endParaRPr>
          </a:p>
        </p:txBody>
      </p:sp>
      <p:sp>
        <p:nvSpPr>
          <p:cNvPr id="3957" name="Google Shape;3957;p52"/>
          <p:cNvSpPr/>
          <p:nvPr/>
        </p:nvSpPr>
        <p:spPr>
          <a:xfrm>
            <a:off x="1934076" y="2473250"/>
            <a:ext cx="1478700" cy="2214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Inconsolata"/>
                <a:ea typeface="Inconsolata"/>
                <a:cs typeface="Inconsolata"/>
                <a:sym typeface="Inconsolata"/>
              </a:rPr>
              <a:t>Venus</a:t>
            </a:r>
            <a:endParaRPr/>
          </a:p>
        </p:txBody>
      </p:sp>
      <p:sp>
        <p:nvSpPr>
          <p:cNvPr id="3958" name="Google Shape;3958;p52"/>
          <p:cNvSpPr/>
          <p:nvPr/>
        </p:nvSpPr>
        <p:spPr>
          <a:xfrm>
            <a:off x="1934348" y="2883668"/>
            <a:ext cx="6324205" cy="221548"/>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5"/>
              </a:solidFill>
            </a:endParaRPr>
          </a:p>
        </p:txBody>
      </p:sp>
      <p:sp>
        <p:nvSpPr>
          <p:cNvPr id="3959" name="Google Shape;3959;p52"/>
          <p:cNvSpPr/>
          <p:nvPr/>
        </p:nvSpPr>
        <p:spPr>
          <a:xfrm>
            <a:off x="3267350" y="2883675"/>
            <a:ext cx="1843500" cy="2214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hlink"/>
              </a:buClr>
              <a:buSzPts val="1100"/>
              <a:buFont typeface="Arial"/>
              <a:buNone/>
            </a:pPr>
            <a:r>
              <a:rPr lang="en">
                <a:solidFill>
                  <a:schemeClr val="lt1"/>
                </a:solidFill>
                <a:latin typeface="Inconsolata"/>
                <a:ea typeface="Inconsolata"/>
                <a:cs typeface="Inconsolata"/>
                <a:sym typeface="Inconsolata"/>
              </a:rPr>
              <a:t>Saturn</a:t>
            </a:r>
            <a:endParaRPr>
              <a:solidFill>
                <a:schemeClr val="accent5"/>
              </a:solidFill>
            </a:endParaRPr>
          </a:p>
        </p:txBody>
      </p:sp>
      <p:sp>
        <p:nvSpPr>
          <p:cNvPr id="3960" name="Google Shape;3960;p52"/>
          <p:cNvSpPr/>
          <p:nvPr/>
        </p:nvSpPr>
        <p:spPr>
          <a:xfrm>
            <a:off x="1934350" y="3294094"/>
            <a:ext cx="6324205" cy="2214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2"/>
          <p:cNvSpPr/>
          <p:nvPr/>
        </p:nvSpPr>
        <p:spPr>
          <a:xfrm>
            <a:off x="5110924" y="3294100"/>
            <a:ext cx="3147300" cy="2214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Inconsolata"/>
                <a:ea typeface="Inconsolata"/>
                <a:cs typeface="Inconsolata"/>
                <a:sym typeface="Inconsolata"/>
              </a:rPr>
              <a:t>It’s the closest planet</a:t>
            </a:r>
            <a:endParaRPr/>
          </a:p>
        </p:txBody>
      </p:sp>
      <p:sp>
        <p:nvSpPr>
          <p:cNvPr id="3962" name="Google Shape;3962;p52"/>
          <p:cNvSpPr/>
          <p:nvPr/>
        </p:nvSpPr>
        <p:spPr>
          <a:xfrm>
            <a:off x="5130425" y="3704375"/>
            <a:ext cx="1699800" cy="221400"/>
          </a:xfrm>
          <a:prstGeom prst="rect">
            <a:avLst/>
          </a:prstGeom>
          <a:solidFill>
            <a:schemeClr val="accent1"/>
          </a:solidFill>
          <a:ln>
            <a:noFill/>
          </a:ln>
        </p:spPr>
        <p:txBody>
          <a:bodyPr anchorCtr="0" anchor="ctr" bIns="91425" lIns="274300" spcFirstLastPara="1" rIns="91425" wrap="square" tIns="91425">
            <a:noAutofit/>
          </a:bodyPr>
          <a:lstStyle/>
          <a:p>
            <a:pPr indent="0" lvl="0" marL="0" rtl="0" algn="ctr">
              <a:spcBef>
                <a:spcPts val="0"/>
              </a:spcBef>
              <a:spcAft>
                <a:spcPts val="0"/>
              </a:spcAft>
              <a:buNone/>
            </a:pPr>
            <a:r>
              <a:rPr lang="en">
                <a:solidFill>
                  <a:schemeClr val="lt1"/>
                </a:solidFill>
                <a:latin typeface="Inconsolata"/>
                <a:ea typeface="Inconsolata"/>
                <a:cs typeface="Inconsolata"/>
                <a:sym typeface="Inconsolata"/>
              </a:rPr>
              <a:t>Moon</a:t>
            </a:r>
            <a:endParaRPr/>
          </a:p>
        </p:txBody>
      </p:sp>
      <p:sp>
        <p:nvSpPr>
          <p:cNvPr id="3963" name="Google Shape;3963;p52"/>
          <p:cNvSpPr/>
          <p:nvPr/>
        </p:nvSpPr>
        <p:spPr>
          <a:xfrm>
            <a:off x="1934350" y="4114649"/>
            <a:ext cx="6324205" cy="228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2"/>
          <p:cNvSpPr/>
          <p:nvPr/>
        </p:nvSpPr>
        <p:spPr>
          <a:xfrm>
            <a:off x="6609122" y="4114650"/>
            <a:ext cx="1651200" cy="2280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Inconsolata"/>
                <a:ea typeface="Inconsolata"/>
                <a:cs typeface="Inconsolata"/>
                <a:sym typeface="Inconsolata"/>
              </a:rPr>
              <a:t>Earth</a:t>
            </a:r>
            <a:endParaRPr/>
          </a:p>
        </p:txBody>
      </p:sp>
      <p:sp>
        <p:nvSpPr>
          <p:cNvPr id="3965" name="Google Shape;3965;p52"/>
          <p:cNvSpPr txBox="1"/>
          <p:nvPr/>
        </p:nvSpPr>
        <p:spPr>
          <a:xfrm flipH="1">
            <a:off x="5110638" y="1370027"/>
            <a:ext cx="540300" cy="412200"/>
          </a:xfrm>
          <a:prstGeom prst="rect">
            <a:avLst/>
          </a:prstGeom>
          <a:solidFill>
            <a:schemeClr val="accent5"/>
          </a:solid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chemeClr val="lt1"/>
                </a:solidFill>
                <a:latin typeface="Lora Medium"/>
                <a:ea typeface="Lora Medium"/>
                <a:cs typeface="Lora Medium"/>
                <a:sym typeface="Lora Medium"/>
              </a:rPr>
              <a:t>Jul</a:t>
            </a:r>
            <a:endParaRPr>
              <a:solidFill>
                <a:schemeClr val="lt1"/>
              </a:solidFill>
              <a:latin typeface="Lora Medium"/>
              <a:ea typeface="Lora Medium"/>
              <a:cs typeface="Lora Medium"/>
              <a:sym typeface="Lora Medium"/>
            </a:endParaRPr>
          </a:p>
        </p:txBody>
      </p:sp>
      <p:sp>
        <p:nvSpPr>
          <p:cNvPr id="3966" name="Google Shape;3966;p52"/>
          <p:cNvSpPr txBox="1"/>
          <p:nvPr/>
        </p:nvSpPr>
        <p:spPr>
          <a:xfrm flipH="1">
            <a:off x="5680027" y="1369975"/>
            <a:ext cx="585000" cy="412200"/>
          </a:xfrm>
          <a:prstGeom prst="rect">
            <a:avLst/>
          </a:prstGeom>
          <a:solidFill>
            <a:schemeClr val="accent5"/>
          </a:solid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chemeClr val="lt1"/>
                </a:solidFill>
                <a:latin typeface="Lora Medium"/>
                <a:ea typeface="Lora Medium"/>
                <a:cs typeface="Lora Medium"/>
                <a:sym typeface="Lora Medium"/>
              </a:rPr>
              <a:t>Aug</a:t>
            </a:r>
            <a:endParaRPr>
              <a:solidFill>
                <a:schemeClr val="lt1"/>
              </a:solidFill>
              <a:latin typeface="Lora Medium"/>
              <a:ea typeface="Lora Medium"/>
              <a:cs typeface="Lora Medium"/>
              <a:sym typeface="Lora Medium"/>
            </a:endParaRPr>
          </a:p>
        </p:txBody>
      </p:sp>
      <p:sp>
        <p:nvSpPr>
          <p:cNvPr id="3967" name="Google Shape;3967;p52"/>
          <p:cNvSpPr txBox="1"/>
          <p:nvPr/>
        </p:nvSpPr>
        <p:spPr>
          <a:xfrm flipH="1">
            <a:off x="6293967" y="1369985"/>
            <a:ext cx="507300" cy="412200"/>
          </a:xfrm>
          <a:prstGeom prst="rect">
            <a:avLst/>
          </a:prstGeom>
          <a:solidFill>
            <a:schemeClr val="accent5"/>
          </a:solid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chemeClr val="lt1"/>
                </a:solidFill>
                <a:latin typeface="Lora Medium"/>
                <a:ea typeface="Lora Medium"/>
                <a:cs typeface="Lora Medium"/>
                <a:sym typeface="Lora Medium"/>
              </a:rPr>
              <a:t>Sep</a:t>
            </a:r>
            <a:endParaRPr>
              <a:solidFill>
                <a:schemeClr val="lt1"/>
              </a:solidFill>
              <a:latin typeface="Lora Medium"/>
              <a:ea typeface="Lora Medium"/>
              <a:cs typeface="Lora Medium"/>
              <a:sym typeface="Lora Medium"/>
            </a:endParaRPr>
          </a:p>
        </p:txBody>
      </p:sp>
      <p:sp>
        <p:nvSpPr>
          <p:cNvPr id="3968" name="Google Shape;3968;p52"/>
          <p:cNvSpPr txBox="1"/>
          <p:nvPr/>
        </p:nvSpPr>
        <p:spPr>
          <a:xfrm flipH="1">
            <a:off x="6830345" y="1369996"/>
            <a:ext cx="456600" cy="412200"/>
          </a:xfrm>
          <a:prstGeom prst="rect">
            <a:avLst/>
          </a:prstGeom>
          <a:solidFill>
            <a:schemeClr val="accent5"/>
          </a:solid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chemeClr val="lt1"/>
                </a:solidFill>
                <a:latin typeface="Lora Medium"/>
                <a:ea typeface="Lora Medium"/>
                <a:cs typeface="Lora Medium"/>
                <a:sym typeface="Lora Medium"/>
              </a:rPr>
              <a:t>Oct</a:t>
            </a:r>
            <a:endParaRPr>
              <a:solidFill>
                <a:schemeClr val="lt1"/>
              </a:solidFill>
              <a:latin typeface="Lora Medium"/>
              <a:ea typeface="Lora Medium"/>
              <a:cs typeface="Lora Medium"/>
              <a:sym typeface="Lora Medium"/>
            </a:endParaRPr>
          </a:p>
        </p:txBody>
      </p:sp>
      <p:sp>
        <p:nvSpPr>
          <p:cNvPr id="3969" name="Google Shape;3969;p52"/>
          <p:cNvSpPr txBox="1"/>
          <p:nvPr/>
        </p:nvSpPr>
        <p:spPr>
          <a:xfrm flipH="1">
            <a:off x="7316024" y="1370006"/>
            <a:ext cx="456600" cy="412200"/>
          </a:xfrm>
          <a:prstGeom prst="rect">
            <a:avLst/>
          </a:prstGeom>
          <a:solidFill>
            <a:schemeClr val="accent5"/>
          </a:solid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chemeClr val="lt1"/>
                </a:solidFill>
                <a:latin typeface="Lora Medium"/>
                <a:ea typeface="Lora Medium"/>
                <a:cs typeface="Lora Medium"/>
                <a:sym typeface="Lora Medium"/>
              </a:rPr>
              <a:t>Nov</a:t>
            </a:r>
            <a:endParaRPr>
              <a:solidFill>
                <a:schemeClr val="lt1"/>
              </a:solidFill>
              <a:latin typeface="Lora Medium"/>
              <a:ea typeface="Lora Medium"/>
              <a:cs typeface="Lora Medium"/>
              <a:sym typeface="Lora Medium"/>
            </a:endParaRPr>
          </a:p>
        </p:txBody>
      </p:sp>
      <p:sp>
        <p:nvSpPr>
          <p:cNvPr id="3970" name="Google Shape;3970;p52"/>
          <p:cNvSpPr txBox="1"/>
          <p:nvPr/>
        </p:nvSpPr>
        <p:spPr>
          <a:xfrm flipH="1">
            <a:off x="7801702" y="1370016"/>
            <a:ext cx="456600" cy="412200"/>
          </a:xfrm>
          <a:prstGeom prst="rect">
            <a:avLst/>
          </a:prstGeom>
          <a:solidFill>
            <a:schemeClr val="accent5"/>
          </a:solid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chemeClr val="lt1"/>
                </a:solidFill>
                <a:latin typeface="Lora Medium"/>
                <a:ea typeface="Lora Medium"/>
                <a:cs typeface="Lora Medium"/>
                <a:sym typeface="Lora Medium"/>
              </a:rPr>
              <a:t>Dec</a:t>
            </a:r>
            <a:endParaRPr>
              <a:solidFill>
                <a:schemeClr val="lt1"/>
              </a:solidFill>
              <a:latin typeface="Lora Medium"/>
              <a:ea typeface="Lora Medium"/>
              <a:cs typeface="Lora Medium"/>
              <a:sym typeface="Lora Medium"/>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74" name="Shape 3974"/>
        <p:cNvGrpSpPr/>
        <p:nvPr/>
      </p:nvGrpSpPr>
      <p:grpSpPr>
        <a:xfrm>
          <a:off x="0" y="0"/>
          <a:ext cx="0" cy="0"/>
          <a:chOff x="0" y="0"/>
          <a:chExt cx="0" cy="0"/>
        </a:xfrm>
      </p:grpSpPr>
      <p:grpSp>
        <p:nvGrpSpPr>
          <p:cNvPr id="3975" name="Google Shape;3975;p53"/>
          <p:cNvGrpSpPr/>
          <p:nvPr/>
        </p:nvGrpSpPr>
        <p:grpSpPr>
          <a:xfrm>
            <a:off x="1353562" y="2295450"/>
            <a:ext cx="6426750" cy="285750"/>
            <a:chOff x="709975" y="3185925"/>
            <a:chExt cx="8434055" cy="285750"/>
          </a:xfrm>
        </p:grpSpPr>
        <p:sp>
          <p:nvSpPr>
            <p:cNvPr id="3976" name="Google Shape;3976;p53"/>
            <p:cNvSpPr/>
            <p:nvPr/>
          </p:nvSpPr>
          <p:spPr>
            <a:xfrm>
              <a:off x="709975" y="3185925"/>
              <a:ext cx="8434055"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6"/>
                    <a:pt x="4134" y="1217"/>
                    <a:pt x="4621" y="1217"/>
                  </a:cubicBezTo>
                  <a:cubicBezTo>
                    <a:pt x="5198" y="1217"/>
                    <a:pt x="5715" y="1156"/>
                    <a:pt x="6262" y="1399"/>
                  </a:cubicBezTo>
                  <a:cubicBezTo>
                    <a:pt x="6870" y="1673"/>
                    <a:pt x="7478" y="2007"/>
                    <a:pt x="8055" y="2372"/>
                  </a:cubicBezTo>
                  <a:cubicBezTo>
                    <a:pt x="8572" y="2706"/>
                    <a:pt x="8937" y="3162"/>
                    <a:pt x="9545" y="3345"/>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4"/>
                  </a:cubicBezTo>
                  <a:cubicBezTo>
                    <a:pt x="16110" y="579"/>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8"/>
                    <a:pt x="24378" y="4287"/>
                    <a:pt x="25138" y="4287"/>
                  </a:cubicBezTo>
                  <a:cubicBezTo>
                    <a:pt x="25502" y="4287"/>
                    <a:pt x="26050" y="4378"/>
                    <a:pt x="26414" y="4256"/>
                  </a:cubicBezTo>
                  <a:cubicBezTo>
                    <a:pt x="26870" y="4135"/>
                    <a:pt x="27296" y="3740"/>
                    <a:pt x="27721" y="3527"/>
                  </a:cubicBezTo>
                  <a:cubicBezTo>
                    <a:pt x="28451" y="3162"/>
                    <a:pt x="29150" y="2372"/>
                    <a:pt x="29636" y="1734"/>
                  </a:cubicBezTo>
                  <a:cubicBezTo>
                    <a:pt x="29910" y="1430"/>
                    <a:pt x="30123" y="1065"/>
                    <a:pt x="30335" y="730"/>
                  </a:cubicBezTo>
                  <a:cubicBezTo>
                    <a:pt x="30427" y="548"/>
                    <a:pt x="30548" y="305"/>
                    <a:pt x="30761" y="275"/>
                  </a:cubicBezTo>
                  <a:cubicBezTo>
                    <a:pt x="30822" y="457"/>
                    <a:pt x="30822" y="609"/>
                    <a:pt x="30822" y="822"/>
                  </a:cubicBezTo>
                </a:path>
              </a:pathLst>
            </a:custGeom>
            <a:noFill/>
            <a:ln cap="flat" cmpd="sng" w="66875">
              <a:solidFill>
                <a:schemeClr val="accent3"/>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3"/>
            <p:cNvSpPr/>
            <p:nvPr/>
          </p:nvSpPr>
          <p:spPr>
            <a:xfrm>
              <a:off x="709975" y="3362225"/>
              <a:ext cx="8434055" cy="109450"/>
            </a:xfrm>
            <a:custGeom>
              <a:rect b="b" l="l" r="r" t="t"/>
              <a:pathLst>
                <a:path extrusionOk="0" fill="none" h="4378" w="30822">
                  <a:moveTo>
                    <a:pt x="0" y="3527"/>
                  </a:moveTo>
                  <a:cubicBezTo>
                    <a:pt x="304" y="2828"/>
                    <a:pt x="639" y="2402"/>
                    <a:pt x="1338" y="2037"/>
                  </a:cubicBezTo>
                  <a:cubicBezTo>
                    <a:pt x="1855" y="1764"/>
                    <a:pt x="2493" y="1338"/>
                    <a:pt x="3070" y="1217"/>
                  </a:cubicBezTo>
                  <a:cubicBezTo>
                    <a:pt x="3557" y="1125"/>
                    <a:pt x="4134" y="1217"/>
                    <a:pt x="4621" y="1217"/>
                  </a:cubicBezTo>
                  <a:cubicBezTo>
                    <a:pt x="5198" y="1217"/>
                    <a:pt x="5715" y="1156"/>
                    <a:pt x="6262" y="1399"/>
                  </a:cubicBezTo>
                  <a:cubicBezTo>
                    <a:pt x="6870" y="1673"/>
                    <a:pt x="7478" y="2007"/>
                    <a:pt x="8055" y="2372"/>
                  </a:cubicBezTo>
                  <a:cubicBezTo>
                    <a:pt x="8572" y="2706"/>
                    <a:pt x="8937" y="3162"/>
                    <a:pt x="9545" y="3344"/>
                  </a:cubicBezTo>
                  <a:cubicBezTo>
                    <a:pt x="10609" y="3709"/>
                    <a:pt x="11794" y="3648"/>
                    <a:pt x="12706" y="3010"/>
                  </a:cubicBezTo>
                  <a:cubicBezTo>
                    <a:pt x="13010" y="2797"/>
                    <a:pt x="13375" y="2645"/>
                    <a:pt x="13618" y="2372"/>
                  </a:cubicBezTo>
                  <a:cubicBezTo>
                    <a:pt x="13830" y="2159"/>
                    <a:pt x="13891" y="2068"/>
                    <a:pt x="14134" y="1855"/>
                  </a:cubicBezTo>
                  <a:cubicBezTo>
                    <a:pt x="14590" y="1521"/>
                    <a:pt x="14925" y="1217"/>
                    <a:pt x="15411" y="973"/>
                  </a:cubicBezTo>
                  <a:cubicBezTo>
                    <a:pt x="16110" y="578"/>
                    <a:pt x="17174" y="1"/>
                    <a:pt x="17934" y="396"/>
                  </a:cubicBezTo>
                  <a:cubicBezTo>
                    <a:pt x="18390" y="609"/>
                    <a:pt x="18815" y="913"/>
                    <a:pt x="19211" y="1217"/>
                  </a:cubicBezTo>
                  <a:cubicBezTo>
                    <a:pt x="19606" y="1521"/>
                    <a:pt x="20062" y="1794"/>
                    <a:pt x="20518" y="2098"/>
                  </a:cubicBezTo>
                  <a:cubicBezTo>
                    <a:pt x="21399" y="2706"/>
                    <a:pt x="22007" y="3709"/>
                    <a:pt x="23010" y="4074"/>
                  </a:cubicBezTo>
                  <a:cubicBezTo>
                    <a:pt x="23709" y="4347"/>
                    <a:pt x="24378" y="4287"/>
                    <a:pt x="25138" y="4287"/>
                  </a:cubicBezTo>
                  <a:cubicBezTo>
                    <a:pt x="25502" y="4287"/>
                    <a:pt x="26050" y="4378"/>
                    <a:pt x="26414" y="4256"/>
                  </a:cubicBezTo>
                  <a:cubicBezTo>
                    <a:pt x="26870" y="4135"/>
                    <a:pt x="27296" y="3739"/>
                    <a:pt x="27721" y="3527"/>
                  </a:cubicBezTo>
                  <a:cubicBezTo>
                    <a:pt x="28451" y="3162"/>
                    <a:pt x="29150" y="2372"/>
                    <a:pt x="29636" y="1733"/>
                  </a:cubicBezTo>
                  <a:cubicBezTo>
                    <a:pt x="29910" y="1399"/>
                    <a:pt x="30123" y="1065"/>
                    <a:pt x="30335" y="730"/>
                  </a:cubicBezTo>
                  <a:cubicBezTo>
                    <a:pt x="30427" y="548"/>
                    <a:pt x="30548" y="305"/>
                    <a:pt x="30761" y="274"/>
                  </a:cubicBezTo>
                  <a:cubicBezTo>
                    <a:pt x="30822" y="457"/>
                    <a:pt x="30822" y="609"/>
                    <a:pt x="30822" y="821"/>
                  </a:cubicBezTo>
                </a:path>
              </a:pathLst>
            </a:custGeom>
            <a:noFill/>
            <a:ln cap="flat" cmpd="sng" w="76000">
              <a:solidFill>
                <a:schemeClr val="accent5"/>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8" name="Google Shape;3978;p53"/>
          <p:cNvSpPr/>
          <p:nvPr/>
        </p:nvSpPr>
        <p:spPr>
          <a:xfrm flipH="1">
            <a:off x="7081143" y="2026914"/>
            <a:ext cx="800414" cy="762385"/>
          </a:xfrm>
          <a:custGeom>
            <a:rect b="b" l="l" r="r" t="t"/>
            <a:pathLst>
              <a:path extrusionOk="0" h="27766" w="29151">
                <a:moveTo>
                  <a:pt x="4317" y="2872"/>
                </a:moveTo>
                <a:lnTo>
                  <a:pt x="4347" y="2944"/>
                </a:lnTo>
                <a:lnTo>
                  <a:pt x="4347" y="2944"/>
                </a:lnTo>
                <a:cubicBezTo>
                  <a:pt x="4346" y="2920"/>
                  <a:pt x="4341" y="2896"/>
                  <a:pt x="4317" y="2872"/>
                </a:cubicBezTo>
                <a:close/>
                <a:moveTo>
                  <a:pt x="4347" y="2944"/>
                </a:moveTo>
                <a:cubicBezTo>
                  <a:pt x="4347" y="2950"/>
                  <a:pt x="4347" y="2957"/>
                  <a:pt x="4347" y="2963"/>
                </a:cubicBezTo>
                <a:cubicBezTo>
                  <a:pt x="4349" y="2961"/>
                  <a:pt x="4351" y="2958"/>
                  <a:pt x="4352" y="2956"/>
                </a:cubicBezTo>
                <a:lnTo>
                  <a:pt x="4352" y="2956"/>
                </a:lnTo>
                <a:lnTo>
                  <a:pt x="4347" y="2944"/>
                </a:lnTo>
                <a:close/>
                <a:moveTo>
                  <a:pt x="12820" y="1"/>
                </a:moveTo>
                <a:cubicBezTo>
                  <a:pt x="12608" y="1"/>
                  <a:pt x="12392" y="14"/>
                  <a:pt x="12189" y="14"/>
                </a:cubicBezTo>
                <a:cubicBezTo>
                  <a:pt x="12144" y="10"/>
                  <a:pt x="12100" y="8"/>
                  <a:pt x="12059" y="8"/>
                </a:cubicBezTo>
                <a:cubicBezTo>
                  <a:pt x="11795" y="8"/>
                  <a:pt x="11601" y="84"/>
                  <a:pt x="11338" y="136"/>
                </a:cubicBezTo>
                <a:cubicBezTo>
                  <a:pt x="11065" y="166"/>
                  <a:pt x="10882" y="136"/>
                  <a:pt x="10609" y="227"/>
                </a:cubicBezTo>
                <a:cubicBezTo>
                  <a:pt x="10244" y="379"/>
                  <a:pt x="9849" y="470"/>
                  <a:pt x="9484" y="622"/>
                </a:cubicBezTo>
                <a:cubicBezTo>
                  <a:pt x="8542" y="1017"/>
                  <a:pt x="7509" y="1291"/>
                  <a:pt x="6627" y="1777"/>
                </a:cubicBezTo>
                <a:cubicBezTo>
                  <a:pt x="6262" y="1990"/>
                  <a:pt x="5928" y="2264"/>
                  <a:pt x="5502" y="2416"/>
                </a:cubicBezTo>
                <a:cubicBezTo>
                  <a:pt x="5049" y="2567"/>
                  <a:pt x="4655" y="2538"/>
                  <a:pt x="4352" y="2956"/>
                </a:cubicBezTo>
                <a:lnTo>
                  <a:pt x="4352" y="2956"/>
                </a:lnTo>
                <a:lnTo>
                  <a:pt x="4469" y="3236"/>
                </a:lnTo>
                <a:cubicBezTo>
                  <a:pt x="3983" y="3510"/>
                  <a:pt x="3679" y="3875"/>
                  <a:pt x="3344" y="4209"/>
                </a:cubicBezTo>
                <a:cubicBezTo>
                  <a:pt x="3040" y="4543"/>
                  <a:pt x="2888" y="4847"/>
                  <a:pt x="2676" y="5212"/>
                </a:cubicBezTo>
                <a:cubicBezTo>
                  <a:pt x="2402" y="5668"/>
                  <a:pt x="2128" y="6124"/>
                  <a:pt x="1885" y="6610"/>
                </a:cubicBezTo>
                <a:cubicBezTo>
                  <a:pt x="1551" y="7218"/>
                  <a:pt x="1308" y="7826"/>
                  <a:pt x="1065" y="8495"/>
                </a:cubicBezTo>
                <a:cubicBezTo>
                  <a:pt x="882" y="9072"/>
                  <a:pt x="700" y="9680"/>
                  <a:pt x="517" y="10288"/>
                </a:cubicBezTo>
                <a:cubicBezTo>
                  <a:pt x="366" y="10866"/>
                  <a:pt x="396" y="11474"/>
                  <a:pt x="305" y="12081"/>
                </a:cubicBezTo>
                <a:cubicBezTo>
                  <a:pt x="92" y="13388"/>
                  <a:pt x="1" y="14787"/>
                  <a:pt x="214" y="16094"/>
                </a:cubicBezTo>
                <a:cubicBezTo>
                  <a:pt x="335" y="16671"/>
                  <a:pt x="366" y="17279"/>
                  <a:pt x="517" y="17826"/>
                </a:cubicBezTo>
                <a:cubicBezTo>
                  <a:pt x="669" y="18313"/>
                  <a:pt x="730" y="18890"/>
                  <a:pt x="973" y="19346"/>
                </a:cubicBezTo>
                <a:cubicBezTo>
                  <a:pt x="1399" y="20258"/>
                  <a:pt x="1916" y="21200"/>
                  <a:pt x="2493" y="22021"/>
                </a:cubicBezTo>
                <a:cubicBezTo>
                  <a:pt x="3527" y="23571"/>
                  <a:pt x="4925" y="25121"/>
                  <a:pt x="6657" y="26063"/>
                </a:cubicBezTo>
                <a:cubicBezTo>
                  <a:pt x="8299" y="26945"/>
                  <a:pt x="10214" y="27097"/>
                  <a:pt x="12037" y="27431"/>
                </a:cubicBezTo>
                <a:cubicBezTo>
                  <a:pt x="12767" y="27553"/>
                  <a:pt x="13496" y="27553"/>
                  <a:pt x="14196" y="27674"/>
                </a:cubicBezTo>
                <a:cubicBezTo>
                  <a:pt x="14515" y="27735"/>
                  <a:pt x="14902" y="27766"/>
                  <a:pt x="15290" y="27766"/>
                </a:cubicBezTo>
                <a:cubicBezTo>
                  <a:pt x="15677" y="27766"/>
                  <a:pt x="16065" y="27735"/>
                  <a:pt x="16384" y="27674"/>
                </a:cubicBezTo>
                <a:cubicBezTo>
                  <a:pt x="17539" y="27492"/>
                  <a:pt x="18694" y="27006"/>
                  <a:pt x="19819" y="26580"/>
                </a:cubicBezTo>
                <a:cubicBezTo>
                  <a:pt x="20579" y="26307"/>
                  <a:pt x="21278" y="25911"/>
                  <a:pt x="21977" y="25516"/>
                </a:cubicBezTo>
                <a:cubicBezTo>
                  <a:pt x="22281" y="25364"/>
                  <a:pt x="22646" y="25212"/>
                  <a:pt x="22950" y="25030"/>
                </a:cubicBezTo>
                <a:cubicBezTo>
                  <a:pt x="23284" y="24756"/>
                  <a:pt x="23527" y="24544"/>
                  <a:pt x="23922" y="24331"/>
                </a:cubicBezTo>
                <a:cubicBezTo>
                  <a:pt x="24500" y="24027"/>
                  <a:pt x="24925" y="23510"/>
                  <a:pt x="25412" y="23054"/>
                </a:cubicBezTo>
                <a:cubicBezTo>
                  <a:pt x="26019" y="22477"/>
                  <a:pt x="26871" y="21838"/>
                  <a:pt x="27205" y="21079"/>
                </a:cubicBezTo>
                <a:cubicBezTo>
                  <a:pt x="27509" y="20349"/>
                  <a:pt x="27904" y="19711"/>
                  <a:pt x="28117" y="18951"/>
                </a:cubicBezTo>
                <a:cubicBezTo>
                  <a:pt x="28330" y="18191"/>
                  <a:pt x="28421" y="17462"/>
                  <a:pt x="28573" y="16702"/>
                </a:cubicBezTo>
                <a:cubicBezTo>
                  <a:pt x="28968" y="15030"/>
                  <a:pt x="29150" y="13297"/>
                  <a:pt x="28846" y="11595"/>
                </a:cubicBezTo>
                <a:cubicBezTo>
                  <a:pt x="28634" y="10501"/>
                  <a:pt x="28269" y="9164"/>
                  <a:pt x="27539" y="8252"/>
                </a:cubicBezTo>
                <a:cubicBezTo>
                  <a:pt x="27327" y="7948"/>
                  <a:pt x="27175" y="7674"/>
                  <a:pt x="26931" y="7431"/>
                </a:cubicBezTo>
                <a:cubicBezTo>
                  <a:pt x="26475" y="6975"/>
                  <a:pt x="25928" y="6610"/>
                  <a:pt x="25503" y="6154"/>
                </a:cubicBezTo>
                <a:cubicBezTo>
                  <a:pt x="25351" y="5972"/>
                  <a:pt x="25138" y="5850"/>
                  <a:pt x="24986" y="5668"/>
                </a:cubicBezTo>
                <a:cubicBezTo>
                  <a:pt x="24804" y="5486"/>
                  <a:pt x="24682" y="5273"/>
                  <a:pt x="24469" y="5091"/>
                </a:cubicBezTo>
                <a:cubicBezTo>
                  <a:pt x="23497" y="4209"/>
                  <a:pt x="22950" y="2963"/>
                  <a:pt x="21734" y="2325"/>
                </a:cubicBezTo>
                <a:cubicBezTo>
                  <a:pt x="21460" y="2173"/>
                  <a:pt x="21247" y="1960"/>
                  <a:pt x="20974" y="1838"/>
                </a:cubicBezTo>
                <a:cubicBezTo>
                  <a:pt x="20791" y="1747"/>
                  <a:pt x="20579" y="1686"/>
                  <a:pt x="20396" y="1595"/>
                </a:cubicBezTo>
                <a:cubicBezTo>
                  <a:pt x="19849" y="1321"/>
                  <a:pt x="19363" y="1109"/>
                  <a:pt x="18725" y="1017"/>
                </a:cubicBezTo>
                <a:cubicBezTo>
                  <a:pt x="18208" y="926"/>
                  <a:pt x="17569" y="835"/>
                  <a:pt x="17083" y="653"/>
                </a:cubicBezTo>
                <a:cubicBezTo>
                  <a:pt x="16810" y="562"/>
                  <a:pt x="16688" y="531"/>
                  <a:pt x="16414" y="501"/>
                </a:cubicBezTo>
                <a:cubicBezTo>
                  <a:pt x="16171" y="470"/>
                  <a:pt x="15989" y="410"/>
                  <a:pt x="15776" y="379"/>
                </a:cubicBezTo>
                <a:cubicBezTo>
                  <a:pt x="15229" y="318"/>
                  <a:pt x="14712" y="288"/>
                  <a:pt x="14196" y="227"/>
                </a:cubicBezTo>
                <a:cubicBezTo>
                  <a:pt x="13831" y="166"/>
                  <a:pt x="13496" y="45"/>
                  <a:pt x="13132" y="14"/>
                </a:cubicBezTo>
                <a:cubicBezTo>
                  <a:pt x="13030" y="4"/>
                  <a:pt x="12926" y="1"/>
                  <a:pt x="128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3"/>
          <p:cNvSpPr txBox="1"/>
          <p:nvPr/>
        </p:nvSpPr>
        <p:spPr>
          <a:xfrm>
            <a:off x="7024900" y="2235000"/>
            <a:ext cx="912900" cy="346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600">
                <a:solidFill>
                  <a:schemeClr val="lt1"/>
                </a:solidFill>
                <a:latin typeface="Montserrat Black"/>
                <a:ea typeface="Montserrat Black"/>
                <a:cs typeface="Montserrat Black"/>
                <a:sym typeface="Montserrat Black"/>
              </a:rPr>
              <a:t>4</a:t>
            </a:r>
            <a:endParaRPr sz="3600">
              <a:solidFill>
                <a:schemeClr val="lt1"/>
              </a:solidFill>
              <a:latin typeface="Montserrat Black"/>
              <a:ea typeface="Montserrat Black"/>
              <a:cs typeface="Montserrat Black"/>
              <a:sym typeface="Montserrat Black"/>
            </a:endParaRPr>
          </a:p>
        </p:txBody>
      </p:sp>
      <p:sp>
        <p:nvSpPr>
          <p:cNvPr id="3980" name="Google Shape;3980;p53"/>
          <p:cNvSpPr/>
          <p:nvPr/>
        </p:nvSpPr>
        <p:spPr>
          <a:xfrm flipH="1">
            <a:off x="5105968" y="2026914"/>
            <a:ext cx="800414" cy="762385"/>
          </a:xfrm>
          <a:custGeom>
            <a:rect b="b" l="l" r="r" t="t"/>
            <a:pathLst>
              <a:path extrusionOk="0" h="27766" w="29151">
                <a:moveTo>
                  <a:pt x="4317" y="2872"/>
                </a:moveTo>
                <a:lnTo>
                  <a:pt x="4347" y="2944"/>
                </a:lnTo>
                <a:lnTo>
                  <a:pt x="4347" y="2944"/>
                </a:lnTo>
                <a:cubicBezTo>
                  <a:pt x="4346" y="2920"/>
                  <a:pt x="4341" y="2896"/>
                  <a:pt x="4317" y="2872"/>
                </a:cubicBezTo>
                <a:close/>
                <a:moveTo>
                  <a:pt x="4347" y="2944"/>
                </a:moveTo>
                <a:cubicBezTo>
                  <a:pt x="4347" y="2950"/>
                  <a:pt x="4347" y="2957"/>
                  <a:pt x="4347" y="2963"/>
                </a:cubicBezTo>
                <a:cubicBezTo>
                  <a:pt x="4349" y="2961"/>
                  <a:pt x="4351" y="2958"/>
                  <a:pt x="4352" y="2956"/>
                </a:cubicBezTo>
                <a:lnTo>
                  <a:pt x="4352" y="2956"/>
                </a:lnTo>
                <a:lnTo>
                  <a:pt x="4347" y="2944"/>
                </a:lnTo>
                <a:close/>
                <a:moveTo>
                  <a:pt x="12820" y="1"/>
                </a:moveTo>
                <a:cubicBezTo>
                  <a:pt x="12608" y="1"/>
                  <a:pt x="12392" y="14"/>
                  <a:pt x="12189" y="14"/>
                </a:cubicBezTo>
                <a:cubicBezTo>
                  <a:pt x="12144" y="10"/>
                  <a:pt x="12100" y="8"/>
                  <a:pt x="12059" y="8"/>
                </a:cubicBezTo>
                <a:cubicBezTo>
                  <a:pt x="11795" y="8"/>
                  <a:pt x="11601" y="84"/>
                  <a:pt x="11338" y="136"/>
                </a:cubicBezTo>
                <a:cubicBezTo>
                  <a:pt x="11065" y="166"/>
                  <a:pt x="10882" y="136"/>
                  <a:pt x="10609" y="227"/>
                </a:cubicBezTo>
                <a:cubicBezTo>
                  <a:pt x="10244" y="379"/>
                  <a:pt x="9849" y="470"/>
                  <a:pt x="9484" y="622"/>
                </a:cubicBezTo>
                <a:cubicBezTo>
                  <a:pt x="8542" y="1017"/>
                  <a:pt x="7509" y="1291"/>
                  <a:pt x="6627" y="1777"/>
                </a:cubicBezTo>
                <a:cubicBezTo>
                  <a:pt x="6262" y="1990"/>
                  <a:pt x="5928" y="2264"/>
                  <a:pt x="5502" y="2416"/>
                </a:cubicBezTo>
                <a:cubicBezTo>
                  <a:pt x="5049" y="2567"/>
                  <a:pt x="4655" y="2538"/>
                  <a:pt x="4352" y="2956"/>
                </a:cubicBezTo>
                <a:lnTo>
                  <a:pt x="4352" y="2956"/>
                </a:lnTo>
                <a:lnTo>
                  <a:pt x="4469" y="3236"/>
                </a:lnTo>
                <a:cubicBezTo>
                  <a:pt x="3983" y="3510"/>
                  <a:pt x="3679" y="3875"/>
                  <a:pt x="3344" y="4209"/>
                </a:cubicBezTo>
                <a:cubicBezTo>
                  <a:pt x="3040" y="4543"/>
                  <a:pt x="2888" y="4847"/>
                  <a:pt x="2676" y="5212"/>
                </a:cubicBezTo>
                <a:cubicBezTo>
                  <a:pt x="2402" y="5668"/>
                  <a:pt x="2128" y="6124"/>
                  <a:pt x="1885" y="6610"/>
                </a:cubicBezTo>
                <a:cubicBezTo>
                  <a:pt x="1551" y="7218"/>
                  <a:pt x="1308" y="7826"/>
                  <a:pt x="1065" y="8495"/>
                </a:cubicBezTo>
                <a:cubicBezTo>
                  <a:pt x="882" y="9072"/>
                  <a:pt x="700" y="9680"/>
                  <a:pt x="517" y="10288"/>
                </a:cubicBezTo>
                <a:cubicBezTo>
                  <a:pt x="366" y="10866"/>
                  <a:pt x="396" y="11474"/>
                  <a:pt x="305" y="12081"/>
                </a:cubicBezTo>
                <a:cubicBezTo>
                  <a:pt x="92" y="13388"/>
                  <a:pt x="1" y="14787"/>
                  <a:pt x="214" y="16094"/>
                </a:cubicBezTo>
                <a:cubicBezTo>
                  <a:pt x="335" y="16671"/>
                  <a:pt x="366" y="17279"/>
                  <a:pt x="517" y="17826"/>
                </a:cubicBezTo>
                <a:cubicBezTo>
                  <a:pt x="669" y="18313"/>
                  <a:pt x="730" y="18890"/>
                  <a:pt x="973" y="19346"/>
                </a:cubicBezTo>
                <a:cubicBezTo>
                  <a:pt x="1399" y="20258"/>
                  <a:pt x="1916" y="21200"/>
                  <a:pt x="2493" y="22021"/>
                </a:cubicBezTo>
                <a:cubicBezTo>
                  <a:pt x="3527" y="23571"/>
                  <a:pt x="4925" y="25121"/>
                  <a:pt x="6657" y="26063"/>
                </a:cubicBezTo>
                <a:cubicBezTo>
                  <a:pt x="8299" y="26945"/>
                  <a:pt x="10214" y="27097"/>
                  <a:pt x="12037" y="27431"/>
                </a:cubicBezTo>
                <a:cubicBezTo>
                  <a:pt x="12767" y="27553"/>
                  <a:pt x="13496" y="27553"/>
                  <a:pt x="14196" y="27674"/>
                </a:cubicBezTo>
                <a:cubicBezTo>
                  <a:pt x="14515" y="27735"/>
                  <a:pt x="14902" y="27766"/>
                  <a:pt x="15290" y="27766"/>
                </a:cubicBezTo>
                <a:cubicBezTo>
                  <a:pt x="15677" y="27766"/>
                  <a:pt x="16065" y="27735"/>
                  <a:pt x="16384" y="27674"/>
                </a:cubicBezTo>
                <a:cubicBezTo>
                  <a:pt x="17539" y="27492"/>
                  <a:pt x="18694" y="27006"/>
                  <a:pt x="19819" y="26580"/>
                </a:cubicBezTo>
                <a:cubicBezTo>
                  <a:pt x="20579" y="26307"/>
                  <a:pt x="21278" y="25911"/>
                  <a:pt x="21977" y="25516"/>
                </a:cubicBezTo>
                <a:cubicBezTo>
                  <a:pt x="22281" y="25364"/>
                  <a:pt x="22646" y="25212"/>
                  <a:pt x="22950" y="25030"/>
                </a:cubicBezTo>
                <a:cubicBezTo>
                  <a:pt x="23284" y="24756"/>
                  <a:pt x="23527" y="24544"/>
                  <a:pt x="23922" y="24331"/>
                </a:cubicBezTo>
                <a:cubicBezTo>
                  <a:pt x="24500" y="24027"/>
                  <a:pt x="24925" y="23510"/>
                  <a:pt x="25412" y="23054"/>
                </a:cubicBezTo>
                <a:cubicBezTo>
                  <a:pt x="26019" y="22477"/>
                  <a:pt x="26871" y="21838"/>
                  <a:pt x="27205" y="21079"/>
                </a:cubicBezTo>
                <a:cubicBezTo>
                  <a:pt x="27509" y="20349"/>
                  <a:pt x="27904" y="19711"/>
                  <a:pt x="28117" y="18951"/>
                </a:cubicBezTo>
                <a:cubicBezTo>
                  <a:pt x="28330" y="18191"/>
                  <a:pt x="28421" y="17462"/>
                  <a:pt x="28573" y="16702"/>
                </a:cubicBezTo>
                <a:cubicBezTo>
                  <a:pt x="28968" y="15030"/>
                  <a:pt x="29150" y="13297"/>
                  <a:pt x="28846" y="11595"/>
                </a:cubicBezTo>
                <a:cubicBezTo>
                  <a:pt x="28634" y="10501"/>
                  <a:pt x="28269" y="9164"/>
                  <a:pt x="27539" y="8252"/>
                </a:cubicBezTo>
                <a:cubicBezTo>
                  <a:pt x="27327" y="7948"/>
                  <a:pt x="27175" y="7674"/>
                  <a:pt x="26931" y="7431"/>
                </a:cubicBezTo>
                <a:cubicBezTo>
                  <a:pt x="26475" y="6975"/>
                  <a:pt x="25928" y="6610"/>
                  <a:pt x="25503" y="6154"/>
                </a:cubicBezTo>
                <a:cubicBezTo>
                  <a:pt x="25351" y="5972"/>
                  <a:pt x="25138" y="5850"/>
                  <a:pt x="24986" y="5668"/>
                </a:cubicBezTo>
                <a:cubicBezTo>
                  <a:pt x="24804" y="5486"/>
                  <a:pt x="24682" y="5273"/>
                  <a:pt x="24469" y="5091"/>
                </a:cubicBezTo>
                <a:cubicBezTo>
                  <a:pt x="23497" y="4209"/>
                  <a:pt x="22950" y="2963"/>
                  <a:pt x="21734" y="2325"/>
                </a:cubicBezTo>
                <a:cubicBezTo>
                  <a:pt x="21460" y="2173"/>
                  <a:pt x="21247" y="1960"/>
                  <a:pt x="20974" y="1838"/>
                </a:cubicBezTo>
                <a:cubicBezTo>
                  <a:pt x="20791" y="1747"/>
                  <a:pt x="20579" y="1686"/>
                  <a:pt x="20396" y="1595"/>
                </a:cubicBezTo>
                <a:cubicBezTo>
                  <a:pt x="19849" y="1321"/>
                  <a:pt x="19363" y="1109"/>
                  <a:pt x="18725" y="1017"/>
                </a:cubicBezTo>
                <a:cubicBezTo>
                  <a:pt x="18208" y="926"/>
                  <a:pt x="17569" y="835"/>
                  <a:pt x="17083" y="653"/>
                </a:cubicBezTo>
                <a:cubicBezTo>
                  <a:pt x="16810" y="562"/>
                  <a:pt x="16688" y="531"/>
                  <a:pt x="16414" y="501"/>
                </a:cubicBezTo>
                <a:cubicBezTo>
                  <a:pt x="16171" y="470"/>
                  <a:pt x="15989" y="410"/>
                  <a:pt x="15776" y="379"/>
                </a:cubicBezTo>
                <a:cubicBezTo>
                  <a:pt x="15229" y="318"/>
                  <a:pt x="14712" y="288"/>
                  <a:pt x="14196" y="227"/>
                </a:cubicBezTo>
                <a:cubicBezTo>
                  <a:pt x="13831" y="166"/>
                  <a:pt x="13496" y="45"/>
                  <a:pt x="13132" y="14"/>
                </a:cubicBezTo>
                <a:cubicBezTo>
                  <a:pt x="13030" y="4"/>
                  <a:pt x="12926" y="1"/>
                  <a:pt x="128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3"/>
          <p:cNvSpPr txBox="1"/>
          <p:nvPr/>
        </p:nvSpPr>
        <p:spPr>
          <a:xfrm>
            <a:off x="5049725" y="2235000"/>
            <a:ext cx="912900" cy="346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600">
                <a:solidFill>
                  <a:schemeClr val="lt1"/>
                </a:solidFill>
                <a:latin typeface="Montserrat Black"/>
                <a:ea typeface="Montserrat Black"/>
                <a:cs typeface="Montserrat Black"/>
                <a:sym typeface="Montserrat Black"/>
              </a:rPr>
              <a:t>3</a:t>
            </a:r>
            <a:endParaRPr sz="3600">
              <a:solidFill>
                <a:schemeClr val="lt1"/>
              </a:solidFill>
              <a:latin typeface="Montserrat Black"/>
              <a:ea typeface="Montserrat Black"/>
              <a:cs typeface="Montserrat Black"/>
              <a:sym typeface="Montserrat Black"/>
            </a:endParaRPr>
          </a:p>
        </p:txBody>
      </p:sp>
      <p:sp>
        <p:nvSpPr>
          <p:cNvPr id="3982" name="Google Shape;3982;p53"/>
          <p:cNvSpPr/>
          <p:nvPr/>
        </p:nvSpPr>
        <p:spPr>
          <a:xfrm flipH="1">
            <a:off x="3130793" y="2026914"/>
            <a:ext cx="800414" cy="762385"/>
          </a:xfrm>
          <a:custGeom>
            <a:rect b="b" l="l" r="r" t="t"/>
            <a:pathLst>
              <a:path extrusionOk="0" h="27766" w="29151">
                <a:moveTo>
                  <a:pt x="4317" y="2872"/>
                </a:moveTo>
                <a:lnTo>
                  <a:pt x="4347" y="2944"/>
                </a:lnTo>
                <a:lnTo>
                  <a:pt x="4347" y="2944"/>
                </a:lnTo>
                <a:cubicBezTo>
                  <a:pt x="4346" y="2920"/>
                  <a:pt x="4341" y="2896"/>
                  <a:pt x="4317" y="2872"/>
                </a:cubicBezTo>
                <a:close/>
                <a:moveTo>
                  <a:pt x="4347" y="2944"/>
                </a:moveTo>
                <a:cubicBezTo>
                  <a:pt x="4347" y="2950"/>
                  <a:pt x="4347" y="2957"/>
                  <a:pt x="4347" y="2963"/>
                </a:cubicBezTo>
                <a:cubicBezTo>
                  <a:pt x="4349" y="2961"/>
                  <a:pt x="4351" y="2958"/>
                  <a:pt x="4352" y="2956"/>
                </a:cubicBezTo>
                <a:lnTo>
                  <a:pt x="4352" y="2956"/>
                </a:lnTo>
                <a:lnTo>
                  <a:pt x="4347" y="2944"/>
                </a:lnTo>
                <a:close/>
                <a:moveTo>
                  <a:pt x="12820" y="1"/>
                </a:moveTo>
                <a:cubicBezTo>
                  <a:pt x="12608" y="1"/>
                  <a:pt x="12392" y="14"/>
                  <a:pt x="12189" y="14"/>
                </a:cubicBezTo>
                <a:cubicBezTo>
                  <a:pt x="12144" y="10"/>
                  <a:pt x="12100" y="8"/>
                  <a:pt x="12059" y="8"/>
                </a:cubicBezTo>
                <a:cubicBezTo>
                  <a:pt x="11795" y="8"/>
                  <a:pt x="11601" y="84"/>
                  <a:pt x="11338" y="136"/>
                </a:cubicBezTo>
                <a:cubicBezTo>
                  <a:pt x="11065" y="166"/>
                  <a:pt x="10882" y="136"/>
                  <a:pt x="10609" y="227"/>
                </a:cubicBezTo>
                <a:cubicBezTo>
                  <a:pt x="10244" y="379"/>
                  <a:pt x="9849" y="470"/>
                  <a:pt x="9484" y="622"/>
                </a:cubicBezTo>
                <a:cubicBezTo>
                  <a:pt x="8542" y="1017"/>
                  <a:pt x="7509" y="1291"/>
                  <a:pt x="6627" y="1777"/>
                </a:cubicBezTo>
                <a:cubicBezTo>
                  <a:pt x="6262" y="1990"/>
                  <a:pt x="5928" y="2264"/>
                  <a:pt x="5502" y="2416"/>
                </a:cubicBezTo>
                <a:cubicBezTo>
                  <a:pt x="5049" y="2567"/>
                  <a:pt x="4655" y="2538"/>
                  <a:pt x="4352" y="2956"/>
                </a:cubicBezTo>
                <a:lnTo>
                  <a:pt x="4352" y="2956"/>
                </a:lnTo>
                <a:lnTo>
                  <a:pt x="4469" y="3236"/>
                </a:lnTo>
                <a:cubicBezTo>
                  <a:pt x="3983" y="3510"/>
                  <a:pt x="3679" y="3875"/>
                  <a:pt x="3344" y="4209"/>
                </a:cubicBezTo>
                <a:cubicBezTo>
                  <a:pt x="3040" y="4543"/>
                  <a:pt x="2888" y="4847"/>
                  <a:pt x="2676" y="5212"/>
                </a:cubicBezTo>
                <a:cubicBezTo>
                  <a:pt x="2402" y="5668"/>
                  <a:pt x="2128" y="6124"/>
                  <a:pt x="1885" y="6610"/>
                </a:cubicBezTo>
                <a:cubicBezTo>
                  <a:pt x="1551" y="7218"/>
                  <a:pt x="1308" y="7826"/>
                  <a:pt x="1065" y="8495"/>
                </a:cubicBezTo>
                <a:cubicBezTo>
                  <a:pt x="882" y="9072"/>
                  <a:pt x="700" y="9680"/>
                  <a:pt x="517" y="10288"/>
                </a:cubicBezTo>
                <a:cubicBezTo>
                  <a:pt x="366" y="10866"/>
                  <a:pt x="396" y="11474"/>
                  <a:pt x="305" y="12081"/>
                </a:cubicBezTo>
                <a:cubicBezTo>
                  <a:pt x="92" y="13388"/>
                  <a:pt x="1" y="14787"/>
                  <a:pt x="214" y="16094"/>
                </a:cubicBezTo>
                <a:cubicBezTo>
                  <a:pt x="335" y="16671"/>
                  <a:pt x="366" y="17279"/>
                  <a:pt x="517" y="17826"/>
                </a:cubicBezTo>
                <a:cubicBezTo>
                  <a:pt x="669" y="18313"/>
                  <a:pt x="730" y="18890"/>
                  <a:pt x="973" y="19346"/>
                </a:cubicBezTo>
                <a:cubicBezTo>
                  <a:pt x="1399" y="20258"/>
                  <a:pt x="1916" y="21200"/>
                  <a:pt x="2493" y="22021"/>
                </a:cubicBezTo>
                <a:cubicBezTo>
                  <a:pt x="3527" y="23571"/>
                  <a:pt x="4925" y="25121"/>
                  <a:pt x="6657" y="26063"/>
                </a:cubicBezTo>
                <a:cubicBezTo>
                  <a:pt x="8299" y="26945"/>
                  <a:pt x="10214" y="27097"/>
                  <a:pt x="12037" y="27431"/>
                </a:cubicBezTo>
                <a:cubicBezTo>
                  <a:pt x="12767" y="27553"/>
                  <a:pt x="13496" y="27553"/>
                  <a:pt x="14196" y="27674"/>
                </a:cubicBezTo>
                <a:cubicBezTo>
                  <a:pt x="14515" y="27735"/>
                  <a:pt x="14902" y="27766"/>
                  <a:pt x="15290" y="27766"/>
                </a:cubicBezTo>
                <a:cubicBezTo>
                  <a:pt x="15677" y="27766"/>
                  <a:pt x="16065" y="27735"/>
                  <a:pt x="16384" y="27674"/>
                </a:cubicBezTo>
                <a:cubicBezTo>
                  <a:pt x="17539" y="27492"/>
                  <a:pt x="18694" y="27006"/>
                  <a:pt x="19819" y="26580"/>
                </a:cubicBezTo>
                <a:cubicBezTo>
                  <a:pt x="20579" y="26307"/>
                  <a:pt x="21278" y="25911"/>
                  <a:pt x="21977" y="25516"/>
                </a:cubicBezTo>
                <a:cubicBezTo>
                  <a:pt x="22281" y="25364"/>
                  <a:pt x="22646" y="25212"/>
                  <a:pt x="22950" y="25030"/>
                </a:cubicBezTo>
                <a:cubicBezTo>
                  <a:pt x="23284" y="24756"/>
                  <a:pt x="23527" y="24544"/>
                  <a:pt x="23922" y="24331"/>
                </a:cubicBezTo>
                <a:cubicBezTo>
                  <a:pt x="24500" y="24027"/>
                  <a:pt x="24925" y="23510"/>
                  <a:pt x="25412" y="23054"/>
                </a:cubicBezTo>
                <a:cubicBezTo>
                  <a:pt x="26019" y="22477"/>
                  <a:pt x="26871" y="21838"/>
                  <a:pt x="27205" y="21079"/>
                </a:cubicBezTo>
                <a:cubicBezTo>
                  <a:pt x="27509" y="20349"/>
                  <a:pt x="27904" y="19711"/>
                  <a:pt x="28117" y="18951"/>
                </a:cubicBezTo>
                <a:cubicBezTo>
                  <a:pt x="28330" y="18191"/>
                  <a:pt x="28421" y="17462"/>
                  <a:pt x="28573" y="16702"/>
                </a:cubicBezTo>
                <a:cubicBezTo>
                  <a:pt x="28968" y="15030"/>
                  <a:pt x="29150" y="13297"/>
                  <a:pt x="28846" y="11595"/>
                </a:cubicBezTo>
                <a:cubicBezTo>
                  <a:pt x="28634" y="10501"/>
                  <a:pt x="28269" y="9164"/>
                  <a:pt x="27539" y="8252"/>
                </a:cubicBezTo>
                <a:cubicBezTo>
                  <a:pt x="27327" y="7948"/>
                  <a:pt x="27175" y="7674"/>
                  <a:pt x="26931" y="7431"/>
                </a:cubicBezTo>
                <a:cubicBezTo>
                  <a:pt x="26475" y="6975"/>
                  <a:pt x="25928" y="6610"/>
                  <a:pt x="25503" y="6154"/>
                </a:cubicBezTo>
                <a:cubicBezTo>
                  <a:pt x="25351" y="5972"/>
                  <a:pt x="25138" y="5850"/>
                  <a:pt x="24986" y="5668"/>
                </a:cubicBezTo>
                <a:cubicBezTo>
                  <a:pt x="24804" y="5486"/>
                  <a:pt x="24682" y="5273"/>
                  <a:pt x="24469" y="5091"/>
                </a:cubicBezTo>
                <a:cubicBezTo>
                  <a:pt x="23497" y="4209"/>
                  <a:pt x="22950" y="2963"/>
                  <a:pt x="21734" y="2325"/>
                </a:cubicBezTo>
                <a:cubicBezTo>
                  <a:pt x="21460" y="2173"/>
                  <a:pt x="21247" y="1960"/>
                  <a:pt x="20974" y="1838"/>
                </a:cubicBezTo>
                <a:cubicBezTo>
                  <a:pt x="20791" y="1747"/>
                  <a:pt x="20579" y="1686"/>
                  <a:pt x="20396" y="1595"/>
                </a:cubicBezTo>
                <a:cubicBezTo>
                  <a:pt x="19849" y="1321"/>
                  <a:pt x="19363" y="1109"/>
                  <a:pt x="18725" y="1017"/>
                </a:cubicBezTo>
                <a:cubicBezTo>
                  <a:pt x="18208" y="926"/>
                  <a:pt x="17569" y="835"/>
                  <a:pt x="17083" y="653"/>
                </a:cubicBezTo>
                <a:cubicBezTo>
                  <a:pt x="16810" y="562"/>
                  <a:pt x="16688" y="531"/>
                  <a:pt x="16414" y="501"/>
                </a:cubicBezTo>
                <a:cubicBezTo>
                  <a:pt x="16171" y="470"/>
                  <a:pt x="15989" y="410"/>
                  <a:pt x="15776" y="379"/>
                </a:cubicBezTo>
                <a:cubicBezTo>
                  <a:pt x="15229" y="318"/>
                  <a:pt x="14712" y="288"/>
                  <a:pt x="14196" y="227"/>
                </a:cubicBezTo>
                <a:cubicBezTo>
                  <a:pt x="13831" y="166"/>
                  <a:pt x="13496" y="45"/>
                  <a:pt x="13132" y="14"/>
                </a:cubicBezTo>
                <a:cubicBezTo>
                  <a:pt x="13030" y="4"/>
                  <a:pt x="12926" y="1"/>
                  <a:pt x="128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3"/>
          <p:cNvSpPr txBox="1"/>
          <p:nvPr/>
        </p:nvSpPr>
        <p:spPr>
          <a:xfrm>
            <a:off x="3074550" y="2235000"/>
            <a:ext cx="912900" cy="346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600">
                <a:solidFill>
                  <a:schemeClr val="lt1"/>
                </a:solidFill>
                <a:latin typeface="Montserrat Black"/>
                <a:ea typeface="Montserrat Black"/>
                <a:cs typeface="Montserrat Black"/>
                <a:sym typeface="Montserrat Black"/>
              </a:rPr>
              <a:t>2</a:t>
            </a:r>
            <a:endParaRPr sz="3600">
              <a:solidFill>
                <a:schemeClr val="lt1"/>
              </a:solidFill>
              <a:latin typeface="Montserrat Black"/>
              <a:ea typeface="Montserrat Black"/>
              <a:cs typeface="Montserrat Black"/>
              <a:sym typeface="Montserrat Black"/>
            </a:endParaRPr>
          </a:p>
        </p:txBody>
      </p:sp>
      <p:sp>
        <p:nvSpPr>
          <p:cNvPr id="3984" name="Google Shape;3984;p53"/>
          <p:cNvSpPr/>
          <p:nvPr/>
        </p:nvSpPr>
        <p:spPr>
          <a:xfrm flipH="1">
            <a:off x="1155618" y="2026914"/>
            <a:ext cx="800414" cy="762385"/>
          </a:xfrm>
          <a:custGeom>
            <a:rect b="b" l="l" r="r" t="t"/>
            <a:pathLst>
              <a:path extrusionOk="0" h="27766" w="29151">
                <a:moveTo>
                  <a:pt x="4317" y="2872"/>
                </a:moveTo>
                <a:lnTo>
                  <a:pt x="4347" y="2944"/>
                </a:lnTo>
                <a:lnTo>
                  <a:pt x="4347" y="2944"/>
                </a:lnTo>
                <a:cubicBezTo>
                  <a:pt x="4346" y="2920"/>
                  <a:pt x="4341" y="2896"/>
                  <a:pt x="4317" y="2872"/>
                </a:cubicBezTo>
                <a:close/>
                <a:moveTo>
                  <a:pt x="4347" y="2944"/>
                </a:moveTo>
                <a:cubicBezTo>
                  <a:pt x="4347" y="2950"/>
                  <a:pt x="4347" y="2957"/>
                  <a:pt x="4347" y="2963"/>
                </a:cubicBezTo>
                <a:cubicBezTo>
                  <a:pt x="4349" y="2961"/>
                  <a:pt x="4351" y="2958"/>
                  <a:pt x="4352" y="2956"/>
                </a:cubicBezTo>
                <a:lnTo>
                  <a:pt x="4352" y="2956"/>
                </a:lnTo>
                <a:lnTo>
                  <a:pt x="4347" y="2944"/>
                </a:lnTo>
                <a:close/>
                <a:moveTo>
                  <a:pt x="12820" y="1"/>
                </a:moveTo>
                <a:cubicBezTo>
                  <a:pt x="12608" y="1"/>
                  <a:pt x="12392" y="14"/>
                  <a:pt x="12189" y="14"/>
                </a:cubicBezTo>
                <a:cubicBezTo>
                  <a:pt x="12144" y="10"/>
                  <a:pt x="12100" y="8"/>
                  <a:pt x="12059" y="8"/>
                </a:cubicBezTo>
                <a:cubicBezTo>
                  <a:pt x="11795" y="8"/>
                  <a:pt x="11601" y="84"/>
                  <a:pt x="11338" y="136"/>
                </a:cubicBezTo>
                <a:cubicBezTo>
                  <a:pt x="11065" y="166"/>
                  <a:pt x="10882" y="136"/>
                  <a:pt x="10609" y="227"/>
                </a:cubicBezTo>
                <a:cubicBezTo>
                  <a:pt x="10244" y="379"/>
                  <a:pt x="9849" y="470"/>
                  <a:pt x="9484" y="622"/>
                </a:cubicBezTo>
                <a:cubicBezTo>
                  <a:pt x="8542" y="1017"/>
                  <a:pt x="7509" y="1291"/>
                  <a:pt x="6627" y="1777"/>
                </a:cubicBezTo>
                <a:cubicBezTo>
                  <a:pt x="6262" y="1990"/>
                  <a:pt x="5928" y="2264"/>
                  <a:pt x="5502" y="2416"/>
                </a:cubicBezTo>
                <a:cubicBezTo>
                  <a:pt x="5049" y="2567"/>
                  <a:pt x="4655" y="2538"/>
                  <a:pt x="4352" y="2956"/>
                </a:cubicBezTo>
                <a:lnTo>
                  <a:pt x="4352" y="2956"/>
                </a:lnTo>
                <a:lnTo>
                  <a:pt x="4469" y="3236"/>
                </a:lnTo>
                <a:cubicBezTo>
                  <a:pt x="3983" y="3510"/>
                  <a:pt x="3679" y="3875"/>
                  <a:pt x="3344" y="4209"/>
                </a:cubicBezTo>
                <a:cubicBezTo>
                  <a:pt x="3040" y="4543"/>
                  <a:pt x="2888" y="4847"/>
                  <a:pt x="2676" y="5212"/>
                </a:cubicBezTo>
                <a:cubicBezTo>
                  <a:pt x="2402" y="5668"/>
                  <a:pt x="2128" y="6124"/>
                  <a:pt x="1885" y="6610"/>
                </a:cubicBezTo>
                <a:cubicBezTo>
                  <a:pt x="1551" y="7218"/>
                  <a:pt x="1308" y="7826"/>
                  <a:pt x="1065" y="8495"/>
                </a:cubicBezTo>
                <a:cubicBezTo>
                  <a:pt x="882" y="9072"/>
                  <a:pt x="700" y="9680"/>
                  <a:pt x="517" y="10288"/>
                </a:cubicBezTo>
                <a:cubicBezTo>
                  <a:pt x="366" y="10866"/>
                  <a:pt x="396" y="11474"/>
                  <a:pt x="305" y="12081"/>
                </a:cubicBezTo>
                <a:cubicBezTo>
                  <a:pt x="92" y="13388"/>
                  <a:pt x="1" y="14787"/>
                  <a:pt x="214" y="16094"/>
                </a:cubicBezTo>
                <a:cubicBezTo>
                  <a:pt x="335" y="16671"/>
                  <a:pt x="366" y="17279"/>
                  <a:pt x="517" y="17826"/>
                </a:cubicBezTo>
                <a:cubicBezTo>
                  <a:pt x="669" y="18313"/>
                  <a:pt x="730" y="18890"/>
                  <a:pt x="973" y="19346"/>
                </a:cubicBezTo>
                <a:cubicBezTo>
                  <a:pt x="1399" y="20258"/>
                  <a:pt x="1916" y="21200"/>
                  <a:pt x="2493" y="22021"/>
                </a:cubicBezTo>
                <a:cubicBezTo>
                  <a:pt x="3527" y="23571"/>
                  <a:pt x="4925" y="25121"/>
                  <a:pt x="6657" y="26063"/>
                </a:cubicBezTo>
                <a:cubicBezTo>
                  <a:pt x="8299" y="26945"/>
                  <a:pt x="10214" y="27097"/>
                  <a:pt x="12037" y="27431"/>
                </a:cubicBezTo>
                <a:cubicBezTo>
                  <a:pt x="12767" y="27553"/>
                  <a:pt x="13496" y="27553"/>
                  <a:pt x="14196" y="27674"/>
                </a:cubicBezTo>
                <a:cubicBezTo>
                  <a:pt x="14515" y="27735"/>
                  <a:pt x="14902" y="27766"/>
                  <a:pt x="15290" y="27766"/>
                </a:cubicBezTo>
                <a:cubicBezTo>
                  <a:pt x="15677" y="27766"/>
                  <a:pt x="16065" y="27735"/>
                  <a:pt x="16384" y="27674"/>
                </a:cubicBezTo>
                <a:cubicBezTo>
                  <a:pt x="17539" y="27492"/>
                  <a:pt x="18694" y="27006"/>
                  <a:pt x="19819" y="26580"/>
                </a:cubicBezTo>
                <a:cubicBezTo>
                  <a:pt x="20579" y="26307"/>
                  <a:pt x="21278" y="25911"/>
                  <a:pt x="21977" y="25516"/>
                </a:cubicBezTo>
                <a:cubicBezTo>
                  <a:pt x="22281" y="25364"/>
                  <a:pt x="22646" y="25212"/>
                  <a:pt x="22950" y="25030"/>
                </a:cubicBezTo>
                <a:cubicBezTo>
                  <a:pt x="23284" y="24756"/>
                  <a:pt x="23527" y="24544"/>
                  <a:pt x="23922" y="24331"/>
                </a:cubicBezTo>
                <a:cubicBezTo>
                  <a:pt x="24500" y="24027"/>
                  <a:pt x="24925" y="23510"/>
                  <a:pt x="25412" y="23054"/>
                </a:cubicBezTo>
                <a:cubicBezTo>
                  <a:pt x="26019" y="22477"/>
                  <a:pt x="26871" y="21838"/>
                  <a:pt x="27205" y="21079"/>
                </a:cubicBezTo>
                <a:cubicBezTo>
                  <a:pt x="27509" y="20349"/>
                  <a:pt x="27904" y="19711"/>
                  <a:pt x="28117" y="18951"/>
                </a:cubicBezTo>
                <a:cubicBezTo>
                  <a:pt x="28330" y="18191"/>
                  <a:pt x="28421" y="17462"/>
                  <a:pt x="28573" y="16702"/>
                </a:cubicBezTo>
                <a:cubicBezTo>
                  <a:pt x="28968" y="15030"/>
                  <a:pt x="29150" y="13297"/>
                  <a:pt x="28846" y="11595"/>
                </a:cubicBezTo>
                <a:cubicBezTo>
                  <a:pt x="28634" y="10501"/>
                  <a:pt x="28269" y="9164"/>
                  <a:pt x="27539" y="8252"/>
                </a:cubicBezTo>
                <a:cubicBezTo>
                  <a:pt x="27327" y="7948"/>
                  <a:pt x="27175" y="7674"/>
                  <a:pt x="26931" y="7431"/>
                </a:cubicBezTo>
                <a:cubicBezTo>
                  <a:pt x="26475" y="6975"/>
                  <a:pt x="25928" y="6610"/>
                  <a:pt x="25503" y="6154"/>
                </a:cubicBezTo>
                <a:cubicBezTo>
                  <a:pt x="25351" y="5972"/>
                  <a:pt x="25138" y="5850"/>
                  <a:pt x="24986" y="5668"/>
                </a:cubicBezTo>
                <a:cubicBezTo>
                  <a:pt x="24804" y="5486"/>
                  <a:pt x="24682" y="5273"/>
                  <a:pt x="24469" y="5091"/>
                </a:cubicBezTo>
                <a:cubicBezTo>
                  <a:pt x="23497" y="4209"/>
                  <a:pt x="22950" y="2963"/>
                  <a:pt x="21734" y="2325"/>
                </a:cubicBezTo>
                <a:cubicBezTo>
                  <a:pt x="21460" y="2173"/>
                  <a:pt x="21247" y="1960"/>
                  <a:pt x="20974" y="1838"/>
                </a:cubicBezTo>
                <a:cubicBezTo>
                  <a:pt x="20791" y="1747"/>
                  <a:pt x="20579" y="1686"/>
                  <a:pt x="20396" y="1595"/>
                </a:cubicBezTo>
                <a:cubicBezTo>
                  <a:pt x="19849" y="1321"/>
                  <a:pt x="19363" y="1109"/>
                  <a:pt x="18725" y="1017"/>
                </a:cubicBezTo>
                <a:cubicBezTo>
                  <a:pt x="18208" y="926"/>
                  <a:pt x="17569" y="835"/>
                  <a:pt x="17083" y="653"/>
                </a:cubicBezTo>
                <a:cubicBezTo>
                  <a:pt x="16810" y="562"/>
                  <a:pt x="16688" y="531"/>
                  <a:pt x="16414" y="501"/>
                </a:cubicBezTo>
                <a:cubicBezTo>
                  <a:pt x="16171" y="470"/>
                  <a:pt x="15989" y="410"/>
                  <a:pt x="15776" y="379"/>
                </a:cubicBezTo>
                <a:cubicBezTo>
                  <a:pt x="15229" y="318"/>
                  <a:pt x="14712" y="288"/>
                  <a:pt x="14196" y="227"/>
                </a:cubicBezTo>
                <a:cubicBezTo>
                  <a:pt x="13831" y="166"/>
                  <a:pt x="13496" y="45"/>
                  <a:pt x="13132" y="14"/>
                </a:cubicBezTo>
                <a:cubicBezTo>
                  <a:pt x="13030" y="4"/>
                  <a:pt x="12926" y="1"/>
                  <a:pt x="128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3"/>
          <p:cNvSpPr txBox="1"/>
          <p:nvPr/>
        </p:nvSpPr>
        <p:spPr>
          <a:xfrm>
            <a:off x="1099375" y="2235000"/>
            <a:ext cx="912900" cy="346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600">
                <a:solidFill>
                  <a:schemeClr val="lt1"/>
                </a:solidFill>
                <a:latin typeface="Montserrat Black"/>
                <a:ea typeface="Montserrat Black"/>
                <a:cs typeface="Montserrat Black"/>
                <a:sym typeface="Montserrat Black"/>
              </a:rPr>
              <a:t>1</a:t>
            </a:r>
            <a:endParaRPr sz="3600">
              <a:solidFill>
                <a:schemeClr val="lt1"/>
              </a:solidFill>
              <a:latin typeface="Montserrat Black"/>
              <a:ea typeface="Montserrat Black"/>
              <a:cs typeface="Montserrat Black"/>
              <a:sym typeface="Montserrat Black"/>
            </a:endParaRPr>
          </a:p>
        </p:txBody>
      </p:sp>
      <p:sp>
        <p:nvSpPr>
          <p:cNvPr id="3986" name="Google Shape;3986;p53"/>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Methodology</a:t>
            </a:r>
            <a:endParaRPr/>
          </a:p>
        </p:txBody>
      </p:sp>
      <p:sp>
        <p:nvSpPr>
          <p:cNvPr id="3987" name="Google Shape;3987;p53"/>
          <p:cNvSpPr txBox="1"/>
          <p:nvPr/>
        </p:nvSpPr>
        <p:spPr>
          <a:xfrm>
            <a:off x="847975" y="2859000"/>
            <a:ext cx="1415700" cy="399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2300">
                <a:solidFill>
                  <a:schemeClr val="dk1"/>
                </a:solidFill>
                <a:latin typeface="Lora"/>
                <a:ea typeface="Lora"/>
                <a:cs typeface="Lora"/>
                <a:sym typeface="Lora"/>
              </a:rPr>
              <a:t>Mercury</a:t>
            </a:r>
            <a:endParaRPr b="1" sz="2300">
              <a:solidFill>
                <a:schemeClr val="dk1"/>
              </a:solidFill>
              <a:latin typeface="Lora"/>
              <a:ea typeface="Lora"/>
              <a:cs typeface="Lora"/>
              <a:sym typeface="Lora"/>
            </a:endParaRPr>
          </a:p>
        </p:txBody>
      </p:sp>
      <p:sp>
        <p:nvSpPr>
          <p:cNvPr id="3988" name="Google Shape;3988;p53"/>
          <p:cNvSpPr txBox="1"/>
          <p:nvPr/>
        </p:nvSpPr>
        <p:spPr>
          <a:xfrm>
            <a:off x="709975" y="3305200"/>
            <a:ext cx="1691700" cy="507900"/>
          </a:xfrm>
          <a:prstGeom prst="rect">
            <a:avLst/>
          </a:prstGeom>
          <a:no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Inconsolata"/>
                <a:ea typeface="Inconsolata"/>
                <a:cs typeface="Inconsolata"/>
                <a:sym typeface="Inconsolata"/>
              </a:rPr>
              <a:t>It’s the closest planet to the Sun</a:t>
            </a:r>
            <a:endParaRPr>
              <a:solidFill>
                <a:schemeClr val="lt2"/>
              </a:solidFill>
              <a:latin typeface="Inconsolata"/>
              <a:ea typeface="Inconsolata"/>
              <a:cs typeface="Inconsolata"/>
              <a:sym typeface="Inconsolata"/>
            </a:endParaRPr>
          </a:p>
        </p:txBody>
      </p:sp>
      <p:sp>
        <p:nvSpPr>
          <p:cNvPr id="3989" name="Google Shape;3989;p53"/>
          <p:cNvSpPr txBox="1"/>
          <p:nvPr/>
        </p:nvSpPr>
        <p:spPr>
          <a:xfrm>
            <a:off x="2823150" y="2859000"/>
            <a:ext cx="1415700" cy="399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Clr>
                <a:schemeClr val="hlink"/>
              </a:buClr>
              <a:buSzPts val="1100"/>
              <a:buFont typeface="Arial"/>
              <a:buNone/>
            </a:pPr>
            <a:r>
              <a:rPr b="1" lang="en" sz="2300">
                <a:solidFill>
                  <a:schemeClr val="dk1"/>
                </a:solidFill>
                <a:latin typeface="Lora"/>
                <a:ea typeface="Lora"/>
                <a:cs typeface="Lora"/>
                <a:sym typeface="Lora"/>
              </a:rPr>
              <a:t>Venus</a:t>
            </a:r>
            <a:endParaRPr b="1" sz="2300">
              <a:solidFill>
                <a:schemeClr val="dk1"/>
              </a:solidFill>
              <a:latin typeface="Lora"/>
              <a:ea typeface="Lora"/>
              <a:cs typeface="Lora"/>
              <a:sym typeface="Lora"/>
            </a:endParaRPr>
          </a:p>
        </p:txBody>
      </p:sp>
      <p:sp>
        <p:nvSpPr>
          <p:cNvPr id="3990" name="Google Shape;3990;p53"/>
          <p:cNvSpPr txBox="1"/>
          <p:nvPr/>
        </p:nvSpPr>
        <p:spPr>
          <a:xfrm>
            <a:off x="2685150" y="3305200"/>
            <a:ext cx="1691700" cy="507900"/>
          </a:xfrm>
          <a:prstGeom prst="rect">
            <a:avLst/>
          </a:prstGeom>
          <a:no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Inconsolata"/>
                <a:ea typeface="Inconsolata"/>
                <a:cs typeface="Inconsolata"/>
                <a:sym typeface="Inconsolata"/>
              </a:rPr>
              <a:t>Venus has a beautiful name</a:t>
            </a:r>
            <a:endParaRPr>
              <a:solidFill>
                <a:schemeClr val="lt2"/>
              </a:solidFill>
              <a:latin typeface="Inconsolata"/>
              <a:ea typeface="Inconsolata"/>
              <a:cs typeface="Inconsolata"/>
              <a:sym typeface="Inconsolata"/>
            </a:endParaRPr>
          </a:p>
        </p:txBody>
      </p:sp>
      <p:sp>
        <p:nvSpPr>
          <p:cNvPr id="3991" name="Google Shape;3991;p53"/>
          <p:cNvSpPr txBox="1"/>
          <p:nvPr/>
        </p:nvSpPr>
        <p:spPr>
          <a:xfrm>
            <a:off x="4798325" y="2859000"/>
            <a:ext cx="1415700" cy="399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2300">
                <a:solidFill>
                  <a:schemeClr val="dk1"/>
                </a:solidFill>
                <a:latin typeface="Lora"/>
                <a:ea typeface="Lora"/>
                <a:cs typeface="Lora"/>
                <a:sym typeface="Lora"/>
              </a:rPr>
              <a:t>Mars</a:t>
            </a:r>
            <a:endParaRPr b="1" sz="2300">
              <a:solidFill>
                <a:schemeClr val="dk1"/>
              </a:solidFill>
              <a:latin typeface="Lora"/>
              <a:ea typeface="Lora"/>
              <a:cs typeface="Lora"/>
              <a:sym typeface="Lora"/>
            </a:endParaRPr>
          </a:p>
        </p:txBody>
      </p:sp>
      <p:sp>
        <p:nvSpPr>
          <p:cNvPr id="3992" name="Google Shape;3992;p53"/>
          <p:cNvSpPr txBox="1"/>
          <p:nvPr/>
        </p:nvSpPr>
        <p:spPr>
          <a:xfrm>
            <a:off x="4660325" y="3305200"/>
            <a:ext cx="1691700" cy="507900"/>
          </a:xfrm>
          <a:prstGeom prst="rect">
            <a:avLst/>
          </a:prstGeom>
          <a:no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Inconsolata"/>
                <a:ea typeface="Inconsolata"/>
                <a:cs typeface="Inconsolata"/>
                <a:sym typeface="Inconsolata"/>
              </a:rPr>
              <a:t>Mars is actually a cold place</a:t>
            </a:r>
            <a:endParaRPr>
              <a:solidFill>
                <a:schemeClr val="lt2"/>
              </a:solidFill>
              <a:latin typeface="Inconsolata"/>
              <a:ea typeface="Inconsolata"/>
              <a:cs typeface="Inconsolata"/>
              <a:sym typeface="Inconsolata"/>
            </a:endParaRPr>
          </a:p>
        </p:txBody>
      </p:sp>
      <p:sp>
        <p:nvSpPr>
          <p:cNvPr id="3993" name="Google Shape;3993;p53"/>
          <p:cNvSpPr txBox="1"/>
          <p:nvPr/>
        </p:nvSpPr>
        <p:spPr>
          <a:xfrm>
            <a:off x="6773500" y="2859000"/>
            <a:ext cx="1415700" cy="399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2300">
                <a:solidFill>
                  <a:schemeClr val="dk1"/>
                </a:solidFill>
                <a:latin typeface="Lora"/>
                <a:ea typeface="Lora"/>
                <a:cs typeface="Lora"/>
                <a:sym typeface="Lora"/>
              </a:rPr>
              <a:t>Jupiter</a:t>
            </a:r>
            <a:endParaRPr b="1" sz="2300">
              <a:solidFill>
                <a:schemeClr val="dk1"/>
              </a:solidFill>
              <a:latin typeface="Lora"/>
              <a:ea typeface="Lora"/>
              <a:cs typeface="Lora"/>
              <a:sym typeface="Lora"/>
            </a:endParaRPr>
          </a:p>
        </p:txBody>
      </p:sp>
      <p:sp>
        <p:nvSpPr>
          <p:cNvPr id="3994" name="Google Shape;3994;p53"/>
          <p:cNvSpPr txBox="1"/>
          <p:nvPr/>
        </p:nvSpPr>
        <p:spPr>
          <a:xfrm>
            <a:off x="6635500" y="3305200"/>
            <a:ext cx="1691700" cy="507900"/>
          </a:xfrm>
          <a:prstGeom prst="rect">
            <a:avLst/>
          </a:prstGeom>
          <a:no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Inconsolata"/>
                <a:ea typeface="Inconsolata"/>
                <a:cs typeface="Inconsolata"/>
                <a:sym typeface="Inconsolata"/>
              </a:rPr>
              <a:t>It’s a gas giant and the biggest</a:t>
            </a:r>
            <a:endParaRPr>
              <a:solidFill>
                <a:schemeClr val="lt2"/>
              </a:solidFill>
              <a:latin typeface="Inconsolata"/>
              <a:ea typeface="Inconsolata"/>
              <a:cs typeface="Inconsolata"/>
              <a:sym typeface="Inconsolata"/>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98" name="Shape 3998"/>
        <p:cNvGrpSpPr/>
        <p:nvPr/>
      </p:nvGrpSpPr>
      <p:grpSpPr>
        <a:xfrm>
          <a:off x="0" y="0"/>
          <a:ext cx="0" cy="0"/>
          <a:chOff x="0" y="0"/>
          <a:chExt cx="0" cy="0"/>
        </a:xfrm>
      </p:grpSpPr>
      <p:sp>
        <p:nvSpPr>
          <p:cNvPr id="3999" name="Google Shape;3999;p5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Cases in the world</a:t>
            </a:r>
            <a:endParaRPr/>
          </a:p>
        </p:txBody>
      </p:sp>
      <p:grpSp>
        <p:nvGrpSpPr>
          <p:cNvPr id="4000" name="Google Shape;4000;p54"/>
          <p:cNvGrpSpPr/>
          <p:nvPr/>
        </p:nvGrpSpPr>
        <p:grpSpPr>
          <a:xfrm>
            <a:off x="711843" y="1343811"/>
            <a:ext cx="4607173" cy="3029555"/>
            <a:chOff x="235800" y="830650"/>
            <a:chExt cx="6978450" cy="4588844"/>
          </a:xfrm>
        </p:grpSpPr>
        <p:sp>
          <p:nvSpPr>
            <p:cNvPr id="4001" name="Google Shape;4001;p54"/>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4"/>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4"/>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4"/>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4"/>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4"/>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7" name="Google Shape;4007;p54"/>
          <p:cNvSpPr/>
          <p:nvPr/>
        </p:nvSpPr>
        <p:spPr>
          <a:xfrm>
            <a:off x="4210294" y="1698749"/>
            <a:ext cx="266216" cy="194735"/>
          </a:xfrm>
          <a:custGeom>
            <a:rect b="b" l="l" r="r" t="t"/>
            <a:pathLst>
              <a:path extrusionOk="0" h="8241" w="11266">
                <a:moveTo>
                  <a:pt x="5383" y="6740"/>
                </a:moveTo>
                <a:cubicBezTo>
                  <a:pt x="5740" y="6907"/>
                  <a:pt x="6121" y="7026"/>
                  <a:pt x="6502" y="7050"/>
                </a:cubicBezTo>
                <a:cubicBezTo>
                  <a:pt x="6621" y="7264"/>
                  <a:pt x="6764" y="7455"/>
                  <a:pt x="6931" y="7622"/>
                </a:cubicBezTo>
                <a:cubicBezTo>
                  <a:pt x="6812" y="7669"/>
                  <a:pt x="6693" y="7717"/>
                  <a:pt x="6598" y="7741"/>
                </a:cubicBezTo>
                <a:cubicBezTo>
                  <a:pt x="6448" y="7781"/>
                  <a:pt x="6295" y="7800"/>
                  <a:pt x="6142" y="7800"/>
                </a:cubicBezTo>
                <a:cubicBezTo>
                  <a:pt x="5661" y="7800"/>
                  <a:pt x="5184" y="7608"/>
                  <a:pt x="4859" y="7264"/>
                </a:cubicBezTo>
                <a:cubicBezTo>
                  <a:pt x="5073" y="7121"/>
                  <a:pt x="5264" y="6931"/>
                  <a:pt x="5383" y="6740"/>
                </a:cubicBezTo>
                <a:close/>
                <a:moveTo>
                  <a:pt x="5026" y="453"/>
                </a:moveTo>
                <a:cubicBezTo>
                  <a:pt x="5264" y="453"/>
                  <a:pt x="5502" y="549"/>
                  <a:pt x="5669" y="739"/>
                </a:cubicBezTo>
                <a:cubicBezTo>
                  <a:pt x="5645" y="763"/>
                  <a:pt x="5597" y="787"/>
                  <a:pt x="5550" y="834"/>
                </a:cubicBezTo>
                <a:cubicBezTo>
                  <a:pt x="5550" y="834"/>
                  <a:pt x="5526" y="858"/>
                  <a:pt x="5526" y="882"/>
                </a:cubicBezTo>
                <a:cubicBezTo>
                  <a:pt x="5502" y="1073"/>
                  <a:pt x="5621" y="1168"/>
                  <a:pt x="5740" y="1168"/>
                </a:cubicBezTo>
                <a:cubicBezTo>
                  <a:pt x="5835" y="1168"/>
                  <a:pt x="5907" y="1120"/>
                  <a:pt x="5955" y="1025"/>
                </a:cubicBezTo>
                <a:cubicBezTo>
                  <a:pt x="5971" y="1008"/>
                  <a:pt x="6000" y="991"/>
                  <a:pt x="6032" y="991"/>
                </a:cubicBezTo>
                <a:cubicBezTo>
                  <a:pt x="6046" y="991"/>
                  <a:pt x="6060" y="994"/>
                  <a:pt x="6074" y="1001"/>
                </a:cubicBezTo>
                <a:lnTo>
                  <a:pt x="6097" y="1001"/>
                </a:lnTo>
                <a:cubicBezTo>
                  <a:pt x="6359" y="858"/>
                  <a:pt x="6645" y="787"/>
                  <a:pt x="6931" y="787"/>
                </a:cubicBezTo>
                <a:cubicBezTo>
                  <a:pt x="7574" y="787"/>
                  <a:pt x="8169" y="1144"/>
                  <a:pt x="8479" y="1716"/>
                </a:cubicBezTo>
                <a:cubicBezTo>
                  <a:pt x="8598" y="1978"/>
                  <a:pt x="8669" y="2287"/>
                  <a:pt x="8669" y="2597"/>
                </a:cubicBezTo>
                <a:cubicBezTo>
                  <a:pt x="8669" y="2621"/>
                  <a:pt x="8669" y="2644"/>
                  <a:pt x="8693" y="2644"/>
                </a:cubicBezTo>
                <a:cubicBezTo>
                  <a:pt x="8761" y="2712"/>
                  <a:pt x="8832" y="2741"/>
                  <a:pt x="8895" y="2741"/>
                </a:cubicBezTo>
                <a:cubicBezTo>
                  <a:pt x="9009" y="2741"/>
                  <a:pt x="9098" y="2648"/>
                  <a:pt x="9098" y="2525"/>
                </a:cubicBezTo>
                <a:cubicBezTo>
                  <a:pt x="9098" y="2263"/>
                  <a:pt x="9074" y="2025"/>
                  <a:pt x="8979" y="1787"/>
                </a:cubicBezTo>
                <a:cubicBezTo>
                  <a:pt x="9598" y="1787"/>
                  <a:pt x="10074" y="2287"/>
                  <a:pt x="10074" y="2882"/>
                </a:cubicBezTo>
                <a:cubicBezTo>
                  <a:pt x="10074" y="3002"/>
                  <a:pt x="10074" y="3097"/>
                  <a:pt x="10051" y="3192"/>
                </a:cubicBezTo>
                <a:cubicBezTo>
                  <a:pt x="9979" y="3383"/>
                  <a:pt x="9884" y="3573"/>
                  <a:pt x="9717" y="3692"/>
                </a:cubicBezTo>
                <a:cubicBezTo>
                  <a:pt x="9693" y="3716"/>
                  <a:pt x="9693" y="3740"/>
                  <a:pt x="9693" y="3764"/>
                </a:cubicBezTo>
                <a:cubicBezTo>
                  <a:pt x="9693" y="3954"/>
                  <a:pt x="9812" y="4026"/>
                  <a:pt x="9932" y="4026"/>
                </a:cubicBezTo>
                <a:cubicBezTo>
                  <a:pt x="9979" y="4026"/>
                  <a:pt x="10027" y="4002"/>
                  <a:pt x="10074" y="3978"/>
                </a:cubicBezTo>
                <a:cubicBezTo>
                  <a:pt x="10193" y="3859"/>
                  <a:pt x="10289" y="3716"/>
                  <a:pt x="10360" y="3573"/>
                </a:cubicBezTo>
                <a:cubicBezTo>
                  <a:pt x="10860" y="3907"/>
                  <a:pt x="11027" y="4597"/>
                  <a:pt x="10551" y="5192"/>
                </a:cubicBezTo>
                <a:cubicBezTo>
                  <a:pt x="10527" y="5240"/>
                  <a:pt x="10503" y="5264"/>
                  <a:pt x="10479" y="5288"/>
                </a:cubicBezTo>
                <a:cubicBezTo>
                  <a:pt x="10245" y="5466"/>
                  <a:pt x="9989" y="5551"/>
                  <a:pt x="9742" y="5551"/>
                </a:cubicBezTo>
                <a:cubicBezTo>
                  <a:pt x="9463" y="5551"/>
                  <a:pt x="9194" y="5442"/>
                  <a:pt x="8979" y="5240"/>
                </a:cubicBezTo>
                <a:cubicBezTo>
                  <a:pt x="8836" y="5097"/>
                  <a:pt x="8717" y="4907"/>
                  <a:pt x="8669" y="4669"/>
                </a:cubicBezTo>
                <a:cubicBezTo>
                  <a:pt x="8669" y="4645"/>
                  <a:pt x="8646" y="4621"/>
                  <a:pt x="8622" y="4621"/>
                </a:cubicBezTo>
                <a:cubicBezTo>
                  <a:pt x="8569" y="4586"/>
                  <a:pt x="8519" y="4571"/>
                  <a:pt x="8472" y="4571"/>
                </a:cubicBezTo>
                <a:cubicBezTo>
                  <a:pt x="8329" y="4571"/>
                  <a:pt x="8229" y="4715"/>
                  <a:pt x="8265" y="4859"/>
                </a:cubicBezTo>
                <a:cubicBezTo>
                  <a:pt x="8312" y="5073"/>
                  <a:pt x="8431" y="5264"/>
                  <a:pt x="8574" y="5454"/>
                </a:cubicBezTo>
                <a:cubicBezTo>
                  <a:pt x="8526" y="5526"/>
                  <a:pt x="8479" y="5597"/>
                  <a:pt x="8431" y="5669"/>
                </a:cubicBezTo>
                <a:cubicBezTo>
                  <a:pt x="8407" y="5693"/>
                  <a:pt x="8407" y="5716"/>
                  <a:pt x="8407" y="5740"/>
                </a:cubicBezTo>
                <a:cubicBezTo>
                  <a:pt x="8449" y="5893"/>
                  <a:pt x="8556" y="5965"/>
                  <a:pt x="8656" y="5965"/>
                </a:cubicBezTo>
                <a:cubicBezTo>
                  <a:pt x="8728" y="5965"/>
                  <a:pt x="8796" y="5929"/>
                  <a:pt x="8836" y="5859"/>
                </a:cubicBezTo>
                <a:cubicBezTo>
                  <a:pt x="8860" y="5812"/>
                  <a:pt x="8884" y="5788"/>
                  <a:pt x="8908" y="5740"/>
                </a:cubicBezTo>
                <a:cubicBezTo>
                  <a:pt x="9146" y="5907"/>
                  <a:pt x="9431" y="5978"/>
                  <a:pt x="9741" y="5978"/>
                </a:cubicBezTo>
                <a:cubicBezTo>
                  <a:pt x="9884" y="5978"/>
                  <a:pt x="10051" y="5955"/>
                  <a:pt x="10193" y="5907"/>
                </a:cubicBezTo>
                <a:cubicBezTo>
                  <a:pt x="10193" y="5955"/>
                  <a:pt x="10193" y="6002"/>
                  <a:pt x="10193" y="6074"/>
                </a:cubicBezTo>
                <a:cubicBezTo>
                  <a:pt x="10193" y="7026"/>
                  <a:pt x="9408" y="7812"/>
                  <a:pt x="8455" y="7812"/>
                </a:cubicBezTo>
                <a:cubicBezTo>
                  <a:pt x="7860" y="7812"/>
                  <a:pt x="7312" y="7502"/>
                  <a:pt x="7002" y="7026"/>
                </a:cubicBezTo>
                <a:cubicBezTo>
                  <a:pt x="7050" y="7002"/>
                  <a:pt x="7098" y="7002"/>
                  <a:pt x="7169" y="6979"/>
                </a:cubicBezTo>
                <a:cubicBezTo>
                  <a:pt x="7169" y="6979"/>
                  <a:pt x="7193" y="6955"/>
                  <a:pt x="7193" y="6955"/>
                </a:cubicBezTo>
                <a:cubicBezTo>
                  <a:pt x="7328" y="6753"/>
                  <a:pt x="7187" y="6572"/>
                  <a:pt x="7011" y="6572"/>
                </a:cubicBezTo>
                <a:cubicBezTo>
                  <a:pt x="7000" y="6572"/>
                  <a:pt x="6989" y="6572"/>
                  <a:pt x="6979" y="6574"/>
                </a:cubicBezTo>
                <a:cubicBezTo>
                  <a:pt x="6883" y="6598"/>
                  <a:pt x="6764" y="6598"/>
                  <a:pt x="6645" y="6598"/>
                </a:cubicBezTo>
                <a:cubicBezTo>
                  <a:pt x="6216" y="6598"/>
                  <a:pt x="5788" y="6478"/>
                  <a:pt x="5431" y="6240"/>
                </a:cubicBezTo>
                <a:cubicBezTo>
                  <a:pt x="5288" y="6145"/>
                  <a:pt x="5169" y="6026"/>
                  <a:pt x="5050" y="5907"/>
                </a:cubicBezTo>
                <a:cubicBezTo>
                  <a:pt x="5026" y="5907"/>
                  <a:pt x="5002" y="5883"/>
                  <a:pt x="4978" y="5883"/>
                </a:cubicBezTo>
                <a:cubicBezTo>
                  <a:pt x="4716" y="5883"/>
                  <a:pt x="4669" y="6145"/>
                  <a:pt x="4788" y="6264"/>
                </a:cubicBezTo>
                <a:cubicBezTo>
                  <a:pt x="4859" y="6359"/>
                  <a:pt x="4954" y="6431"/>
                  <a:pt x="5026" y="6478"/>
                </a:cubicBezTo>
                <a:cubicBezTo>
                  <a:pt x="4788" y="6859"/>
                  <a:pt x="4359" y="7098"/>
                  <a:pt x="3906" y="7098"/>
                </a:cubicBezTo>
                <a:cubicBezTo>
                  <a:pt x="3263" y="7098"/>
                  <a:pt x="2716" y="6645"/>
                  <a:pt x="2597" y="6026"/>
                </a:cubicBezTo>
                <a:cubicBezTo>
                  <a:pt x="2597" y="6026"/>
                  <a:pt x="2597" y="6002"/>
                  <a:pt x="2549" y="6002"/>
                </a:cubicBezTo>
                <a:cubicBezTo>
                  <a:pt x="2501" y="6002"/>
                  <a:pt x="2478" y="5955"/>
                  <a:pt x="2501" y="5931"/>
                </a:cubicBezTo>
                <a:cubicBezTo>
                  <a:pt x="2643" y="5736"/>
                  <a:pt x="2522" y="5542"/>
                  <a:pt x="2343" y="5542"/>
                </a:cubicBezTo>
                <a:cubicBezTo>
                  <a:pt x="2281" y="5542"/>
                  <a:pt x="2212" y="5566"/>
                  <a:pt x="2144" y="5621"/>
                </a:cubicBezTo>
                <a:cubicBezTo>
                  <a:pt x="2144" y="5645"/>
                  <a:pt x="2120" y="5669"/>
                  <a:pt x="2120" y="5693"/>
                </a:cubicBezTo>
                <a:cubicBezTo>
                  <a:pt x="2120" y="5740"/>
                  <a:pt x="2120" y="5812"/>
                  <a:pt x="2120" y="5859"/>
                </a:cubicBezTo>
                <a:cubicBezTo>
                  <a:pt x="1716" y="5859"/>
                  <a:pt x="1382" y="5550"/>
                  <a:pt x="1311" y="5169"/>
                </a:cubicBezTo>
                <a:lnTo>
                  <a:pt x="1311" y="5169"/>
                </a:lnTo>
                <a:cubicBezTo>
                  <a:pt x="1406" y="5192"/>
                  <a:pt x="1501" y="5192"/>
                  <a:pt x="1620" y="5192"/>
                </a:cubicBezTo>
                <a:cubicBezTo>
                  <a:pt x="1644" y="5192"/>
                  <a:pt x="1668" y="5169"/>
                  <a:pt x="1668" y="5169"/>
                </a:cubicBezTo>
                <a:cubicBezTo>
                  <a:pt x="1859" y="4978"/>
                  <a:pt x="1734" y="4749"/>
                  <a:pt x="1551" y="4749"/>
                </a:cubicBezTo>
                <a:cubicBezTo>
                  <a:pt x="1482" y="4749"/>
                  <a:pt x="1406" y="4781"/>
                  <a:pt x="1335" y="4859"/>
                </a:cubicBezTo>
                <a:cubicBezTo>
                  <a:pt x="1308" y="4886"/>
                  <a:pt x="1281" y="4899"/>
                  <a:pt x="1257" y="4899"/>
                </a:cubicBezTo>
                <a:cubicBezTo>
                  <a:pt x="1216" y="4899"/>
                  <a:pt x="1183" y="4862"/>
                  <a:pt x="1168" y="4788"/>
                </a:cubicBezTo>
                <a:cubicBezTo>
                  <a:pt x="1168" y="4669"/>
                  <a:pt x="1168" y="4669"/>
                  <a:pt x="1144" y="4669"/>
                </a:cubicBezTo>
                <a:cubicBezTo>
                  <a:pt x="715" y="4502"/>
                  <a:pt x="453" y="4121"/>
                  <a:pt x="453" y="3668"/>
                </a:cubicBezTo>
                <a:cubicBezTo>
                  <a:pt x="453" y="3240"/>
                  <a:pt x="692" y="2882"/>
                  <a:pt x="1049" y="2692"/>
                </a:cubicBezTo>
                <a:cubicBezTo>
                  <a:pt x="1073" y="2692"/>
                  <a:pt x="1073" y="2692"/>
                  <a:pt x="1073" y="2668"/>
                </a:cubicBezTo>
                <a:cubicBezTo>
                  <a:pt x="1120" y="2621"/>
                  <a:pt x="1192" y="2573"/>
                  <a:pt x="1287" y="2573"/>
                </a:cubicBezTo>
                <a:lnTo>
                  <a:pt x="1620" y="2573"/>
                </a:lnTo>
                <a:cubicBezTo>
                  <a:pt x="1644" y="2573"/>
                  <a:pt x="1668" y="2573"/>
                  <a:pt x="1692" y="2549"/>
                </a:cubicBezTo>
                <a:cubicBezTo>
                  <a:pt x="1858" y="2359"/>
                  <a:pt x="1739" y="2120"/>
                  <a:pt x="1549" y="2120"/>
                </a:cubicBezTo>
                <a:cubicBezTo>
                  <a:pt x="1430" y="2120"/>
                  <a:pt x="1311" y="2144"/>
                  <a:pt x="1215" y="2168"/>
                </a:cubicBezTo>
                <a:cubicBezTo>
                  <a:pt x="1311" y="1811"/>
                  <a:pt x="1644" y="1525"/>
                  <a:pt x="2049" y="1525"/>
                </a:cubicBezTo>
                <a:cubicBezTo>
                  <a:pt x="2097" y="1525"/>
                  <a:pt x="2168" y="1549"/>
                  <a:pt x="2216" y="1549"/>
                </a:cubicBezTo>
                <a:cubicBezTo>
                  <a:pt x="2382" y="1597"/>
                  <a:pt x="2549" y="1668"/>
                  <a:pt x="2668" y="1787"/>
                </a:cubicBezTo>
                <a:cubicBezTo>
                  <a:pt x="2692" y="1835"/>
                  <a:pt x="2763" y="1858"/>
                  <a:pt x="2811" y="1858"/>
                </a:cubicBezTo>
                <a:cubicBezTo>
                  <a:pt x="2930" y="1858"/>
                  <a:pt x="3049" y="1763"/>
                  <a:pt x="3049" y="1597"/>
                </a:cubicBezTo>
                <a:cubicBezTo>
                  <a:pt x="3049" y="1573"/>
                  <a:pt x="3049" y="1549"/>
                  <a:pt x="3025" y="1549"/>
                </a:cubicBezTo>
                <a:cubicBezTo>
                  <a:pt x="2882" y="1382"/>
                  <a:pt x="2740" y="1263"/>
                  <a:pt x="2549" y="1192"/>
                </a:cubicBezTo>
                <a:cubicBezTo>
                  <a:pt x="2740" y="834"/>
                  <a:pt x="3097" y="596"/>
                  <a:pt x="3525" y="596"/>
                </a:cubicBezTo>
                <a:cubicBezTo>
                  <a:pt x="3740" y="596"/>
                  <a:pt x="3930" y="644"/>
                  <a:pt x="4121" y="763"/>
                </a:cubicBezTo>
                <a:cubicBezTo>
                  <a:pt x="4130" y="759"/>
                  <a:pt x="4139" y="757"/>
                  <a:pt x="4149" y="757"/>
                </a:cubicBezTo>
                <a:cubicBezTo>
                  <a:pt x="4193" y="757"/>
                  <a:pt x="4244" y="796"/>
                  <a:pt x="4264" y="834"/>
                </a:cubicBezTo>
                <a:cubicBezTo>
                  <a:pt x="4287" y="930"/>
                  <a:pt x="4383" y="977"/>
                  <a:pt x="4454" y="977"/>
                </a:cubicBezTo>
                <a:cubicBezTo>
                  <a:pt x="4502" y="977"/>
                  <a:pt x="4573" y="954"/>
                  <a:pt x="4597" y="906"/>
                </a:cubicBezTo>
                <a:cubicBezTo>
                  <a:pt x="4692" y="811"/>
                  <a:pt x="4692" y="668"/>
                  <a:pt x="4597" y="596"/>
                </a:cubicBezTo>
                <a:cubicBezTo>
                  <a:pt x="4597" y="596"/>
                  <a:pt x="4597" y="573"/>
                  <a:pt x="4573" y="573"/>
                </a:cubicBezTo>
                <a:cubicBezTo>
                  <a:pt x="4716" y="477"/>
                  <a:pt x="4859" y="453"/>
                  <a:pt x="5026" y="453"/>
                </a:cubicBezTo>
                <a:close/>
                <a:moveTo>
                  <a:pt x="5026" y="1"/>
                </a:moveTo>
                <a:cubicBezTo>
                  <a:pt x="4716" y="1"/>
                  <a:pt x="4430" y="120"/>
                  <a:pt x="4192" y="287"/>
                </a:cubicBezTo>
                <a:cubicBezTo>
                  <a:pt x="3978" y="191"/>
                  <a:pt x="3764" y="144"/>
                  <a:pt x="3525" y="144"/>
                </a:cubicBezTo>
                <a:cubicBezTo>
                  <a:pt x="2906" y="144"/>
                  <a:pt x="2335" y="525"/>
                  <a:pt x="2097" y="1096"/>
                </a:cubicBezTo>
                <a:lnTo>
                  <a:pt x="2049" y="1096"/>
                </a:lnTo>
                <a:cubicBezTo>
                  <a:pt x="1335" y="1096"/>
                  <a:pt x="763" y="1668"/>
                  <a:pt x="739" y="2359"/>
                </a:cubicBezTo>
                <a:cubicBezTo>
                  <a:pt x="287" y="2644"/>
                  <a:pt x="1" y="3121"/>
                  <a:pt x="1" y="3668"/>
                </a:cubicBezTo>
                <a:cubicBezTo>
                  <a:pt x="1" y="4240"/>
                  <a:pt x="334" y="4764"/>
                  <a:pt x="834" y="5026"/>
                </a:cubicBezTo>
                <a:cubicBezTo>
                  <a:pt x="858" y="5740"/>
                  <a:pt x="1430" y="6312"/>
                  <a:pt x="2144" y="6312"/>
                </a:cubicBezTo>
                <a:lnTo>
                  <a:pt x="2192" y="6312"/>
                </a:lnTo>
                <a:cubicBezTo>
                  <a:pt x="2430" y="7026"/>
                  <a:pt x="3121" y="7550"/>
                  <a:pt x="3906" y="7550"/>
                </a:cubicBezTo>
                <a:cubicBezTo>
                  <a:pt x="4097" y="7550"/>
                  <a:pt x="4287" y="7502"/>
                  <a:pt x="4454" y="7455"/>
                </a:cubicBezTo>
                <a:cubicBezTo>
                  <a:pt x="4692" y="7764"/>
                  <a:pt x="5026" y="7979"/>
                  <a:pt x="5407" y="8122"/>
                </a:cubicBezTo>
                <a:cubicBezTo>
                  <a:pt x="5645" y="8193"/>
                  <a:pt x="5883" y="8241"/>
                  <a:pt x="6121" y="8241"/>
                </a:cubicBezTo>
                <a:cubicBezTo>
                  <a:pt x="6312" y="8241"/>
                  <a:pt x="6502" y="8217"/>
                  <a:pt x="6693" y="8169"/>
                </a:cubicBezTo>
                <a:cubicBezTo>
                  <a:pt x="6907" y="8122"/>
                  <a:pt x="7098" y="8026"/>
                  <a:pt x="7288" y="7907"/>
                </a:cubicBezTo>
                <a:cubicBezTo>
                  <a:pt x="7622" y="8122"/>
                  <a:pt x="8026" y="8241"/>
                  <a:pt x="8455" y="8241"/>
                </a:cubicBezTo>
                <a:cubicBezTo>
                  <a:pt x="9646" y="8241"/>
                  <a:pt x="10622" y="7264"/>
                  <a:pt x="10622" y="6074"/>
                </a:cubicBezTo>
                <a:cubicBezTo>
                  <a:pt x="10622" y="5955"/>
                  <a:pt x="10622" y="5835"/>
                  <a:pt x="10598" y="5716"/>
                </a:cubicBezTo>
                <a:cubicBezTo>
                  <a:pt x="11003" y="5431"/>
                  <a:pt x="11265" y="4978"/>
                  <a:pt x="11265" y="4454"/>
                </a:cubicBezTo>
                <a:cubicBezTo>
                  <a:pt x="11265" y="3907"/>
                  <a:pt x="10979" y="3406"/>
                  <a:pt x="10503" y="3121"/>
                </a:cubicBezTo>
                <a:cubicBezTo>
                  <a:pt x="10503" y="3049"/>
                  <a:pt x="10527" y="2978"/>
                  <a:pt x="10527" y="2882"/>
                </a:cubicBezTo>
                <a:cubicBezTo>
                  <a:pt x="10527" y="2049"/>
                  <a:pt x="9836" y="1358"/>
                  <a:pt x="9003" y="1358"/>
                </a:cubicBezTo>
                <a:lnTo>
                  <a:pt x="8765" y="1358"/>
                </a:lnTo>
                <a:cubicBezTo>
                  <a:pt x="8384" y="739"/>
                  <a:pt x="7693" y="334"/>
                  <a:pt x="6931" y="334"/>
                </a:cubicBezTo>
                <a:cubicBezTo>
                  <a:pt x="6621" y="334"/>
                  <a:pt x="6336" y="406"/>
                  <a:pt x="6050" y="525"/>
                </a:cubicBezTo>
                <a:cubicBezTo>
                  <a:pt x="5812" y="191"/>
                  <a:pt x="5431" y="1"/>
                  <a:pt x="50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008" name="Google Shape;4008;p54"/>
          <p:cNvSpPr/>
          <p:nvPr/>
        </p:nvSpPr>
        <p:spPr>
          <a:xfrm>
            <a:off x="3753094" y="2613149"/>
            <a:ext cx="266216" cy="194735"/>
          </a:xfrm>
          <a:custGeom>
            <a:rect b="b" l="l" r="r" t="t"/>
            <a:pathLst>
              <a:path extrusionOk="0" h="8241" w="11266">
                <a:moveTo>
                  <a:pt x="5383" y="6740"/>
                </a:moveTo>
                <a:cubicBezTo>
                  <a:pt x="5740" y="6907"/>
                  <a:pt x="6121" y="7026"/>
                  <a:pt x="6502" y="7050"/>
                </a:cubicBezTo>
                <a:cubicBezTo>
                  <a:pt x="6621" y="7264"/>
                  <a:pt x="6764" y="7455"/>
                  <a:pt x="6931" y="7622"/>
                </a:cubicBezTo>
                <a:cubicBezTo>
                  <a:pt x="6812" y="7669"/>
                  <a:pt x="6693" y="7717"/>
                  <a:pt x="6598" y="7741"/>
                </a:cubicBezTo>
                <a:cubicBezTo>
                  <a:pt x="6448" y="7781"/>
                  <a:pt x="6295" y="7800"/>
                  <a:pt x="6142" y="7800"/>
                </a:cubicBezTo>
                <a:cubicBezTo>
                  <a:pt x="5661" y="7800"/>
                  <a:pt x="5184" y="7608"/>
                  <a:pt x="4859" y="7264"/>
                </a:cubicBezTo>
                <a:cubicBezTo>
                  <a:pt x="5073" y="7121"/>
                  <a:pt x="5264" y="6931"/>
                  <a:pt x="5383" y="6740"/>
                </a:cubicBezTo>
                <a:close/>
                <a:moveTo>
                  <a:pt x="5026" y="453"/>
                </a:moveTo>
                <a:cubicBezTo>
                  <a:pt x="5264" y="453"/>
                  <a:pt x="5502" y="549"/>
                  <a:pt x="5669" y="739"/>
                </a:cubicBezTo>
                <a:cubicBezTo>
                  <a:pt x="5645" y="763"/>
                  <a:pt x="5597" y="787"/>
                  <a:pt x="5550" y="834"/>
                </a:cubicBezTo>
                <a:cubicBezTo>
                  <a:pt x="5550" y="834"/>
                  <a:pt x="5526" y="858"/>
                  <a:pt x="5526" y="882"/>
                </a:cubicBezTo>
                <a:cubicBezTo>
                  <a:pt x="5502" y="1073"/>
                  <a:pt x="5621" y="1168"/>
                  <a:pt x="5740" y="1168"/>
                </a:cubicBezTo>
                <a:cubicBezTo>
                  <a:pt x="5835" y="1168"/>
                  <a:pt x="5907" y="1120"/>
                  <a:pt x="5955" y="1025"/>
                </a:cubicBezTo>
                <a:cubicBezTo>
                  <a:pt x="5971" y="1008"/>
                  <a:pt x="6000" y="991"/>
                  <a:pt x="6032" y="991"/>
                </a:cubicBezTo>
                <a:cubicBezTo>
                  <a:pt x="6046" y="991"/>
                  <a:pt x="6060" y="994"/>
                  <a:pt x="6074" y="1001"/>
                </a:cubicBezTo>
                <a:lnTo>
                  <a:pt x="6097" y="1001"/>
                </a:lnTo>
                <a:cubicBezTo>
                  <a:pt x="6359" y="858"/>
                  <a:pt x="6645" y="787"/>
                  <a:pt x="6931" y="787"/>
                </a:cubicBezTo>
                <a:cubicBezTo>
                  <a:pt x="7574" y="787"/>
                  <a:pt x="8169" y="1144"/>
                  <a:pt x="8479" y="1716"/>
                </a:cubicBezTo>
                <a:cubicBezTo>
                  <a:pt x="8598" y="1978"/>
                  <a:pt x="8669" y="2287"/>
                  <a:pt x="8669" y="2597"/>
                </a:cubicBezTo>
                <a:cubicBezTo>
                  <a:pt x="8669" y="2621"/>
                  <a:pt x="8669" y="2644"/>
                  <a:pt x="8693" y="2644"/>
                </a:cubicBezTo>
                <a:cubicBezTo>
                  <a:pt x="8761" y="2712"/>
                  <a:pt x="8832" y="2741"/>
                  <a:pt x="8895" y="2741"/>
                </a:cubicBezTo>
                <a:cubicBezTo>
                  <a:pt x="9009" y="2741"/>
                  <a:pt x="9098" y="2648"/>
                  <a:pt x="9098" y="2525"/>
                </a:cubicBezTo>
                <a:cubicBezTo>
                  <a:pt x="9098" y="2263"/>
                  <a:pt x="9074" y="2025"/>
                  <a:pt x="8979" y="1787"/>
                </a:cubicBezTo>
                <a:cubicBezTo>
                  <a:pt x="9598" y="1787"/>
                  <a:pt x="10074" y="2287"/>
                  <a:pt x="10074" y="2882"/>
                </a:cubicBezTo>
                <a:cubicBezTo>
                  <a:pt x="10074" y="3002"/>
                  <a:pt x="10074" y="3097"/>
                  <a:pt x="10051" y="3192"/>
                </a:cubicBezTo>
                <a:cubicBezTo>
                  <a:pt x="9979" y="3383"/>
                  <a:pt x="9884" y="3573"/>
                  <a:pt x="9717" y="3692"/>
                </a:cubicBezTo>
                <a:cubicBezTo>
                  <a:pt x="9693" y="3716"/>
                  <a:pt x="9693" y="3740"/>
                  <a:pt x="9693" y="3764"/>
                </a:cubicBezTo>
                <a:cubicBezTo>
                  <a:pt x="9693" y="3954"/>
                  <a:pt x="9812" y="4026"/>
                  <a:pt x="9932" y="4026"/>
                </a:cubicBezTo>
                <a:cubicBezTo>
                  <a:pt x="9979" y="4026"/>
                  <a:pt x="10027" y="4002"/>
                  <a:pt x="10074" y="3978"/>
                </a:cubicBezTo>
                <a:cubicBezTo>
                  <a:pt x="10193" y="3859"/>
                  <a:pt x="10289" y="3716"/>
                  <a:pt x="10360" y="3573"/>
                </a:cubicBezTo>
                <a:cubicBezTo>
                  <a:pt x="10860" y="3907"/>
                  <a:pt x="11027" y="4597"/>
                  <a:pt x="10551" y="5192"/>
                </a:cubicBezTo>
                <a:cubicBezTo>
                  <a:pt x="10527" y="5240"/>
                  <a:pt x="10503" y="5264"/>
                  <a:pt x="10479" y="5288"/>
                </a:cubicBezTo>
                <a:cubicBezTo>
                  <a:pt x="10245" y="5466"/>
                  <a:pt x="9989" y="5551"/>
                  <a:pt x="9742" y="5551"/>
                </a:cubicBezTo>
                <a:cubicBezTo>
                  <a:pt x="9463" y="5551"/>
                  <a:pt x="9194" y="5442"/>
                  <a:pt x="8979" y="5240"/>
                </a:cubicBezTo>
                <a:cubicBezTo>
                  <a:pt x="8836" y="5097"/>
                  <a:pt x="8717" y="4907"/>
                  <a:pt x="8669" y="4669"/>
                </a:cubicBezTo>
                <a:cubicBezTo>
                  <a:pt x="8669" y="4645"/>
                  <a:pt x="8646" y="4621"/>
                  <a:pt x="8622" y="4621"/>
                </a:cubicBezTo>
                <a:cubicBezTo>
                  <a:pt x="8569" y="4586"/>
                  <a:pt x="8519" y="4571"/>
                  <a:pt x="8472" y="4571"/>
                </a:cubicBezTo>
                <a:cubicBezTo>
                  <a:pt x="8329" y="4571"/>
                  <a:pt x="8229" y="4715"/>
                  <a:pt x="8265" y="4859"/>
                </a:cubicBezTo>
                <a:cubicBezTo>
                  <a:pt x="8312" y="5073"/>
                  <a:pt x="8431" y="5264"/>
                  <a:pt x="8574" y="5454"/>
                </a:cubicBezTo>
                <a:cubicBezTo>
                  <a:pt x="8526" y="5526"/>
                  <a:pt x="8479" y="5597"/>
                  <a:pt x="8431" y="5669"/>
                </a:cubicBezTo>
                <a:cubicBezTo>
                  <a:pt x="8407" y="5693"/>
                  <a:pt x="8407" y="5716"/>
                  <a:pt x="8407" y="5740"/>
                </a:cubicBezTo>
                <a:cubicBezTo>
                  <a:pt x="8449" y="5893"/>
                  <a:pt x="8556" y="5965"/>
                  <a:pt x="8656" y="5965"/>
                </a:cubicBezTo>
                <a:cubicBezTo>
                  <a:pt x="8728" y="5965"/>
                  <a:pt x="8796" y="5929"/>
                  <a:pt x="8836" y="5859"/>
                </a:cubicBezTo>
                <a:cubicBezTo>
                  <a:pt x="8860" y="5812"/>
                  <a:pt x="8884" y="5788"/>
                  <a:pt x="8908" y="5740"/>
                </a:cubicBezTo>
                <a:cubicBezTo>
                  <a:pt x="9146" y="5907"/>
                  <a:pt x="9431" y="5978"/>
                  <a:pt x="9741" y="5978"/>
                </a:cubicBezTo>
                <a:cubicBezTo>
                  <a:pt x="9884" y="5978"/>
                  <a:pt x="10051" y="5955"/>
                  <a:pt x="10193" y="5907"/>
                </a:cubicBezTo>
                <a:cubicBezTo>
                  <a:pt x="10193" y="5955"/>
                  <a:pt x="10193" y="6002"/>
                  <a:pt x="10193" y="6074"/>
                </a:cubicBezTo>
                <a:cubicBezTo>
                  <a:pt x="10193" y="7026"/>
                  <a:pt x="9408" y="7812"/>
                  <a:pt x="8455" y="7812"/>
                </a:cubicBezTo>
                <a:cubicBezTo>
                  <a:pt x="7860" y="7812"/>
                  <a:pt x="7312" y="7502"/>
                  <a:pt x="7002" y="7026"/>
                </a:cubicBezTo>
                <a:cubicBezTo>
                  <a:pt x="7050" y="7002"/>
                  <a:pt x="7098" y="7002"/>
                  <a:pt x="7169" y="6979"/>
                </a:cubicBezTo>
                <a:cubicBezTo>
                  <a:pt x="7169" y="6979"/>
                  <a:pt x="7193" y="6955"/>
                  <a:pt x="7193" y="6955"/>
                </a:cubicBezTo>
                <a:cubicBezTo>
                  <a:pt x="7328" y="6753"/>
                  <a:pt x="7187" y="6572"/>
                  <a:pt x="7011" y="6572"/>
                </a:cubicBezTo>
                <a:cubicBezTo>
                  <a:pt x="7000" y="6572"/>
                  <a:pt x="6989" y="6572"/>
                  <a:pt x="6979" y="6574"/>
                </a:cubicBezTo>
                <a:cubicBezTo>
                  <a:pt x="6883" y="6598"/>
                  <a:pt x="6764" y="6598"/>
                  <a:pt x="6645" y="6598"/>
                </a:cubicBezTo>
                <a:cubicBezTo>
                  <a:pt x="6216" y="6598"/>
                  <a:pt x="5788" y="6478"/>
                  <a:pt x="5431" y="6240"/>
                </a:cubicBezTo>
                <a:cubicBezTo>
                  <a:pt x="5288" y="6145"/>
                  <a:pt x="5169" y="6026"/>
                  <a:pt x="5050" y="5907"/>
                </a:cubicBezTo>
                <a:cubicBezTo>
                  <a:pt x="5026" y="5907"/>
                  <a:pt x="5002" y="5883"/>
                  <a:pt x="4978" y="5883"/>
                </a:cubicBezTo>
                <a:cubicBezTo>
                  <a:pt x="4716" y="5883"/>
                  <a:pt x="4669" y="6145"/>
                  <a:pt x="4788" y="6264"/>
                </a:cubicBezTo>
                <a:cubicBezTo>
                  <a:pt x="4859" y="6359"/>
                  <a:pt x="4954" y="6431"/>
                  <a:pt x="5026" y="6478"/>
                </a:cubicBezTo>
                <a:cubicBezTo>
                  <a:pt x="4788" y="6859"/>
                  <a:pt x="4359" y="7098"/>
                  <a:pt x="3906" y="7098"/>
                </a:cubicBezTo>
                <a:cubicBezTo>
                  <a:pt x="3263" y="7098"/>
                  <a:pt x="2716" y="6645"/>
                  <a:pt x="2597" y="6026"/>
                </a:cubicBezTo>
                <a:cubicBezTo>
                  <a:pt x="2597" y="6026"/>
                  <a:pt x="2597" y="6002"/>
                  <a:pt x="2549" y="6002"/>
                </a:cubicBezTo>
                <a:cubicBezTo>
                  <a:pt x="2501" y="6002"/>
                  <a:pt x="2478" y="5955"/>
                  <a:pt x="2501" y="5931"/>
                </a:cubicBezTo>
                <a:cubicBezTo>
                  <a:pt x="2643" y="5736"/>
                  <a:pt x="2522" y="5542"/>
                  <a:pt x="2343" y="5542"/>
                </a:cubicBezTo>
                <a:cubicBezTo>
                  <a:pt x="2281" y="5542"/>
                  <a:pt x="2212" y="5566"/>
                  <a:pt x="2144" y="5621"/>
                </a:cubicBezTo>
                <a:cubicBezTo>
                  <a:pt x="2144" y="5645"/>
                  <a:pt x="2120" y="5669"/>
                  <a:pt x="2120" y="5693"/>
                </a:cubicBezTo>
                <a:cubicBezTo>
                  <a:pt x="2120" y="5740"/>
                  <a:pt x="2120" y="5812"/>
                  <a:pt x="2120" y="5859"/>
                </a:cubicBezTo>
                <a:cubicBezTo>
                  <a:pt x="1716" y="5859"/>
                  <a:pt x="1382" y="5550"/>
                  <a:pt x="1311" y="5169"/>
                </a:cubicBezTo>
                <a:lnTo>
                  <a:pt x="1311" y="5169"/>
                </a:lnTo>
                <a:cubicBezTo>
                  <a:pt x="1406" y="5192"/>
                  <a:pt x="1501" y="5192"/>
                  <a:pt x="1620" y="5192"/>
                </a:cubicBezTo>
                <a:cubicBezTo>
                  <a:pt x="1644" y="5192"/>
                  <a:pt x="1668" y="5169"/>
                  <a:pt x="1668" y="5169"/>
                </a:cubicBezTo>
                <a:cubicBezTo>
                  <a:pt x="1859" y="4978"/>
                  <a:pt x="1734" y="4749"/>
                  <a:pt x="1551" y="4749"/>
                </a:cubicBezTo>
                <a:cubicBezTo>
                  <a:pt x="1482" y="4749"/>
                  <a:pt x="1406" y="4781"/>
                  <a:pt x="1335" y="4859"/>
                </a:cubicBezTo>
                <a:cubicBezTo>
                  <a:pt x="1308" y="4886"/>
                  <a:pt x="1281" y="4899"/>
                  <a:pt x="1257" y="4899"/>
                </a:cubicBezTo>
                <a:cubicBezTo>
                  <a:pt x="1216" y="4899"/>
                  <a:pt x="1183" y="4862"/>
                  <a:pt x="1168" y="4788"/>
                </a:cubicBezTo>
                <a:cubicBezTo>
                  <a:pt x="1168" y="4669"/>
                  <a:pt x="1168" y="4669"/>
                  <a:pt x="1144" y="4669"/>
                </a:cubicBezTo>
                <a:cubicBezTo>
                  <a:pt x="715" y="4502"/>
                  <a:pt x="453" y="4121"/>
                  <a:pt x="453" y="3668"/>
                </a:cubicBezTo>
                <a:cubicBezTo>
                  <a:pt x="453" y="3240"/>
                  <a:pt x="692" y="2882"/>
                  <a:pt x="1049" y="2692"/>
                </a:cubicBezTo>
                <a:cubicBezTo>
                  <a:pt x="1073" y="2692"/>
                  <a:pt x="1073" y="2692"/>
                  <a:pt x="1073" y="2668"/>
                </a:cubicBezTo>
                <a:cubicBezTo>
                  <a:pt x="1120" y="2621"/>
                  <a:pt x="1192" y="2573"/>
                  <a:pt x="1287" y="2573"/>
                </a:cubicBezTo>
                <a:lnTo>
                  <a:pt x="1620" y="2573"/>
                </a:lnTo>
                <a:cubicBezTo>
                  <a:pt x="1644" y="2573"/>
                  <a:pt x="1668" y="2573"/>
                  <a:pt x="1692" y="2549"/>
                </a:cubicBezTo>
                <a:cubicBezTo>
                  <a:pt x="1858" y="2359"/>
                  <a:pt x="1739" y="2120"/>
                  <a:pt x="1549" y="2120"/>
                </a:cubicBezTo>
                <a:cubicBezTo>
                  <a:pt x="1430" y="2120"/>
                  <a:pt x="1311" y="2144"/>
                  <a:pt x="1215" y="2168"/>
                </a:cubicBezTo>
                <a:cubicBezTo>
                  <a:pt x="1311" y="1811"/>
                  <a:pt x="1644" y="1525"/>
                  <a:pt x="2049" y="1525"/>
                </a:cubicBezTo>
                <a:cubicBezTo>
                  <a:pt x="2097" y="1525"/>
                  <a:pt x="2168" y="1549"/>
                  <a:pt x="2216" y="1549"/>
                </a:cubicBezTo>
                <a:cubicBezTo>
                  <a:pt x="2382" y="1597"/>
                  <a:pt x="2549" y="1668"/>
                  <a:pt x="2668" y="1787"/>
                </a:cubicBezTo>
                <a:cubicBezTo>
                  <a:pt x="2692" y="1835"/>
                  <a:pt x="2763" y="1858"/>
                  <a:pt x="2811" y="1858"/>
                </a:cubicBezTo>
                <a:cubicBezTo>
                  <a:pt x="2930" y="1858"/>
                  <a:pt x="3049" y="1763"/>
                  <a:pt x="3049" y="1597"/>
                </a:cubicBezTo>
                <a:cubicBezTo>
                  <a:pt x="3049" y="1573"/>
                  <a:pt x="3049" y="1549"/>
                  <a:pt x="3025" y="1549"/>
                </a:cubicBezTo>
                <a:cubicBezTo>
                  <a:pt x="2882" y="1382"/>
                  <a:pt x="2740" y="1263"/>
                  <a:pt x="2549" y="1192"/>
                </a:cubicBezTo>
                <a:cubicBezTo>
                  <a:pt x="2740" y="834"/>
                  <a:pt x="3097" y="596"/>
                  <a:pt x="3525" y="596"/>
                </a:cubicBezTo>
                <a:cubicBezTo>
                  <a:pt x="3740" y="596"/>
                  <a:pt x="3930" y="644"/>
                  <a:pt x="4121" y="763"/>
                </a:cubicBezTo>
                <a:cubicBezTo>
                  <a:pt x="4130" y="759"/>
                  <a:pt x="4139" y="757"/>
                  <a:pt x="4149" y="757"/>
                </a:cubicBezTo>
                <a:cubicBezTo>
                  <a:pt x="4193" y="757"/>
                  <a:pt x="4244" y="796"/>
                  <a:pt x="4264" y="834"/>
                </a:cubicBezTo>
                <a:cubicBezTo>
                  <a:pt x="4287" y="930"/>
                  <a:pt x="4383" y="977"/>
                  <a:pt x="4454" y="977"/>
                </a:cubicBezTo>
                <a:cubicBezTo>
                  <a:pt x="4502" y="977"/>
                  <a:pt x="4573" y="954"/>
                  <a:pt x="4597" y="906"/>
                </a:cubicBezTo>
                <a:cubicBezTo>
                  <a:pt x="4692" y="811"/>
                  <a:pt x="4692" y="668"/>
                  <a:pt x="4597" y="596"/>
                </a:cubicBezTo>
                <a:cubicBezTo>
                  <a:pt x="4597" y="596"/>
                  <a:pt x="4597" y="573"/>
                  <a:pt x="4573" y="573"/>
                </a:cubicBezTo>
                <a:cubicBezTo>
                  <a:pt x="4716" y="477"/>
                  <a:pt x="4859" y="453"/>
                  <a:pt x="5026" y="453"/>
                </a:cubicBezTo>
                <a:close/>
                <a:moveTo>
                  <a:pt x="5026" y="1"/>
                </a:moveTo>
                <a:cubicBezTo>
                  <a:pt x="4716" y="1"/>
                  <a:pt x="4430" y="120"/>
                  <a:pt x="4192" y="287"/>
                </a:cubicBezTo>
                <a:cubicBezTo>
                  <a:pt x="3978" y="191"/>
                  <a:pt x="3764" y="144"/>
                  <a:pt x="3525" y="144"/>
                </a:cubicBezTo>
                <a:cubicBezTo>
                  <a:pt x="2906" y="144"/>
                  <a:pt x="2335" y="525"/>
                  <a:pt x="2097" y="1096"/>
                </a:cubicBezTo>
                <a:lnTo>
                  <a:pt x="2049" y="1096"/>
                </a:lnTo>
                <a:cubicBezTo>
                  <a:pt x="1335" y="1096"/>
                  <a:pt x="763" y="1668"/>
                  <a:pt x="739" y="2359"/>
                </a:cubicBezTo>
                <a:cubicBezTo>
                  <a:pt x="287" y="2644"/>
                  <a:pt x="1" y="3121"/>
                  <a:pt x="1" y="3668"/>
                </a:cubicBezTo>
                <a:cubicBezTo>
                  <a:pt x="1" y="4240"/>
                  <a:pt x="334" y="4764"/>
                  <a:pt x="834" y="5026"/>
                </a:cubicBezTo>
                <a:cubicBezTo>
                  <a:pt x="858" y="5740"/>
                  <a:pt x="1430" y="6312"/>
                  <a:pt x="2144" y="6312"/>
                </a:cubicBezTo>
                <a:lnTo>
                  <a:pt x="2192" y="6312"/>
                </a:lnTo>
                <a:cubicBezTo>
                  <a:pt x="2430" y="7026"/>
                  <a:pt x="3121" y="7550"/>
                  <a:pt x="3906" y="7550"/>
                </a:cubicBezTo>
                <a:cubicBezTo>
                  <a:pt x="4097" y="7550"/>
                  <a:pt x="4287" y="7502"/>
                  <a:pt x="4454" y="7455"/>
                </a:cubicBezTo>
                <a:cubicBezTo>
                  <a:pt x="4692" y="7764"/>
                  <a:pt x="5026" y="7979"/>
                  <a:pt x="5407" y="8122"/>
                </a:cubicBezTo>
                <a:cubicBezTo>
                  <a:pt x="5645" y="8193"/>
                  <a:pt x="5883" y="8241"/>
                  <a:pt x="6121" y="8241"/>
                </a:cubicBezTo>
                <a:cubicBezTo>
                  <a:pt x="6312" y="8241"/>
                  <a:pt x="6502" y="8217"/>
                  <a:pt x="6693" y="8169"/>
                </a:cubicBezTo>
                <a:cubicBezTo>
                  <a:pt x="6907" y="8122"/>
                  <a:pt x="7098" y="8026"/>
                  <a:pt x="7288" y="7907"/>
                </a:cubicBezTo>
                <a:cubicBezTo>
                  <a:pt x="7622" y="8122"/>
                  <a:pt x="8026" y="8241"/>
                  <a:pt x="8455" y="8241"/>
                </a:cubicBezTo>
                <a:cubicBezTo>
                  <a:pt x="9646" y="8241"/>
                  <a:pt x="10622" y="7264"/>
                  <a:pt x="10622" y="6074"/>
                </a:cubicBezTo>
                <a:cubicBezTo>
                  <a:pt x="10622" y="5955"/>
                  <a:pt x="10622" y="5835"/>
                  <a:pt x="10598" y="5716"/>
                </a:cubicBezTo>
                <a:cubicBezTo>
                  <a:pt x="11003" y="5431"/>
                  <a:pt x="11265" y="4978"/>
                  <a:pt x="11265" y="4454"/>
                </a:cubicBezTo>
                <a:cubicBezTo>
                  <a:pt x="11265" y="3907"/>
                  <a:pt x="10979" y="3406"/>
                  <a:pt x="10503" y="3121"/>
                </a:cubicBezTo>
                <a:cubicBezTo>
                  <a:pt x="10503" y="3049"/>
                  <a:pt x="10527" y="2978"/>
                  <a:pt x="10527" y="2882"/>
                </a:cubicBezTo>
                <a:cubicBezTo>
                  <a:pt x="10527" y="2049"/>
                  <a:pt x="9836" y="1358"/>
                  <a:pt x="9003" y="1358"/>
                </a:cubicBezTo>
                <a:lnTo>
                  <a:pt x="8765" y="1358"/>
                </a:lnTo>
                <a:cubicBezTo>
                  <a:pt x="8384" y="739"/>
                  <a:pt x="7693" y="334"/>
                  <a:pt x="6931" y="334"/>
                </a:cubicBezTo>
                <a:cubicBezTo>
                  <a:pt x="6621" y="334"/>
                  <a:pt x="6336" y="406"/>
                  <a:pt x="6050" y="525"/>
                </a:cubicBezTo>
                <a:cubicBezTo>
                  <a:pt x="5812" y="191"/>
                  <a:pt x="5431" y="1"/>
                  <a:pt x="50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009" name="Google Shape;4009;p54"/>
          <p:cNvSpPr/>
          <p:nvPr/>
        </p:nvSpPr>
        <p:spPr>
          <a:xfrm>
            <a:off x="2914894" y="2917949"/>
            <a:ext cx="266216" cy="194735"/>
          </a:xfrm>
          <a:custGeom>
            <a:rect b="b" l="l" r="r" t="t"/>
            <a:pathLst>
              <a:path extrusionOk="0" h="8241" w="11266">
                <a:moveTo>
                  <a:pt x="5383" y="6740"/>
                </a:moveTo>
                <a:cubicBezTo>
                  <a:pt x="5740" y="6907"/>
                  <a:pt x="6121" y="7026"/>
                  <a:pt x="6502" y="7050"/>
                </a:cubicBezTo>
                <a:cubicBezTo>
                  <a:pt x="6621" y="7264"/>
                  <a:pt x="6764" y="7455"/>
                  <a:pt x="6931" y="7622"/>
                </a:cubicBezTo>
                <a:cubicBezTo>
                  <a:pt x="6812" y="7669"/>
                  <a:pt x="6693" y="7717"/>
                  <a:pt x="6598" y="7741"/>
                </a:cubicBezTo>
                <a:cubicBezTo>
                  <a:pt x="6448" y="7781"/>
                  <a:pt x="6295" y="7800"/>
                  <a:pt x="6142" y="7800"/>
                </a:cubicBezTo>
                <a:cubicBezTo>
                  <a:pt x="5661" y="7800"/>
                  <a:pt x="5184" y="7608"/>
                  <a:pt x="4859" y="7264"/>
                </a:cubicBezTo>
                <a:cubicBezTo>
                  <a:pt x="5073" y="7121"/>
                  <a:pt x="5264" y="6931"/>
                  <a:pt x="5383" y="6740"/>
                </a:cubicBezTo>
                <a:close/>
                <a:moveTo>
                  <a:pt x="5026" y="453"/>
                </a:moveTo>
                <a:cubicBezTo>
                  <a:pt x="5264" y="453"/>
                  <a:pt x="5502" y="549"/>
                  <a:pt x="5669" y="739"/>
                </a:cubicBezTo>
                <a:cubicBezTo>
                  <a:pt x="5645" y="763"/>
                  <a:pt x="5597" y="787"/>
                  <a:pt x="5550" y="834"/>
                </a:cubicBezTo>
                <a:cubicBezTo>
                  <a:pt x="5550" y="834"/>
                  <a:pt x="5526" y="858"/>
                  <a:pt x="5526" y="882"/>
                </a:cubicBezTo>
                <a:cubicBezTo>
                  <a:pt x="5502" y="1073"/>
                  <a:pt x="5621" y="1168"/>
                  <a:pt x="5740" y="1168"/>
                </a:cubicBezTo>
                <a:cubicBezTo>
                  <a:pt x="5835" y="1168"/>
                  <a:pt x="5907" y="1120"/>
                  <a:pt x="5955" y="1025"/>
                </a:cubicBezTo>
                <a:cubicBezTo>
                  <a:pt x="5971" y="1008"/>
                  <a:pt x="6000" y="991"/>
                  <a:pt x="6032" y="991"/>
                </a:cubicBezTo>
                <a:cubicBezTo>
                  <a:pt x="6046" y="991"/>
                  <a:pt x="6060" y="994"/>
                  <a:pt x="6074" y="1001"/>
                </a:cubicBezTo>
                <a:lnTo>
                  <a:pt x="6097" y="1001"/>
                </a:lnTo>
                <a:cubicBezTo>
                  <a:pt x="6359" y="858"/>
                  <a:pt x="6645" y="787"/>
                  <a:pt x="6931" y="787"/>
                </a:cubicBezTo>
                <a:cubicBezTo>
                  <a:pt x="7574" y="787"/>
                  <a:pt x="8169" y="1144"/>
                  <a:pt x="8479" y="1716"/>
                </a:cubicBezTo>
                <a:cubicBezTo>
                  <a:pt x="8598" y="1978"/>
                  <a:pt x="8669" y="2287"/>
                  <a:pt x="8669" y="2597"/>
                </a:cubicBezTo>
                <a:cubicBezTo>
                  <a:pt x="8669" y="2621"/>
                  <a:pt x="8669" y="2644"/>
                  <a:pt x="8693" y="2644"/>
                </a:cubicBezTo>
                <a:cubicBezTo>
                  <a:pt x="8761" y="2712"/>
                  <a:pt x="8832" y="2741"/>
                  <a:pt x="8895" y="2741"/>
                </a:cubicBezTo>
                <a:cubicBezTo>
                  <a:pt x="9009" y="2741"/>
                  <a:pt x="9098" y="2648"/>
                  <a:pt x="9098" y="2525"/>
                </a:cubicBezTo>
                <a:cubicBezTo>
                  <a:pt x="9098" y="2263"/>
                  <a:pt x="9074" y="2025"/>
                  <a:pt x="8979" y="1787"/>
                </a:cubicBezTo>
                <a:cubicBezTo>
                  <a:pt x="9598" y="1787"/>
                  <a:pt x="10074" y="2287"/>
                  <a:pt x="10074" y="2882"/>
                </a:cubicBezTo>
                <a:cubicBezTo>
                  <a:pt x="10074" y="3002"/>
                  <a:pt x="10074" y="3097"/>
                  <a:pt x="10051" y="3192"/>
                </a:cubicBezTo>
                <a:cubicBezTo>
                  <a:pt x="9979" y="3383"/>
                  <a:pt x="9884" y="3573"/>
                  <a:pt x="9717" y="3692"/>
                </a:cubicBezTo>
                <a:cubicBezTo>
                  <a:pt x="9693" y="3716"/>
                  <a:pt x="9693" y="3740"/>
                  <a:pt x="9693" y="3764"/>
                </a:cubicBezTo>
                <a:cubicBezTo>
                  <a:pt x="9693" y="3954"/>
                  <a:pt x="9812" y="4026"/>
                  <a:pt x="9932" y="4026"/>
                </a:cubicBezTo>
                <a:cubicBezTo>
                  <a:pt x="9979" y="4026"/>
                  <a:pt x="10027" y="4002"/>
                  <a:pt x="10074" y="3978"/>
                </a:cubicBezTo>
                <a:cubicBezTo>
                  <a:pt x="10193" y="3859"/>
                  <a:pt x="10289" y="3716"/>
                  <a:pt x="10360" y="3573"/>
                </a:cubicBezTo>
                <a:cubicBezTo>
                  <a:pt x="10860" y="3907"/>
                  <a:pt x="11027" y="4597"/>
                  <a:pt x="10551" y="5192"/>
                </a:cubicBezTo>
                <a:cubicBezTo>
                  <a:pt x="10527" y="5240"/>
                  <a:pt x="10503" y="5264"/>
                  <a:pt x="10479" y="5288"/>
                </a:cubicBezTo>
                <a:cubicBezTo>
                  <a:pt x="10245" y="5466"/>
                  <a:pt x="9989" y="5551"/>
                  <a:pt x="9742" y="5551"/>
                </a:cubicBezTo>
                <a:cubicBezTo>
                  <a:pt x="9463" y="5551"/>
                  <a:pt x="9194" y="5442"/>
                  <a:pt x="8979" y="5240"/>
                </a:cubicBezTo>
                <a:cubicBezTo>
                  <a:pt x="8836" y="5097"/>
                  <a:pt x="8717" y="4907"/>
                  <a:pt x="8669" y="4669"/>
                </a:cubicBezTo>
                <a:cubicBezTo>
                  <a:pt x="8669" y="4645"/>
                  <a:pt x="8646" y="4621"/>
                  <a:pt x="8622" y="4621"/>
                </a:cubicBezTo>
                <a:cubicBezTo>
                  <a:pt x="8569" y="4586"/>
                  <a:pt x="8519" y="4571"/>
                  <a:pt x="8472" y="4571"/>
                </a:cubicBezTo>
                <a:cubicBezTo>
                  <a:pt x="8329" y="4571"/>
                  <a:pt x="8229" y="4715"/>
                  <a:pt x="8265" y="4859"/>
                </a:cubicBezTo>
                <a:cubicBezTo>
                  <a:pt x="8312" y="5073"/>
                  <a:pt x="8431" y="5264"/>
                  <a:pt x="8574" y="5454"/>
                </a:cubicBezTo>
                <a:cubicBezTo>
                  <a:pt x="8526" y="5526"/>
                  <a:pt x="8479" y="5597"/>
                  <a:pt x="8431" y="5669"/>
                </a:cubicBezTo>
                <a:cubicBezTo>
                  <a:pt x="8407" y="5693"/>
                  <a:pt x="8407" y="5716"/>
                  <a:pt x="8407" y="5740"/>
                </a:cubicBezTo>
                <a:cubicBezTo>
                  <a:pt x="8449" y="5893"/>
                  <a:pt x="8556" y="5965"/>
                  <a:pt x="8656" y="5965"/>
                </a:cubicBezTo>
                <a:cubicBezTo>
                  <a:pt x="8728" y="5965"/>
                  <a:pt x="8796" y="5929"/>
                  <a:pt x="8836" y="5859"/>
                </a:cubicBezTo>
                <a:cubicBezTo>
                  <a:pt x="8860" y="5812"/>
                  <a:pt x="8884" y="5788"/>
                  <a:pt x="8908" y="5740"/>
                </a:cubicBezTo>
                <a:cubicBezTo>
                  <a:pt x="9146" y="5907"/>
                  <a:pt x="9431" y="5978"/>
                  <a:pt x="9741" y="5978"/>
                </a:cubicBezTo>
                <a:cubicBezTo>
                  <a:pt x="9884" y="5978"/>
                  <a:pt x="10051" y="5955"/>
                  <a:pt x="10193" y="5907"/>
                </a:cubicBezTo>
                <a:cubicBezTo>
                  <a:pt x="10193" y="5955"/>
                  <a:pt x="10193" y="6002"/>
                  <a:pt x="10193" y="6074"/>
                </a:cubicBezTo>
                <a:cubicBezTo>
                  <a:pt x="10193" y="7026"/>
                  <a:pt x="9408" y="7812"/>
                  <a:pt x="8455" y="7812"/>
                </a:cubicBezTo>
                <a:cubicBezTo>
                  <a:pt x="7860" y="7812"/>
                  <a:pt x="7312" y="7502"/>
                  <a:pt x="7002" y="7026"/>
                </a:cubicBezTo>
                <a:cubicBezTo>
                  <a:pt x="7050" y="7002"/>
                  <a:pt x="7098" y="7002"/>
                  <a:pt x="7169" y="6979"/>
                </a:cubicBezTo>
                <a:cubicBezTo>
                  <a:pt x="7169" y="6979"/>
                  <a:pt x="7193" y="6955"/>
                  <a:pt x="7193" y="6955"/>
                </a:cubicBezTo>
                <a:cubicBezTo>
                  <a:pt x="7328" y="6753"/>
                  <a:pt x="7187" y="6572"/>
                  <a:pt x="7011" y="6572"/>
                </a:cubicBezTo>
                <a:cubicBezTo>
                  <a:pt x="7000" y="6572"/>
                  <a:pt x="6989" y="6572"/>
                  <a:pt x="6979" y="6574"/>
                </a:cubicBezTo>
                <a:cubicBezTo>
                  <a:pt x="6883" y="6598"/>
                  <a:pt x="6764" y="6598"/>
                  <a:pt x="6645" y="6598"/>
                </a:cubicBezTo>
                <a:cubicBezTo>
                  <a:pt x="6216" y="6598"/>
                  <a:pt x="5788" y="6478"/>
                  <a:pt x="5431" y="6240"/>
                </a:cubicBezTo>
                <a:cubicBezTo>
                  <a:pt x="5288" y="6145"/>
                  <a:pt x="5169" y="6026"/>
                  <a:pt x="5050" y="5907"/>
                </a:cubicBezTo>
                <a:cubicBezTo>
                  <a:pt x="5026" y="5907"/>
                  <a:pt x="5002" y="5883"/>
                  <a:pt x="4978" y="5883"/>
                </a:cubicBezTo>
                <a:cubicBezTo>
                  <a:pt x="4716" y="5883"/>
                  <a:pt x="4669" y="6145"/>
                  <a:pt x="4788" y="6264"/>
                </a:cubicBezTo>
                <a:cubicBezTo>
                  <a:pt x="4859" y="6359"/>
                  <a:pt x="4954" y="6431"/>
                  <a:pt x="5026" y="6478"/>
                </a:cubicBezTo>
                <a:cubicBezTo>
                  <a:pt x="4788" y="6859"/>
                  <a:pt x="4359" y="7098"/>
                  <a:pt x="3906" y="7098"/>
                </a:cubicBezTo>
                <a:cubicBezTo>
                  <a:pt x="3263" y="7098"/>
                  <a:pt x="2716" y="6645"/>
                  <a:pt x="2597" y="6026"/>
                </a:cubicBezTo>
                <a:cubicBezTo>
                  <a:pt x="2597" y="6026"/>
                  <a:pt x="2597" y="6002"/>
                  <a:pt x="2549" y="6002"/>
                </a:cubicBezTo>
                <a:cubicBezTo>
                  <a:pt x="2501" y="6002"/>
                  <a:pt x="2478" y="5955"/>
                  <a:pt x="2501" y="5931"/>
                </a:cubicBezTo>
                <a:cubicBezTo>
                  <a:pt x="2643" y="5736"/>
                  <a:pt x="2522" y="5542"/>
                  <a:pt x="2343" y="5542"/>
                </a:cubicBezTo>
                <a:cubicBezTo>
                  <a:pt x="2281" y="5542"/>
                  <a:pt x="2212" y="5566"/>
                  <a:pt x="2144" y="5621"/>
                </a:cubicBezTo>
                <a:cubicBezTo>
                  <a:pt x="2144" y="5645"/>
                  <a:pt x="2120" y="5669"/>
                  <a:pt x="2120" y="5693"/>
                </a:cubicBezTo>
                <a:cubicBezTo>
                  <a:pt x="2120" y="5740"/>
                  <a:pt x="2120" y="5812"/>
                  <a:pt x="2120" y="5859"/>
                </a:cubicBezTo>
                <a:cubicBezTo>
                  <a:pt x="1716" y="5859"/>
                  <a:pt x="1382" y="5550"/>
                  <a:pt x="1311" y="5169"/>
                </a:cubicBezTo>
                <a:lnTo>
                  <a:pt x="1311" y="5169"/>
                </a:lnTo>
                <a:cubicBezTo>
                  <a:pt x="1406" y="5192"/>
                  <a:pt x="1501" y="5192"/>
                  <a:pt x="1620" y="5192"/>
                </a:cubicBezTo>
                <a:cubicBezTo>
                  <a:pt x="1644" y="5192"/>
                  <a:pt x="1668" y="5169"/>
                  <a:pt x="1668" y="5169"/>
                </a:cubicBezTo>
                <a:cubicBezTo>
                  <a:pt x="1859" y="4978"/>
                  <a:pt x="1734" y="4749"/>
                  <a:pt x="1551" y="4749"/>
                </a:cubicBezTo>
                <a:cubicBezTo>
                  <a:pt x="1482" y="4749"/>
                  <a:pt x="1406" y="4781"/>
                  <a:pt x="1335" y="4859"/>
                </a:cubicBezTo>
                <a:cubicBezTo>
                  <a:pt x="1308" y="4886"/>
                  <a:pt x="1281" y="4899"/>
                  <a:pt x="1257" y="4899"/>
                </a:cubicBezTo>
                <a:cubicBezTo>
                  <a:pt x="1216" y="4899"/>
                  <a:pt x="1183" y="4862"/>
                  <a:pt x="1168" y="4788"/>
                </a:cubicBezTo>
                <a:cubicBezTo>
                  <a:pt x="1168" y="4669"/>
                  <a:pt x="1168" y="4669"/>
                  <a:pt x="1144" y="4669"/>
                </a:cubicBezTo>
                <a:cubicBezTo>
                  <a:pt x="715" y="4502"/>
                  <a:pt x="453" y="4121"/>
                  <a:pt x="453" y="3668"/>
                </a:cubicBezTo>
                <a:cubicBezTo>
                  <a:pt x="453" y="3240"/>
                  <a:pt x="692" y="2882"/>
                  <a:pt x="1049" y="2692"/>
                </a:cubicBezTo>
                <a:cubicBezTo>
                  <a:pt x="1073" y="2692"/>
                  <a:pt x="1073" y="2692"/>
                  <a:pt x="1073" y="2668"/>
                </a:cubicBezTo>
                <a:cubicBezTo>
                  <a:pt x="1120" y="2621"/>
                  <a:pt x="1192" y="2573"/>
                  <a:pt x="1287" y="2573"/>
                </a:cubicBezTo>
                <a:lnTo>
                  <a:pt x="1620" y="2573"/>
                </a:lnTo>
                <a:cubicBezTo>
                  <a:pt x="1644" y="2573"/>
                  <a:pt x="1668" y="2573"/>
                  <a:pt x="1692" y="2549"/>
                </a:cubicBezTo>
                <a:cubicBezTo>
                  <a:pt x="1858" y="2359"/>
                  <a:pt x="1739" y="2120"/>
                  <a:pt x="1549" y="2120"/>
                </a:cubicBezTo>
                <a:cubicBezTo>
                  <a:pt x="1430" y="2120"/>
                  <a:pt x="1311" y="2144"/>
                  <a:pt x="1215" y="2168"/>
                </a:cubicBezTo>
                <a:cubicBezTo>
                  <a:pt x="1311" y="1811"/>
                  <a:pt x="1644" y="1525"/>
                  <a:pt x="2049" y="1525"/>
                </a:cubicBezTo>
                <a:cubicBezTo>
                  <a:pt x="2097" y="1525"/>
                  <a:pt x="2168" y="1549"/>
                  <a:pt x="2216" y="1549"/>
                </a:cubicBezTo>
                <a:cubicBezTo>
                  <a:pt x="2382" y="1597"/>
                  <a:pt x="2549" y="1668"/>
                  <a:pt x="2668" y="1787"/>
                </a:cubicBezTo>
                <a:cubicBezTo>
                  <a:pt x="2692" y="1835"/>
                  <a:pt x="2763" y="1858"/>
                  <a:pt x="2811" y="1858"/>
                </a:cubicBezTo>
                <a:cubicBezTo>
                  <a:pt x="2930" y="1858"/>
                  <a:pt x="3049" y="1763"/>
                  <a:pt x="3049" y="1597"/>
                </a:cubicBezTo>
                <a:cubicBezTo>
                  <a:pt x="3049" y="1573"/>
                  <a:pt x="3049" y="1549"/>
                  <a:pt x="3025" y="1549"/>
                </a:cubicBezTo>
                <a:cubicBezTo>
                  <a:pt x="2882" y="1382"/>
                  <a:pt x="2740" y="1263"/>
                  <a:pt x="2549" y="1192"/>
                </a:cubicBezTo>
                <a:cubicBezTo>
                  <a:pt x="2740" y="834"/>
                  <a:pt x="3097" y="596"/>
                  <a:pt x="3525" y="596"/>
                </a:cubicBezTo>
                <a:cubicBezTo>
                  <a:pt x="3740" y="596"/>
                  <a:pt x="3930" y="644"/>
                  <a:pt x="4121" y="763"/>
                </a:cubicBezTo>
                <a:cubicBezTo>
                  <a:pt x="4130" y="759"/>
                  <a:pt x="4139" y="757"/>
                  <a:pt x="4149" y="757"/>
                </a:cubicBezTo>
                <a:cubicBezTo>
                  <a:pt x="4193" y="757"/>
                  <a:pt x="4244" y="796"/>
                  <a:pt x="4264" y="834"/>
                </a:cubicBezTo>
                <a:cubicBezTo>
                  <a:pt x="4287" y="930"/>
                  <a:pt x="4383" y="977"/>
                  <a:pt x="4454" y="977"/>
                </a:cubicBezTo>
                <a:cubicBezTo>
                  <a:pt x="4502" y="977"/>
                  <a:pt x="4573" y="954"/>
                  <a:pt x="4597" y="906"/>
                </a:cubicBezTo>
                <a:cubicBezTo>
                  <a:pt x="4692" y="811"/>
                  <a:pt x="4692" y="668"/>
                  <a:pt x="4597" y="596"/>
                </a:cubicBezTo>
                <a:cubicBezTo>
                  <a:pt x="4597" y="596"/>
                  <a:pt x="4597" y="573"/>
                  <a:pt x="4573" y="573"/>
                </a:cubicBezTo>
                <a:cubicBezTo>
                  <a:pt x="4716" y="477"/>
                  <a:pt x="4859" y="453"/>
                  <a:pt x="5026" y="453"/>
                </a:cubicBezTo>
                <a:close/>
                <a:moveTo>
                  <a:pt x="5026" y="1"/>
                </a:moveTo>
                <a:cubicBezTo>
                  <a:pt x="4716" y="1"/>
                  <a:pt x="4430" y="120"/>
                  <a:pt x="4192" y="287"/>
                </a:cubicBezTo>
                <a:cubicBezTo>
                  <a:pt x="3978" y="191"/>
                  <a:pt x="3764" y="144"/>
                  <a:pt x="3525" y="144"/>
                </a:cubicBezTo>
                <a:cubicBezTo>
                  <a:pt x="2906" y="144"/>
                  <a:pt x="2335" y="525"/>
                  <a:pt x="2097" y="1096"/>
                </a:cubicBezTo>
                <a:lnTo>
                  <a:pt x="2049" y="1096"/>
                </a:lnTo>
                <a:cubicBezTo>
                  <a:pt x="1335" y="1096"/>
                  <a:pt x="763" y="1668"/>
                  <a:pt x="739" y="2359"/>
                </a:cubicBezTo>
                <a:cubicBezTo>
                  <a:pt x="287" y="2644"/>
                  <a:pt x="1" y="3121"/>
                  <a:pt x="1" y="3668"/>
                </a:cubicBezTo>
                <a:cubicBezTo>
                  <a:pt x="1" y="4240"/>
                  <a:pt x="334" y="4764"/>
                  <a:pt x="834" y="5026"/>
                </a:cubicBezTo>
                <a:cubicBezTo>
                  <a:pt x="858" y="5740"/>
                  <a:pt x="1430" y="6312"/>
                  <a:pt x="2144" y="6312"/>
                </a:cubicBezTo>
                <a:lnTo>
                  <a:pt x="2192" y="6312"/>
                </a:lnTo>
                <a:cubicBezTo>
                  <a:pt x="2430" y="7026"/>
                  <a:pt x="3121" y="7550"/>
                  <a:pt x="3906" y="7550"/>
                </a:cubicBezTo>
                <a:cubicBezTo>
                  <a:pt x="4097" y="7550"/>
                  <a:pt x="4287" y="7502"/>
                  <a:pt x="4454" y="7455"/>
                </a:cubicBezTo>
                <a:cubicBezTo>
                  <a:pt x="4692" y="7764"/>
                  <a:pt x="5026" y="7979"/>
                  <a:pt x="5407" y="8122"/>
                </a:cubicBezTo>
                <a:cubicBezTo>
                  <a:pt x="5645" y="8193"/>
                  <a:pt x="5883" y="8241"/>
                  <a:pt x="6121" y="8241"/>
                </a:cubicBezTo>
                <a:cubicBezTo>
                  <a:pt x="6312" y="8241"/>
                  <a:pt x="6502" y="8217"/>
                  <a:pt x="6693" y="8169"/>
                </a:cubicBezTo>
                <a:cubicBezTo>
                  <a:pt x="6907" y="8122"/>
                  <a:pt x="7098" y="8026"/>
                  <a:pt x="7288" y="7907"/>
                </a:cubicBezTo>
                <a:cubicBezTo>
                  <a:pt x="7622" y="8122"/>
                  <a:pt x="8026" y="8241"/>
                  <a:pt x="8455" y="8241"/>
                </a:cubicBezTo>
                <a:cubicBezTo>
                  <a:pt x="9646" y="8241"/>
                  <a:pt x="10622" y="7264"/>
                  <a:pt x="10622" y="6074"/>
                </a:cubicBezTo>
                <a:cubicBezTo>
                  <a:pt x="10622" y="5955"/>
                  <a:pt x="10622" y="5835"/>
                  <a:pt x="10598" y="5716"/>
                </a:cubicBezTo>
                <a:cubicBezTo>
                  <a:pt x="11003" y="5431"/>
                  <a:pt x="11265" y="4978"/>
                  <a:pt x="11265" y="4454"/>
                </a:cubicBezTo>
                <a:cubicBezTo>
                  <a:pt x="11265" y="3907"/>
                  <a:pt x="10979" y="3406"/>
                  <a:pt x="10503" y="3121"/>
                </a:cubicBezTo>
                <a:cubicBezTo>
                  <a:pt x="10503" y="3049"/>
                  <a:pt x="10527" y="2978"/>
                  <a:pt x="10527" y="2882"/>
                </a:cubicBezTo>
                <a:cubicBezTo>
                  <a:pt x="10527" y="2049"/>
                  <a:pt x="9836" y="1358"/>
                  <a:pt x="9003" y="1358"/>
                </a:cubicBezTo>
                <a:lnTo>
                  <a:pt x="8765" y="1358"/>
                </a:lnTo>
                <a:cubicBezTo>
                  <a:pt x="8384" y="739"/>
                  <a:pt x="7693" y="334"/>
                  <a:pt x="6931" y="334"/>
                </a:cubicBezTo>
                <a:cubicBezTo>
                  <a:pt x="6621" y="334"/>
                  <a:pt x="6336" y="406"/>
                  <a:pt x="6050" y="525"/>
                </a:cubicBezTo>
                <a:cubicBezTo>
                  <a:pt x="5812" y="191"/>
                  <a:pt x="5431" y="1"/>
                  <a:pt x="50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010" name="Google Shape;4010;p54"/>
          <p:cNvSpPr/>
          <p:nvPr/>
        </p:nvSpPr>
        <p:spPr>
          <a:xfrm>
            <a:off x="1086094" y="1851149"/>
            <a:ext cx="266216" cy="194735"/>
          </a:xfrm>
          <a:custGeom>
            <a:rect b="b" l="l" r="r" t="t"/>
            <a:pathLst>
              <a:path extrusionOk="0" h="8241" w="11266">
                <a:moveTo>
                  <a:pt x="5383" y="6740"/>
                </a:moveTo>
                <a:cubicBezTo>
                  <a:pt x="5740" y="6907"/>
                  <a:pt x="6121" y="7026"/>
                  <a:pt x="6502" y="7050"/>
                </a:cubicBezTo>
                <a:cubicBezTo>
                  <a:pt x="6621" y="7264"/>
                  <a:pt x="6764" y="7455"/>
                  <a:pt x="6931" y="7622"/>
                </a:cubicBezTo>
                <a:cubicBezTo>
                  <a:pt x="6812" y="7669"/>
                  <a:pt x="6693" y="7717"/>
                  <a:pt x="6598" y="7741"/>
                </a:cubicBezTo>
                <a:cubicBezTo>
                  <a:pt x="6448" y="7781"/>
                  <a:pt x="6295" y="7800"/>
                  <a:pt x="6142" y="7800"/>
                </a:cubicBezTo>
                <a:cubicBezTo>
                  <a:pt x="5661" y="7800"/>
                  <a:pt x="5184" y="7608"/>
                  <a:pt x="4859" y="7264"/>
                </a:cubicBezTo>
                <a:cubicBezTo>
                  <a:pt x="5073" y="7121"/>
                  <a:pt x="5264" y="6931"/>
                  <a:pt x="5383" y="6740"/>
                </a:cubicBezTo>
                <a:close/>
                <a:moveTo>
                  <a:pt x="5026" y="453"/>
                </a:moveTo>
                <a:cubicBezTo>
                  <a:pt x="5264" y="453"/>
                  <a:pt x="5502" y="549"/>
                  <a:pt x="5669" y="739"/>
                </a:cubicBezTo>
                <a:cubicBezTo>
                  <a:pt x="5645" y="763"/>
                  <a:pt x="5597" y="787"/>
                  <a:pt x="5550" y="834"/>
                </a:cubicBezTo>
                <a:cubicBezTo>
                  <a:pt x="5550" y="834"/>
                  <a:pt x="5526" y="858"/>
                  <a:pt x="5526" y="882"/>
                </a:cubicBezTo>
                <a:cubicBezTo>
                  <a:pt x="5502" y="1073"/>
                  <a:pt x="5621" y="1168"/>
                  <a:pt x="5740" y="1168"/>
                </a:cubicBezTo>
                <a:cubicBezTo>
                  <a:pt x="5835" y="1168"/>
                  <a:pt x="5907" y="1120"/>
                  <a:pt x="5955" y="1025"/>
                </a:cubicBezTo>
                <a:cubicBezTo>
                  <a:pt x="5971" y="1008"/>
                  <a:pt x="6000" y="991"/>
                  <a:pt x="6032" y="991"/>
                </a:cubicBezTo>
                <a:cubicBezTo>
                  <a:pt x="6046" y="991"/>
                  <a:pt x="6060" y="994"/>
                  <a:pt x="6074" y="1001"/>
                </a:cubicBezTo>
                <a:lnTo>
                  <a:pt x="6097" y="1001"/>
                </a:lnTo>
                <a:cubicBezTo>
                  <a:pt x="6359" y="858"/>
                  <a:pt x="6645" y="787"/>
                  <a:pt x="6931" y="787"/>
                </a:cubicBezTo>
                <a:cubicBezTo>
                  <a:pt x="7574" y="787"/>
                  <a:pt x="8169" y="1144"/>
                  <a:pt x="8479" y="1716"/>
                </a:cubicBezTo>
                <a:cubicBezTo>
                  <a:pt x="8598" y="1978"/>
                  <a:pt x="8669" y="2287"/>
                  <a:pt x="8669" y="2597"/>
                </a:cubicBezTo>
                <a:cubicBezTo>
                  <a:pt x="8669" y="2621"/>
                  <a:pt x="8669" y="2644"/>
                  <a:pt x="8693" y="2644"/>
                </a:cubicBezTo>
                <a:cubicBezTo>
                  <a:pt x="8761" y="2712"/>
                  <a:pt x="8832" y="2741"/>
                  <a:pt x="8895" y="2741"/>
                </a:cubicBezTo>
                <a:cubicBezTo>
                  <a:pt x="9009" y="2741"/>
                  <a:pt x="9098" y="2648"/>
                  <a:pt x="9098" y="2525"/>
                </a:cubicBezTo>
                <a:cubicBezTo>
                  <a:pt x="9098" y="2263"/>
                  <a:pt x="9074" y="2025"/>
                  <a:pt x="8979" y="1787"/>
                </a:cubicBezTo>
                <a:cubicBezTo>
                  <a:pt x="9598" y="1787"/>
                  <a:pt x="10074" y="2287"/>
                  <a:pt x="10074" y="2882"/>
                </a:cubicBezTo>
                <a:cubicBezTo>
                  <a:pt x="10074" y="3002"/>
                  <a:pt x="10074" y="3097"/>
                  <a:pt x="10051" y="3192"/>
                </a:cubicBezTo>
                <a:cubicBezTo>
                  <a:pt x="9979" y="3383"/>
                  <a:pt x="9884" y="3573"/>
                  <a:pt x="9717" y="3692"/>
                </a:cubicBezTo>
                <a:cubicBezTo>
                  <a:pt x="9693" y="3716"/>
                  <a:pt x="9693" y="3740"/>
                  <a:pt x="9693" y="3764"/>
                </a:cubicBezTo>
                <a:cubicBezTo>
                  <a:pt x="9693" y="3954"/>
                  <a:pt x="9812" y="4026"/>
                  <a:pt x="9932" y="4026"/>
                </a:cubicBezTo>
                <a:cubicBezTo>
                  <a:pt x="9979" y="4026"/>
                  <a:pt x="10027" y="4002"/>
                  <a:pt x="10074" y="3978"/>
                </a:cubicBezTo>
                <a:cubicBezTo>
                  <a:pt x="10193" y="3859"/>
                  <a:pt x="10289" y="3716"/>
                  <a:pt x="10360" y="3573"/>
                </a:cubicBezTo>
                <a:cubicBezTo>
                  <a:pt x="10860" y="3907"/>
                  <a:pt x="11027" y="4597"/>
                  <a:pt x="10551" y="5192"/>
                </a:cubicBezTo>
                <a:cubicBezTo>
                  <a:pt x="10527" y="5240"/>
                  <a:pt x="10503" y="5264"/>
                  <a:pt x="10479" y="5288"/>
                </a:cubicBezTo>
                <a:cubicBezTo>
                  <a:pt x="10245" y="5466"/>
                  <a:pt x="9989" y="5551"/>
                  <a:pt x="9742" y="5551"/>
                </a:cubicBezTo>
                <a:cubicBezTo>
                  <a:pt x="9463" y="5551"/>
                  <a:pt x="9194" y="5442"/>
                  <a:pt x="8979" y="5240"/>
                </a:cubicBezTo>
                <a:cubicBezTo>
                  <a:pt x="8836" y="5097"/>
                  <a:pt x="8717" y="4907"/>
                  <a:pt x="8669" y="4669"/>
                </a:cubicBezTo>
                <a:cubicBezTo>
                  <a:pt x="8669" y="4645"/>
                  <a:pt x="8646" y="4621"/>
                  <a:pt x="8622" y="4621"/>
                </a:cubicBezTo>
                <a:cubicBezTo>
                  <a:pt x="8569" y="4586"/>
                  <a:pt x="8519" y="4571"/>
                  <a:pt x="8472" y="4571"/>
                </a:cubicBezTo>
                <a:cubicBezTo>
                  <a:pt x="8329" y="4571"/>
                  <a:pt x="8229" y="4715"/>
                  <a:pt x="8265" y="4859"/>
                </a:cubicBezTo>
                <a:cubicBezTo>
                  <a:pt x="8312" y="5073"/>
                  <a:pt x="8431" y="5264"/>
                  <a:pt x="8574" y="5454"/>
                </a:cubicBezTo>
                <a:cubicBezTo>
                  <a:pt x="8526" y="5526"/>
                  <a:pt x="8479" y="5597"/>
                  <a:pt x="8431" y="5669"/>
                </a:cubicBezTo>
                <a:cubicBezTo>
                  <a:pt x="8407" y="5693"/>
                  <a:pt x="8407" y="5716"/>
                  <a:pt x="8407" y="5740"/>
                </a:cubicBezTo>
                <a:cubicBezTo>
                  <a:pt x="8449" y="5893"/>
                  <a:pt x="8556" y="5965"/>
                  <a:pt x="8656" y="5965"/>
                </a:cubicBezTo>
                <a:cubicBezTo>
                  <a:pt x="8728" y="5965"/>
                  <a:pt x="8796" y="5929"/>
                  <a:pt x="8836" y="5859"/>
                </a:cubicBezTo>
                <a:cubicBezTo>
                  <a:pt x="8860" y="5812"/>
                  <a:pt x="8884" y="5788"/>
                  <a:pt x="8908" y="5740"/>
                </a:cubicBezTo>
                <a:cubicBezTo>
                  <a:pt x="9146" y="5907"/>
                  <a:pt x="9431" y="5978"/>
                  <a:pt x="9741" y="5978"/>
                </a:cubicBezTo>
                <a:cubicBezTo>
                  <a:pt x="9884" y="5978"/>
                  <a:pt x="10051" y="5955"/>
                  <a:pt x="10193" y="5907"/>
                </a:cubicBezTo>
                <a:cubicBezTo>
                  <a:pt x="10193" y="5955"/>
                  <a:pt x="10193" y="6002"/>
                  <a:pt x="10193" y="6074"/>
                </a:cubicBezTo>
                <a:cubicBezTo>
                  <a:pt x="10193" y="7026"/>
                  <a:pt x="9408" y="7812"/>
                  <a:pt x="8455" y="7812"/>
                </a:cubicBezTo>
                <a:cubicBezTo>
                  <a:pt x="7860" y="7812"/>
                  <a:pt x="7312" y="7502"/>
                  <a:pt x="7002" y="7026"/>
                </a:cubicBezTo>
                <a:cubicBezTo>
                  <a:pt x="7050" y="7002"/>
                  <a:pt x="7098" y="7002"/>
                  <a:pt x="7169" y="6979"/>
                </a:cubicBezTo>
                <a:cubicBezTo>
                  <a:pt x="7169" y="6979"/>
                  <a:pt x="7193" y="6955"/>
                  <a:pt x="7193" y="6955"/>
                </a:cubicBezTo>
                <a:cubicBezTo>
                  <a:pt x="7328" y="6753"/>
                  <a:pt x="7187" y="6572"/>
                  <a:pt x="7011" y="6572"/>
                </a:cubicBezTo>
                <a:cubicBezTo>
                  <a:pt x="7000" y="6572"/>
                  <a:pt x="6989" y="6572"/>
                  <a:pt x="6979" y="6574"/>
                </a:cubicBezTo>
                <a:cubicBezTo>
                  <a:pt x="6883" y="6598"/>
                  <a:pt x="6764" y="6598"/>
                  <a:pt x="6645" y="6598"/>
                </a:cubicBezTo>
                <a:cubicBezTo>
                  <a:pt x="6216" y="6598"/>
                  <a:pt x="5788" y="6478"/>
                  <a:pt x="5431" y="6240"/>
                </a:cubicBezTo>
                <a:cubicBezTo>
                  <a:pt x="5288" y="6145"/>
                  <a:pt x="5169" y="6026"/>
                  <a:pt x="5050" y="5907"/>
                </a:cubicBezTo>
                <a:cubicBezTo>
                  <a:pt x="5026" y="5907"/>
                  <a:pt x="5002" y="5883"/>
                  <a:pt x="4978" y="5883"/>
                </a:cubicBezTo>
                <a:cubicBezTo>
                  <a:pt x="4716" y="5883"/>
                  <a:pt x="4669" y="6145"/>
                  <a:pt x="4788" y="6264"/>
                </a:cubicBezTo>
                <a:cubicBezTo>
                  <a:pt x="4859" y="6359"/>
                  <a:pt x="4954" y="6431"/>
                  <a:pt x="5026" y="6478"/>
                </a:cubicBezTo>
                <a:cubicBezTo>
                  <a:pt x="4788" y="6859"/>
                  <a:pt x="4359" y="7098"/>
                  <a:pt x="3906" y="7098"/>
                </a:cubicBezTo>
                <a:cubicBezTo>
                  <a:pt x="3263" y="7098"/>
                  <a:pt x="2716" y="6645"/>
                  <a:pt x="2597" y="6026"/>
                </a:cubicBezTo>
                <a:cubicBezTo>
                  <a:pt x="2597" y="6026"/>
                  <a:pt x="2597" y="6002"/>
                  <a:pt x="2549" y="6002"/>
                </a:cubicBezTo>
                <a:cubicBezTo>
                  <a:pt x="2501" y="6002"/>
                  <a:pt x="2478" y="5955"/>
                  <a:pt x="2501" y="5931"/>
                </a:cubicBezTo>
                <a:cubicBezTo>
                  <a:pt x="2643" y="5736"/>
                  <a:pt x="2522" y="5542"/>
                  <a:pt x="2343" y="5542"/>
                </a:cubicBezTo>
                <a:cubicBezTo>
                  <a:pt x="2281" y="5542"/>
                  <a:pt x="2212" y="5566"/>
                  <a:pt x="2144" y="5621"/>
                </a:cubicBezTo>
                <a:cubicBezTo>
                  <a:pt x="2144" y="5645"/>
                  <a:pt x="2120" y="5669"/>
                  <a:pt x="2120" y="5693"/>
                </a:cubicBezTo>
                <a:cubicBezTo>
                  <a:pt x="2120" y="5740"/>
                  <a:pt x="2120" y="5812"/>
                  <a:pt x="2120" y="5859"/>
                </a:cubicBezTo>
                <a:cubicBezTo>
                  <a:pt x="1716" y="5859"/>
                  <a:pt x="1382" y="5550"/>
                  <a:pt x="1311" y="5169"/>
                </a:cubicBezTo>
                <a:lnTo>
                  <a:pt x="1311" y="5169"/>
                </a:lnTo>
                <a:cubicBezTo>
                  <a:pt x="1406" y="5192"/>
                  <a:pt x="1501" y="5192"/>
                  <a:pt x="1620" y="5192"/>
                </a:cubicBezTo>
                <a:cubicBezTo>
                  <a:pt x="1644" y="5192"/>
                  <a:pt x="1668" y="5169"/>
                  <a:pt x="1668" y="5169"/>
                </a:cubicBezTo>
                <a:cubicBezTo>
                  <a:pt x="1859" y="4978"/>
                  <a:pt x="1734" y="4749"/>
                  <a:pt x="1551" y="4749"/>
                </a:cubicBezTo>
                <a:cubicBezTo>
                  <a:pt x="1482" y="4749"/>
                  <a:pt x="1406" y="4781"/>
                  <a:pt x="1335" y="4859"/>
                </a:cubicBezTo>
                <a:cubicBezTo>
                  <a:pt x="1308" y="4886"/>
                  <a:pt x="1281" y="4899"/>
                  <a:pt x="1257" y="4899"/>
                </a:cubicBezTo>
                <a:cubicBezTo>
                  <a:pt x="1216" y="4899"/>
                  <a:pt x="1183" y="4862"/>
                  <a:pt x="1168" y="4788"/>
                </a:cubicBezTo>
                <a:cubicBezTo>
                  <a:pt x="1168" y="4669"/>
                  <a:pt x="1168" y="4669"/>
                  <a:pt x="1144" y="4669"/>
                </a:cubicBezTo>
                <a:cubicBezTo>
                  <a:pt x="715" y="4502"/>
                  <a:pt x="453" y="4121"/>
                  <a:pt x="453" y="3668"/>
                </a:cubicBezTo>
                <a:cubicBezTo>
                  <a:pt x="453" y="3240"/>
                  <a:pt x="692" y="2882"/>
                  <a:pt x="1049" y="2692"/>
                </a:cubicBezTo>
                <a:cubicBezTo>
                  <a:pt x="1073" y="2692"/>
                  <a:pt x="1073" y="2692"/>
                  <a:pt x="1073" y="2668"/>
                </a:cubicBezTo>
                <a:cubicBezTo>
                  <a:pt x="1120" y="2621"/>
                  <a:pt x="1192" y="2573"/>
                  <a:pt x="1287" y="2573"/>
                </a:cubicBezTo>
                <a:lnTo>
                  <a:pt x="1620" y="2573"/>
                </a:lnTo>
                <a:cubicBezTo>
                  <a:pt x="1644" y="2573"/>
                  <a:pt x="1668" y="2573"/>
                  <a:pt x="1692" y="2549"/>
                </a:cubicBezTo>
                <a:cubicBezTo>
                  <a:pt x="1858" y="2359"/>
                  <a:pt x="1739" y="2120"/>
                  <a:pt x="1549" y="2120"/>
                </a:cubicBezTo>
                <a:cubicBezTo>
                  <a:pt x="1430" y="2120"/>
                  <a:pt x="1311" y="2144"/>
                  <a:pt x="1215" y="2168"/>
                </a:cubicBezTo>
                <a:cubicBezTo>
                  <a:pt x="1311" y="1811"/>
                  <a:pt x="1644" y="1525"/>
                  <a:pt x="2049" y="1525"/>
                </a:cubicBezTo>
                <a:cubicBezTo>
                  <a:pt x="2097" y="1525"/>
                  <a:pt x="2168" y="1549"/>
                  <a:pt x="2216" y="1549"/>
                </a:cubicBezTo>
                <a:cubicBezTo>
                  <a:pt x="2382" y="1597"/>
                  <a:pt x="2549" y="1668"/>
                  <a:pt x="2668" y="1787"/>
                </a:cubicBezTo>
                <a:cubicBezTo>
                  <a:pt x="2692" y="1835"/>
                  <a:pt x="2763" y="1858"/>
                  <a:pt x="2811" y="1858"/>
                </a:cubicBezTo>
                <a:cubicBezTo>
                  <a:pt x="2930" y="1858"/>
                  <a:pt x="3049" y="1763"/>
                  <a:pt x="3049" y="1597"/>
                </a:cubicBezTo>
                <a:cubicBezTo>
                  <a:pt x="3049" y="1573"/>
                  <a:pt x="3049" y="1549"/>
                  <a:pt x="3025" y="1549"/>
                </a:cubicBezTo>
                <a:cubicBezTo>
                  <a:pt x="2882" y="1382"/>
                  <a:pt x="2740" y="1263"/>
                  <a:pt x="2549" y="1192"/>
                </a:cubicBezTo>
                <a:cubicBezTo>
                  <a:pt x="2740" y="834"/>
                  <a:pt x="3097" y="596"/>
                  <a:pt x="3525" y="596"/>
                </a:cubicBezTo>
                <a:cubicBezTo>
                  <a:pt x="3740" y="596"/>
                  <a:pt x="3930" y="644"/>
                  <a:pt x="4121" y="763"/>
                </a:cubicBezTo>
                <a:cubicBezTo>
                  <a:pt x="4130" y="759"/>
                  <a:pt x="4139" y="757"/>
                  <a:pt x="4149" y="757"/>
                </a:cubicBezTo>
                <a:cubicBezTo>
                  <a:pt x="4193" y="757"/>
                  <a:pt x="4244" y="796"/>
                  <a:pt x="4264" y="834"/>
                </a:cubicBezTo>
                <a:cubicBezTo>
                  <a:pt x="4287" y="930"/>
                  <a:pt x="4383" y="977"/>
                  <a:pt x="4454" y="977"/>
                </a:cubicBezTo>
                <a:cubicBezTo>
                  <a:pt x="4502" y="977"/>
                  <a:pt x="4573" y="954"/>
                  <a:pt x="4597" y="906"/>
                </a:cubicBezTo>
                <a:cubicBezTo>
                  <a:pt x="4692" y="811"/>
                  <a:pt x="4692" y="668"/>
                  <a:pt x="4597" y="596"/>
                </a:cubicBezTo>
                <a:cubicBezTo>
                  <a:pt x="4597" y="596"/>
                  <a:pt x="4597" y="573"/>
                  <a:pt x="4573" y="573"/>
                </a:cubicBezTo>
                <a:cubicBezTo>
                  <a:pt x="4716" y="477"/>
                  <a:pt x="4859" y="453"/>
                  <a:pt x="5026" y="453"/>
                </a:cubicBezTo>
                <a:close/>
                <a:moveTo>
                  <a:pt x="5026" y="1"/>
                </a:moveTo>
                <a:cubicBezTo>
                  <a:pt x="4716" y="1"/>
                  <a:pt x="4430" y="120"/>
                  <a:pt x="4192" y="287"/>
                </a:cubicBezTo>
                <a:cubicBezTo>
                  <a:pt x="3978" y="191"/>
                  <a:pt x="3764" y="144"/>
                  <a:pt x="3525" y="144"/>
                </a:cubicBezTo>
                <a:cubicBezTo>
                  <a:pt x="2906" y="144"/>
                  <a:pt x="2335" y="525"/>
                  <a:pt x="2097" y="1096"/>
                </a:cubicBezTo>
                <a:lnTo>
                  <a:pt x="2049" y="1096"/>
                </a:lnTo>
                <a:cubicBezTo>
                  <a:pt x="1335" y="1096"/>
                  <a:pt x="763" y="1668"/>
                  <a:pt x="739" y="2359"/>
                </a:cubicBezTo>
                <a:cubicBezTo>
                  <a:pt x="287" y="2644"/>
                  <a:pt x="1" y="3121"/>
                  <a:pt x="1" y="3668"/>
                </a:cubicBezTo>
                <a:cubicBezTo>
                  <a:pt x="1" y="4240"/>
                  <a:pt x="334" y="4764"/>
                  <a:pt x="834" y="5026"/>
                </a:cubicBezTo>
                <a:cubicBezTo>
                  <a:pt x="858" y="5740"/>
                  <a:pt x="1430" y="6312"/>
                  <a:pt x="2144" y="6312"/>
                </a:cubicBezTo>
                <a:lnTo>
                  <a:pt x="2192" y="6312"/>
                </a:lnTo>
                <a:cubicBezTo>
                  <a:pt x="2430" y="7026"/>
                  <a:pt x="3121" y="7550"/>
                  <a:pt x="3906" y="7550"/>
                </a:cubicBezTo>
                <a:cubicBezTo>
                  <a:pt x="4097" y="7550"/>
                  <a:pt x="4287" y="7502"/>
                  <a:pt x="4454" y="7455"/>
                </a:cubicBezTo>
                <a:cubicBezTo>
                  <a:pt x="4692" y="7764"/>
                  <a:pt x="5026" y="7979"/>
                  <a:pt x="5407" y="8122"/>
                </a:cubicBezTo>
                <a:cubicBezTo>
                  <a:pt x="5645" y="8193"/>
                  <a:pt x="5883" y="8241"/>
                  <a:pt x="6121" y="8241"/>
                </a:cubicBezTo>
                <a:cubicBezTo>
                  <a:pt x="6312" y="8241"/>
                  <a:pt x="6502" y="8217"/>
                  <a:pt x="6693" y="8169"/>
                </a:cubicBezTo>
                <a:cubicBezTo>
                  <a:pt x="6907" y="8122"/>
                  <a:pt x="7098" y="8026"/>
                  <a:pt x="7288" y="7907"/>
                </a:cubicBezTo>
                <a:cubicBezTo>
                  <a:pt x="7622" y="8122"/>
                  <a:pt x="8026" y="8241"/>
                  <a:pt x="8455" y="8241"/>
                </a:cubicBezTo>
                <a:cubicBezTo>
                  <a:pt x="9646" y="8241"/>
                  <a:pt x="10622" y="7264"/>
                  <a:pt x="10622" y="6074"/>
                </a:cubicBezTo>
                <a:cubicBezTo>
                  <a:pt x="10622" y="5955"/>
                  <a:pt x="10622" y="5835"/>
                  <a:pt x="10598" y="5716"/>
                </a:cubicBezTo>
                <a:cubicBezTo>
                  <a:pt x="11003" y="5431"/>
                  <a:pt x="11265" y="4978"/>
                  <a:pt x="11265" y="4454"/>
                </a:cubicBezTo>
                <a:cubicBezTo>
                  <a:pt x="11265" y="3907"/>
                  <a:pt x="10979" y="3406"/>
                  <a:pt x="10503" y="3121"/>
                </a:cubicBezTo>
                <a:cubicBezTo>
                  <a:pt x="10503" y="3049"/>
                  <a:pt x="10527" y="2978"/>
                  <a:pt x="10527" y="2882"/>
                </a:cubicBezTo>
                <a:cubicBezTo>
                  <a:pt x="10527" y="2049"/>
                  <a:pt x="9836" y="1358"/>
                  <a:pt x="9003" y="1358"/>
                </a:cubicBezTo>
                <a:lnTo>
                  <a:pt x="8765" y="1358"/>
                </a:lnTo>
                <a:cubicBezTo>
                  <a:pt x="8384" y="739"/>
                  <a:pt x="7693" y="334"/>
                  <a:pt x="6931" y="334"/>
                </a:cubicBezTo>
                <a:cubicBezTo>
                  <a:pt x="6621" y="334"/>
                  <a:pt x="6336" y="406"/>
                  <a:pt x="6050" y="525"/>
                </a:cubicBezTo>
                <a:cubicBezTo>
                  <a:pt x="5812" y="191"/>
                  <a:pt x="5431" y="1"/>
                  <a:pt x="50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011" name="Google Shape;4011;p54"/>
          <p:cNvSpPr/>
          <p:nvPr/>
        </p:nvSpPr>
        <p:spPr>
          <a:xfrm>
            <a:off x="1924294" y="3451349"/>
            <a:ext cx="266216" cy="194735"/>
          </a:xfrm>
          <a:custGeom>
            <a:rect b="b" l="l" r="r" t="t"/>
            <a:pathLst>
              <a:path extrusionOk="0" h="8241" w="11266">
                <a:moveTo>
                  <a:pt x="5383" y="6740"/>
                </a:moveTo>
                <a:cubicBezTo>
                  <a:pt x="5740" y="6907"/>
                  <a:pt x="6121" y="7026"/>
                  <a:pt x="6502" y="7050"/>
                </a:cubicBezTo>
                <a:cubicBezTo>
                  <a:pt x="6621" y="7264"/>
                  <a:pt x="6764" y="7455"/>
                  <a:pt x="6931" y="7622"/>
                </a:cubicBezTo>
                <a:cubicBezTo>
                  <a:pt x="6812" y="7669"/>
                  <a:pt x="6693" y="7717"/>
                  <a:pt x="6598" y="7741"/>
                </a:cubicBezTo>
                <a:cubicBezTo>
                  <a:pt x="6448" y="7781"/>
                  <a:pt x="6295" y="7800"/>
                  <a:pt x="6142" y="7800"/>
                </a:cubicBezTo>
                <a:cubicBezTo>
                  <a:pt x="5661" y="7800"/>
                  <a:pt x="5184" y="7608"/>
                  <a:pt x="4859" y="7264"/>
                </a:cubicBezTo>
                <a:cubicBezTo>
                  <a:pt x="5073" y="7121"/>
                  <a:pt x="5264" y="6931"/>
                  <a:pt x="5383" y="6740"/>
                </a:cubicBezTo>
                <a:close/>
                <a:moveTo>
                  <a:pt x="5026" y="453"/>
                </a:moveTo>
                <a:cubicBezTo>
                  <a:pt x="5264" y="453"/>
                  <a:pt x="5502" y="549"/>
                  <a:pt x="5669" y="739"/>
                </a:cubicBezTo>
                <a:cubicBezTo>
                  <a:pt x="5645" y="763"/>
                  <a:pt x="5597" y="787"/>
                  <a:pt x="5550" y="834"/>
                </a:cubicBezTo>
                <a:cubicBezTo>
                  <a:pt x="5550" y="834"/>
                  <a:pt x="5526" y="858"/>
                  <a:pt x="5526" y="882"/>
                </a:cubicBezTo>
                <a:cubicBezTo>
                  <a:pt x="5502" y="1073"/>
                  <a:pt x="5621" y="1168"/>
                  <a:pt x="5740" y="1168"/>
                </a:cubicBezTo>
                <a:cubicBezTo>
                  <a:pt x="5835" y="1168"/>
                  <a:pt x="5907" y="1120"/>
                  <a:pt x="5955" y="1025"/>
                </a:cubicBezTo>
                <a:cubicBezTo>
                  <a:pt x="5971" y="1008"/>
                  <a:pt x="6000" y="991"/>
                  <a:pt x="6032" y="991"/>
                </a:cubicBezTo>
                <a:cubicBezTo>
                  <a:pt x="6046" y="991"/>
                  <a:pt x="6060" y="994"/>
                  <a:pt x="6074" y="1001"/>
                </a:cubicBezTo>
                <a:lnTo>
                  <a:pt x="6097" y="1001"/>
                </a:lnTo>
                <a:cubicBezTo>
                  <a:pt x="6359" y="858"/>
                  <a:pt x="6645" y="787"/>
                  <a:pt x="6931" y="787"/>
                </a:cubicBezTo>
                <a:cubicBezTo>
                  <a:pt x="7574" y="787"/>
                  <a:pt x="8169" y="1144"/>
                  <a:pt x="8479" y="1716"/>
                </a:cubicBezTo>
                <a:cubicBezTo>
                  <a:pt x="8598" y="1978"/>
                  <a:pt x="8669" y="2287"/>
                  <a:pt x="8669" y="2597"/>
                </a:cubicBezTo>
                <a:cubicBezTo>
                  <a:pt x="8669" y="2621"/>
                  <a:pt x="8669" y="2644"/>
                  <a:pt x="8693" y="2644"/>
                </a:cubicBezTo>
                <a:cubicBezTo>
                  <a:pt x="8761" y="2712"/>
                  <a:pt x="8832" y="2741"/>
                  <a:pt x="8895" y="2741"/>
                </a:cubicBezTo>
                <a:cubicBezTo>
                  <a:pt x="9009" y="2741"/>
                  <a:pt x="9098" y="2648"/>
                  <a:pt x="9098" y="2525"/>
                </a:cubicBezTo>
                <a:cubicBezTo>
                  <a:pt x="9098" y="2263"/>
                  <a:pt x="9074" y="2025"/>
                  <a:pt x="8979" y="1787"/>
                </a:cubicBezTo>
                <a:cubicBezTo>
                  <a:pt x="9598" y="1787"/>
                  <a:pt x="10074" y="2287"/>
                  <a:pt x="10074" y="2882"/>
                </a:cubicBezTo>
                <a:cubicBezTo>
                  <a:pt x="10074" y="3002"/>
                  <a:pt x="10074" y="3097"/>
                  <a:pt x="10051" y="3192"/>
                </a:cubicBezTo>
                <a:cubicBezTo>
                  <a:pt x="9979" y="3383"/>
                  <a:pt x="9884" y="3573"/>
                  <a:pt x="9717" y="3692"/>
                </a:cubicBezTo>
                <a:cubicBezTo>
                  <a:pt x="9693" y="3716"/>
                  <a:pt x="9693" y="3740"/>
                  <a:pt x="9693" y="3764"/>
                </a:cubicBezTo>
                <a:cubicBezTo>
                  <a:pt x="9693" y="3954"/>
                  <a:pt x="9812" y="4026"/>
                  <a:pt x="9932" y="4026"/>
                </a:cubicBezTo>
                <a:cubicBezTo>
                  <a:pt x="9979" y="4026"/>
                  <a:pt x="10027" y="4002"/>
                  <a:pt x="10074" y="3978"/>
                </a:cubicBezTo>
                <a:cubicBezTo>
                  <a:pt x="10193" y="3859"/>
                  <a:pt x="10289" y="3716"/>
                  <a:pt x="10360" y="3573"/>
                </a:cubicBezTo>
                <a:cubicBezTo>
                  <a:pt x="10860" y="3907"/>
                  <a:pt x="11027" y="4597"/>
                  <a:pt x="10551" y="5192"/>
                </a:cubicBezTo>
                <a:cubicBezTo>
                  <a:pt x="10527" y="5240"/>
                  <a:pt x="10503" y="5264"/>
                  <a:pt x="10479" y="5288"/>
                </a:cubicBezTo>
                <a:cubicBezTo>
                  <a:pt x="10245" y="5466"/>
                  <a:pt x="9989" y="5551"/>
                  <a:pt x="9742" y="5551"/>
                </a:cubicBezTo>
                <a:cubicBezTo>
                  <a:pt x="9463" y="5551"/>
                  <a:pt x="9194" y="5442"/>
                  <a:pt x="8979" y="5240"/>
                </a:cubicBezTo>
                <a:cubicBezTo>
                  <a:pt x="8836" y="5097"/>
                  <a:pt x="8717" y="4907"/>
                  <a:pt x="8669" y="4669"/>
                </a:cubicBezTo>
                <a:cubicBezTo>
                  <a:pt x="8669" y="4645"/>
                  <a:pt x="8646" y="4621"/>
                  <a:pt x="8622" y="4621"/>
                </a:cubicBezTo>
                <a:cubicBezTo>
                  <a:pt x="8569" y="4586"/>
                  <a:pt x="8519" y="4571"/>
                  <a:pt x="8472" y="4571"/>
                </a:cubicBezTo>
                <a:cubicBezTo>
                  <a:pt x="8329" y="4571"/>
                  <a:pt x="8229" y="4715"/>
                  <a:pt x="8265" y="4859"/>
                </a:cubicBezTo>
                <a:cubicBezTo>
                  <a:pt x="8312" y="5073"/>
                  <a:pt x="8431" y="5264"/>
                  <a:pt x="8574" y="5454"/>
                </a:cubicBezTo>
                <a:cubicBezTo>
                  <a:pt x="8526" y="5526"/>
                  <a:pt x="8479" y="5597"/>
                  <a:pt x="8431" y="5669"/>
                </a:cubicBezTo>
                <a:cubicBezTo>
                  <a:pt x="8407" y="5693"/>
                  <a:pt x="8407" y="5716"/>
                  <a:pt x="8407" y="5740"/>
                </a:cubicBezTo>
                <a:cubicBezTo>
                  <a:pt x="8449" y="5893"/>
                  <a:pt x="8556" y="5965"/>
                  <a:pt x="8656" y="5965"/>
                </a:cubicBezTo>
                <a:cubicBezTo>
                  <a:pt x="8728" y="5965"/>
                  <a:pt x="8796" y="5929"/>
                  <a:pt x="8836" y="5859"/>
                </a:cubicBezTo>
                <a:cubicBezTo>
                  <a:pt x="8860" y="5812"/>
                  <a:pt x="8884" y="5788"/>
                  <a:pt x="8908" y="5740"/>
                </a:cubicBezTo>
                <a:cubicBezTo>
                  <a:pt x="9146" y="5907"/>
                  <a:pt x="9431" y="5978"/>
                  <a:pt x="9741" y="5978"/>
                </a:cubicBezTo>
                <a:cubicBezTo>
                  <a:pt x="9884" y="5978"/>
                  <a:pt x="10051" y="5955"/>
                  <a:pt x="10193" y="5907"/>
                </a:cubicBezTo>
                <a:cubicBezTo>
                  <a:pt x="10193" y="5955"/>
                  <a:pt x="10193" y="6002"/>
                  <a:pt x="10193" y="6074"/>
                </a:cubicBezTo>
                <a:cubicBezTo>
                  <a:pt x="10193" y="7026"/>
                  <a:pt x="9408" y="7812"/>
                  <a:pt x="8455" y="7812"/>
                </a:cubicBezTo>
                <a:cubicBezTo>
                  <a:pt x="7860" y="7812"/>
                  <a:pt x="7312" y="7502"/>
                  <a:pt x="7002" y="7026"/>
                </a:cubicBezTo>
                <a:cubicBezTo>
                  <a:pt x="7050" y="7002"/>
                  <a:pt x="7098" y="7002"/>
                  <a:pt x="7169" y="6979"/>
                </a:cubicBezTo>
                <a:cubicBezTo>
                  <a:pt x="7169" y="6979"/>
                  <a:pt x="7193" y="6955"/>
                  <a:pt x="7193" y="6955"/>
                </a:cubicBezTo>
                <a:cubicBezTo>
                  <a:pt x="7328" y="6753"/>
                  <a:pt x="7187" y="6572"/>
                  <a:pt x="7011" y="6572"/>
                </a:cubicBezTo>
                <a:cubicBezTo>
                  <a:pt x="7000" y="6572"/>
                  <a:pt x="6989" y="6572"/>
                  <a:pt x="6979" y="6574"/>
                </a:cubicBezTo>
                <a:cubicBezTo>
                  <a:pt x="6883" y="6598"/>
                  <a:pt x="6764" y="6598"/>
                  <a:pt x="6645" y="6598"/>
                </a:cubicBezTo>
                <a:cubicBezTo>
                  <a:pt x="6216" y="6598"/>
                  <a:pt x="5788" y="6478"/>
                  <a:pt x="5431" y="6240"/>
                </a:cubicBezTo>
                <a:cubicBezTo>
                  <a:pt x="5288" y="6145"/>
                  <a:pt x="5169" y="6026"/>
                  <a:pt x="5050" y="5907"/>
                </a:cubicBezTo>
                <a:cubicBezTo>
                  <a:pt x="5026" y="5907"/>
                  <a:pt x="5002" y="5883"/>
                  <a:pt x="4978" y="5883"/>
                </a:cubicBezTo>
                <a:cubicBezTo>
                  <a:pt x="4716" y="5883"/>
                  <a:pt x="4669" y="6145"/>
                  <a:pt x="4788" y="6264"/>
                </a:cubicBezTo>
                <a:cubicBezTo>
                  <a:pt x="4859" y="6359"/>
                  <a:pt x="4954" y="6431"/>
                  <a:pt x="5026" y="6478"/>
                </a:cubicBezTo>
                <a:cubicBezTo>
                  <a:pt x="4788" y="6859"/>
                  <a:pt x="4359" y="7098"/>
                  <a:pt x="3906" y="7098"/>
                </a:cubicBezTo>
                <a:cubicBezTo>
                  <a:pt x="3263" y="7098"/>
                  <a:pt x="2716" y="6645"/>
                  <a:pt x="2597" y="6026"/>
                </a:cubicBezTo>
                <a:cubicBezTo>
                  <a:pt x="2597" y="6026"/>
                  <a:pt x="2597" y="6002"/>
                  <a:pt x="2549" y="6002"/>
                </a:cubicBezTo>
                <a:cubicBezTo>
                  <a:pt x="2501" y="6002"/>
                  <a:pt x="2478" y="5955"/>
                  <a:pt x="2501" y="5931"/>
                </a:cubicBezTo>
                <a:cubicBezTo>
                  <a:pt x="2643" y="5736"/>
                  <a:pt x="2522" y="5542"/>
                  <a:pt x="2343" y="5542"/>
                </a:cubicBezTo>
                <a:cubicBezTo>
                  <a:pt x="2281" y="5542"/>
                  <a:pt x="2212" y="5566"/>
                  <a:pt x="2144" y="5621"/>
                </a:cubicBezTo>
                <a:cubicBezTo>
                  <a:pt x="2144" y="5645"/>
                  <a:pt x="2120" y="5669"/>
                  <a:pt x="2120" y="5693"/>
                </a:cubicBezTo>
                <a:cubicBezTo>
                  <a:pt x="2120" y="5740"/>
                  <a:pt x="2120" y="5812"/>
                  <a:pt x="2120" y="5859"/>
                </a:cubicBezTo>
                <a:cubicBezTo>
                  <a:pt x="1716" y="5859"/>
                  <a:pt x="1382" y="5550"/>
                  <a:pt x="1311" y="5169"/>
                </a:cubicBezTo>
                <a:lnTo>
                  <a:pt x="1311" y="5169"/>
                </a:lnTo>
                <a:cubicBezTo>
                  <a:pt x="1406" y="5192"/>
                  <a:pt x="1501" y="5192"/>
                  <a:pt x="1620" y="5192"/>
                </a:cubicBezTo>
                <a:cubicBezTo>
                  <a:pt x="1644" y="5192"/>
                  <a:pt x="1668" y="5169"/>
                  <a:pt x="1668" y="5169"/>
                </a:cubicBezTo>
                <a:cubicBezTo>
                  <a:pt x="1859" y="4978"/>
                  <a:pt x="1734" y="4749"/>
                  <a:pt x="1551" y="4749"/>
                </a:cubicBezTo>
                <a:cubicBezTo>
                  <a:pt x="1482" y="4749"/>
                  <a:pt x="1406" y="4781"/>
                  <a:pt x="1335" y="4859"/>
                </a:cubicBezTo>
                <a:cubicBezTo>
                  <a:pt x="1308" y="4886"/>
                  <a:pt x="1281" y="4899"/>
                  <a:pt x="1257" y="4899"/>
                </a:cubicBezTo>
                <a:cubicBezTo>
                  <a:pt x="1216" y="4899"/>
                  <a:pt x="1183" y="4862"/>
                  <a:pt x="1168" y="4788"/>
                </a:cubicBezTo>
                <a:cubicBezTo>
                  <a:pt x="1168" y="4669"/>
                  <a:pt x="1168" y="4669"/>
                  <a:pt x="1144" y="4669"/>
                </a:cubicBezTo>
                <a:cubicBezTo>
                  <a:pt x="715" y="4502"/>
                  <a:pt x="453" y="4121"/>
                  <a:pt x="453" y="3668"/>
                </a:cubicBezTo>
                <a:cubicBezTo>
                  <a:pt x="453" y="3240"/>
                  <a:pt x="692" y="2882"/>
                  <a:pt x="1049" y="2692"/>
                </a:cubicBezTo>
                <a:cubicBezTo>
                  <a:pt x="1073" y="2692"/>
                  <a:pt x="1073" y="2692"/>
                  <a:pt x="1073" y="2668"/>
                </a:cubicBezTo>
                <a:cubicBezTo>
                  <a:pt x="1120" y="2621"/>
                  <a:pt x="1192" y="2573"/>
                  <a:pt x="1287" y="2573"/>
                </a:cubicBezTo>
                <a:lnTo>
                  <a:pt x="1620" y="2573"/>
                </a:lnTo>
                <a:cubicBezTo>
                  <a:pt x="1644" y="2573"/>
                  <a:pt x="1668" y="2573"/>
                  <a:pt x="1692" y="2549"/>
                </a:cubicBezTo>
                <a:cubicBezTo>
                  <a:pt x="1858" y="2359"/>
                  <a:pt x="1739" y="2120"/>
                  <a:pt x="1549" y="2120"/>
                </a:cubicBezTo>
                <a:cubicBezTo>
                  <a:pt x="1430" y="2120"/>
                  <a:pt x="1311" y="2144"/>
                  <a:pt x="1215" y="2168"/>
                </a:cubicBezTo>
                <a:cubicBezTo>
                  <a:pt x="1311" y="1811"/>
                  <a:pt x="1644" y="1525"/>
                  <a:pt x="2049" y="1525"/>
                </a:cubicBezTo>
                <a:cubicBezTo>
                  <a:pt x="2097" y="1525"/>
                  <a:pt x="2168" y="1549"/>
                  <a:pt x="2216" y="1549"/>
                </a:cubicBezTo>
                <a:cubicBezTo>
                  <a:pt x="2382" y="1597"/>
                  <a:pt x="2549" y="1668"/>
                  <a:pt x="2668" y="1787"/>
                </a:cubicBezTo>
                <a:cubicBezTo>
                  <a:pt x="2692" y="1835"/>
                  <a:pt x="2763" y="1858"/>
                  <a:pt x="2811" y="1858"/>
                </a:cubicBezTo>
                <a:cubicBezTo>
                  <a:pt x="2930" y="1858"/>
                  <a:pt x="3049" y="1763"/>
                  <a:pt x="3049" y="1597"/>
                </a:cubicBezTo>
                <a:cubicBezTo>
                  <a:pt x="3049" y="1573"/>
                  <a:pt x="3049" y="1549"/>
                  <a:pt x="3025" y="1549"/>
                </a:cubicBezTo>
                <a:cubicBezTo>
                  <a:pt x="2882" y="1382"/>
                  <a:pt x="2740" y="1263"/>
                  <a:pt x="2549" y="1192"/>
                </a:cubicBezTo>
                <a:cubicBezTo>
                  <a:pt x="2740" y="834"/>
                  <a:pt x="3097" y="596"/>
                  <a:pt x="3525" y="596"/>
                </a:cubicBezTo>
                <a:cubicBezTo>
                  <a:pt x="3740" y="596"/>
                  <a:pt x="3930" y="644"/>
                  <a:pt x="4121" y="763"/>
                </a:cubicBezTo>
                <a:cubicBezTo>
                  <a:pt x="4130" y="759"/>
                  <a:pt x="4139" y="757"/>
                  <a:pt x="4149" y="757"/>
                </a:cubicBezTo>
                <a:cubicBezTo>
                  <a:pt x="4193" y="757"/>
                  <a:pt x="4244" y="796"/>
                  <a:pt x="4264" y="834"/>
                </a:cubicBezTo>
                <a:cubicBezTo>
                  <a:pt x="4287" y="930"/>
                  <a:pt x="4383" y="977"/>
                  <a:pt x="4454" y="977"/>
                </a:cubicBezTo>
                <a:cubicBezTo>
                  <a:pt x="4502" y="977"/>
                  <a:pt x="4573" y="954"/>
                  <a:pt x="4597" y="906"/>
                </a:cubicBezTo>
                <a:cubicBezTo>
                  <a:pt x="4692" y="811"/>
                  <a:pt x="4692" y="668"/>
                  <a:pt x="4597" y="596"/>
                </a:cubicBezTo>
                <a:cubicBezTo>
                  <a:pt x="4597" y="596"/>
                  <a:pt x="4597" y="573"/>
                  <a:pt x="4573" y="573"/>
                </a:cubicBezTo>
                <a:cubicBezTo>
                  <a:pt x="4716" y="477"/>
                  <a:pt x="4859" y="453"/>
                  <a:pt x="5026" y="453"/>
                </a:cubicBezTo>
                <a:close/>
                <a:moveTo>
                  <a:pt x="5026" y="1"/>
                </a:moveTo>
                <a:cubicBezTo>
                  <a:pt x="4716" y="1"/>
                  <a:pt x="4430" y="120"/>
                  <a:pt x="4192" y="287"/>
                </a:cubicBezTo>
                <a:cubicBezTo>
                  <a:pt x="3978" y="191"/>
                  <a:pt x="3764" y="144"/>
                  <a:pt x="3525" y="144"/>
                </a:cubicBezTo>
                <a:cubicBezTo>
                  <a:pt x="2906" y="144"/>
                  <a:pt x="2335" y="525"/>
                  <a:pt x="2097" y="1096"/>
                </a:cubicBezTo>
                <a:lnTo>
                  <a:pt x="2049" y="1096"/>
                </a:lnTo>
                <a:cubicBezTo>
                  <a:pt x="1335" y="1096"/>
                  <a:pt x="763" y="1668"/>
                  <a:pt x="739" y="2359"/>
                </a:cubicBezTo>
                <a:cubicBezTo>
                  <a:pt x="287" y="2644"/>
                  <a:pt x="1" y="3121"/>
                  <a:pt x="1" y="3668"/>
                </a:cubicBezTo>
                <a:cubicBezTo>
                  <a:pt x="1" y="4240"/>
                  <a:pt x="334" y="4764"/>
                  <a:pt x="834" y="5026"/>
                </a:cubicBezTo>
                <a:cubicBezTo>
                  <a:pt x="858" y="5740"/>
                  <a:pt x="1430" y="6312"/>
                  <a:pt x="2144" y="6312"/>
                </a:cubicBezTo>
                <a:lnTo>
                  <a:pt x="2192" y="6312"/>
                </a:lnTo>
                <a:cubicBezTo>
                  <a:pt x="2430" y="7026"/>
                  <a:pt x="3121" y="7550"/>
                  <a:pt x="3906" y="7550"/>
                </a:cubicBezTo>
                <a:cubicBezTo>
                  <a:pt x="4097" y="7550"/>
                  <a:pt x="4287" y="7502"/>
                  <a:pt x="4454" y="7455"/>
                </a:cubicBezTo>
                <a:cubicBezTo>
                  <a:pt x="4692" y="7764"/>
                  <a:pt x="5026" y="7979"/>
                  <a:pt x="5407" y="8122"/>
                </a:cubicBezTo>
                <a:cubicBezTo>
                  <a:pt x="5645" y="8193"/>
                  <a:pt x="5883" y="8241"/>
                  <a:pt x="6121" y="8241"/>
                </a:cubicBezTo>
                <a:cubicBezTo>
                  <a:pt x="6312" y="8241"/>
                  <a:pt x="6502" y="8217"/>
                  <a:pt x="6693" y="8169"/>
                </a:cubicBezTo>
                <a:cubicBezTo>
                  <a:pt x="6907" y="8122"/>
                  <a:pt x="7098" y="8026"/>
                  <a:pt x="7288" y="7907"/>
                </a:cubicBezTo>
                <a:cubicBezTo>
                  <a:pt x="7622" y="8122"/>
                  <a:pt x="8026" y="8241"/>
                  <a:pt x="8455" y="8241"/>
                </a:cubicBezTo>
                <a:cubicBezTo>
                  <a:pt x="9646" y="8241"/>
                  <a:pt x="10622" y="7264"/>
                  <a:pt x="10622" y="6074"/>
                </a:cubicBezTo>
                <a:cubicBezTo>
                  <a:pt x="10622" y="5955"/>
                  <a:pt x="10622" y="5835"/>
                  <a:pt x="10598" y="5716"/>
                </a:cubicBezTo>
                <a:cubicBezTo>
                  <a:pt x="11003" y="5431"/>
                  <a:pt x="11265" y="4978"/>
                  <a:pt x="11265" y="4454"/>
                </a:cubicBezTo>
                <a:cubicBezTo>
                  <a:pt x="11265" y="3907"/>
                  <a:pt x="10979" y="3406"/>
                  <a:pt x="10503" y="3121"/>
                </a:cubicBezTo>
                <a:cubicBezTo>
                  <a:pt x="10503" y="3049"/>
                  <a:pt x="10527" y="2978"/>
                  <a:pt x="10527" y="2882"/>
                </a:cubicBezTo>
                <a:cubicBezTo>
                  <a:pt x="10527" y="2049"/>
                  <a:pt x="9836" y="1358"/>
                  <a:pt x="9003" y="1358"/>
                </a:cubicBezTo>
                <a:lnTo>
                  <a:pt x="8765" y="1358"/>
                </a:lnTo>
                <a:cubicBezTo>
                  <a:pt x="8384" y="739"/>
                  <a:pt x="7693" y="334"/>
                  <a:pt x="6931" y="334"/>
                </a:cubicBezTo>
                <a:cubicBezTo>
                  <a:pt x="6621" y="334"/>
                  <a:pt x="6336" y="406"/>
                  <a:pt x="6050" y="525"/>
                </a:cubicBezTo>
                <a:cubicBezTo>
                  <a:pt x="5812" y="191"/>
                  <a:pt x="5431" y="1"/>
                  <a:pt x="50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012" name="Google Shape;4012;p54"/>
          <p:cNvSpPr/>
          <p:nvPr/>
        </p:nvSpPr>
        <p:spPr>
          <a:xfrm>
            <a:off x="4896094" y="3603749"/>
            <a:ext cx="266216" cy="194735"/>
          </a:xfrm>
          <a:custGeom>
            <a:rect b="b" l="l" r="r" t="t"/>
            <a:pathLst>
              <a:path extrusionOk="0" h="8241" w="11266">
                <a:moveTo>
                  <a:pt x="5383" y="6740"/>
                </a:moveTo>
                <a:cubicBezTo>
                  <a:pt x="5740" y="6907"/>
                  <a:pt x="6121" y="7026"/>
                  <a:pt x="6502" y="7050"/>
                </a:cubicBezTo>
                <a:cubicBezTo>
                  <a:pt x="6621" y="7264"/>
                  <a:pt x="6764" y="7455"/>
                  <a:pt x="6931" y="7622"/>
                </a:cubicBezTo>
                <a:cubicBezTo>
                  <a:pt x="6812" y="7669"/>
                  <a:pt x="6693" y="7717"/>
                  <a:pt x="6598" y="7741"/>
                </a:cubicBezTo>
                <a:cubicBezTo>
                  <a:pt x="6448" y="7781"/>
                  <a:pt x="6295" y="7800"/>
                  <a:pt x="6142" y="7800"/>
                </a:cubicBezTo>
                <a:cubicBezTo>
                  <a:pt x="5661" y="7800"/>
                  <a:pt x="5184" y="7608"/>
                  <a:pt x="4859" y="7264"/>
                </a:cubicBezTo>
                <a:cubicBezTo>
                  <a:pt x="5073" y="7121"/>
                  <a:pt x="5264" y="6931"/>
                  <a:pt x="5383" y="6740"/>
                </a:cubicBezTo>
                <a:close/>
                <a:moveTo>
                  <a:pt x="5026" y="453"/>
                </a:moveTo>
                <a:cubicBezTo>
                  <a:pt x="5264" y="453"/>
                  <a:pt x="5502" y="549"/>
                  <a:pt x="5669" y="739"/>
                </a:cubicBezTo>
                <a:cubicBezTo>
                  <a:pt x="5645" y="763"/>
                  <a:pt x="5597" y="787"/>
                  <a:pt x="5550" y="834"/>
                </a:cubicBezTo>
                <a:cubicBezTo>
                  <a:pt x="5550" y="834"/>
                  <a:pt x="5526" y="858"/>
                  <a:pt x="5526" y="882"/>
                </a:cubicBezTo>
                <a:cubicBezTo>
                  <a:pt x="5502" y="1073"/>
                  <a:pt x="5621" y="1168"/>
                  <a:pt x="5740" y="1168"/>
                </a:cubicBezTo>
                <a:cubicBezTo>
                  <a:pt x="5835" y="1168"/>
                  <a:pt x="5907" y="1120"/>
                  <a:pt x="5955" y="1025"/>
                </a:cubicBezTo>
                <a:cubicBezTo>
                  <a:pt x="5971" y="1008"/>
                  <a:pt x="6000" y="991"/>
                  <a:pt x="6032" y="991"/>
                </a:cubicBezTo>
                <a:cubicBezTo>
                  <a:pt x="6046" y="991"/>
                  <a:pt x="6060" y="994"/>
                  <a:pt x="6074" y="1001"/>
                </a:cubicBezTo>
                <a:lnTo>
                  <a:pt x="6097" y="1001"/>
                </a:lnTo>
                <a:cubicBezTo>
                  <a:pt x="6359" y="858"/>
                  <a:pt x="6645" y="787"/>
                  <a:pt x="6931" y="787"/>
                </a:cubicBezTo>
                <a:cubicBezTo>
                  <a:pt x="7574" y="787"/>
                  <a:pt x="8169" y="1144"/>
                  <a:pt x="8479" y="1716"/>
                </a:cubicBezTo>
                <a:cubicBezTo>
                  <a:pt x="8598" y="1978"/>
                  <a:pt x="8669" y="2287"/>
                  <a:pt x="8669" y="2597"/>
                </a:cubicBezTo>
                <a:cubicBezTo>
                  <a:pt x="8669" y="2621"/>
                  <a:pt x="8669" y="2644"/>
                  <a:pt x="8693" y="2644"/>
                </a:cubicBezTo>
                <a:cubicBezTo>
                  <a:pt x="8761" y="2712"/>
                  <a:pt x="8832" y="2741"/>
                  <a:pt x="8895" y="2741"/>
                </a:cubicBezTo>
                <a:cubicBezTo>
                  <a:pt x="9009" y="2741"/>
                  <a:pt x="9098" y="2648"/>
                  <a:pt x="9098" y="2525"/>
                </a:cubicBezTo>
                <a:cubicBezTo>
                  <a:pt x="9098" y="2263"/>
                  <a:pt x="9074" y="2025"/>
                  <a:pt x="8979" y="1787"/>
                </a:cubicBezTo>
                <a:cubicBezTo>
                  <a:pt x="9598" y="1787"/>
                  <a:pt x="10074" y="2287"/>
                  <a:pt x="10074" y="2882"/>
                </a:cubicBezTo>
                <a:cubicBezTo>
                  <a:pt x="10074" y="3002"/>
                  <a:pt x="10074" y="3097"/>
                  <a:pt x="10051" y="3192"/>
                </a:cubicBezTo>
                <a:cubicBezTo>
                  <a:pt x="9979" y="3383"/>
                  <a:pt x="9884" y="3573"/>
                  <a:pt x="9717" y="3692"/>
                </a:cubicBezTo>
                <a:cubicBezTo>
                  <a:pt x="9693" y="3716"/>
                  <a:pt x="9693" y="3740"/>
                  <a:pt x="9693" y="3764"/>
                </a:cubicBezTo>
                <a:cubicBezTo>
                  <a:pt x="9693" y="3954"/>
                  <a:pt x="9812" y="4026"/>
                  <a:pt x="9932" y="4026"/>
                </a:cubicBezTo>
                <a:cubicBezTo>
                  <a:pt x="9979" y="4026"/>
                  <a:pt x="10027" y="4002"/>
                  <a:pt x="10074" y="3978"/>
                </a:cubicBezTo>
                <a:cubicBezTo>
                  <a:pt x="10193" y="3859"/>
                  <a:pt x="10289" y="3716"/>
                  <a:pt x="10360" y="3573"/>
                </a:cubicBezTo>
                <a:cubicBezTo>
                  <a:pt x="10860" y="3907"/>
                  <a:pt x="11027" y="4597"/>
                  <a:pt x="10551" y="5192"/>
                </a:cubicBezTo>
                <a:cubicBezTo>
                  <a:pt x="10527" y="5240"/>
                  <a:pt x="10503" y="5264"/>
                  <a:pt x="10479" y="5288"/>
                </a:cubicBezTo>
                <a:cubicBezTo>
                  <a:pt x="10245" y="5466"/>
                  <a:pt x="9989" y="5551"/>
                  <a:pt x="9742" y="5551"/>
                </a:cubicBezTo>
                <a:cubicBezTo>
                  <a:pt x="9463" y="5551"/>
                  <a:pt x="9194" y="5442"/>
                  <a:pt x="8979" y="5240"/>
                </a:cubicBezTo>
                <a:cubicBezTo>
                  <a:pt x="8836" y="5097"/>
                  <a:pt x="8717" y="4907"/>
                  <a:pt x="8669" y="4669"/>
                </a:cubicBezTo>
                <a:cubicBezTo>
                  <a:pt x="8669" y="4645"/>
                  <a:pt x="8646" y="4621"/>
                  <a:pt x="8622" y="4621"/>
                </a:cubicBezTo>
                <a:cubicBezTo>
                  <a:pt x="8569" y="4586"/>
                  <a:pt x="8519" y="4571"/>
                  <a:pt x="8472" y="4571"/>
                </a:cubicBezTo>
                <a:cubicBezTo>
                  <a:pt x="8329" y="4571"/>
                  <a:pt x="8229" y="4715"/>
                  <a:pt x="8265" y="4859"/>
                </a:cubicBezTo>
                <a:cubicBezTo>
                  <a:pt x="8312" y="5073"/>
                  <a:pt x="8431" y="5264"/>
                  <a:pt x="8574" y="5454"/>
                </a:cubicBezTo>
                <a:cubicBezTo>
                  <a:pt x="8526" y="5526"/>
                  <a:pt x="8479" y="5597"/>
                  <a:pt x="8431" y="5669"/>
                </a:cubicBezTo>
                <a:cubicBezTo>
                  <a:pt x="8407" y="5693"/>
                  <a:pt x="8407" y="5716"/>
                  <a:pt x="8407" y="5740"/>
                </a:cubicBezTo>
                <a:cubicBezTo>
                  <a:pt x="8449" y="5893"/>
                  <a:pt x="8556" y="5965"/>
                  <a:pt x="8656" y="5965"/>
                </a:cubicBezTo>
                <a:cubicBezTo>
                  <a:pt x="8728" y="5965"/>
                  <a:pt x="8796" y="5929"/>
                  <a:pt x="8836" y="5859"/>
                </a:cubicBezTo>
                <a:cubicBezTo>
                  <a:pt x="8860" y="5812"/>
                  <a:pt x="8884" y="5788"/>
                  <a:pt x="8908" y="5740"/>
                </a:cubicBezTo>
                <a:cubicBezTo>
                  <a:pt x="9146" y="5907"/>
                  <a:pt x="9431" y="5978"/>
                  <a:pt x="9741" y="5978"/>
                </a:cubicBezTo>
                <a:cubicBezTo>
                  <a:pt x="9884" y="5978"/>
                  <a:pt x="10051" y="5955"/>
                  <a:pt x="10193" y="5907"/>
                </a:cubicBezTo>
                <a:cubicBezTo>
                  <a:pt x="10193" y="5955"/>
                  <a:pt x="10193" y="6002"/>
                  <a:pt x="10193" y="6074"/>
                </a:cubicBezTo>
                <a:cubicBezTo>
                  <a:pt x="10193" y="7026"/>
                  <a:pt x="9408" y="7812"/>
                  <a:pt x="8455" y="7812"/>
                </a:cubicBezTo>
                <a:cubicBezTo>
                  <a:pt x="7860" y="7812"/>
                  <a:pt x="7312" y="7502"/>
                  <a:pt x="7002" y="7026"/>
                </a:cubicBezTo>
                <a:cubicBezTo>
                  <a:pt x="7050" y="7002"/>
                  <a:pt x="7098" y="7002"/>
                  <a:pt x="7169" y="6979"/>
                </a:cubicBezTo>
                <a:cubicBezTo>
                  <a:pt x="7169" y="6979"/>
                  <a:pt x="7193" y="6955"/>
                  <a:pt x="7193" y="6955"/>
                </a:cubicBezTo>
                <a:cubicBezTo>
                  <a:pt x="7328" y="6753"/>
                  <a:pt x="7187" y="6572"/>
                  <a:pt x="7011" y="6572"/>
                </a:cubicBezTo>
                <a:cubicBezTo>
                  <a:pt x="7000" y="6572"/>
                  <a:pt x="6989" y="6572"/>
                  <a:pt x="6979" y="6574"/>
                </a:cubicBezTo>
                <a:cubicBezTo>
                  <a:pt x="6883" y="6598"/>
                  <a:pt x="6764" y="6598"/>
                  <a:pt x="6645" y="6598"/>
                </a:cubicBezTo>
                <a:cubicBezTo>
                  <a:pt x="6216" y="6598"/>
                  <a:pt x="5788" y="6478"/>
                  <a:pt x="5431" y="6240"/>
                </a:cubicBezTo>
                <a:cubicBezTo>
                  <a:pt x="5288" y="6145"/>
                  <a:pt x="5169" y="6026"/>
                  <a:pt x="5050" y="5907"/>
                </a:cubicBezTo>
                <a:cubicBezTo>
                  <a:pt x="5026" y="5907"/>
                  <a:pt x="5002" y="5883"/>
                  <a:pt x="4978" y="5883"/>
                </a:cubicBezTo>
                <a:cubicBezTo>
                  <a:pt x="4716" y="5883"/>
                  <a:pt x="4669" y="6145"/>
                  <a:pt x="4788" y="6264"/>
                </a:cubicBezTo>
                <a:cubicBezTo>
                  <a:pt x="4859" y="6359"/>
                  <a:pt x="4954" y="6431"/>
                  <a:pt x="5026" y="6478"/>
                </a:cubicBezTo>
                <a:cubicBezTo>
                  <a:pt x="4788" y="6859"/>
                  <a:pt x="4359" y="7098"/>
                  <a:pt x="3906" y="7098"/>
                </a:cubicBezTo>
                <a:cubicBezTo>
                  <a:pt x="3263" y="7098"/>
                  <a:pt x="2716" y="6645"/>
                  <a:pt x="2597" y="6026"/>
                </a:cubicBezTo>
                <a:cubicBezTo>
                  <a:pt x="2597" y="6026"/>
                  <a:pt x="2597" y="6002"/>
                  <a:pt x="2549" y="6002"/>
                </a:cubicBezTo>
                <a:cubicBezTo>
                  <a:pt x="2501" y="6002"/>
                  <a:pt x="2478" y="5955"/>
                  <a:pt x="2501" y="5931"/>
                </a:cubicBezTo>
                <a:cubicBezTo>
                  <a:pt x="2643" y="5736"/>
                  <a:pt x="2522" y="5542"/>
                  <a:pt x="2343" y="5542"/>
                </a:cubicBezTo>
                <a:cubicBezTo>
                  <a:pt x="2281" y="5542"/>
                  <a:pt x="2212" y="5566"/>
                  <a:pt x="2144" y="5621"/>
                </a:cubicBezTo>
                <a:cubicBezTo>
                  <a:pt x="2144" y="5645"/>
                  <a:pt x="2120" y="5669"/>
                  <a:pt x="2120" y="5693"/>
                </a:cubicBezTo>
                <a:cubicBezTo>
                  <a:pt x="2120" y="5740"/>
                  <a:pt x="2120" y="5812"/>
                  <a:pt x="2120" y="5859"/>
                </a:cubicBezTo>
                <a:cubicBezTo>
                  <a:pt x="1716" y="5859"/>
                  <a:pt x="1382" y="5550"/>
                  <a:pt x="1311" y="5169"/>
                </a:cubicBezTo>
                <a:lnTo>
                  <a:pt x="1311" y="5169"/>
                </a:lnTo>
                <a:cubicBezTo>
                  <a:pt x="1406" y="5192"/>
                  <a:pt x="1501" y="5192"/>
                  <a:pt x="1620" y="5192"/>
                </a:cubicBezTo>
                <a:cubicBezTo>
                  <a:pt x="1644" y="5192"/>
                  <a:pt x="1668" y="5169"/>
                  <a:pt x="1668" y="5169"/>
                </a:cubicBezTo>
                <a:cubicBezTo>
                  <a:pt x="1859" y="4978"/>
                  <a:pt x="1734" y="4749"/>
                  <a:pt x="1551" y="4749"/>
                </a:cubicBezTo>
                <a:cubicBezTo>
                  <a:pt x="1482" y="4749"/>
                  <a:pt x="1406" y="4781"/>
                  <a:pt x="1335" y="4859"/>
                </a:cubicBezTo>
                <a:cubicBezTo>
                  <a:pt x="1308" y="4886"/>
                  <a:pt x="1281" y="4899"/>
                  <a:pt x="1257" y="4899"/>
                </a:cubicBezTo>
                <a:cubicBezTo>
                  <a:pt x="1216" y="4899"/>
                  <a:pt x="1183" y="4862"/>
                  <a:pt x="1168" y="4788"/>
                </a:cubicBezTo>
                <a:cubicBezTo>
                  <a:pt x="1168" y="4669"/>
                  <a:pt x="1168" y="4669"/>
                  <a:pt x="1144" y="4669"/>
                </a:cubicBezTo>
                <a:cubicBezTo>
                  <a:pt x="715" y="4502"/>
                  <a:pt x="453" y="4121"/>
                  <a:pt x="453" y="3668"/>
                </a:cubicBezTo>
                <a:cubicBezTo>
                  <a:pt x="453" y="3240"/>
                  <a:pt x="692" y="2882"/>
                  <a:pt x="1049" y="2692"/>
                </a:cubicBezTo>
                <a:cubicBezTo>
                  <a:pt x="1073" y="2692"/>
                  <a:pt x="1073" y="2692"/>
                  <a:pt x="1073" y="2668"/>
                </a:cubicBezTo>
                <a:cubicBezTo>
                  <a:pt x="1120" y="2621"/>
                  <a:pt x="1192" y="2573"/>
                  <a:pt x="1287" y="2573"/>
                </a:cubicBezTo>
                <a:lnTo>
                  <a:pt x="1620" y="2573"/>
                </a:lnTo>
                <a:cubicBezTo>
                  <a:pt x="1644" y="2573"/>
                  <a:pt x="1668" y="2573"/>
                  <a:pt x="1692" y="2549"/>
                </a:cubicBezTo>
                <a:cubicBezTo>
                  <a:pt x="1858" y="2359"/>
                  <a:pt x="1739" y="2120"/>
                  <a:pt x="1549" y="2120"/>
                </a:cubicBezTo>
                <a:cubicBezTo>
                  <a:pt x="1430" y="2120"/>
                  <a:pt x="1311" y="2144"/>
                  <a:pt x="1215" y="2168"/>
                </a:cubicBezTo>
                <a:cubicBezTo>
                  <a:pt x="1311" y="1811"/>
                  <a:pt x="1644" y="1525"/>
                  <a:pt x="2049" y="1525"/>
                </a:cubicBezTo>
                <a:cubicBezTo>
                  <a:pt x="2097" y="1525"/>
                  <a:pt x="2168" y="1549"/>
                  <a:pt x="2216" y="1549"/>
                </a:cubicBezTo>
                <a:cubicBezTo>
                  <a:pt x="2382" y="1597"/>
                  <a:pt x="2549" y="1668"/>
                  <a:pt x="2668" y="1787"/>
                </a:cubicBezTo>
                <a:cubicBezTo>
                  <a:pt x="2692" y="1835"/>
                  <a:pt x="2763" y="1858"/>
                  <a:pt x="2811" y="1858"/>
                </a:cubicBezTo>
                <a:cubicBezTo>
                  <a:pt x="2930" y="1858"/>
                  <a:pt x="3049" y="1763"/>
                  <a:pt x="3049" y="1597"/>
                </a:cubicBezTo>
                <a:cubicBezTo>
                  <a:pt x="3049" y="1573"/>
                  <a:pt x="3049" y="1549"/>
                  <a:pt x="3025" y="1549"/>
                </a:cubicBezTo>
                <a:cubicBezTo>
                  <a:pt x="2882" y="1382"/>
                  <a:pt x="2740" y="1263"/>
                  <a:pt x="2549" y="1192"/>
                </a:cubicBezTo>
                <a:cubicBezTo>
                  <a:pt x="2740" y="834"/>
                  <a:pt x="3097" y="596"/>
                  <a:pt x="3525" y="596"/>
                </a:cubicBezTo>
                <a:cubicBezTo>
                  <a:pt x="3740" y="596"/>
                  <a:pt x="3930" y="644"/>
                  <a:pt x="4121" y="763"/>
                </a:cubicBezTo>
                <a:cubicBezTo>
                  <a:pt x="4130" y="759"/>
                  <a:pt x="4139" y="757"/>
                  <a:pt x="4149" y="757"/>
                </a:cubicBezTo>
                <a:cubicBezTo>
                  <a:pt x="4193" y="757"/>
                  <a:pt x="4244" y="796"/>
                  <a:pt x="4264" y="834"/>
                </a:cubicBezTo>
                <a:cubicBezTo>
                  <a:pt x="4287" y="930"/>
                  <a:pt x="4383" y="977"/>
                  <a:pt x="4454" y="977"/>
                </a:cubicBezTo>
                <a:cubicBezTo>
                  <a:pt x="4502" y="977"/>
                  <a:pt x="4573" y="954"/>
                  <a:pt x="4597" y="906"/>
                </a:cubicBezTo>
                <a:cubicBezTo>
                  <a:pt x="4692" y="811"/>
                  <a:pt x="4692" y="668"/>
                  <a:pt x="4597" y="596"/>
                </a:cubicBezTo>
                <a:cubicBezTo>
                  <a:pt x="4597" y="596"/>
                  <a:pt x="4597" y="573"/>
                  <a:pt x="4573" y="573"/>
                </a:cubicBezTo>
                <a:cubicBezTo>
                  <a:pt x="4716" y="477"/>
                  <a:pt x="4859" y="453"/>
                  <a:pt x="5026" y="453"/>
                </a:cubicBezTo>
                <a:close/>
                <a:moveTo>
                  <a:pt x="5026" y="1"/>
                </a:moveTo>
                <a:cubicBezTo>
                  <a:pt x="4716" y="1"/>
                  <a:pt x="4430" y="120"/>
                  <a:pt x="4192" y="287"/>
                </a:cubicBezTo>
                <a:cubicBezTo>
                  <a:pt x="3978" y="191"/>
                  <a:pt x="3764" y="144"/>
                  <a:pt x="3525" y="144"/>
                </a:cubicBezTo>
                <a:cubicBezTo>
                  <a:pt x="2906" y="144"/>
                  <a:pt x="2335" y="525"/>
                  <a:pt x="2097" y="1096"/>
                </a:cubicBezTo>
                <a:lnTo>
                  <a:pt x="2049" y="1096"/>
                </a:lnTo>
                <a:cubicBezTo>
                  <a:pt x="1335" y="1096"/>
                  <a:pt x="763" y="1668"/>
                  <a:pt x="739" y="2359"/>
                </a:cubicBezTo>
                <a:cubicBezTo>
                  <a:pt x="287" y="2644"/>
                  <a:pt x="1" y="3121"/>
                  <a:pt x="1" y="3668"/>
                </a:cubicBezTo>
                <a:cubicBezTo>
                  <a:pt x="1" y="4240"/>
                  <a:pt x="334" y="4764"/>
                  <a:pt x="834" y="5026"/>
                </a:cubicBezTo>
                <a:cubicBezTo>
                  <a:pt x="858" y="5740"/>
                  <a:pt x="1430" y="6312"/>
                  <a:pt x="2144" y="6312"/>
                </a:cubicBezTo>
                <a:lnTo>
                  <a:pt x="2192" y="6312"/>
                </a:lnTo>
                <a:cubicBezTo>
                  <a:pt x="2430" y="7026"/>
                  <a:pt x="3121" y="7550"/>
                  <a:pt x="3906" y="7550"/>
                </a:cubicBezTo>
                <a:cubicBezTo>
                  <a:pt x="4097" y="7550"/>
                  <a:pt x="4287" y="7502"/>
                  <a:pt x="4454" y="7455"/>
                </a:cubicBezTo>
                <a:cubicBezTo>
                  <a:pt x="4692" y="7764"/>
                  <a:pt x="5026" y="7979"/>
                  <a:pt x="5407" y="8122"/>
                </a:cubicBezTo>
                <a:cubicBezTo>
                  <a:pt x="5645" y="8193"/>
                  <a:pt x="5883" y="8241"/>
                  <a:pt x="6121" y="8241"/>
                </a:cubicBezTo>
                <a:cubicBezTo>
                  <a:pt x="6312" y="8241"/>
                  <a:pt x="6502" y="8217"/>
                  <a:pt x="6693" y="8169"/>
                </a:cubicBezTo>
                <a:cubicBezTo>
                  <a:pt x="6907" y="8122"/>
                  <a:pt x="7098" y="8026"/>
                  <a:pt x="7288" y="7907"/>
                </a:cubicBezTo>
                <a:cubicBezTo>
                  <a:pt x="7622" y="8122"/>
                  <a:pt x="8026" y="8241"/>
                  <a:pt x="8455" y="8241"/>
                </a:cubicBezTo>
                <a:cubicBezTo>
                  <a:pt x="9646" y="8241"/>
                  <a:pt x="10622" y="7264"/>
                  <a:pt x="10622" y="6074"/>
                </a:cubicBezTo>
                <a:cubicBezTo>
                  <a:pt x="10622" y="5955"/>
                  <a:pt x="10622" y="5835"/>
                  <a:pt x="10598" y="5716"/>
                </a:cubicBezTo>
                <a:cubicBezTo>
                  <a:pt x="11003" y="5431"/>
                  <a:pt x="11265" y="4978"/>
                  <a:pt x="11265" y="4454"/>
                </a:cubicBezTo>
                <a:cubicBezTo>
                  <a:pt x="11265" y="3907"/>
                  <a:pt x="10979" y="3406"/>
                  <a:pt x="10503" y="3121"/>
                </a:cubicBezTo>
                <a:cubicBezTo>
                  <a:pt x="10503" y="3049"/>
                  <a:pt x="10527" y="2978"/>
                  <a:pt x="10527" y="2882"/>
                </a:cubicBezTo>
                <a:cubicBezTo>
                  <a:pt x="10527" y="2049"/>
                  <a:pt x="9836" y="1358"/>
                  <a:pt x="9003" y="1358"/>
                </a:cubicBezTo>
                <a:lnTo>
                  <a:pt x="8765" y="1358"/>
                </a:lnTo>
                <a:cubicBezTo>
                  <a:pt x="8384" y="739"/>
                  <a:pt x="7693" y="334"/>
                  <a:pt x="6931" y="334"/>
                </a:cubicBezTo>
                <a:cubicBezTo>
                  <a:pt x="6621" y="334"/>
                  <a:pt x="6336" y="406"/>
                  <a:pt x="6050" y="525"/>
                </a:cubicBezTo>
                <a:cubicBezTo>
                  <a:pt x="5812" y="191"/>
                  <a:pt x="5431" y="1"/>
                  <a:pt x="50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013" name="Google Shape;4013;p54"/>
          <p:cNvSpPr/>
          <p:nvPr/>
        </p:nvSpPr>
        <p:spPr>
          <a:xfrm>
            <a:off x="2381494" y="1470149"/>
            <a:ext cx="266216" cy="194735"/>
          </a:xfrm>
          <a:custGeom>
            <a:rect b="b" l="l" r="r" t="t"/>
            <a:pathLst>
              <a:path extrusionOk="0" h="8241" w="11266">
                <a:moveTo>
                  <a:pt x="5383" y="6740"/>
                </a:moveTo>
                <a:cubicBezTo>
                  <a:pt x="5740" y="6907"/>
                  <a:pt x="6121" y="7026"/>
                  <a:pt x="6502" y="7050"/>
                </a:cubicBezTo>
                <a:cubicBezTo>
                  <a:pt x="6621" y="7264"/>
                  <a:pt x="6764" y="7455"/>
                  <a:pt x="6931" y="7622"/>
                </a:cubicBezTo>
                <a:cubicBezTo>
                  <a:pt x="6812" y="7669"/>
                  <a:pt x="6693" y="7717"/>
                  <a:pt x="6598" y="7741"/>
                </a:cubicBezTo>
                <a:cubicBezTo>
                  <a:pt x="6448" y="7781"/>
                  <a:pt x="6295" y="7800"/>
                  <a:pt x="6142" y="7800"/>
                </a:cubicBezTo>
                <a:cubicBezTo>
                  <a:pt x="5661" y="7800"/>
                  <a:pt x="5184" y="7608"/>
                  <a:pt x="4859" y="7264"/>
                </a:cubicBezTo>
                <a:cubicBezTo>
                  <a:pt x="5073" y="7121"/>
                  <a:pt x="5264" y="6931"/>
                  <a:pt x="5383" y="6740"/>
                </a:cubicBezTo>
                <a:close/>
                <a:moveTo>
                  <a:pt x="5026" y="453"/>
                </a:moveTo>
                <a:cubicBezTo>
                  <a:pt x="5264" y="453"/>
                  <a:pt x="5502" y="549"/>
                  <a:pt x="5669" y="739"/>
                </a:cubicBezTo>
                <a:cubicBezTo>
                  <a:pt x="5645" y="763"/>
                  <a:pt x="5597" y="787"/>
                  <a:pt x="5550" y="834"/>
                </a:cubicBezTo>
                <a:cubicBezTo>
                  <a:pt x="5550" y="834"/>
                  <a:pt x="5526" y="858"/>
                  <a:pt x="5526" y="882"/>
                </a:cubicBezTo>
                <a:cubicBezTo>
                  <a:pt x="5502" y="1073"/>
                  <a:pt x="5621" y="1168"/>
                  <a:pt x="5740" y="1168"/>
                </a:cubicBezTo>
                <a:cubicBezTo>
                  <a:pt x="5835" y="1168"/>
                  <a:pt x="5907" y="1120"/>
                  <a:pt x="5955" y="1025"/>
                </a:cubicBezTo>
                <a:cubicBezTo>
                  <a:pt x="5971" y="1008"/>
                  <a:pt x="6000" y="991"/>
                  <a:pt x="6032" y="991"/>
                </a:cubicBezTo>
                <a:cubicBezTo>
                  <a:pt x="6046" y="991"/>
                  <a:pt x="6060" y="994"/>
                  <a:pt x="6074" y="1001"/>
                </a:cubicBezTo>
                <a:lnTo>
                  <a:pt x="6097" y="1001"/>
                </a:lnTo>
                <a:cubicBezTo>
                  <a:pt x="6359" y="858"/>
                  <a:pt x="6645" y="787"/>
                  <a:pt x="6931" y="787"/>
                </a:cubicBezTo>
                <a:cubicBezTo>
                  <a:pt x="7574" y="787"/>
                  <a:pt x="8169" y="1144"/>
                  <a:pt x="8479" y="1716"/>
                </a:cubicBezTo>
                <a:cubicBezTo>
                  <a:pt x="8598" y="1978"/>
                  <a:pt x="8669" y="2287"/>
                  <a:pt x="8669" y="2597"/>
                </a:cubicBezTo>
                <a:cubicBezTo>
                  <a:pt x="8669" y="2621"/>
                  <a:pt x="8669" y="2644"/>
                  <a:pt x="8693" y="2644"/>
                </a:cubicBezTo>
                <a:cubicBezTo>
                  <a:pt x="8761" y="2712"/>
                  <a:pt x="8832" y="2741"/>
                  <a:pt x="8895" y="2741"/>
                </a:cubicBezTo>
                <a:cubicBezTo>
                  <a:pt x="9009" y="2741"/>
                  <a:pt x="9098" y="2648"/>
                  <a:pt x="9098" y="2525"/>
                </a:cubicBezTo>
                <a:cubicBezTo>
                  <a:pt x="9098" y="2263"/>
                  <a:pt x="9074" y="2025"/>
                  <a:pt x="8979" y="1787"/>
                </a:cubicBezTo>
                <a:cubicBezTo>
                  <a:pt x="9598" y="1787"/>
                  <a:pt x="10074" y="2287"/>
                  <a:pt x="10074" y="2882"/>
                </a:cubicBezTo>
                <a:cubicBezTo>
                  <a:pt x="10074" y="3002"/>
                  <a:pt x="10074" y="3097"/>
                  <a:pt x="10051" y="3192"/>
                </a:cubicBezTo>
                <a:cubicBezTo>
                  <a:pt x="9979" y="3383"/>
                  <a:pt x="9884" y="3573"/>
                  <a:pt x="9717" y="3692"/>
                </a:cubicBezTo>
                <a:cubicBezTo>
                  <a:pt x="9693" y="3716"/>
                  <a:pt x="9693" y="3740"/>
                  <a:pt x="9693" y="3764"/>
                </a:cubicBezTo>
                <a:cubicBezTo>
                  <a:pt x="9693" y="3954"/>
                  <a:pt x="9812" y="4026"/>
                  <a:pt x="9932" y="4026"/>
                </a:cubicBezTo>
                <a:cubicBezTo>
                  <a:pt x="9979" y="4026"/>
                  <a:pt x="10027" y="4002"/>
                  <a:pt x="10074" y="3978"/>
                </a:cubicBezTo>
                <a:cubicBezTo>
                  <a:pt x="10193" y="3859"/>
                  <a:pt x="10289" y="3716"/>
                  <a:pt x="10360" y="3573"/>
                </a:cubicBezTo>
                <a:cubicBezTo>
                  <a:pt x="10860" y="3907"/>
                  <a:pt x="11027" y="4597"/>
                  <a:pt x="10551" y="5192"/>
                </a:cubicBezTo>
                <a:cubicBezTo>
                  <a:pt x="10527" y="5240"/>
                  <a:pt x="10503" y="5264"/>
                  <a:pt x="10479" y="5288"/>
                </a:cubicBezTo>
                <a:cubicBezTo>
                  <a:pt x="10245" y="5466"/>
                  <a:pt x="9989" y="5551"/>
                  <a:pt x="9742" y="5551"/>
                </a:cubicBezTo>
                <a:cubicBezTo>
                  <a:pt x="9463" y="5551"/>
                  <a:pt x="9194" y="5442"/>
                  <a:pt x="8979" y="5240"/>
                </a:cubicBezTo>
                <a:cubicBezTo>
                  <a:pt x="8836" y="5097"/>
                  <a:pt x="8717" y="4907"/>
                  <a:pt x="8669" y="4669"/>
                </a:cubicBezTo>
                <a:cubicBezTo>
                  <a:pt x="8669" y="4645"/>
                  <a:pt x="8646" y="4621"/>
                  <a:pt x="8622" y="4621"/>
                </a:cubicBezTo>
                <a:cubicBezTo>
                  <a:pt x="8569" y="4586"/>
                  <a:pt x="8519" y="4571"/>
                  <a:pt x="8472" y="4571"/>
                </a:cubicBezTo>
                <a:cubicBezTo>
                  <a:pt x="8329" y="4571"/>
                  <a:pt x="8229" y="4715"/>
                  <a:pt x="8265" y="4859"/>
                </a:cubicBezTo>
                <a:cubicBezTo>
                  <a:pt x="8312" y="5073"/>
                  <a:pt x="8431" y="5264"/>
                  <a:pt x="8574" y="5454"/>
                </a:cubicBezTo>
                <a:cubicBezTo>
                  <a:pt x="8526" y="5526"/>
                  <a:pt x="8479" y="5597"/>
                  <a:pt x="8431" y="5669"/>
                </a:cubicBezTo>
                <a:cubicBezTo>
                  <a:pt x="8407" y="5693"/>
                  <a:pt x="8407" y="5716"/>
                  <a:pt x="8407" y="5740"/>
                </a:cubicBezTo>
                <a:cubicBezTo>
                  <a:pt x="8449" y="5893"/>
                  <a:pt x="8556" y="5965"/>
                  <a:pt x="8656" y="5965"/>
                </a:cubicBezTo>
                <a:cubicBezTo>
                  <a:pt x="8728" y="5965"/>
                  <a:pt x="8796" y="5929"/>
                  <a:pt x="8836" y="5859"/>
                </a:cubicBezTo>
                <a:cubicBezTo>
                  <a:pt x="8860" y="5812"/>
                  <a:pt x="8884" y="5788"/>
                  <a:pt x="8908" y="5740"/>
                </a:cubicBezTo>
                <a:cubicBezTo>
                  <a:pt x="9146" y="5907"/>
                  <a:pt x="9431" y="5978"/>
                  <a:pt x="9741" y="5978"/>
                </a:cubicBezTo>
                <a:cubicBezTo>
                  <a:pt x="9884" y="5978"/>
                  <a:pt x="10051" y="5955"/>
                  <a:pt x="10193" y="5907"/>
                </a:cubicBezTo>
                <a:cubicBezTo>
                  <a:pt x="10193" y="5955"/>
                  <a:pt x="10193" y="6002"/>
                  <a:pt x="10193" y="6074"/>
                </a:cubicBezTo>
                <a:cubicBezTo>
                  <a:pt x="10193" y="7026"/>
                  <a:pt x="9408" y="7812"/>
                  <a:pt x="8455" y="7812"/>
                </a:cubicBezTo>
                <a:cubicBezTo>
                  <a:pt x="7860" y="7812"/>
                  <a:pt x="7312" y="7502"/>
                  <a:pt x="7002" y="7026"/>
                </a:cubicBezTo>
                <a:cubicBezTo>
                  <a:pt x="7050" y="7002"/>
                  <a:pt x="7098" y="7002"/>
                  <a:pt x="7169" y="6979"/>
                </a:cubicBezTo>
                <a:cubicBezTo>
                  <a:pt x="7169" y="6979"/>
                  <a:pt x="7193" y="6955"/>
                  <a:pt x="7193" y="6955"/>
                </a:cubicBezTo>
                <a:cubicBezTo>
                  <a:pt x="7328" y="6753"/>
                  <a:pt x="7187" y="6572"/>
                  <a:pt x="7011" y="6572"/>
                </a:cubicBezTo>
                <a:cubicBezTo>
                  <a:pt x="7000" y="6572"/>
                  <a:pt x="6989" y="6572"/>
                  <a:pt x="6979" y="6574"/>
                </a:cubicBezTo>
                <a:cubicBezTo>
                  <a:pt x="6883" y="6598"/>
                  <a:pt x="6764" y="6598"/>
                  <a:pt x="6645" y="6598"/>
                </a:cubicBezTo>
                <a:cubicBezTo>
                  <a:pt x="6216" y="6598"/>
                  <a:pt x="5788" y="6478"/>
                  <a:pt x="5431" y="6240"/>
                </a:cubicBezTo>
                <a:cubicBezTo>
                  <a:pt x="5288" y="6145"/>
                  <a:pt x="5169" y="6026"/>
                  <a:pt x="5050" y="5907"/>
                </a:cubicBezTo>
                <a:cubicBezTo>
                  <a:pt x="5026" y="5907"/>
                  <a:pt x="5002" y="5883"/>
                  <a:pt x="4978" y="5883"/>
                </a:cubicBezTo>
                <a:cubicBezTo>
                  <a:pt x="4716" y="5883"/>
                  <a:pt x="4669" y="6145"/>
                  <a:pt x="4788" y="6264"/>
                </a:cubicBezTo>
                <a:cubicBezTo>
                  <a:pt x="4859" y="6359"/>
                  <a:pt x="4954" y="6431"/>
                  <a:pt x="5026" y="6478"/>
                </a:cubicBezTo>
                <a:cubicBezTo>
                  <a:pt x="4788" y="6859"/>
                  <a:pt x="4359" y="7098"/>
                  <a:pt x="3906" y="7098"/>
                </a:cubicBezTo>
                <a:cubicBezTo>
                  <a:pt x="3263" y="7098"/>
                  <a:pt x="2716" y="6645"/>
                  <a:pt x="2597" y="6026"/>
                </a:cubicBezTo>
                <a:cubicBezTo>
                  <a:pt x="2597" y="6026"/>
                  <a:pt x="2597" y="6002"/>
                  <a:pt x="2549" y="6002"/>
                </a:cubicBezTo>
                <a:cubicBezTo>
                  <a:pt x="2501" y="6002"/>
                  <a:pt x="2478" y="5955"/>
                  <a:pt x="2501" y="5931"/>
                </a:cubicBezTo>
                <a:cubicBezTo>
                  <a:pt x="2643" y="5736"/>
                  <a:pt x="2522" y="5542"/>
                  <a:pt x="2343" y="5542"/>
                </a:cubicBezTo>
                <a:cubicBezTo>
                  <a:pt x="2281" y="5542"/>
                  <a:pt x="2212" y="5566"/>
                  <a:pt x="2144" y="5621"/>
                </a:cubicBezTo>
                <a:cubicBezTo>
                  <a:pt x="2144" y="5645"/>
                  <a:pt x="2120" y="5669"/>
                  <a:pt x="2120" y="5693"/>
                </a:cubicBezTo>
                <a:cubicBezTo>
                  <a:pt x="2120" y="5740"/>
                  <a:pt x="2120" y="5812"/>
                  <a:pt x="2120" y="5859"/>
                </a:cubicBezTo>
                <a:cubicBezTo>
                  <a:pt x="1716" y="5859"/>
                  <a:pt x="1382" y="5550"/>
                  <a:pt x="1311" y="5169"/>
                </a:cubicBezTo>
                <a:lnTo>
                  <a:pt x="1311" y="5169"/>
                </a:lnTo>
                <a:cubicBezTo>
                  <a:pt x="1406" y="5192"/>
                  <a:pt x="1501" y="5192"/>
                  <a:pt x="1620" y="5192"/>
                </a:cubicBezTo>
                <a:cubicBezTo>
                  <a:pt x="1644" y="5192"/>
                  <a:pt x="1668" y="5169"/>
                  <a:pt x="1668" y="5169"/>
                </a:cubicBezTo>
                <a:cubicBezTo>
                  <a:pt x="1859" y="4978"/>
                  <a:pt x="1734" y="4749"/>
                  <a:pt x="1551" y="4749"/>
                </a:cubicBezTo>
                <a:cubicBezTo>
                  <a:pt x="1482" y="4749"/>
                  <a:pt x="1406" y="4781"/>
                  <a:pt x="1335" y="4859"/>
                </a:cubicBezTo>
                <a:cubicBezTo>
                  <a:pt x="1308" y="4886"/>
                  <a:pt x="1281" y="4899"/>
                  <a:pt x="1257" y="4899"/>
                </a:cubicBezTo>
                <a:cubicBezTo>
                  <a:pt x="1216" y="4899"/>
                  <a:pt x="1183" y="4862"/>
                  <a:pt x="1168" y="4788"/>
                </a:cubicBezTo>
                <a:cubicBezTo>
                  <a:pt x="1168" y="4669"/>
                  <a:pt x="1168" y="4669"/>
                  <a:pt x="1144" y="4669"/>
                </a:cubicBezTo>
                <a:cubicBezTo>
                  <a:pt x="715" y="4502"/>
                  <a:pt x="453" y="4121"/>
                  <a:pt x="453" y="3668"/>
                </a:cubicBezTo>
                <a:cubicBezTo>
                  <a:pt x="453" y="3240"/>
                  <a:pt x="692" y="2882"/>
                  <a:pt x="1049" y="2692"/>
                </a:cubicBezTo>
                <a:cubicBezTo>
                  <a:pt x="1073" y="2692"/>
                  <a:pt x="1073" y="2692"/>
                  <a:pt x="1073" y="2668"/>
                </a:cubicBezTo>
                <a:cubicBezTo>
                  <a:pt x="1120" y="2621"/>
                  <a:pt x="1192" y="2573"/>
                  <a:pt x="1287" y="2573"/>
                </a:cubicBezTo>
                <a:lnTo>
                  <a:pt x="1620" y="2573"/>
                </a:lnTo>
                <a:cubicBezTo>
                  <a:pt x="1644" y="2573"/>
                  <a:pt x="1668" y="2573"/>
                  <a:pt x="1692" y="2549"/>
                </a:cubicBezTo>
                <a:cubicBezTo>
                  <a:pt x="1858" y="2359"/>
                  <a:pt x="1739" y="2120"/>
                  <a:pt x="1549" y="2120"/>
                </a:cubicBezTo>
                <a:cubicBezTo>
                  <a:pt x="1430" y="2120"/>
                  <a:pt x="1311" y="2144"/>
                  <a:pt x="1215" y="2168"/>
                </a:cubicBezTo>
                <a:cubicBezTo>
                  <a:pt x="1311" y="1811"/>
                  <a:pt x="1644" y="1525"/>
                  <a:pt x="2049" y="1525"/>
                </a:cubicBezTo>
                <a:cubicBezTo>
                  <a:pt x="2097" y="1525"/>
                  <a:pt x="2168" y="1549"/>
                  <a:pt x="2216" y="1549"/>
                </a:cubicBezTo>
                <a:cubicBezTo>
                  <a:pt x="2382" y="1597"/>
                  <a:pt x="2549" y="1668"/>
                  <a:pt x="2668" y="1787"/>
                </a:cubicBezTo>
                <a:cubicBezTo>
                  <a:pt x="2692" y="1835"/>
                  <a:pt x="2763" y="1858"/>
                  <a:pt x="2811" y="1858"/>
                </a:cubicBezTo>
                <a:cubicBezTo>
                  <a:pt x="2930" y="1858"/>
                  <a:pt x="3049" y="1763"/>
                  <a:pt x="3049" y="1597"/>
                </a:cubicBezTo>
                <a:cubicBezTo>
                  <a:pt x="3049" y="1573"/>
                  <a:pt x="3049" y="1549"/>
                  <a:pt x="3025" y="1549"/>
                </a:cubicBezTo>
                <a:cubicBezTo>
                  <a:pt x="2882" y="1382"/>
                  <a:pt x="2740" y="1263"/>
                  <a:pt x="2549" y="1192"/>
                </a:cubicBezTo>
                <a:cubicBezTo>
                  <a:pt x="2740" y="834"/>
                  <a:pt x="3097" y="596"/>
                  <a:pt x="3525" y="596"/>
                </a:cubicBezTo>
                <a:cubicBezTo>
                  <a:pt x="3740" y="596"/>
                  <a:pt x="3930" y="644"/>
                  <a:pt x="4121" y="763"/>
                </a:cubicBezTo>
                <a:cubicBezTo>
                  <a:pt x="4130" y="759"/>
                  <a:pt x="4139" y="757"/>
                  <a:pt x="4149" y="757"/>
                </a:cubicBezTo>
                <a:cubicBezTo>
                  <a:pt x="4193" y="757"/>
                  <a:pt x="4244" y="796"/>
                  <a:pt x="4264" y="834"/>
                </a:cubicBezTo>
                <a:cubicBezTo>
                  <a:pt x="4287" y="930"/>
                  <a:pt x="4383" y="977"/>
                  <a:pt x="4454" y="977"/>
                </a:cubicBezTo>
                <a:cubicBezTo>
                  <a:pt x="4502" y="977"/>
                  <a:pt x="4573" y="954"/>
                  <a:pt x="4597" y="906"/>
                </a:cubicBezTo>
                <a:cubicBezTo>
                  <a:pt x="4692" y="811"/>
                  <a:pt x="4692" y="668"/>
                  <a:pt x="4597" y="596"/>
                </a:cubicBezTo>
                <a:cubicBezTo>
                  <a:pt x="4597" y="596"/>
                  <a:pt x="4597" y="573"/>
                  <a:pt x="4573" y="573"/>
                </a:cubicBezTo>
                <a:cubicBezTo>
                  <a:pt x="4716" y="477"/>
                  <a:pt x="4859" y="453"/>
                  <a:pt x="5026" y="453"/>
                </a:cubicBezTo>
                <a:close/>
                <a:moveTo>
                  <a:pt x="5026" y="1"/>
                </a:moveTo>
                <a:cubicBezTo>
                  <a:pt x="4716" y="1"/>
                  <a:pt x="4430" y="120"/>
                  <a:pt x="4192" y="287"/>
                </a:cubicBezTo>
                <a:cubicBezTo>
                  <a:pt x="3978" y="191"/>
                  <a:pt x="3764" y="144"/>
                  <a:pt x="3525" y="144"/>
                </a:cubicBezTo>
                <a:cubicBezTo>
                  <a:pt x="2906" y="144"/>
                  <a:pt x="2335" y="525"/>
                  <a:pt x="2097" y="1096"/>
                </a:cubicBezTo>
                <a:lnTo>
                  <a:pt x="2049" y="1096"/>
                </a:lnTo>
                <a:cubicBezTo>
                  <a:pt x="1335" y="1096"/>
                  <a:pt x="763" y="1668"/>
                  <a:pt x="739" y="2359"/>
                </a:cubicBezTo>
                <a:cubicBezTo>
                  <a:pt x="287" y="2644"/>
                  <a:pt x="1" y="3121"/>
                  <a:pt x="1" y="3668"/>
                </a:cubicBezTo>
                <a:cubicBezTo>
                  <a:pt x="1" y="4240"/>
                  <a:pt x="334" y="4764"/>
                  <a:pt x="834" y="5026"/>
                </a:cubicBezTo>
                <a:cubicBezTo>
                  <a:pt x="858" y="5740"/>
                  <a:pt x="1430" y="6312"/>
                  <a:pt x="2144" y="6312"/>
                </a:cubicBezTo>
                <a:lnTo>
                  <a:pt x="2192" y="6312"/>
                </a:lnTo>
                <a:cubicBezTo>
                  <a:pt x="2430" y="7026"/>
                  <a:pt x="3121" y="7550"/>
                  <a:pt x="3906" y="7550"/>
                </a:cubicBezTo>
                <a:cubicBezTo>
                  <a:pt x="4097" y="7550"/>
                  <a:pt x="4287" y="7502"/>
                  <a:pt x="4454" y="7455"/>
                </a:cubicBezTo>
                <a:cubicBezTo>
                  <a:pt x="4692" y="7764"/>
                  <a:pt x="5026" y="7979"/>
                  <a:pt x="5407" y="8122"/>
                </a:cubicBezTo>
                <a:cubicBezTo>
                  <a:pt x="5645" y="8193"/>
                  <a:pt x="5883" y="8241"/>
                  <a:pt x="6121" y="8241"/>
                </a:cubicBezTo>
                <a:cubicBezTo>
                  <a:pt x="6312" y="8241"/>
                  <a:pt x="6502" y="8217"/>
                  <a:pt x="6693" y="8169"/>
                </a:cubicBezTo>
                <a:cubicBezTo>
                  <a:pt x="6907" y="8122"/>
                  <a:pt x="7098" y="8026"/>
                  <a:pt x="7288" y="7907"/>
                </a:cubicBezTo>
                <a:cubicBezTo>
                  <a:pt x="7622" y="8122"/>
                  <a:pt x="8026" y="8241"/>
                  <a:pt x="8455" y="8241"/>
                </a:cubicBezTo>
                <a:cubicBezTo>
                  <a:pt x="9646" y="8241"/>
                  <a:pt x="10622" y="7264"/>
                  <a:pt x="10622" y="6074"/>
                </a:cubicBezTo>
                <a:cubicBezTo>
                  <a:pt x="10622" y="5955"/>
                  <a:pt x="10622" y="5835"/>
                  <a:pt x="10598" y="5716"/>
                </a:cubicBezTo>
                <a:cubicBezTo>
                  <a:pt x="11003" y="5431"/>
                  <a:pt x="11265" y="4978"/>
                  <a:pt x="11265" y="4454"/>
                </a:cubicBezTo>
                <a:cubicBezTo>
                  <a:pt x="11265" y="3907"/>
                  <a:pt x="10979" y="3406"/>
                  <a:pt x="10503" y="3121"/>
                </a:cubicBezTo>
                <a:cubicBezTo>
                  <a:pt x="10503" y="3049"/>
                  <a:pt x="10527" y="2978"/>
                  <a:pt x="10527" y="2882"/>
                </a:cubicBezTo>
                <a:cubicBezTo>
                  <a:pt x="10527" y="2049"/>
                  <a:pt x="9836" y="1358"/>
                  <a:pt x="9003" y="1358"/>
                </a:cubicBezTo>
                <a:lnTo>
                  <a:pt x="8765" y="1358"/>
                </a:lnTo>
                <a:cubicBezTo>
                  <a:pt x="8384" y="739"/>
                  <a:pt x="7693" y="334"/>
                  <a:pt x="6931" y="334"/>
                </a:cubicBezTo>
                <a:cubicBezTo>
                  <a:pt x="6621" y="334"/>
                  <a:pt x="6336" y="406"/>
                  <a:pt x="6050" y="525"/>
                </a:cubicBezTo>
                <a:cubicBezTo>
                  <a:pt x="5812" y="191"/>
                  <a:pt x="5431" y="1"/>
                  <a:pt x="50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014" name="Google Shape;4014;p54"/>
          <p:cNvSpPr txBox="1"/>
          <p:nvPr/>
        </p:nvSpPr>
        <p:spPr>
          <a:xfrm>
            <a:off x="5827686" y="2903420"/>
            <a:ext cx="2604000" cy="901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lt2"/>
                </a:solidFill>
                <a:latin typeface="Inconsolata"/>
                <a:ea typeface="Inconsolata"/>
                <a:cs typeface="Inconsolata"/>
                <a:sym typeface="Inconsolata"/>
              </a:rPr>
              <a:t>This is a map where you can mark the locations related to your study</a:t>
            </a:r>
            <a:endParaRPr>
              <a:solidFill>
                <a:schemeClr val="lt2"/>
              </a:solidFill>
              <a:latin typeface="Inconsolata"/>
              <a:ea typeface="Inconsolata"/>
              <a:cs typeface="Inconsolata"/>
              <a:sym typeface="Inconsolata"/>
            </a:endParaRPr>
          </a:p>
        </p:txBody>
      </p:sp>
      <p:sp>
        <p:nvSpPr>
          <p:cNvPr id="4015" name="Google Shape;4015;p54"/>
          <p:cNvSpPr txBox="1"/>
          <p:nvPr/>
        </p:nvSpPr>
        <p:spPr>
          <a:xfrm>
            <a:off x="5827686" y="1616400"/>
            <a:ext cx="2604000" cy="12621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7000">
                <a:solidFill>
                  <a:schemeClr val="dk1"/>
                </a:solidFill>
                <a:latin typeface="Lora SemiBold"/>
                <a:ea typeface="Lora SemiBold"/>
                <a:cs typeface="Lora SemiBold"/>
                <a:sym typeface="Lora SemiBold"/>
              </a:rPr>
              <a:t>+70%</a:t>
            </a:r>
            <a:endParaRPr sz="7000">
              <a:solidFill>
                <a:schemeClr val="dk1"/>
              </a:solidFill>
              <a:latin typeface="Lora SemiBold"/>
              <a:ea typeface="Lora SemiBold"/>
              <a:cs typeface="Lora SemiBold"/>
              <a:sym typeface="Lora SemiBold"/>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9" name="Shape 4019"/>
        <p:cNvGrpSpPr/>
        <p:nvPr/>
      </p:nvGrpSpPr>
      <p:grpSpPr>
        <a:xfrm>
          <a:off x="0" y="0"/>
          <a:ext cx="0" cy="0"/>
          <a:chOff x="0" y="0"/>
          <a:chExt cx="0" cy="0"/>
        </a:xfrm>
      </p:grpSpPr>
      <p:sp>
        <p:nvSpPr>
          <p:cNvPr id="4020" name="Google Shape;4020;p5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Psychology brain</a:t>
            </a:r>
            <a:endParaRPr/>
          </a:p>
        </p:txBody>
      </p:sp>
      <p:sp>
        <p:nvSpPr>
          <p:cNvPr id="4021" name="Google Shape;4021;p55"/>
          <p:cNvSpPr txBox="1"/>
          <p:nvPr>
            <p:ph idx="4294967295" type="subTitle"/>
          </p:nvPr>
        </p:nvSpPr>
        <p:spPr>
          <a:xfrm>
            <a:off x="6264725" y="1943359"/>
            <a:ext cx="2167200" cy="834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latin typeface="Inconsolata"/>
                <a:ea typeface="Inconsolata"/>
                <a:cs typeface="Inconsolata"/>
                <a:sym typeface="Inconsolata"/>
              </a:rPr>
              <a:t>Mars is actually a very cold place</a:t>
            </a:r>
            <a:endParaRPr sz="1400">
              <a:latin typeface="Inconsolata"/>
              <a:ea typeface="Inconsolata"/>
              <a:cs typeface="Inconsolata"/>
              <a:sym typeface="Inconsolata"/>
            </a:endParaRPr>
          </a:p>
        </p:txBody>
      </p:sp>
      <p:sp>
        <p:nvSpPr>
          <p:cNvPr id="4022" name="Google Shape;4022;p55"/>
          <p:cNvSpPr txBox="1"/>
          <p:nvPr>
            <p:ph idx="4294967295" type="subTitle"/>
          </p:nvPr>
        </p:nvSpPr>
        <p:spPr>
          <a:xfrm>
            <a:off x="6264725" y="3778675"/>
            <a:ext cx="2167200" cy="834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latin typeface="Inconsolata"/>
                <a:ea typeface="Inconsolata"/>
                <a:cs typeface="Inconsolata"/>
                <a:sym typeface="Inconsolata"/>
              </a:rPr>
              <a:t>It’s the farthest planet from the Sun</a:t>
            </a:r>
            <a:endParaRPr sz="1400">
              <a:latin typeface="Inconsolata"/>
              <a:ea typeface="Inconsolata"/>
              <a:cs typeface="Inconsolata"/>
              <a:sym typeface="Inconsolata"/>
            </a:endParaRPr>
          </a:p>
        </p:txBody>
      </p:sp>
      <p:sp>
        <p:nvSpPr>
          <p:cNvPr id="4023" name="Google Shape;4023;p55"/>
          <p:cNvSpPr txBox="1"/>
          <p:nvPr>
            <p:ph idx="4294967295" type="title"/>
          </p:nvPr>
        </p:nvSpPr>
        <p:spPr>
          <a:xfrm>
            <a:off x="6355325" y="1433013"/>
            <a:ext cx="19860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t>Mars</a:t>
            </a:r>
            <a:endParaRPr sz="2400"/>
          </a:p>
        </p:txBody>
      </p:sp>
      <p:sp>
        <p:nvSpPr>
          <p:cNvPr id="4024" name="Google Shape;4024;p55"/>
          <p:cNvSpPr txBox="1"/>
          <p:nvPr>
            <p:ph idx="4294967295" type="title"/>
          </p:nvPr>
        </p:nvSpPr>
        <p:spPr>
          <a:xfrm>
            <a:off x="6355325" y="3268350"/>
            <a:ext cx="19860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t>Neptune</a:t>
            </a:r>
            <a:endParaRPr sz="2400"/>
          </a:p>
        </p:txBody>
      </p:sp>
      <p:sp>
        <p:nvSpPr>
          <p:cNvPr id="4025" name="Google Shape;4025;p55"/>
          <p:cNvSpPr txBox="1"/>
          <p:nvPr>
            <p:ph idx="4294967295" type="title"/>
          </p:nvPr>
        </p:nvSpPr>
        <p:spPr>
          <a:xfrm>
            <a:off x="800575" y="1433013"/>
            <a:ext cx="19860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t>Mercury</a:t>
            </a:r>
            <a:endParaRPr sz="2400"/>
          </a:p>
        </p:txBody>
      </p:sp>
      <p:sp>
        <p:nvSpPr>
          <p:cNvPr id="4026" name="Google Shape;4026;p55"/>
          <p:cNvSpPr txBox="1"/>
          <p:nvPr>
            <p:ph idx="4294967295" type="subTitle"/>
          </p:nvPr>
        </p:nvSpPr>
        <p:spPr>
          <a:xfrm>
            <a:off x="709975" y="1943359"/>
            <a:ext cx="2167200" cy="834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latin typeface="Inconsolata"/>
                <a:ea typeface="Inconsolata"/>
                <a:cs typeface="Inconsolata"/>
                <a:sym typeface="Inconsolata"/>
              </a:rPr>
              <a:t>It’s the closest planet to the Sun</a:t>
            </a:r>
            <a:endParaRPr sz="1400">
              <a:latin typeface="Inconsolata"/>
              <a:ea typeface="Inconsolata"/>
              <a:cs typeface="Inconsolata"/>
              <a:sym typeface="Inconsolata"/>
            </a:endParaRPr>
          </a:p>
        </p:txBody>
      </p:sp>
      <p:sp>
        <p:nvSpPr>
          <p:cNvPr id="4027" name="Google Shape;4027;p55"/>
          <p:cNvSpPr txBox="1"/>
          <p:nvPr>
            <p:ph idx="4294967295" type="title"/>
          </p:nvPr>
        </p:nvSpPr>
        <p:spPr>
          <a:xfrm>
            <a:off x="800575" y="3268350"/>
            <a:ext cx="19860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t>Jupiter</a:t>
            </a:r>
            <a:endParaRPr sz="2400"/>
          </a:p>
        </p:txBody>
      </p:sp>
      <p:sp>
        <p:nvSpPr>
          <p:cNvPr id="4028" name="Google Shape;4028;p55"/>
          <p:cNvSpPr txBox="1"/>
          <p:nvPr>
            <p:ph idx="4294967295" type="subTitle"/>
          </p:nvPr>
        </p:nvSpPr>
        <p:spPr>
          <a:xfrm>
            <a:off x="709975" y="3778675"/>
            <a:ext cx="2167200" cy="834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latin typeface="Inconsolata"/>
                <a:ea typeface="Inconsolata"/>
                <a:cs typeface="Inconsolata"/>
                <a:sym typeface="Inconsolata"/>
              </a:rPr>
              <a:t>It’s the biggest planet of them all</a:t>
            </a:r>
            <a:endParaRPr sz="1400">
              <a:latin typeface="Inconsolata"/>
              <a:ea typeface="Inconsolata"/>
              <a:cs typeface="Inconsolata"/>
              <a:sym typeface="Inconsolata"/>
            </a:endParaRPr>
          </a:p>
        </p:txBody>
      </p:sp>
      <p:sp>
        <p:nvSpPr>
          <p:cNvPr id="4029" name="Google Shape;4029;p55"/>
          <p:cNvSpPr/>
          <p:nvPr/>
        </p:nvSpPr>
        <p:spPr>
          <a:xfrm>
            <a:off x="3244900" y="2846990"/>
            <a:ext cx="177875" cy="383200"/>
          </a:xfrm>
          <a:custGeom>
            <a:rect b="b" l="l" r="r" t="t"/>
            <a:pathLst>
              <a:path extrusionOk="0" h="15328" w="7115">
                <a:moveTo>
                  <a:pt x="4696" y="0"/>
                </a:moveTo>
                <a:cubicBezTo>
                  <a:pt x="4329" y="0"/>
                  <a:pt x="3967" y="154"/>
                  <a:pt x="3704" y="451"/>
                </a:cubicBezTo>
                <a:cubicBezTo>
                  <a:pt x="1" y="4782"/>
                  <a:pt x="482" y="11310"/>
                  <a:pt x="4813" y="15014"/>
                </a:cubicBezTo>
                <a:cubicBezTo>
                  <a:pt x="5043" y="15223"/>
                  <a:pt x="5357" y="15327"/>
                  <a:pt x="5650" y="15327"/>
                </a:cubicBezTo>
                <a:cubicBezTo>
                  <a:pt x="6027" y="15327"/>
                  <a:pt x="6383" y="15181"/>
                  <a:pt x="6655" y="14888"/>
                </a:cubicBezTo>
                <a:cubicBezTo>
                  <a:pt x="7115" y="14344"/>
                  <a:pt x="7052" y="13507"/>
                  <a:pt x="6508" y="13047"/>
                </a:cubicBezTo>
                <a:cubicBezTo>
                  <a:pt x="3286" y="10264"/>
                  <a:pt x="2930" y="5389"/>
                  <a:pt x="5692" y="2167"/>
                </a:cubicBezTo>
                <a:cubicBezTo>
                  <a:pt x="6173" y="1623"/>
                  <a:pt x="6111" y="786"/>
                  <a:pt x="5567" y="325"/>
                </a:cubicBezTo>
                <a:cubicBezTo>
                  <a:pt x="5310" y="107"/>
                  <a:pt x="5002" y="0"/>
                  <a:pt x="46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5"/>
          <p:cNvSpPr/>
          <p:nvPr/>
        </p:nvSpPr>
        <p:spPr>
          <a:xfrm>
            <a:off x="4608752" y="3057015"/>
            <a:ext cx="1152400" cy="666250"/>
          </a:xfrm>
          <a:custGeom>
            <a:rect b="b" l="l" r="r" t="t"/>
            <a:pathLst>
              <a:path extrusionOk="0" h="26650" w="46096">
                <a:moveTo>
                  <a:pt x="14082" y="1"/>
                </a:moveTo>
                <a:cubicBezTo>
                  <a:pt x="14082" y="1"/>
                  <a:pt x="9931" y="6927"/>
                  <a:pt x="3399" y="6927"/>
                </a:cubicBezTo>
                <a:cubicBezTo>
                  <a:pt x="3389" y="6927"/>
                  <a:pt x="3379" y="6927"/>
                  <a:pt x="3370" y="6926"/>
                </a:cubicBezTo>
                <a:lnTo>
                  <a:pt x="3370" y="6926"/>
                </a:lnTo>
                <a:cubicBezTo>
                  <a:pt x="3370" y="6927"/>
                  <a:pt x="1" y="20527"/>
                  <a:pt x="10149" y="23665"/>
                </a:cubicBezTo>
                <a:cubicBezTo>
                  <a:pt x="10149" y="23665"/>
                  <a:pt x="13845" y="26649"/>
                  <a:pt x="19753" y="26649"/>
                </a:cubicBezTo>
                <a:cubicBezTo>
                  <a:pt x="23127" y="26649"/>
                  <a:pt x="27223" y="25676"/>
                  <a:pt x="31763" y="22619"/>
                </a:cubicBezTo>
                <a:cubicBezTo>
                  <a:pt x="31763" y="22619"/>
                  <a:pt x="34564" y="24061"/>
                  <a:pt x="37795" y="24061"/>
                </a:cubicBezTo>
                <a:cubicBezTo>
                  <a:pt x="40841" y="24061"/>
                  <a:pt x="44268" y="22781"/>
                  <a:pt x="46096" y="17807"/>
                </a:cubicBezTo>
                <a:lnTo>
                  <a:pt x="46096" y="17807"/>
                </a:lnTo>
                <a:cubicBezTo>
                  <a:pt x="46095" y="17807"/>
                  <a:pt x="45089" y="18008"/>
                  <a:pt x="43645" y="18008"/>
                </a:cubicBezTo>
                <a:cubicBezTo>
                  <a:pt x="39739" y="18008"/>
                  <a:pt x="32630" y="16536"/>
                  <a:pt x="33562" y="5629"/>
                </a:cubicBezTo>
                <a:cubicBezTo>
                  <a:pt x="33562" y="5629"/>
                  <a:pt x="31114" y="4248"/>
                  <a:pt x="28520" y="1"/>
                </a:cubicBezTo>
                <a:cubicBezTo>
                  <a:pt x="28520" y="1"/>
                  <a:pt x="24158" y="884"/>
                  <a:pt x="19881" y="884"/>
                </a:cubicBezTo>
                <a:cubicBezTo>
                  <a:pt x="17742" y="884"/>
                  <a:pt x="15624" y="663"/>
                  <a:pt x="140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5"/>
          <p:cNvSpPr/>
          <p:nvPr/>
        </p:nvSpPr>
        <p:spPr>
          <a:xfrm>
            <a:off x="3748650" y="3376961"/>
            <a:ext cx="545075" cy="375075"/>
          </a:xfrm>
          <a:custGeom>
            <a:rect b="b" l="l" r="r" t="t"/>
            <a:pathLst>
              <a:path extrusionOk="0" h="15003" w="21803">
                <a:moveTo>
                  <a:pt x="12596" y="0"/>
                </a:moveTo>
                <a:cubicBezTo>
                  <a:pt x="10169" y="1680"/>
                  <a:pt x="7822" y="2210"/>
                  <a:pt x="5824" y="2210"/>
                </a:cubicBezTo>
                <a:cubicBezTo>
                  <a:pt x="2397" y="2210"/>
                  <a:pt x="1" y="649"/>
                  <a:pt x="0" y="649"/>
                </a:cubicBezTo>
                <a:lnTo>
                  <a:pt x="0" y="649"/>
                </a:lnTo>
                <a:cubicBezTo>
                  <a:pt x="828" y="7634"/>
                  <a:pt x="6232" y="8703"/>
                  <a:pt x="9461" y="8703"/>
                </a:cubicBezTo>
                <a:cubicBezTo>
                  <a:pt x="10884" y="8703"/>
                  <a:pt x="11885" y="8495"/>
                  <a:pt x="11885" y="8495"/>
                </a:cubicBezTo>
                <a:cubicBezTo>
                  <a:pt x="13224" y="14186"/>
                  <a:pt x="21803" y="15002"/>
                  <a:pt x="21803" y="15002"/>
                </a:cubicBezTo>
                <a:cubicBezTo>
                  <a:pt x="16614" y="8495"/>
                  <a:pt x="21803" y="2490"/>
                  <a:pt x="21803" y="2490"/>
                </a:cubicBezTo>
                <a:lnTo>
                  <a:pt x="21803" y="2490"/>
                </a:lnTo>
                <a:cubicBezTo>
                  <a:pt x="21077" y="2643"/>
                  <a:pt x="20379" y="2709"/>
                  <a:pt x="19715" y="2709"/>
                </a:cubicBezTo>
                <a:cubicBezTo>
                  <a:pt x="15461" y="2709"/>
                  <a:pt x="12596" y="0"/>
                  <a:pt x="125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5"/>
          <p:cNvSpPr/>
          <p:nvPr/>
        </p:nvSpPr>
        <p:spPr>
          <a:xfrm>
            <a:off x="4279050" y="3264690"/>
            <a:ext cx="866275" cy="1898850"/>
          </a:xfrm>
          <a:custGeom>
            <a:rect b="b" l="l" r="r" t="t"/>
            <a:pathLst>
              <a:path extrusionOk="0" h="75954" w="34651">
                <a:moveTo>
                  <a:pt x="14585" y="0"/>
                </a:moveTo>
                <a:cubicBezTo>
                  <a:pt x="14584" y="1"/>
                  <a:pt x="1361" y="1695"/>
                  <a:pt x="608" y="11885"/>
                </a:cubicBezTo>
                <a:cubicBezTo>
                  <a:pt x="1" y="19669"/>
                  <a:pt x="12346" y="20589"/>
                  <a:pt x="12346" y="20589"/>
                </a:cubicBezTo>
                <a:cubicBezTo>
                  <a:pt x="9668" y="32976"/>
                  <a:pt x="15547" y="42308"/>
                  <a:pt x="20046" y="51724"/>
                </a:cubicBezTo>
                <a:cubicBezTo>
                  <a:pt x="24544" y="61139"/>
                  <a:pt x="22389" y="75953"/>
                  <a:pt x="22389" y="75953"/>
                </a:cubicBezTo>
                <a:lnTo>
                  <a:pt x="33876" y="75953"/>
                </a:lnTo>
                <a:cubicBezTo>
                  <a:pt x="34650" y="63838"/>
                  <a:pt x="25235" y="43605"/>
                  <a:pt x="23142" y="36031"/>
                </a:cubicBezTo>
                <a:cubicBezTo>
                  <a:pt x="21071" y="28436"/>
                  <a:pt x="26616" y="19794"/>
                  <a:pt x="26616" y="19794"/>
                </a:cubicBezTo>
                <a:cubicBezTo>
                  <a:pt x="11028" y="16593"/>
                  <a:pt x="14585" y="1"/>
                  <a:pt x="1458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5"/>
          <p:cNvSpPr/>
          <p:nvPr/>
        </p:nvSpPr>
        <p:spPr>
          <a:xfrm>
            <a:off x="3059725" y="1452725"/>
            <a:ext cx="3024550" cy="2025351"/>
          </a:xfrm>
          <a:custGeom>
            <a:rect b="b" l="l" r="r" t="t"/>
            <a:pathLst>
              <a:path extrusionOk="0" h="79699" w="120982">
                <a:moveTo>
                  <a:pt x="65283" y="0"/>
                </a:moveTo>
                <a:cubicBezTo>
                  <a:pt x="61161" y="0"/>
                  <a:pt x="57687" y="2678"/>
                  <a:pt x="56474" y="6403"/>
                </a:cubicBezTo>
                <a:cubicBezTo>
                  <a:pt x="54068" y="3850"/>
                  <a:pt x="50657" y="2260"/>
                  <a:pt x="46870" y="2260"/>
                </a:cubicBezTo>
                <a:cubicBezTo>
                  <a:pt x="40697" y="2260"/>
                  <a:pt x="35508" y="6528"/>
                  <a:pt x="34065" y="12261"/>
                </a:cubicBezTo>
                <a:cubicBezTo>
                  <a:pt x="32495" y="10420"/>
                  <a:pt x="30152" y="9269"/>
                  <a:pt x="27557" y="9269"/>
                </a:cubicBezTo>
                <a:cubicBezTo>
                  <a:pt x="22808" y="9269"/>
                  <a:pt x="18958" y="13098"/>
                  <a:pt x="18958" y="17848"/>
                </a:cubicBezTo>
                <a:cubicBezTo>
                  <a:pt x="18958" y="18162"/>
                  <a:pt x="18979" y="18455"/>
                  <a:pt x="19020" y="18748"/>
                </a:cubicBezTo>
                <a:cubicBezTo>
                  <a:pt x="18309" y="18517"/>
                  <a:pt x="17556" y="18392"/>
                  <a:pt x="16761" y="18392"/>
                </a:cubicBezTo>
                <a:cubicBezTo>
                  <a:pt x="12827" y="18392"/>
                  <a:pt x="9626" y="21572"/>
                  <a:pt x="9626" y="25527"/>
                </a:cubicBezTo>
                <a:cubicBezTo>
                  <a:pt x="9626" y="26531"/>
                  <a:pt x="9835" y="27494"/>
                  <a:pt x="10212" y="28352"/>
                </a:cubicBezTo>
                <a:cubicBezTo>
                  <a:pt x="4541" y="28603"/>
                  <a:pt x="1" y="33289"/>
                  <a:pt x="1" y="39023"/>
                </a:cubicBezTo>
                <a:cubicBezTo>
                  <a:pt x="1" y="43940"/>
                  <a:pt x="3328" y="48062"/>
                  <a:pt x="7826" y="49317"/>
                </a:cubicBezTo>
                <a:cubicBezTo>
                  <a:pt x="5650" y="50384"/>
                  <a:pt x="4123" y="52623"/>
                  <a:pt x="4123" y="55217"/>
                </a:cubicBezTo>
                <a:cubicBezTo>
                  <a:pt x="4123" y="58461"/>
                  <a:pt x="6487" y="61139"/>
                  <a:pt x="9584" y="61662"/>
                </a:cubicBezTo>
                <a:cubicBezTo>
                  <a:pt x="9584" y="61704"/>
                  <a:pt x="9584" y="61746"/>
                  <a:pt x="9584" y="61767"/>
                </a:cubicBezTo>
                <a:cubicBezTo>
                  <a:pt x="9584" y="67667"/>
                  <a:pt x="14375" y="72459"/>
                  <a:pt x="20255" y="72459"/>
                </a:cubicBezTo>
                <a:cubicBezTo>
                  <a:pt x="22829" y="72459"/>
                  <a:pt x="25172" y="71559"/>
                  <a:pt x="27013" y="70052"/>
                </a:cubicBezTo>
                <a:cubicBezTo>
                  <a:pt x="27306" y="73400"/>
                  <a:pt x="30110" y="76016"/>
                  <a:pt x="33541" y="76016"/>
                </a:cubicBezTo>
                <a:cubicBezTo>
                  <a:pt x="36303" y="76016"/>
                  <a:pt x="38668" y="74300"/>
                  <a:pt x="39630" y="71873"/>
                </a:cubicBezTo>
                <a:cubicBezTo>
                  <a:pt x="41597" y="74258"/>
                  <a:pt x="44568" y="75764"/>
                  <a:pt x="47874" y="75764"/>
                </a:cubicBezTo>
                <a:cubicBezTo>
                  <a:pt x="53503" y="75764"/>
                  <a:pt x="58127" y="71391"/>
                  <a:pt x="58524" y="65847"/>
                </a:cubicBezTo>
                <a:cubicBezTo>
                  <a:pt x="60177" y="66914"/>
                  <a:pt x="62123" y="67521"/>
                  <a:pt x="64236" y="67521"/>
                </a:cubicBezTo>
                <a:cubicBezTo>
                  <a:pt x="68798" y="67521"/>
                  <a:pt x="72690" y="64654"/>
                  <a:pt x="74217" y="60637"/>
                </a:cubicBezTo>
                <a:lnTo>
                  <a:pt x="92713" y="59653"/>
                </a:lnTo>
                <a:cubicBezTo>
                  <a:pt x="92860" y="63587"/>
                  <a:pt x="95789" y="66809"/>
                  <a:pt x="99618" y="67395"/>
                </a:cubicBezTo>
                <a:cubicBezTo>
                  <a:pt x="98907" y="68609"/>
                  <a:pt x="98509" y="70010"/>
                  <a:pt x="98509" y="71496"/>
                </a:cubicBezTo>
                <a:cubicBezTo>
                  <a:pt x="98509" y="76036"/>
                  <a:pt x="102192" y="79698"/>
                  <a:pt x="106732" y="79698"/>
                </a:cubicBezTo>
                <a:cubicBezTo>
                  <a:pt x="111252" y="79698"/>
                  <a:pt x="114934" y="76036"/>
                  <a:pt x="114934" y="71496"/>
                </a:cubicBezTo>
                <a:cubicBezTo>
                  <a:pt x="114934" y="70638"/>
                  <a:pt x="114809" y="69822"/>
                  <a:pt x="114558" y="69048"/>
                </a:cubicBezTo>
                <a:cubicBezTo>
                  <a:pt x="117320" y="67269"/>
                  <a:pt x="119161" y="64152"/>
                  <a:pt x="119161" y="60616"/>
                </a:cubicBezTo>
                <a:cubicBezTo>
                  <a:pt x="119161" y="58586"/>
                  <a:pt x="118554" y="56703"/>
                  <a:pt x="117529" y="55134"/>
                </a:cubicBezTo>
                <a:cubicBezTo>
                  <a:pt x="119642" y="53083"/>
                  <a:pt x="120981" y="50217"/>
                  <a:pt x="120981" y="47036"/>
                </a:cubicBezTo>
                <a:cubicBezTo>
                  <a:pt x="120981" y="42140"/>
                  <a:pt x="117864" y="37997"/>
                  <a:pt x="113512" y="36449"/>
                </a:cubicBezTo>
                <a:cubicBezTo>
                  <a:pt x="114014" y="35298"/>
                  <a:pt x="114307" y="34022"/>
                  <a:pt x="114307" y="32683"/>
                </a:cubicBezTo>
                <a:cubicBezTo>
                  <a:pt x="114307" y="28121"/>
                  <a:pt x="111001" y="24355"/>
                  <a:pt x="106669" y="23602"/>
                </a:cubicBezTo>
                <a:cubicBezTo>
                  <a:pt x="107193" y="22367"/>
                  <a:pt x="107486" y="21007"/>
                  <a:pt x="107486" y="19585"/>
                </a:cubicBezTo>
                <a:cubicBezTo>
                  <a:pt x="107486" y="13872"/>
                  <a:pt x="102861" y="9269"/>
                  <a:pt x="97170" y="9269"/>
                </a:cubicBezTo>
                <a:cubicBezTo>
                  <a:pt x="96166" y="9269"/>
                  <a:pt x="95203" y="9416"/>
                  <a:pt x="94283" y="9667"/>
                </a:cubicBezTo>
                <a:cubicBezTo>
                  <a:pt x="92860" y="4206"/>
                  <a:pt x="87880" y="167"/>
                  <a:pt x="81959" y="167"/>
                </a:cubicBezTo>
                <a:cubicBezTo>
                  <a:pt x="78402" y="167"/>
                  <a:pt x="75179" y="1611"/>
                  <a:pt x="72878" y="3955"/>
                </a:cubicBezTo>
                <a:cubicBezTo>
                  <a:pt x="71204" y="1569"/>
                  <a:pt x="68421" y="0"/>
                  <a:pt x="65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34" name="Google Shape;4034;p55"/>
          <p:cNvGrpSpPr/>
          <p:nvPr/>
        </p:nvGrpSpPr>
        <p:grpSpPr>
          <a:xfrm>
            <a:off x="3027300" y="1420265"/>
            <a:ext cx="3089400" cy="2200088"/>
            <a:chOff x="3027300" y="1420265"/>
            <a:chExt cx="3089400" cy="2200088"/>
          </a:xfrm>
        </p:grpSpPr>
        <p:sp>
          <p:nvSpPr>
            <p:cNvPr id="4035" name="Google Shape;4035;p55"/>
            <p:cNvSpPr/>
            <p:nvPr/>
          </p:nvSpPr>
          <p:spPr>
            <a:xfrm>
              <a:off x="3027300" y="1420265"/>
              <a:ext cx="3089400" cy="2057875"/>
            </a:xfrm>
            <a:custGeom>
              <a:rect b="b" l="l" r="r" t="t"/>
              <a:pathLst>
                <a:path extrusionOk="0" h="82315" w="123576">
                  <a:moveTo>
                    <a:pt x="66580" y="1"/>
                  </a:moveTo>
                  <a:cubicBezTo>
                    <a:pt x="62646" y="1"/>
                    <a:pt x="59131" y="2135"/>
                    <a:pt x="57310" y="5483"/>
                  </a:cubicBezTo>
                  <a:cubicBezTo>
                    <a:pt x="54737" y="3390"/>
                    <a:pt x="51556" y="2261"/>
                    <a:pt x="48167" y="2261"/>
                  </a:cubicBezTo>
                  <a:cubicBezTo>
                    <a:pt x="42204" y="2261"/>
                    <a:pt x="36973" y="5859"/>
                    <a:pt x="34755" y="11216"/>
                  </a:cubicBezTo>
                  <a:cubicBezTo>
                    <a:pt x="33060" y="9960"/>
                    <a:pt x="30989" y="9249"/>
                    <a:pt x="28833" y="9249"/>
                  </a:cubicBezTo>
                  <a:cubicBezTo>
                    <a:pt x="23623" y="9249"/>
                    <a:pt x="19334" y="13308"/>
                    <a:pt x="18978" y="18414"/>
                  </a:cubicBezTo>
                  <a:cubicBezTo>
                    <a:pt x="18665" y="18393"/>
                    <a:pt x="18351" y="18372"/>
                    <a:pt x="18058" y="18372"/>
                  </a:cubicBezTo>
                  <a:cubicBezTo>
                    <a:pt x="13392" y="18372"/>
                    <a:pt x="9605" y="22159"/>
                    <a:pt x="9605" y="26825"/>
                  </a:cubicBezTo>
                  <a:cubicBezTo>
                    <a:pt x="9605" y="27390"/>
                    <a:pt x="9667" y="27976"/>
                    <a:pt x="9793" y="28541"/>
                  </a:cubicBezTo>
                  <a:cubicBezTo>
                    <a:pt x="4185" y="29566"/>
                    <a:pt x="1" y="34441"/>
                    <a:pt x="1" y="40321"/>
                  </a:cubicBezTo>
                  <a:cubicBezTo>
                    <a:pt x="1" y="44819"/>
                    <a:pt x="2532" y="48899"/>
                    <a:pt x="6424" y="50929"/>
                  </a:cubicBezTo>
                  <a:cubicBezTo>
                    <a:pt x="4960" y="52393"/>
                    <a:pt x="4102" y="54360"/>
                    <a:pt x="4102" y="56515"/>
                  </a:cubicBezTo>
                  <a:cubicBezTo>
                    <a:pt x="4102" y="59989"/>
                    <a:pt x="6361" y="62981"/>
                    <a:pt x="9605" y="64006"/>
                  </a:cubicBezTo>
                  <a:cubicBezTo>
                    <a:pt x="10065" y="70179"/>
                    <a:pt x="15254" y="75054"/>
                    <a:pt x="21552" y="75054"/>
                  </a:cubicBezTo>
                  <a:cubicBezTo>
                    <a:pt x="23623" y="75054"/>
                    <a:pt x="25653" y="74510"/>
                    <a:pt x="27452" y="73505"/>
                  </a:cubicBezTo>
                  <a:cubicBezTo>
                    <a:pt x="28561" y="76518"/>
                    <a:pt x="31449" y="78632"/>
                    <a:pt x="34838" y="78632"/>
                  </a:cubicBezTo>
                  <a:cubicBezTo>
                    <a:pt x="37412" y="78632"/>
                    <a:pt x="39756" y="77376"/>
                    <a:pt x="41220" y="75347"/>
                  </a:cubicBezTo>
                  <a:cubicBezTo>
                    <a:pt x="43396" y="77293"/>
                    <a:pt x="46200" y="78360"/>
                    <a:pt x="49171" y="78360"/>
                  </a:cubicBezTo>
                  <a:cubicBezTo>
                    <a:pt x="54779" y="78360"/>
                    <a:pt x="59549" y="74447"/>
                    <a:pt x="60826" y="69153"/>
                  </a:cubicBezTo>
                  <a:cubicBezTo>
                    <a:pt x="62311" y="69802"/>
                    <a:pt x="63901" y="70116"/>
                    <a:pt x="65533" y="70116"/>
                  </a:cubicBezTo>
                  <a:cubicBezTo>
                    <a:pt x="70471" y="70116"/>
                    <a:pt x="74970" y="67019"/>
                    <a:pt x="76728" y="62395"/>
                  </a:cubicBezTo>
                  <a:cubicBezTo>
                    <a:pt x="77000" y="61725"/>
                    <a:pt x="76644" y="60972"/>
                    <a:pt x="75974" y="60721"/>
                  </a:cubicBezTo>
                  <a:cubicBezTo>
                    <a:pt x="75817" y="60657"/>
                    <a:pt x="75654" y="60627"/>
                    <a:pt x="75495" y="60627"/>
                  </a:cubicBezTo>
                  <a:cubicBezTo>
                    <a:pt x="74978" y="60627"/>
                    <a:pt x="74492" y="60947"/>
                    <a:pt x="74300" y="61474"/>
                  </a:cubicBezTo>
                  <a:cubicBezTo>
                    <a:pt x="72919" y="65073"/>
                    <a:pt x="69383" y="67500"/>
                    <a:pt x="65533" y="67500"/>
                  </a:cubicBezTo>
                  <a:cubicBezTo>
                    <a:pt x="63755" y="67500"/>
                    <a:pt x="62018" y="66998"/>
                    <a:pt x="60512" y="66057"/>
                  </a:cubicBezTo>
                  <a:cubicBezTo>
                    <a:pt x="60298" y="65914"/>
                    <a:pt x="60044" y="65839"/>
                    <a:pt x="59787" y="65839"/>
                  </a:cubicBezTo>
                  <a:cubicBezTo>
                    <a:pt x="59592" y="65839"/>
                    <a:pt x="59395" y="65882"/>
                    <a:pt x="59214" y="65973"/>
                  </a:cubicBezTo>
                  <a:cubicBezTo>
                    <a:pt x="58817" y="66182"/>
                    <a:pt x="58545" y="66601"/>
                    <a:pt x="58503" y="67061"/>
                  </a:cubicBezTo>
                  <a:cubicBezTo>
                    <a:pt x="58168" y="71936"/>
                    <a:pt x="54046" y="75744"/>
                    <a:pt x="49171" y="75744"/>
                  </a:cubicBezTo>
                  <a:cubicBezTo>
                    <a:pt x="46367" y="75744"/>
                    <a:pt x="43731" y="74510"/>
                    <a:pt x="41932" y="72334"/>
                  </a:cubicBezTo>
                  <a:cubicBezTo>
                    <a:pt x="41679" y="72027"/>
                    <a:pt x="41302" y="71860"/>
                    <a:pt x="40908" y="71860"/>
                  </a:cubicBezTo>
                  <a:cubicBezTo>
                    <a:pt x="40845" y="71860"/>
                    <a:pt x="40782" y="71865"/>
                    <a:pt x="40718" y="71873"/>
                  </a:cubicBezTo>
                  <a:cubicBezTo>
                    <a:pt x="40258" y="71957"/>
                    <a:pt x="39881" y="72271"/>
                    <a:pt x="39714" y="72689"/>
                  </a:cubicBezTo>
                  <a:cubicBezTo>
                    <a:pt x="38919" y="74698"/>
                    <a:pt x="36994" y="75995"/>
                    <a:pt x="34838" y="75995"/>
                  </a:cubicBezTo>
                  <a:cubicBezTo>
                    <a:pt x="32097" y="75995"/>
                    <a:pt x="29859" y="73945"/>
                    <a:pt x="29608" y="71225"/>
                  </a:cubicBezTo>
                  <a:cubicBezTo>
                    <a:pt x="29566" y="70744"/>
                    <a:pt x="29252" y="70325"/>
                    <a:pt x="28812" y="70137"/>
                  </a:cubicBezTo>
                  <a:cubicBezTo>
                    <a:pt x="28648" y="70066"/>
                    <a:pt x="28471" y="70031"/>
                    <a:pt x="28295" y="70031"/>
                  </a:cubicBezTo>
                  <a:cubicBezTo>
                    <a:pt x="28001" y="70031"/>
                    <a:pt x="27709" y="70129"/>
                    <a:pt x="27473" y="70325"/>
                  </a:cubicBezTo>
                  <a:cubicBezTo>
                    <a:pt x="25779" y="71706"/>
                    <a:pt x="23728" y="72438"/>
                    <a:pt x="21552" y="72438"/>
                  </a:cubicBezTo>
                  <a:cubicBezTo>
                    <a:pt x="16384" y="72438"/>
                    <a:pt x="12199" y="68254"/>
                    <a:pt x="12178" y="63085"/>
                  </a:cubicBezTo>
                  <a:cubicBezTo>
                    <a:pt x="12178" y="63044"/>
                    <a:pt x="12178" y="63002"/>
                    <a:pt x="12178" y="62960"/>
                  </a:cubicBezTo>
                  <a:cubicBezTo>
                    <a:pt x="12178" y="62332"/>
                    <a:pt x="11718" y="61788"/>
                    <a:pt x="11090" y="61684"/>
                  </a:cubicBezTo>
                  <a:cubicBezTo>
                    <a:pt x="8558" y="61244"/>
                    <a:pt x="6738" y="59068"/>
                    <a:pt x="6738" y="56495"/>
                  </a:cubicBezTo>
                  <a:cubicBezTo>
                    <a:pt x="6738" y="54486"/>
                    <a:pt x="7868" y="52666"/>
                    <a:pt x="9688" y="51787"/>
                  </a:cubicBezTo>
                  <a:cubicBezTo>
                    <a:pt x="10190" y="51536"/>
                    <a:pt x="10483" y="51033"/>
                    <a:pt x="10421" y="50489"/>
                  </a:cubicBezTo>
                  <a:cubicBezTo>
                    <a:pt x="10379" y="49945"/>
                    <a:pt x="10002" y="49485"/>
                    <a:pt x="9479" y="49339"/>
                  </a:cubicBezTo>
                  <a:cubicBezTo>
                    <a:pt x="5441" y="48230"/>
                    <a:pt x="2616" y="44526"/>
                    <a:pt x="2616" y="40321"/>
                  </a:cubicBezTo>
                  <a:cubicBezTo>
                    <a:pt x="2616" y="35278"/>
                    <a:pt x="6550" y="31177"/>
                    <a:pt x="11571" y="30947"/>
                  </a:cubicBezTo>
                  <a:cubicBezTo>
                    <a:pt x="12011" y="30947"/>
                    <a:pt x="12387" y="30717"/>
                    <a:pt x="12618" y="30340"/>
                  </a:cubicBezTo>
                  <a:cubicBezTo>
                    <a:pt x="12848" y="29984"/>
                    <a:pt x="12890" y="29524"/>
                    <a:pt x="12722" y="29126"/>
                  </a:cubicBezTo>
                  <a:cubicBezTo>
                    <a:pt x="12387" y="28394"/>
                    <a:pt x="12241" y="27620"/>
                    <a:pt x="12241" y="26825"/>
                  </a:cubicBezTo>
                  <a:cubicBezTo>
                    <a:pt x="12241" y="23603"/>
                    <a:pt x="14835" y="20987"/>
                    <a:pt x="18058" y="20987"/>
                  </a:cubicBezTo>
                  <a:cubicBezTo>
                    <a:pt x="18665" y="20987"/>
                    <a:pt x="19292" y="21092"/>
                    <a:pt x="19899" y="21280"/>
                  </a:cubicBezTo>
                  <a:cubicBezTo>
                    <a:pt x="20036" y="21328"/>
                    <a:pt x="20178" y="21351"/>
                    <a:pt x="20319" y="21351"/>
                  </a:cubicBezTo>
                  <a:cubicBezTo>
                    <a:pt x="20608" y="21351"/>
                    <a:pt x="20894" y="21254"/>
                    <a:pt x="21133" y="21071"/>
                  </a:cubicBezTo>
                  <a:cubicBezTo>
                    <a:pt x="21468" y="20778"/>
                    <a:pt x="21657" y="20339"/>
                    <a:pt x="21615" y="19899"/>
                  </a:cubicBezTo>
                  <a:cubicBezTo>
                    <a:pt x="21573" y="19669"/>
                    <a:pt x="21573" y="19397"/>
                    <a:pt x="21573" y="19146"/>
                  </a:cubicBezTo>
                  <a:cubicBezTo>
                    <a:pt x="21573" y="15129"/>
                    <a:pt x="24837" y="11864"/>
                    <a:pt x="28854" y="11864"/>
                  </a:cubicBezTo>
                  <a:cubicBezTo>
                    <a:pt x="30968" y="11864"/>
                    <a:pt x="32997" y="12806"/>
                    <a:pt x="34378" y="14417"/>
                  </a:cubicBezTo>
                  <a:cubicBezTo>
                    <a:pt x="34623" y="14710"/>
                    <a:pt x="34981" y="14877"/>
                    <a:pt x="35355" y="14877"/>
                  </a:cubicBezTo>
                  <a:cubicBezTo>
                    <a:pt x="35461" y="14877"/>
                    <a:pt x="35569" y="14863"/>
                    <a:pt x="35675" y="14836"/>
                  </a:cubicBezTo>
                  <a:cubicBezTo>
                    <a:pt x="36136" y="14731"/>
                    <a:pt x="36512" y="14354"/>
                    <a:pt x="36638" y="13873"/>
                  </a:cubicBezTo>
                  <a:cubicBezTo>
                    <a:pt x="37956" y="8579"/>
                    <a:pt x="42706" y="4876"/>
                    <a:pt x="48167" y="4876"/>
                  </a:cubicBezTo>
                  <a:cubicBezTo>
                    <a:pt x="51494" y="4876"/>
                    <a:pt x="54549" y="6194"/>
                    <a:pt x="56808" y="8600"/>
                  </a:cubicBezTo>
                  <a:cubicBezTo>
                    <a:pt x="57071" y="8863"/>
                    <a:pt x="57412" y="9010"/>
                    <a:pt x="57769" y="9010"/>
                  </a:cubicBezTo>
                  <a:cubicBezTo>
                    <a:pt x="57867" y="9010"/>
                    <a:pt x="57965" y="8999"/>
                    <a:pt x="58064" y="8977"/>
                  </a:cubicBezTo>
                  <a:cubicBezTo>
                    <a:pt x="58503" y="8872"/>
                    <a:pt x="58880" y="8538"/>
                    <a:pt x="59005" y="8098"/>
                  </a:cubicBezTo>
                  <a:cubicBezTo>
                    <a:pt x="60093" y="4813"/>
                    <a:pt x="63127" y="2616"/>
                    <a:pt x="66580" y="2616"/>
                  </a:cubicBezTo>
                  <a:cubicBezTo>
                    <a:pt x="69174" y="2616"/>
                    <a:pt x="71622" y="3872"/>
                    <a:pt x="73108" y="6006"/>
                  </a:cubicBezTo>
                  <a:cubicBezTo>
                    <a:pt x="73317" y="6320"/>
                    <a:pt x="73673" y="6529"/>
                    <a:pt x="74070" y="6571"/>
                  </a:cubicBezTo>
                  <a:cubicBezTo>
                    <a:pt x="74094" y="6572"/>
                    <a:pt x="74118" y="6573"/>
                    <a:pt x="74142" y="6573"/>
                  </a:cubicBezTo>
                  <a:cubicBezTo>
                    <a:pt x="74496" y="6573"/>
                    <a:pt x="74862" y="6428"/>
                    <a:pt x="75116" y="6173"/>
                  </a:cubicBezTo>
                  <a:cubicBezTo>
                    <a:pt x="77272" y="3976"/>
                    <a:pt x="80159" y="2763"/>
                    <a:pt x="83256" y="2763"/>
                  </a:cubicBezTo>
                  <a:cubicBezTo>
                    <a:pt x="88466" y="2763"/>
                    <a:pt x="93006" y="6278"/>
                    <a:pt x="94324" y="11300"/>
                  </a:cubicBezTo>
                  <a:cubicBezTo>
                    <a:pt x="94408" y="11634"/>
                    <a:pt x="94638" y="11927"/>
                    <a:pt x="94931" y="12116"/>
                  </a:cubicBezTo>
                  <a:cubicBezTo>
                    <a:pt x="95130" y="12222"/>
                    <a:pt x="95345" y="12277"/>
                    <a:pt x="95562" y="12277"/>
                  </a:cubicBezTo>
                  <a:cubicBezTo>
                    <a:pt x="95687" y="12277"/>
                    <a:pt x="95813" y="12259"/>
                    <a:pt x="95935" y="12220"/>
                  </a:cubicBezTo>
                  <a:cubicBezTo>
                    <a:pt x="96772" y="11990"/>
                    <a:pt x="97630" y="11864"/>
                    <a:pt x="98467" y="11864"/>
                  </a:cubicBezTo>
                  <a:cubicBezTo>
                    <a:pt x="103447" y="11864"/>
                    <a:pt x="107485" y="15903"/>
                    <a:pt x="107485" y="20883"/>
                  </a:cubicBezTo>
                  <a:cubicBezTo>
                    <a:pt x="107485" y="22096"/>
                    <a:pt x="107234" y="23289"/>
                    <a:pt x="106753" y="24398"/>
                  </a:cubicBezTo>
                  <a:cubicBezTo>
                    <a:pt x="106606" y="24774"/>
                    <a:pt x="106627" y="25193"/>
                    <a:pt x="106816" y="25528"/>
                  </a:cubicBezTo>
                  <a:cubicBezTo>
                    <a:pt x="107004" y="25883"/>
                    <a:pt x="107339" y="26134"/>
                    <a:pt x="107736" y="26197"/>
                  </a:cubicBezTo>
                  <a:cubicBezTo>
                    <a:pt x="111544" y="26846"/>
                    <a:pt x="114306" y="30131"/>
                    <a:pt x="114306" y="33981"/>
                  </a:cubicBezTo>
                  <a:cubicBezTo>
                    <a:pt x="114306" y="35090"/>
                    <a:pt x="114055" y="36178"/>
                    <a:pt x="113595" y="37203"/>
                  </a:cubicBezTo>
                  <a:cubicBezTo>
                    <a:pt x="113448" y="37538"/>
                    <a:pt x="113448" y="37935"/>
                    <a:pt x="113595" y="38270"/>
                  </a:cubicBezTo>
                  <a:cubicBezTo>
                    <a:pt x="113741" y="38605"/>
                    <a:pt x="114013" y="38856"/>
                    <a:pt x="114369" y="38981"/>
                  </a:cubicBezTo>
                  <a:cubicBezTo>
                    <a:pt x="118303" y="40383"/>
                    <a:pt x="120960" y="44150"/>
                    <a:pt x="120960" y="48334"/>
                  </a:cubicBezTo>
                  <a:cubicBezTo>
                    <a:pt x="120960" y="51054"/>
                    <a:pt x="119872" y="53586"/>
                    <a:pt x="117905" y="55490"/>
                  </a:cubicBezTo>
                  <a:cubicBezTo>
                    <a:pt x="117466" y="55930"/>
                    <a:pt x="117382" y="56620"/>
                    <a:pt x="117717" y="57143"/>
                  </a:cubicBezTo>
                  <a:cubicBezTo>
                    <a:pt x="118658" y="58566"/>
                    <a:pt x="119140" y="60219"/>
                    <a:pt x="119140" y="61914"/>
                  </a:cubicBezTo>
                  <a:cubicBezTo>
                    <a:pt x="119140" y="64885"/>
                    <a:pt x="117654" y="67626"/>
                    <a:pt x="115143" y="69258"/>
                  </a:cubicBezTo>
                  <a:cubicBezTo>
                    <a:pt x="114662" y="69572"/>
                    <a:pt x="114432" y="70179"/>
                    <a:pt x="114620" y="70744"/>
                  </a:cubicBezTo>
                  <a:cubicBezTo>
                    <a:pt x="114809" y="71413"/>
                    <a:pt x="114913" y="72104"/>
                    <a:pt x="114913" y="72794"/>
                  </a:cubicBezTo>
                  <a:cubicBezTo>
                    <a:pt x="114913" y="76602"/>
                    <a:pt x="111816" y="79699"/>
                    <a:pt x="108029" y="79699"/>
                  </a:cubicBezTo>
                  <a:cubicBezTo>
                    <a:pt x="104221" y="79699"/>
                    <a:pt x="101124" y="76602"/>
                    <a:pt x="101124" y="72794"/>
                  </a:cubicBezTo>
                  <a:cubicBezTo>
                    <a:pt x="101124" y="71601"/>
                    <a:pt x="101438" y="70409"/>
                    <a:pt x="102045" y="69363"/>
                  </a:cubicBezTo>
                  <a:cubicBezTo>
                    <a:pt x="102254" y="68986"/>
                    <a:pt x="102275" y="68526"/>
                    <a:pt x="102087" y="68149"/>
                  </a:cubicBezTo>
                  <a:cubicBezTo>
                    <a:pt x="101899" y="67751"/>
                    <a:pt x="101543" y="67479"/>
                    <a:pt x="101104" y="67417"/>
                  </a:cubicBezTo>
                  <a:cubicBezTo>
                    <a:pt x="97881" y="66894"/>
                    <a:pt x="95433" y="64153"/>
                    <a:pt x="95308" y="60888"/>
                  </a:cubicBezTo>
                  <a:cubicBezTo>
                    <a:pt x="95287" y="60190"/>
                    <a:pt x="94702" y="59633"/>
                    <a:pt x="93987" y="59633"/>
                  </a:cubicBezTo>
                  <a:cubicBezTo>
                    <a:pt x="93974" y="59633"/>
                    <a:pt x="93961" y="59633"/>
                    <a:pt x="93948" y="59633"/>
                  </a:cubicBezTo>
                  <a:cubicBezTo>
                    <a:pt x="93215" y="59675"/>
                    <a:pt x="92671" y="60282"/>
                    <a:pt x="92692" y="60993"/>
                  </a:cubicBezTo>
                  <a:cubicBezTo>
                    <a:pt x="92860" y="64927"/>
                    <a:pt x="95433" y="68316"/>
                    <a:pt x="99074" y="69593"/>
                  </a:cubicBezTo>
                  <a:cubicBezTo>
                    <a:pt x="98697" y="70618"/>
                    <a:pt x="98509" y="71706"/>
                    <a:pt x="98509" y="72794"/>
                  </a:cubicBezTo>
                  <a:cubicBezTo>
                    <a:pt x="98509" y="78046"/>
                    <a:pt x="102777" y="82314"/>
                    <a:pt x="108029" y="82314"/>
                  </a:cubicBezTo>
                  <a:cubicBezTo>
                    <a:pt x="113260" y="82314"/>
                    <a:pt x="117529" y="78046"/>
                    <a:pt x="117529" y="72794"/>
                  </a:cubicBezTo>
                  <a:cubicBezTo>
                    <a:pt x="117529" y="72166"/>
                    <a:pt x="117466" y="71518"/>
                    <a:pt x="117340" y="70911"/>
                  </a:cubicBezTo>
                  <a:cubicBezTo>
                    <a:pt x="120123" y="68756"/>
                    <a:pt x="121755" y="65471"/>
                    <a:pt x="121755" y="61914"/>
                  </a:cubicBezTo>
                  <a:cubicBezTo>
                    <a:pt x="121755" y="60052"/>
                    <a:pt x="121295" y="58252"/>
                    <a:pt x="120437" y="56620"/>
                  </a:cubicBezTo>
                  <a:cubicBezTo>
                    <a:pt x="122467" y="54318"/>
                    <a:pt x="123576" y="51431"/>
                    <a:pt x="123576" y="48334"/>
                  </a:cubicBezTo>
                  <a:cubicBezTo>
                    <a:pt x="123576" y="43480"/>
                    <a:pt x="120751" y="39086"/>
                    <a:pt x="116461" y="37015"/>
                  </a:cubicBezTo>
                  <a:cubicBezTo>
                    <a:pt x="116754" y="36031"/>
                    <a:pt x="116901" y="35027"/>
                    <a:pt x="116901" y="33981"/>
                  </a:cubicBezTo>
                  <a:cubicBezTo>
                    <a:pt x="116901" y="29357"/>
                    <a:pt x="113930" y="25381"/>
                    <a:pt x="109661" y="24000"/>
                  </a:cubicBezTo>
                  <a:cubicBezTo>
                    <a:pt x="109954" y="22975"/>
                    <a:pt x="110080" y="21950"/>
                    <a:pt x="110080" y="20883"/>
                  </a:cubicBezTo>
                  <a:cubicBezTo>
                    <a:pt x="110080" y="14480"/>
                    <a:pt x="104870" y="9270"/>
                    <a:pt x="98467" y="9270"/>
                  </a:cubicBezTo>
                  <a:cubicBezTo>
                    <a:pt x="97798" y="9270"/>
                    <a:pt x="97128" y="9312"/>
                    <a:pt x="96459" y="9437"/>
                  </a:cubicBezTo>
                  <a:cubicBezTo>
                    <a:pt x="94471" y="3913"/>
                    <a:pt x="89219" y="147"/>
                    <a:pt x="83235" y="147"/>
                  </a:cubicBezTo>
                  <a:cubicBezTo>
                    <a:pt x="79950" y="147"/>
                    <a:pt x="76811" y="1277"/>
                    <a:pt x="74300" y="3369"/>
                  </a:cubicBezTo>
                  <a:cubicBezTo>
                    <a:pt x="72313" y="1235"/>
                    <a:pt x="69530" y="1"/>
                    <a:pt x="665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5"/>
            <p:cNvSpPr/>
            <p:nvPr/>
          </p:nvSpPr>
          <p:spPr>
            <a:xfrm>
              <a:off x="5349300" y="2923115"/>
              <a:ext cx="438375" cy="251625"/>
            </a:xfrm>
            <a:custGeom>
              <a:rect b="b" l="l" r="r" t="t"/>
              <a:pathLst>
                <a:path extrusionOk="0" h="10065" w="17535">
                  <a:moveTo>
                    <a:pt x="1319" y="0"/>
                  </a:moveTo>
                  <a:cubicBezTo>
                    <a:pt x="586" y="0"/>
                    <a:pt x="1" y="586"/>
                    <a:pt x="1" y="1318"/>
                  </a:cubicBezTo>
                  <a:cubicBezTo>
                    <a:pt x="1" y="6152"/>
                    <a:pt x="3934" y="10065"/>
                    <a:pt x="8768" y="10065"/>
                  </a:cubicBezTo>
                  <a:cubicBezTo>
                    <a:pt x="13601" y="10065"/>
                    <a:pt x="17535" y="6152"/>
                    <a:pt x="17535" y="1318"/>
                  </a:cubicBezTo>
                  <a:cubicBezTo>
                    <a:pt x="17535" y="586"/>
                    <a:pt x="16949" y="0"/>
                    <a:pt x="16216" y="0"/>
                  </a:cubicBezTo>
                  <a:cubicBezTo>
                    <a:pt x="15505" y="0"/>
                    <a:pt x="14919" y="586"/>
                    <a:pt x="14919" y="1318"/>
                  </a:cubicBezTo>
                  <a:cubicBezTo>
                    <a:pt x="14919" y="4708"/>
                    <a:pt x="12157" y="7449"/>
                    <a:pt x="8768" y="7449"/>
                  </a:cubicBezTo>
                  <a:cubicBezTo>
                    <a:pt x="5378" y="7449"/>
                    <a:pt x="2616" y="4708"/>
                    <a:pt x="2616" y="1318"/>
                  </a:cubicBezTo>
                  <a:cubicBezTo>
                    <a:pt x="2616" y="586"/>
                    <a:pt x="2030" y="0"/>
                    <a:pt x="13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5"/>
            <p:cNvSpPr/>
            <p:nvPr/>
          </p:nvSpPr>
          <p:spPr>
            <a:xfrm>
              <a:off x="4216300" y="1478865"/>
              <a:ext cx="337925" cy="337925"/>
            </a:xfrm>
            <a:custGeom>
              <a:rect b="b" l="l" r="r" t="t"/>
              <a:pathLst>
                <a:path extrusionOk="0" h="13517" w="13517">
                  <a:moveTo>
                    <a:pt x="1318" y="0"/>
                  </a:moveTo>
                  <a:cubicBezTo>
                    <a:pt x="586" y="0"/>
                    <a:pt x="0" y="586"/>
                    <a:pt x="0" y="1318"/>
                  </a:cubicBezTo>
                  <a:cubicBezTo>
                    <a:pt x="0" y="2030"/>
                    <a:pt x="586" y="2616"/>
                    <a:pt x="1318" y="2616"/>
                  </a:cubicBezTo>
                  <a:cubicBezTo>
                    <a:pt x="6591" y="2616"/>
                    <a:pt x="10901" y="6926"/>
                    <a:pt x="10901" y="12220"/>
                  </a:cubicBezTo>
                  <a:cubicBezTo>
                    <a:pt x="10901" y="12931"/>
                    <a:pt x="11487" y="13517"/>
                    <a:pt x="12219" y="13517"/>
                  </a:cubicBezTo>
                  <a:cubicBezTo>
                    <a:pt x="12931" y="13517"/>
                    <a:pt x="13517" y="12931"/>
                    <a:pt x="13517" y="12220"/>
                  </a:cubicBezTo>
                  <a:cubicBezTo>
                    <a:pt x="13517" y="5482"/>
                    <a:pt x="8035" y="0"/>
                    <a:pt x="13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5"/>
            <p:cNvSpPr/>
            <p:nvPr/>
          </p:nvSpPr>
          <p:spPr>
            <a:xfrm>
              <a:off x="3969900" y="2838365"/>
              <a:ext cx="301850" cy="538800"/>
            </a:xfrm>
            <a:custGeom>
              <a:rect b="b" l="l" r="r" t="t"/>
              <a:pathLst>
                <a:path extrusionOk="0" h="21552" w="12074">
                  <a:moveTo>
                    <a:pt x="10777" y="1"/>
                  </a:moveTo>
                  <a:cubicBezTo>
                    <a:pt x="4834" y="1"/>
                    <a:pt x="1" y="4834"/>
                    <a:pt x="1" y="10776"/>
                  </a:cubicBezTo>
                  <a:cubicBezTo>
                    <a:pt x="1" y="16719"/>
                    <a:pt x="4834" y="21552"/>
                    <a:pt x="10777" y="21552"/>
                  </a:cubicBezTo>
                  <a:cubicBezTo>
                    <a:pt x="11488" y="21552"/>
                    <a:pt x="12074" y="20966"/>
                    <a:pt x="12074" y="20234"/>
                  </a:cubicBezTo>
                  <a:cubicBezTo>
                    <a:pt x="12074" y="19522"/>
                    <a:pt x="11488" y="18937"/>
                    <a:pt x="10777" y="18937"/>
                  </a:cubicBezTo>
                  <a:cubicBezTo>
                    <a:pt x="6278" y="18937"/>
                    <a:pt x="2616" y="15275"/>
                    <a:pt x="2616" y="10776"/>
                  </a:cubicBezTo>
                  <a:cubicBezTo>
                    <a:pt x="2616" y="6278"/>
                    <a:pt x="6278" y="2616"/>
                    <a:pt x="10777" y="2616"/>
                  </a:cubicBezTo>
                  <a:cubicBezTo>
                    <a:pt x="11488" y="2616"/>
                    <a:pt x="12074" y="2030"/>
                    <a:pt x="12074" y="1319"/>
                  </a:cubicBezTo>
                  <a:cubicBezTo>
                    <a:pt x="12074" y="587"/>
                    <a:pt x="11488" y="1"/>
                    <a:pt x="107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5"/>
            <p:cNvSpPr/>
            <p:nvPr/>
          </p:nvSpPr>
          <p:spPr>
            <a:xfrm>
              <a:off x="4838775" y="2849340"/>
              <a:ext cx="613600" cy="197775"/>
            </a:xfrm>
            <a:custGeom>
              <a:rect b="b" l="l" r="r" t="t"/>
              <a:pathLst>
                <a:path extrusionOk="0" h="7911" w="24544">
                  <a:moveTo>
                    <a:pt x="23067" y="0"/>
                  </a:moveTo>
                  <a:cubicBezTo>
                    <a:pt x="22700" y="0"/>
                    <a:pt x="22337" y="153"/>
                    <a:pt x="22075" y="461"/>
                  </a:cubicBezTo>
                  <a:cubicBezTo>
                    <a:pt x="19311" y="3660"/>
                    <a:pt x="15405" y="5301"/>
                    <a:pt x="11473" y="5301"/>
                  </a:cubicBezTo>
                  <a:cubicBezTo>
                    <a:pt x="8231" y="5301"/>
                    <a:pt x="4971" y="4185"/>
                    <a:pt x="2323" y="1905"/>
                  </a:cubicBezTo>
                  <a:cubicBezTo>
                    <a:pt x="2079" y="1699"/>
                    <a:pt x="1776" y="1598"/>
                    <a:pt x="1475" y="1598"/>
                  </a:cubicBezTo>
                  <a:cubicBezTo>
                    <a:pt x="1104" y="1598"/>
                    <a:pt x="735" y="1751"/>
                    <a:pt x="481" y="2052"/>
                  </a:cubicBezTo>
                  <a:cubicBezTo>
                    <a:pt x="0" y="2596"/>
                    <a:pt x="63" y="3412"/>
                    <a:pt x="607" y="3893"/>
                  </a:cubicBezTo>
                  <a:cubicBezTo>
                    <a:pt x="3745" y="6592"/>
                    <a:pt x="7616" y="7910"/>
                    <a:pt x="11466" y="7910"/>
                  </a:cubicBezTo>
                  <a:cubicBezTo>
                    <a:pt x="16132" y="7910"/>
                    <a:pt x="20777" y="5964"/>
                    <a:pt x="24062" y="2156"/>
                  </a:cubicBezTo>
                  <a:cubicBezTo>
                    <a:pt x="24544" y="1612"/>
                    <a:pt x="24481" y="796"/>
                    <a:pt x="23937" y="315"/>
                  </a:cubicBezTo>
                  <a:cubicBezTo>
                    <a:pt x="23680" y="106"/>
                    <a:pt x="23372" y="0"/>
                    <a:pt x="230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5"/>
            <p:cNvSpPr/>
            <p:nvPr/>
          </p:nvSpPr>
          <p:spPr>
            <a:xfrm>
              <a:off x="3651350" y="2664715"/>
              <a:ext cx="466100" cy="265750"/>
            </a:xfrm>
            <a:custGeom>
              <a:rect b="b" l="l" r="r" t="t"/>
              <a:pathLst>
                <a:path extrusionOk="0" h="10630" w="18644">
                  <a:moveTo>
                    <a:pt x="9332" y="0"/>
                  </a:moveTo>
                  <a:cubicBezTo>
                    <a:pt x="4185" y="0"/>
                    <a:pt x="1" y="4185"/>
                    <a:pt x="1" y="9311"/>
                  </a:cubicBezTo>
                  <a:cubicBezTo>
                    <a:pt x="1" y="10043"/>
                    <a:pt x="586" y="10629"/>
                    <a:pt x="1319" y="10629"/>
                  </a:cubicBezTo>
                  <a:cubicBezTo>
                    <a:pt x="2030" y="10629"/>
                    <a:pt x="2616" y="10043"/>
                    <a:pt x="2616" y="9311"/>
                  </a:cubicBezTo>
                  <a:cubicBezTo>
                    <a:pt x="2616" y="5628"/>
                    <a:pt x="5629" y="2615"/>
                    <a:pt x="9332" y="2615"/>
                  </a:cubicBezTo>
                  <a:cubicBezTo>
                    <a:pt x="13015" y="2615"/>
                    <a:pt x="16028" y="5628"/>
                    <a:pt x="16028" y="9311"/>
                  </a:cubicBezTo>
                  <a:cubicBezTo>
                    <a:pt x="16028" y="10043"/>
                    <a:pt x="16614" y="10629"/>
                    <a:pt x="17346" y="10629"/>
                  </a:cubicBezTo>
                  <a:cubicBezTo>
                    <a:pt x="18058" y="10629"/>
                    <a:pt x="18643" y="10043"/>
                    <a:pt x="18643" y="9311"/>
                  </a:cubicBezTo>
                  <a:cubicBezTo>
                    <a:pt x="18643" y="4185"/>
                    <a:pt x="14459" y="0"/>
                    <a:pt x="933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5"/>
            <p:cNvSpPr/>
            <p:nvPr/>
          </p:nvSpPr>
          <p:spPr>
            <a:xfrm>
              <a:off x="4994650" y="1943890"/>
              <a:ext cx="466100" cy="265750"/>
            </a:xfrm>
            <a:custGeom>
              <a:rect b="b" l="l" r="r" t="t"/>
              <a:pathLst>
                <a:path extrusionOk="0" h="10630" w="18644">
                  <a:moveTo>
                    <a:pt x="9311" y="0"/>
                  </a:moveTo>
                  <a:cubicBezTo>
                    <a:pt x="4185" y="0"/>
                    <a:pt x="0" y="4185"/>
                    <a:pt x="0" y="9311"/>
                  </a:cubicBezTo>
                  <a:cubicBezTo>
                    <a:pt x="0" y="10044"/>
                    <a:pt x="586" y="10629"/>
                    <a:pt x="1298" y="10629"/>
                  </a:cubicBezTo>
                  <a:cubicBezTo>
                    <a:pt x="2030" y="10629"/>
                    <a:pt x="2616" y="10044"/>
                    <a:pt x="2616" y="9311"/>
                  </a:cubicBezTo>
                  <a:cubicBezTo>
                    <a:pt x="2616" y="5608"/>
                    <a:pt x="5629" y="2616"/>
                    <a:pt x="9311" y="2616"/>
                  </a:cubicBezTo>
                  <a:cubicBezTo>
                    <a:pt x="13015" y="2616"/>
                    <a:pt x="16028" y="5608"/>
                    <a:pt x="16028" y="9311"/>
                  </a:cubicBezTo>
                  <a:cubicBezTo>
                    <a:pt x="16028" y="10044"/>
                    <a:pt x="16614" y="10629"/>
                    <a:pt x="17325" y="10629"/>
                  </a:cubicBezTo>
                  <a:cubicBezTo>
                    <a:pt x="18057" y="10629"/>
                    <a:pt x="18643" y="10044"/>
                    <a:pt x="18643" y="9311"/>
                  </a:cubicBezTo>
                  <a:cubicBezTo>
                    <a:pt x="18643" y="4185"/>
                    <a:pt x="14459" y="0"/>
                    <a:pt x="93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5"/>
            <p:cNvSpPr/>
            <p:nvPr/>
          </p:nvSpPr>
          <p:spPr>
            <a:xfrm>
              <a:off x="5180875" y="1652515"/>
              <a:ext cx="331125" cy="331150"/>
            </a:xfrm>
            <a:custGeom>
              <a:rect b="b" l="l" r="r" t="t"/>
              <a:pathLst>
                <a:path extrusionOk="0" h="13246" w="13245">
                  <a:moveTo>
                    <a:pt x="11948" y="1"/>
                  </a:moveTo>
                  <a:cubicBezTo>
                    <a:pt x="5357" y="1"/>
                    <a:pt x="0" y="5357"/>
                    <a:pt x="0" y="11948"/>
                  </a:cubicBezTo>
                  <a:cubicBezTo>
                    <a:pt x="0" y="12660"/>
                    <a:pt x="586" y="13245"/>
                    <a:pt x="1318" y="13245"/>
                  </a:cubicBezTo>
                  <a:cubicBezTo>
                    <a:pt x="2030" y="13245"/>
                    <a:pt x="2616" y="12660"/>
                    <a:pt x="2616" y="11948"/>
                  </a:cubicBezTo>
                  <a:cubicBezTo>
                    <a:pt x="2616" y="6801"/>
                    <a:pt x="6800" y="2616"/>
                    <a:pt x="11948" y="2616"/>
                  </a:cubicBezTo>
                  <a:cubicBezTo>
                    <a:pt x="12659" y="2616"/>
                    <a:pt x="13245" y="2030"/>
                    <a:pt x="13245" y="1319"/>
                  </a:cubicBezTo>
                  <a:cubicBezTo>
                    <a:pt x="13245" y="587"/>
                    <a:pt x="12659" y="1"/>
                    <a:pt x="119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5"/>
            <p:cNvSpPr/>
            <p:nvPr/>
          </p:nvSpPr>
          <p:spPr>
            <a:xfrm>
              <a:off x="3890925" y="2043790"/>
              <a:ext cx="486500" cy="275700"/>
            </a:xfrm>
            <a:custGeom>
              <a:rect b="b" l="l" r="r" t="t"/>
              <a:pathLst>
                <a:path extrusionOk="0" h="11028" w="19460">
                  <a:moveTo>
                    <a:pt x="9730" y="1"/>
                  </a:moveTo>
                  <a:cubicBezTo>
                    <a:pt x="4374" y="1"/>
                    <a:pt x="1" y="4374"/>
                    <a:pt x="1" y="9730"/>
                  </a:cubicBezTo>
                  <a:cubicBezTo>
                    <a:pt x="1" y="10442"/>
                    <a:pt x="586" y="11027"/>
                    <a:pt x="1319" y="11027"/>
                  </a:cubicBezTo>
                  <a:cubicBezTo>
                    <a:pt x="2030" y="11027"/>
                    <a:pt x="2616" y="10442"/>
                    <a:pt x="2616" y="9730"/>
                  </a:cubicBezTo>
                  <a:cubicBezTo>
                    <a:pt x="2616" y="5817"/>
                    <a:pt x="5817" y="2616"/>
                    <a:pt x="9730" y="2616"/>
                  </a:cubicBezTo>
                  <a:cubicBezTo>
                    <a:pt x="13643" y="2616"/>
                    <a:pt x="16844" y="5817"/>
                    <a:pt x="16844" y="9730"/>
                  </a:cubicBezTo>
                  <a:cubicBezTo>
                    <a:pt x="16844" y="10442"/>
                    <a:pt x="17430" y="11027"/>
                    <a:pt x="18141" y="11027"/>
                  </a:cubicBezTo>
                  <a:cubicBezTo>
                    <a:pt x="18874" y="11027"/>
                    <a:pt x="19459" y="10442"/>
                    <a:pt x="19459" y="9730"/>
                  </a:cubicBezTo>
                  <a:cubicBezTo>
                    <a:pt x="19459" y="4374"/>
                    <a:pt x="15086" y="1"/>
                    <a:pt x="973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5"/>
            <p:cNvSpPr/>
            <p:nvPr/>
          </p:nvSpPr>
          <p:spPr>
            <a:xfrm>
              <a:off x="4101725" y="2254090"/>
              <a:ext cx="485975" cy="276200"/>
            </a:xfrm>
            <a:custGeom>
              <a:rect b="b" l="l" r="r" t="t"/>
              <a:pathLst>
                <a:path extrusionOk="0" h="11048" w="19439">
                  <a:moveTo>
                    <a:pt x="9709" y="0"/>
                  </a:moveTo>
                  <a:cubicBezTo>
                    <a:pt x="4353" y="0"/>
                    <a:pt x="1" y="4373"/>
                    <a:pt x="1" y="9729"/>
                  </a:cubicBezTo>
                  <a:cubicBezTo>
                    <a:pt x="1" y="10462"/>
                    <a:pt x="587" y="11048"/>
                    <a:pt x="1298" y="11048"/>
                  </a:cubicBezTo>
                  <a:cubicBezTo>
                    <a:pt x="2009" y="11048"/>
                    <a:pt x="2616" y="10462"/>
                    <a:pt x="2616" y="9729"/>
                  </a:cubicBezTo>
                  <a:cubicBezTo>
                    <a:pt x="2616" y="5817"/>
                    <a:pt x="5797" y="2615"/>
                    <a:pt x="9709" y="2615"/>
                  </a:cubicBezTo>
                  <a:cubicBezTo>
                    <a:pt x="13643" y="2615"/>
                    <a:pt x="16823" y="5817"/>
                    <a:pt x="16823" y="9729"/>
                  </a:cubicBezTo>
                  <a:cubicBezTo>
                    <a:pt x="16823" y="10462"/>
                    <a:pt x="17409" y="11048"/>
                    <a:pt x="18121" y="11048"/>
                  </a:cubicBezTo>
                  <a:cubicBezTo>
                    <a:pt x="18853" y="11048"/>
                    <a:pt x="19439" y="10462"/>
                    <a:pt x="19439" y="9729"/>
                  </a:cubicBezTo>
                  <a:cubicBezTo>
                    <a:pt x="19439" y="4373"/>
                    <a:pt x="15087" y="0"/>
                    <a:pt x="97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5"/>
            <p:cNvSpPr/>
            <p:nvPr/>
          </p:nvSpPr>
          <p:spPr>
            <a:xfrm>
              <a:off x="4309925" y="2213790"/>
              <a:ext cx="369325" cy="126625"/>
            </a:xfrm>
            <a:custGeom>
              <a:rect b="b" l="l" r="r" t="t"/>
              <a:pathLst>
                <a:path extrusionOk="0" h="5065" w="14773">
                  <a:moveTo>
                    <a:pt x="1444" y="1"/>
                  </a:moveTo>
                  <a:cubicBezTo>
                    <a:pt x="1109" y="1"/>
                    <a:pt x="775" y="126"/>
                    <a:pt x="523" y="378"/>
                  </a:cubicBezTo>
                  <a:cubicBezTo>
                    <a:pt x="0" y="901"/>
                    <a:pt x="0" y="1717"/>
                    <a:pt x="523" y="2240"/>
                  </a:cubicBezTo>
                  <a:cubicBezTo>
                    <a:pt x="2407" y="4123"/>
                    <a:pt x="4896" y="5064"/>
                    <a:pt x="7386" y="5064"/>
                  </a:cubicBezTo>
                  <a:cubicBezTo>
                    <a:pt x="9876" y="5064"/>
                    <a:pt x="12366" y="4123"/>
                    <a:pt x="14270" y="2240"/>
                  </a:cubicBezTo>
                  <a:cubicBezTo>
                    <a:pt x="14772" y="1717"/>
                    <a:pt x="14772" y="901"/>
                    <a:pt x="14270" y="378"/>
                  </a:cubicBezTo>
                  <a:cubicBezTo>
                    <a:pt x="14009" y="126"/>
                    <a:pt x="13674" y="1"/>
                    <a:pt x="13339" y="1"/>
                  </a:cubicBezTo>
                  <a:cubicBezTo>
                    <a:pt x="13004" y="1"/>
                    <a:pt x="12670" y="126"/>
                    <a:pt x="12408" y="378"/>
                  </a:cubicBezTo>
                  <a:cubicBezTo>
                    <a:pt x="11027" y="1758"/>
                    <a:pt x="9207" y="2449"/>
                    <a:pt x="7386" y="2449"/>
                  </a:cubicBezTo>
                  <a:cubicBezTo>
                    <a:pt x="5566" y="2449"/>
                    <a:pt x="3746" y="1758"/>
                    <a:pt x="2365" y="378"/>
                  </a:cubicBezTo>
                  <a:cubicBezTo>
                    <a:pt x="2114" y="126"/>
                    <a:pt x="1779" y="1"/>
                    <a:pt x="14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5"/>
            <p:cNvSpPr/>
            <p:nvPr/>
          </p:nvSpPr>
          <p:spPr>
            <a:xfrm>
              <a:off x="5001450" y="2415190"/>
              <a:ext cx="368800" cy="126600"/>
            </a:xfrm>
            <a:custGeom>
              <a:rect b="b" l="l" r="r" t="t"/>
              <a:pathLst>
                <a:path extrusionOk="0" h="5064" w="14752">
                  <a:moveTo>
                    <a:pt x="1423" y="0"/>
                  </a:moveTo>
                  <a:cubicBezTo>
                    <a:pt x="1088" y="0"/>
                    <a:pt x="754" y="126"/>
                    <a:pt x="503" y="377"/>
                  </a:cubicBezTo>
                  <a:cubicBezTo>
                    <a:pt x="0" y="900"/>
                    <a:pt x="0" y="1716"/>
                    <a:pt x="503" y="2239"/>
                  </a:cubicBezTo>
                  <a:cubicBezTo>
                    <a:pt x="2407" y="4122"/>
                    <a:pt x="4896" y="5064"/>
                    <a:pt x="7386" y="5064"/>
                  </a:cubicBezTo>
                  <a:cubicBezTo>
                    <a:pt x="9876" y="5064"/>
                    <a:pt x="12345" y="4122"/>
                    <a:pt x="14249" y="2239"/>
                  </a:cubicBezTo>
                  <a:cubicBezTo>
                    <a:pt x="14752" y="1716"/>
                    <a:pt x="14752" y="900"/>
                    <a:pt x="14249" y="377"/>
                  </a:cubicBezTo>
                  <a:cubicBezTo>
                    <a:pt x="13998" y="126"/>
                    <a:pt x="13663" y="0"/>
                    <a:pt x="13329" y="0"/>
                  </a:cubicBezTo>
                  <a:cubicBezTo>
                    <a:pt x="12994" y="0"/>
                    <a:pt x="12659" y="126"/>
                    <a:pt x="12408" y="377"/>
                  </a:cubicBezTo>
                  <a:cubicBezTo>
                    <a:pt x="11017" y="1769"/>
                    <a:pt x="9196" y="2464"/>
                    <a:pt x="7376" y="2464"/>
                  </a:cubicBezTo>
                  <a:cubicBezTo>
                    <a:pt x="5556" y="2464"/>
                    <a:pt x="3735" y="1769"/>
                    <a:pt x="2344" y="377"/>
                  </a:cubicBezTo>
                  <a:cubicBezTo>
                    <a:pt x="2093" y="126"/>
                    <a:pt x="1758" y="0"/>
                    <a:pt x="14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5"/>
            <p:cNvSpPr/>
            <p:nvPr/>
          </p:nvSpPr>
          <p:spPr>
            <a:xfrm>
              <a:off x="4723175" y="2660165"/>
              <a:ext cx="246900" cy="327825"/>
            </a:xfrm>
            <a:custGeom>
              <a:rect b="b" l="l" r="r" t="t"/>
              <a:pathLst>
                <a:path extrusionOk="0" h="13113" w="9876">
                  <a:moveTo>
                    <a:pt x="2805" y="1"/>
                  </a:moveTo>
                  <a:cubicBezTo>
                    <a:pt x="2242" y="1"/>
                    <a:pt x="1720" y="370"/>
                    <a:pt x="1548" y="935"/>
                  </a:cubicBezTo>
                  <a:cubicBezTo>
                    <a:pt x="0" y="6062"/>
                    <a:pt x="2908" y="11502"/>
                    <a:pt x="8035" y="13050"/>
                  </a:cubicBezTo>
                  <a:cubicBezTo>
                    <a:pt x="8160" y="13092"/>
                    <a:pt x="8286" y="13113"/>
                    <a:pt x="8411" y="13113"/>
                  </a:cubicBezTo>
                  <a:cubicBezTo>
                    <a:pt x="8976" y="13113"/>
                    <a:pt x="9499" y="12736"/>
                    <a:pt x="9667" y="12171"/>
                  </a:cubicBezTo>
                  <a:cubicBezTo>
                    <a:pt x="9876" y="11481"/>
                    <a:pt x="9499" y="10748"/>
                    <a:pt x="8809" y="10539"/>
                  </a:cubicBezTo>
                  <a:cubicBezTo>
                    <a:pt x="5043" y="9409"/>
                    <a:pt x="2929" y="5434"/>
                    <a:pt x="4059" y="1689"/>
                  </a:cubicBezTo>
                  <a:cubicBezTo>
                    <a:pt x="4268" y="998"/>
                    <a:pt x="3871" y="266"/>
                    <a:pt x="3180" y="57"/>
                  </a:cubicBezTo>
                  <a:cubicBezTo>
                    <a:pt x="3056" y="19"/>
                    <a:pt x="2929" y="1"/>
                    <a:pt x="280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5"/>
            <p:cNvSpPr/>
            <p:nvPr/>
          </p:nvSpPr>
          <p:spPr>
            <a:xfrm>
              <a:off x="4484100" y="2685365"/>
              <a:ext cx="353125" cy="189125"/>
            </a:xfrm>
            <a:custGeom>
              <a:rect b="b" l="l" r="r" t="t"/>
              <a:pathLst>
                <a:path extrusionOk="0" h="7565" w="14125">
                  <a:moveTo>
                    <a:pt x="4959" y="0"/>
                  </a:moveTo>
                  <a:cubicBezTo>
                    <a:pt x="3619" y="0"/>
                    <a:pt x="2259" y="279"/>
                    <a:pt x="963" y="869"/>
                  </a:cubicBezTo>
                  <a:cubicBezTo>
                    <a:pt x="294" y="1162"/>
                    <a:pt x="1" y="1936"/>
                    <a:pt x="315" y="2606"/>
                  </a:cubicBezTo>
                  <a:cubicBezTo>
                    <a:pt x="530" y="3083"/>
                    <a:pt x="1007" y="3368"/>
                    <a:pt x="1502" y="3368"/>
                  </a:cubicBezTo>
                  <a:cubicBezTo>
                    <a:pt x="1680" y="3368"/>
                    <a:pt x="1859" y="3331"/>
                    <a:pt x="2031" y="3254"/>
                  </a:cubicBezTo>
                  <a:cubicBezTo>
                    <a:pt x="2979" y="2827"/>
                    <a:pt x="3974" y="2625"/>
                    <a:pt x="4953" y="2625"/>
                  </a:cubicBezTo>
                  <a:cubicBezTo>
                    <a:pt x="7666" y="2625"/>
                    <a:pt x="10262" y="4177"/>
                    <a:pt x="11446" y="6790"/>
                  </a:cubicBezTo>
                  <a:cubicBezTo>
                    <a:pt x="11676" y="7271"/>
                    <a:pt x="12137" y="7564"/>
                    <a:pt x="12639" y="7564"/>
                  </a:cubicBezTo>
                  <a:cubicBezTo>
                    <a:pt x="12827" y="7564"/>
                    <a:pt x="12994" y="7523"/>
                    <a:pt x="13183" y="7439"/>
                  </a:cubicBezTo>
                  <a:cubicBezTo>
                    <a:pt x="13831" y="7146"/>
                    <a:pt x="14124" y="6372"/>
                    <a:pt x="13831" y="5723"/>
                  </a:cubicBezTo>
                  <a:cubicBezTo>
                    <a:pt x="12203" y="2129"/>
                    <a:pt x="8658" y="0"/>
                    <a:pt x="49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5"/>
            <p:cNvSpPr/>
            <p:nvPr/>
          </p:nvSpPr>
          <p:spPr>
            <a:xfrm>
              <a:off x="4679250" y="3240653"/>
              <a:ext cx="366700" cy="156200"/>
            </a:xfrm>
            <a:custGeom>
              <a:rect b="b" l="l" r="r" t="t"/>
              <a:pathLst>
                <a:path extrusionOk="0" h="6248" w="14668">
                  <a:moveTo>
                    <a:pt x="13193" y="0"/>
                  </a:moveTo>
                  <a:cubicBezTo>
                    <a:pt x="12772" y="0"/>
                    <a:pt x="12363" y="203"/>
                    <a:pt x="12115" y="567"/>
                  </a:cubicBezTo>
                  <a:cubicBezTo>
                    <a:pt x="10731" y="2559"/>
                    <a:pt x="8508" y="3631"/>
                    <a:pt x="6251" y="3631"/>
                  </a:cubicBezTo>
                  <a:cubicBezTo>
                    <a:pt x="4857" y="3631"/>
                    <a:pt x="3449" y="3222"/>
                    <a:pt x="2218" y="2367"/>
                  </a:cubicBezTo>
                  <a:cubicBezTo>
                    <a:pt x="1990" y="2215"/>
                    <a:pt x="1734" y="2142"/>
                    <a:pt x="1479" y="2142"/>
                  </a:cubicBezTo>
                  <a:cubicBezTo>
                    <a:pt x="1242" y="2142"/>
                    <a:pt x="1007" y="2204"/>
                    <a:pt x="796" y="2325"/>
                  </a:cubicBezTo>
                  <a:cubicBezTo>
                    <a:pt x="649" y="2430"/>
                    <a:pt x="503" y="2555"/>
                    <a:pt x="398" y="2702"/>
                  </a:cubicBezTo>
                  <a:cubicBezTo>
                    <a:pt x="0" y="3308"/>
                    <a:pt x="147" y="4124"/>
                    <a:pt x="733" y="4522"/>
                  </a:cubicBezTo>
                  <a:cubicBezTo>
                    <a:pt x="2419" y="5688"/>
                    <a:pt x="4346" y="6248"/>
                    <a:pt x="6252" y="6248"/>
                  </a:cubicBezTo>
                  <a:cubicBezTo>
                    <a:pt x="9339" y="6248"/>
                    <a:pt x="12374" y="4782"/>
                    <a:pt x="14249" y="2053"/>
                  </a:cubicBezTo>
                  <a:cubicBezTo>
                    <a:pt x="14668" y="1446"/>
                    <a:pt x="14521" y="651"/>
                    <a:pt x="13936" y="233"/>
                  </a:cubicBezTo>
                  <a:cubicBezTo>
                    <a:pt x="13707" y="75"/>
                    <a:pt x="13448" y="0"/>
                    <a:pt x="131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5"/>
            <p:cNvSpPr/>
            <p:nvPr/>
          </p:nvSpPr>
          <p:spPr>
            <a:xfrm>
              <a:off x="4739925" y="3464228"/>
              <a:ext cx="366725" cy="156125"/>
            </a:xfrm>
            <a:custGeom>
              <a:rect b="b" l="l" r="r" t="t"/>
              <a:pathLst>
                <a:path extrusionOk="0" h="6245" w="14669">
                  <a:moveTo>
                    <a:pt x="13189" y="1"/>
                  </a:moveTo>
                  <a:cubicBezTo>
                    <a:pt x="12770" y="1"/>
                    <a:pt x="12362" y="195"/>
                    <a:pt x="12115" y="559"/>
                  </a:cubicBezTo>
                  <a:cubicBezTo>
                    <a:pt x="10728" y="2555"/>
                    <a:pt x="8498" y="3628"/>
                    <a:pt x="6236" y="3628"/>
                  </a:cubicBezTo>
                  <a:cubicBezTo>
                    <a:pt x="4846" y="3628"/>
                    <a:pt x="3445" y="3223"/>
                    <a:pt x="2219" y="2379"/>
                  </a:cubicBezTo>
                  <a:cubicBezTo>
                    <a:pt x="1991" y="2217"/>
                    <a:pt x="1735" y="2138"/>
                    <a:pt x="1481" y="2138"/>
                  </a:cubicBezTo>
                  <a:cubicBezTo>
                    <a:pt x="1244" y="2138"/>
                    <a:pt x="1008" y="2206"/>
                    <a:pt x="796" y="2337"/>
                  </a:cubicBezTo>
                  <a:cubicBezTo>
                    <a:pt x="649" y="2421"/>
                    <a:pt x="503" y="2547"/>
                    <a:pt x="398" y="2714"/>
                  </a:cubicBezTo>
                  <a:cubicBezTo>
                    <a:pt x="1" y="3300"/>
                    <a:pt x="147" y="4116"/>
                    <a:pt x="733" y="4534"/>
                  </a:cubicBezTo>
                  <a:cubicBezTo>
                    <a:pt x="2414" y="5690"/>
                    <a:pt x="4335" y="6244"/>
                    <a:pt x="6237" y="6244"/>
                  </a:cubicBezTo>
                  <a:cubicBezTo>
                    <a:pt x="9329" y="6244"/>
                    <a:pt x="12371" y="4778"/>
                    <a:pt x="14250" y="2044"/>
                  </a:cubicBezTo>
                  <a:cubicBezTo>
                    <a:pt x="14668" y="1458"/>
                    <a:pt x="14522" y="642"/>
                    <a:pt x="13936" y="224"/>
                  </a:cubicBezTo>
                  <a:cubicBezTo>
                    <a:pt x="13706" y="73"/>
                    <a:pt x="13445" y="1"/>
                    <a:pt x="131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5"/>
            <p:cNvSpPr/>
            <p:nvPr/>
          </p:nvSpPr>
          <p:spPr>
            <a:xfrm>
              <a:off x="5172563" y="3305428"/>
              <a:ext cx="303925" cy="250125"/>
            </a:xfrm>
            <a:custGeom>
              <a:rect b="b" l="l" r="r" t="t"/>
              <a:pathLst>
                <a:path extrusionOk="0" h="10005" w="12157">
                  <a:moveTo>
                    <a:pt x="10757" y="1"/>
                  </a:moveTo>
                  <a:cubicBezTo>
                    <a:pt x="10104" y="1"/>
                    <a:pt x="9555" y="494"/>
                    <a:pt x="9479" y="1144"/>
                  </a:cubicBezTo>
                  <a:cubicBezTo>
                    <a:pt x="9034" y="4741"/>
                    <a:pt x="5961" y="7391"/>
                    <a:pt x="2425" y="7391"/>
                  </a:cubicBezTo>
                  <a:cubicBezTo>
                    <a:pt x="2135" y="7391"/>
                    <a:pt x="1843" y="7374"/>
                    <a:pt x="1549" y="7337"/>
                  </a:cubicBezTo>
                  <a:cubicBezTo>
                    <a:pt x="1495" y="7331"/>
                    <a:pt x="1442" y="7328"/>
                    <a:pt x="1389" y="7328"/>
                  </a:cubicBezTo>
                  <a:cubicBezTo>
                    <a:pt x="929" y="7328"/>
                    <a:pt x="517" y="7568"/>
                    <a:pt x="272" y="7944"/>
                  </a:cubicBezTo>
                  <a:cubicBezTo>
                    <a:pt x="189" y="8111"/>
                    <a:pt x="126" y="8279"/>
                    <a:pt x="105" y="8467"/>
                  </a:cubicBezTo>
                  <a:cubicBezTo>
                    <a:pt x="0" y="9200"/>
                    <a:pt x="523" y="9848"/>
                    <a:pt x="1235" y="9932"/>
                  </a:cubicBezTo>
                  <a:cubicBezTo>
                    <a:pt x="1633" y="9980"/>
                    <a:pt x="2029" y="10004"/>
                    <a:pt x="2421" y="10004"/>
                  </a:cubicBezTo>
                  <a:cubicBezTo>
                    <a:pt x="7256" y="10004"/>
                    <a:pt x="11473" y="6393"/>
                    <a:pt x="12073" y="1458"/>
                  </a:cubicBezTo>
                  <a:cubicBezTo>
                    <a:pt x="12157" y="746"/>
                    <a:pt x="11655" y="98"/>
                    <a:pt x="10943" y="14"/>
                  </a:cubicBezTo>
                  <a:cubicBezTo>
                    <a:pt x="10881" y="5"/>
                    <a:pt x="10818" y="1"/>
                    <a:pt x="107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5"/>
            <p:cNvSpPr/>
            <p:nvPr/>
          </p:nvSpPr>
          <p:spPr>
            <a:xfrm>
              <a:off x="4854450" y="1919815"/>
              <a:ext cx="369325" cy="126625"/>
            </a:xfrm>
            <a:custGeom>
              <a:rect b="b" l="l" r="r" t="t"/>
              <a:pathLst>
                <a:path extrusionOk="0" h="5065" w="14773">
                  <a:moveTo>
                    <a:pt x="1445" y="1"/>
                  </a:moveTo>
                  <a:cubicBezTo>
                    <a:pt x="1110" y="1"/>
                    <a:pt x="775" y="126"/>
                    <a:pt x="524" y="377"/>
                  </a:cubicBezTo>
                  <a:cubicBezTo>
                    <a:pt x="1" y="880"/>
                    <a:pt x="1" y="1717"/>
                    <a:pt x="524" y="2219"/>
                  </a:cubicBezTo>
                  <a:cubicBezTo>
                    <a:pt x="2344" y="4060"/>
                    <a:pt x="4792" y="5064"/>
                    <a:pt x="7387" y="5064"/>
                  </a:cubicBezTo>
                  <a:cubicBezTo>
                    <a:pt x="9981" y="5064"/>
                    <a:pt x="12429" y="4060"/>
                    <a:pt x="14250" y="2219"/>
                  </a:cubicBezTo>
                  <a:cubicBezTo>
                    <a:pt x="14773" y="1717"/>
                    <a:pt x="14773" y="880"/>
                    <a:pt x="14250" y="377"/>
                  </a:cubicBezTo>
                  <a:cubicBezTo>
                    <a:pt x="13999" y="126"/>
                    <a:pt x="13664" y="1"/>
                    <a:pt x="13329" y="1"/>
                  </a:cubicBezTo>
                  <a:cubicBezTo>
                    <a:pt x="12994" y="1"/>
                    <a:pt x="12660" y="126"/>
                    <a:pt x="12409" y="377"/>
                  </a:cubicBezTo>
                  <a:cubicBezTo>
                    <a:pt x="11069" y="1717"/>
                    <a:pt x="9291" y="2449"/>
                    <a:pt x="7387" y="2449"/>
                  </a:cubicBezTo>
                  <a:cubicBezTo>
                    <a:pt x="5483" y="2449"/>
                    <a:pt x="3704" y="1717"/>
                    <a:pt x="2365" y="377"/>
                  </a:cubicBezTo>
                  <a:cubicBezTo>
                    <a:pt x="2114" y="126"/>
                    <a:pt x="1779" y="1"/>
                    <a:pt x="14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5"/>
            <p:cNvSpPr/>
            <p:nvPr/>
          </p:nvSpPr>
          <p:spPr>
            <a:xfrm>
              <a:off x="3604275" y="2458615"/>
              <a:ext cx="276225" cy="275675"/>
            </a:xfrm>
            <a:custGeom>
              <a:rect b="b" l="l" r="r" t="t"/>
              <a:pathLst>
                <a:path extrusionOk="0" h="11027" w="11049">
                  <a:moveTo>
                    <a:pt x="1319" y="0"/>
                  </a:moveTo>
                  <a:cubicBezTo>
                    <a:pt x="586" y="0"/>
                    <a:pt x="0" y="586"/>
                    <a:pt x="0" y="1297"/>
                  </a:cubicBezTo>
                  <a:cubicBezTo>
                    <a:pt x="0" y="6675"/>
                    <a:pt x="4373" y="11027"/>
                    <a:pt x="9730" y="11027"/>
                  </a:cubicBezTo>
                  <a:cubicBezTo>
                    <a:pt x="10441" y="11027"/>
                    <a:pt x="11048" y="10441"/>
                    <a:pt x="11048" y="9730"/>
                  </a:cubicBezTo>
                  <a:cubicBezTo>
                    <a:pt x="11048" y="8997"/>
                    <a:pt x="10441" y="8411"/>
                    <a:pt x="9730" y="8411"/>
                  </a:cubicBezTo>
                  <a:cubicBezTo>
                    <a:pt x="5817" y="8411"/>
                    <a:pt x="2616" y="5231"/>
                    <a:pt x="2616" y="1297"/>
                  </a:cubicBezTo>
                  <a:cubicBezTo>
                    <a:pt x="2616" y="586"/>
                    <a:pt x="2030" y="0"/>
                    <a:pt x="13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5"/>
            <p:cNvSpPr/>
            <p:nvPr/>
          </p:nvSpPr>
          <p:spPr>
            <a:xfrm>
              <a:off x="5186100" y="2374915"/>
              <a:ext cx="567050" cy="316500"/>
            </a:xfrm>
            <a:custGeom>
              <a:rect b="b" l="l" r="r" t="t"/>
              <a:pathLst>
                <a:path extrusionOk="0" h="12660" w="22682">
                  <a:moveTo>
                    <a:pt x="11341" y="0"/>
                  </a:moveTo>
                  <a:cubicBezTo>
                    <a:pt x="5085" y="0"/>
                    <a:pt x="0" y="5106"/>
                    <a:pt x="0" y="11341"/>
                  </a:cubicBezTo>
                  <a:cubicBezTo>
                    <a:pt x="0" y="12073"/>
                    <a:pt x="586" y="12659"/>
                    <a:pt x="1298" y="12659"/>
                  </a:cubicBezTo>
                  <a:cubicBezTo>
                    <a:pt x="2030" y="12659"/>
                    <a:pt x="2616" y="12073"/>
                    <a:pt x="2616" y="11341"/>
                  </a:cubicBezTo>
                  <a:cubicBezTo>
                    <a:pt x="2616" y="6529"/>
                    <a:pt x="6529" y="2616"/>
                    <a:pt x="11341" y="2616"/>
                  </a:cubicBezTo>
                  <a:cubicBezTo>
                    <a:pt x="16153" y="2616"/>
                    <a:pt x="20066" y="6529"/>
                    <a:pt x="20066" y="11341"/>
                  </a:cubicBezTo>
                  <a:cubicBezTo>
                    <a:pt x="20066" y="12073"/>
                    <a:pt x="20652" y="12659"/>
                    <a:pt x="21363" y="12659"/>
                  </a:cubicBezTo>
                  <a:cubicBezTo>
                    <a:pt x="22096" y="12659"/>
                    <a:pt x="22682" y="12073"/>
                    <a:pt x="22682" y="11341"/>
                  </a:cubicBezTo>
                  <a:cubicBezTo>
                    <a:pt x="22682" y="5085"/>
                    <a:pt x="17597" y="0"/>
                    <a:pt x="113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5"/>
            <p:cNvSpPr/>
            <p:nvPr/>
          </p:nvSpPr>
          <p:spPr>
            <a:xfrm>
              <a:off x="3275250" y="2086690"/>
              <a:ext cx="387625" cy="226525"/>
            </a:xfrm>
            <a:custGeom>
              <a:rect b="b" l="l" r="r" t="t"/>
              <a:pathLst>
                <a:path extrusionOk="0" h="9061" w="15505">
                  <a:moveTo>
                    <a:pt x="1298" y="0"/>
                  </a:moveTo>
                  <a:cubicBezTo>
                    <a:pt x="586" y="0"/>
                    <a:pt x="0" y="586"/>
                    <a:pt x="0" y="1298"/>
                  </a:cubicBezTo>
                  <a:cubicBezTo>
                    <a:pt x="0" y="5566"/>
                    <a:pt x="3474" y="9060"/>
                    <a:pt x="7742" y="9060"/>
                  </a:cubicBezTo>
                  <a:cubicBezTo>
                    <a:pt x="12032" y="9060"/>
                    <a:pt x="15505" y="5566"/>
                    <a:pt x="15505" y="1298"/>
                  </a:cubicBezTo>
                  <a:cubicBezTo>
                    <a:pt x="15505" y="586"/>
                    <a:pt x="14919" y="0"/>
                    <a:pt x="14187" y="0"/>
                  </a:cubicBezTo>
                  <a:cubicBezTo>
                    <a:pt x="13475" y="0"/>
                    <a:pt x="12889" y="586"/>
                    <a:pt x="12889" y="1298"/>
                  </a:cubicBezTo>
                  <a:cubicBezTo>
                    <a:pt x="12889" y="4122"/>
                    <a:pt x="10588" y="6445"/>
                    <a:pt x="7742" y="6445"/>
                  </a:cubicBezTo>
                  <a:cubicBezTo>
                    <a:pt x="4917" y="6445"/>
                    <a:pt x="2616" y="4122"/>
                    <a:pt x="2616" y="1298"/>
                  </a:cubicBezTo>
                  <a:cubicBezTo>
                    <a:pt x="2616" y="586"/>
                    <a:pt x="2030" y="0"/>
                    <a:pt x="129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5"/>
            <p:cNvSpPr/>
            <p:nvPr/>
          </p:nvSpPr>
          <p:spPr>
            <a:xfrm>
              <a:off x="3597475" y="1947015"/>
              <a:ext cx="387625" cy="226525"/>
            </a:xfrm>
            <a:custGeom>
              <a:rect b="b" l="l" r="r" t="t"/>
              <a:pathLst>
                <a:path extrusionOk="0" h="9061" w="15505">
                  <a:moveTo>
                    <a:pt x="7763" y="1"/>
                  </a:moveTo>
                  <a:cubicBezTo>
                    <a:pt x="3474" y="1"/>
                    <a:pt x="0" y="3474"/>
                    <a:pt x="0" y="7743"/>
                  </a:cubicBezTo>
                  <a:cubicBezTo>
                    <a:pt x="0" y="8475"/>
                    <a:pt x="586" y="9061"/>
                    <a:pt x="1319" y="9061"/>
                  </a:cubicBezTo>
                  <a:cubicBezTo>
                    <a:pt x="2030" y="9061"/>
                    <a:pt x="2616" y="8475"/>
                    <a:pt x="2616" y="7743"/>
                  </a:cubicBezTo>
                  <a:cubicBezTo>
                    <a:pt x="2616" y="4918"/>
                    <a:pt x="4917" y="2616"/>
                    <a:pt x="7763" y="2616"/>
                  </a:cubicBezTo>
                  <a:cubicBezTo>
                    <a:pt x="10588" y="2616"/>
                    <a:pt x="12889" y="4918"/>
                    <a:pt x="12889" y="7743"/>
                  </a:cubicBezTo>
                  <a:cubicBezTo>
                    <a:pt x="12889" y="8475"/>
                    <a:pt x="13475" y="9061"/>
                    <a:pt x="14208" y="9061"/>
                  </a:cubicBezTo>
                  <a:cubicBezTo>
                    <a:pt x="14919" y="9061"/>
                    <a:pt x="15505" y="8475"/>
                    <a:pt x="15505" y="7743"/>
                  </a:cubicBezTo>
                  <a:cubicBezTo>
                    <a:pt x="15505" y="3474"/>
                    <a:pt x="12031" y="1"/>
                    <a:pt x="77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5"/>
            <p:cNvSpPr/>
            <p:nvPr/>
          </p:nvSpPr>
          <p:spPr>
            <a:xfrm>
              <a:off x="5665775" y="2271865"/>
              <a:ext cx="271500" cy="272025"/>
            </a:xfrm>
            <a:custGeom>
              <a:rect b="b" l="l" r="r" t="t"/>
              <a:pathLst>
                <a:path extrusionOk="0" h="10881" w="10860">
                  <a:moveTo>
                    <a:pt x="9562" y="0"/>
                  </a:moveTo>
                  <a:cubicBezTo>
                    <a:pt x="8830" y="0"/>
                    <a:pt x="8244" y="586"/>
                    <a:pt x="8244" y="1319"/>
                  </a:cubicBezTo>
                  <a:cubicBezTo>
                    <a:pt x="8244" y="5148"/>
                    <a:pt x="5127" y="8265"/>
                    <a:pt x="1319" y="8265"/>
                  </a:cubicBezTo>
                  <a:cubicBezTo>
                    <a:pt x="586" y="8265"/>
                    <a:pt x="0" y="8851"/>
                    <a:pt x="0" y="9563"/>
                  </a:cubicBezTo>
                  <a:cubicBezTo>
                    <a:pt x="0" y="10295"/>
                    <a:pt x="586" y="10881"/>
                    <a:pt x="1319" y="10881"/>
                  </a:cubicBezTo>
                  <a:cubicBezTo>
                    <a:pt x="6570" y="10881"/>
                    <a:pt x="10860" y="6591"/>
                    <a:pt x="10860" y="1319"/>
                  </a:cubicBezTo>
                  <a:cubicBezTo>
                    <a:pt x="10860" y="586"/>
                    <a:pt x="10274" y="0"/>
                    <a:pt x="95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058" name="Google Shape;4058;p55"/>
          <p:cNvCxnSpPr>
            <a:stCxn id="4025" idx="3"/>
          </p:cNvCxnSpPr>
          <p:nvPr/>
        </p:nvCxnSpPr>
        <p:spPr>
          <a:xfrm>
            <a:off x="2786575" y="1696863"/>
            <a:ext cx="1194000" cy="779700"/>
          </a:xfrm>
          <a:prstGeom prst="straightConnector1">
            <a:avLst/>
          </a:prstGeom>
          <a:noFill/>
          <a:ln cap="flat" cmpd="sng" w="28575">
            <a:solidFill>
              <a:schemeClr val="lt2"/>
            </a:solidFill>
            <a:prstDash val="solid"/>
            <a:round/>
            <a:headEnd len="med" w="med" type="none"/>
            <a:tailEnd len="med" w="med" type="oval"/>
          </a:ln>
        </p:spPr>
      </p:cxnSp>
      <p:cxnSp>
        <p:nvCxnSpPr>
          <p:cNvPr id="4059" name="Google Shape;4059;p55"/>
          <p:cNvCxnSpPr>
            <a:stCxn id="4027" idx="3"/>
          </p:cNvCxnSpPr>
          <p:nvPr/>
        </p:nvCxnSpPr>
        <p:spPr>
          <a:xfrm>
            <a:off x="2786575" y="3532200"/>
            <a:ext cx="1329600" cy="0"/>
          </a:xfrm>
          <a:prstGeom prst="straightConnector1">
            <a:avLst/>
          </a:prstGeom>
          <a:noFill/>
          <a:ln cap="flat" cmpd="sng" w="28575">
            <a:solidFill>
              <a:schemeClr val="lt2"/>
            </a:solidFill>
            <a:prstDash val="solid"/>
            <a:round/>
            <a:headEnd len="med" w="med" type="none"/>
            <a:tailEnd len="med" w="med" type="oval"/>
          </a:ln>
        </p:spPr>
      </p:cxnSp>
      <p:cxnSp>
        <p:nvCxnSpPr>
          <p:cNvPr id="4060" name="Google Shape;4060;p55"/>
          <p:cNvCxnSpPr>
            <a:stCxn id="4023" idx="1"/>
          </p:cNvCxnSpPr>
          <p:nvPr/>
        </p:nvCxnSpPr>
        <p:spPr>
          <a:xfrm flipH="1">
            <a:off x="5201525" y="1696863"/>
            <a:ext cx="1153800" cy="1546800"/>
          </a:xfrm>
          <a:prstGeom prst="straightConnector1">
            <a:avLst/>
          </a:prstGeom>
          <a:noFill/>
          <a:ln cap="flat" cmpd="sng" w="28575">
            <a:solidFill>
              <a:schemeClr val="lt2"/>
            </a:solidFill>
            <a:prstDash val="solid"/>
            <a:round/>
            <a:headEnd len="med" w="med" type="none"/>
            <a:tailEnd len="med" w="med" type="oval"/>
          </a:ln>
        </p:spPr>
      </p:cxnSp>
      <p:cxnSp>
        <p:nvCxnSpPr>
          <p:cNvPr id="4061" name="Google Shape;4061;p55"/>
          <p:cNvCxnSpPr>
            <a:stCxn id="4024" idx="1"/>
          </p:cNvCxnSpPr>
          <p:nvPr/>
        </p:nvCxnSpPr>
        <p:spPr>
          <a:xfrm flipH="1">
            <a:off x="4726625" y="3532200"/>
            <a:ext cx="1628700" cy="436500"/>
          </a:xfrm>
          <a:prstGeom prst="straightConnector1">
            <a:avLst/>
          </a:prstGeom>
          <a:noFill/>
          <a:ln cap="flat" cmpd="sng" w="28575">
            <a:solidFill>
              <a:schemeClr val="lt2"/>
            </a:solidFill>
            <a:prstDash val="solid"/>
            <a:round/>
            <a:headEnd len="med" w="med" type="none"/>
            <a:tailEnd len="med" w="med" type="oval"/>
          </a:ln>
        </p:spPr>
      </p:cxn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65" name="Shape 4065"/>
        <p:cNvGrpSpPr/>
        <p:nvPr/>
      </p:nvGrpSpPr>
      <p:grpSpPr>
        <a:xfrm>
          <a:off x="0" y="0"/>
          <a:ext cx="0" cy="0"/>
          <a:chOff x="0" y="0"/>
          <a:chExt cx="0" cy="0"/>
        </a:xfrm>
      </p:grpSpPr>
      <p:sp>
        <p:nvSpPr>
          <p:cNvPr id="4066" name="Google Shape;4066;p56"/>
          <p:cNvSpPr/>
          <p:nvPr/>
        </p:nvSpPr>
        <p:spPr>
          <a:xfrm rot="10800000">
            <a:off x="8087087" y="3726991"/>
            <a:ext cx="336913" cy="320906"/>
          </a:xfrm>
          <a:custGeom>
            <a:rect b="b" l="l" r="r" t="t"/>
            <a:pathLst>
              <a:path extrusionOk="0" h="27766" w="29151">
                <a:moveTo>
                  <a:pt x="4317" y="2872"/>
                </a:moveTo>
                <a:lnTo>
                  <a:pt x="4347" y="2944"/>
                </a:lnTo>
                <a:lnTo>
                  <a:pt x="4347" y="2944"/>
                </a:lnTo>
                <a:cubicBezTo>
                  <a:pt x="4346" y="2920"/>
                  <a:pt x="4341" y="2896"/>
                  <a:pt x="4317" y="2872"/>
                </a:cubicBezTo>
                <a:close/>
                <a:moveTo>
                  <a:pt x="4347" y="2944"/>
                </a:moveTo>
                <a:cubicBezTo>
                  <a:pt x="4347" y="2950"/>
                  <a:pt x="4347" y="2957"/>
                  <a:pt x="4347" y="2963"/>
                </a:cubicBezTo>
                <a:cubicBezTo>
                  <a:pt x="4349" y="2961"/>
                  <a:pt x="4351" y="2958"/>
                  <a:pt x="4352" y="2956"/>
                </a:cubicBezTo>
                <a:lnTo>
                  <a:pt x="4352" y="2956"/>
                </a:lnTo>
                <a:lnTo>
                  <a:pt x="4347" y="2944"/>
                </a:lnTo>
                <a:close/>
                <a:moveTo>
                  <a:pt x="12820" y="1"/>
                </a:moveTo>
                <a:cubicBezTo>
                  <a:pt x="12608" y="1"/>
                  <a:pt x="12392" y="14"/>
                  <a:pt x="12189" y="14"/>
                </a:cubicBezTo>
                <a:cubicBezTo>
                  <a:pt x="12144" y="10"/>
                  <a:pt x="12100" y="8"/>
                  <a:pt x="12059" y="8"/>
                </a:cubicBezTo>
                <a:cubicBezTo>
                  <a:pt x="11795" y="8"/>
                  <a:pt x="11601" y="84"/>
                  <a:pt x="11338" y="136"/>
                </a:cubicBezTo>
                <a:cubicBezTo>
                  <a:pt x="11065" y="166"/>
                  <a:pt x="10882" y="136"/>
                  <a:pt x="10609" y="227"/>
                </a:cubicBezTo>
                <a:cubicBezTo>
                  <a:pt x="10244" y="379"/>
                  <a:pt x="9849" y="470"/>
                  <a:pt x="9484" y="622"/>
                </a:cubicBezTo>
                <a:cubicBezTo>
                  <a:pt x="8542" y="1017"/>
                  <a:pt x="7509" y="1291"/>
                  <a:pt x="6627" y="1777"/>
                </a:cubicBezTo>
                <a:cubicBezTo>
                  <a:pt x="6262" y="1990"/>
                  <a:pt x="5928" y="2264"/>
                  <a:pt x="5502" y="2416"/>
                </a:cubicBezTo>
                <a:cubicBezTo>
                  <a:pt x="5049" y="2567"/>
                  <a:pt x="4655" y="2538"/>
                  <a:pt x="4352" y="2956"/>
                </a:cubicBezTo>
                <a:lnTo>
                  <a:pt x="4352" y="2956"/>
                </a:lnTo>
                <a:lnTo>
                  <a:pt x="4469" y="3236"/>
                </a:lnTo>
                <a:cubicBezTo>
                  <a:pt x="3983" y="3510"/>
                  <a:pt x="3679" y="3875"/>
                  <a:pt x="3344" y="4209"/>
                </a:cubicBezTo>
                <a:cubicBezTo>
                  <a:pt x="3040" y="4543"/>
                  <a:pt x="2888" y="4847"/>
                  <a:pt x="2676" y="5212"/>
                </a:cubicBezTo>
                <a:cubicBezTo>
                  <a:pt x="2402" y="5668"/>
                  <a:pt x="2128" y="6124"/>
                  <a:pt x="1885" y="6610"/>
                </a:cubicBezTo>
                <a:cubicBezTo>
                  <a:pt x="1551" y="7218"/>
                  <a:pt x="1308" y="7826"/>
                  <a:pt x="1065" y="8495"/>
                </a:cubicBezTo>
                <a:cubicBezTo>
                  <a:pt x="882" y="9072"/>
                  <a:pt x="700" y="9680"/>
                  <a:pt x="517" y="10288"/>
                </a:cubicBezTo>
                <a:cubicBezTo>
                  <a:pt x="366" y="10866"/>
                  <a:pt x="396" y="11474"/>
                  <a:pt x="305" y="12081"/>
                </a:cubicBezTo>
                <a:cubicBezTo>
                  <a:pt x="92" y="13388"/>
                  <a:pt x="1" y="14787"/>
                  <a:pt x="214" y="16094"/>
                </a:cubicBezTo>
                <a:cubicBezTo>
                  <a:pt x="335" y="16671"/>
                  <a:pt x="366" y="17279"/>
                  <a:pt x="517" y="17826"/>
                </a:cubicBezTo>
                <a:cubicBezTo>
                  <a:pt x="669" y="18313"/>
                  <a:pt x="730" y="18890"/>
                  <a:pt x="973" y="19346"/>
                </a:cubicBezTo>
                <a:cubicBezTo>
                  <a:pt x="1399" y="20258"/>
                  <a:pt x="1916" y="21200"/>
                  <a:pt x="2493" y="22021"/>
                </a:cubicBezTo>
                <a:cubicBezTo>
                  <a:pt x="3527" y="23571"/>
                  <a:pt x="4925" y="25121"/>
                  <a:pt x="6657" y="26063"/>
                </a:cubicBezTo>
                <a:cubicBezTo>
                  <a:pt x="8299" y="26945"/>
                  <a:pt x="10214" y="27097"/>
                  <a:pt x="12037" y="27431"/>
                </a:cubicBezTo>
                <a:cubicBezTo>
                  <a:pt x="12767" y="27553"/>
                  <a:pt x="13496" y="27553"/>
                  <a:pt x="14196" y="27674"/>
                </a:cubicBezTo>
                <a:cubicBezTo>
                  <a:pt x="14515" y="27735"/>
                  <a:pt x="14902" y="27766"/>
                  <a:pt x="15290" y="27766"/>
                </a:cubicBezTo>
                <a:cubicBezTo>
                  <a:pt x="15677" y="27766"/>
                  <a:pt x="16065" y="27735"/>
                  <a:pt x="16384" y="27674"/>
                </a:cubicBezTo>
                <a:cubicBezTo>
                  <a:pt x="17539" y="27492"/>
                  <a:pt x="18694" y="27006"/>
                  <a:pt x="19819" y="26580"/>
                </a:cubicBezTo>
                <a:cubicBezTo>
                  <a:pt x="20579" y="26307"/>
                  <a:pt x="21278" y="25911"/>
                  <a:pt x="21977" y="25516"/>
                </a:cubicBezTo>
                <a:cubicBezTo>
                  <a:pt x="22281" y="25364"/>
                  <a:pt x="22646" y="25212"/>
                  <a:pt x="22950" y="25030"/>
                </a:cubicBezTo>
                <a:cubicBezTo>
                  <a:pt x="23284" y="24756"/>
                  <a:pt x="23527" y="24544"/>
                  <a:pt x="23922" y="24331"/>
                </a:cubicBezTo>
                <a:cubicBezTo>
                  <a:pt x="24500" y="24027"/>
                  <a:pt x="24925" y="23510"/>
                  <a:pt x="25412" y="23054"/>
                </a:cubicBezTo>
                <a:cubicBezTo>
                  <a:pt x="26019" y="22477"/>
                  <a:pt x="26871" y="21838"/>
                  <a:pt x="27205" y="21079"/>
                </a:cubicBezTo>
                <a:cubicBezTo>
                  <a:pt x="27509" y="20349"/>
                  <a:pt x="27904" y="19711"/>
                  <a:pt x="28117" y="18951"/>
                </a:cubicBezTo>
                <a:cubicBezTo>
                  <a:pt x="28330" y="18191"/>
                  <a:pt x="28421" y="17462"/>
                  <a:pt x="28573" y="16702"/>
                </a:cubicBezTo>
                <a:cubicBezTo>
                  <a:pt x="28968" y="15030"/>
                  <a:pt x="29150" y="13297"/>
                  <a:pt x="28846" y="11595"/>
                </a:cubicBezTo>
                <a:cubicBezTo>
                  <a:pt x="28634" y="10501"/>
                  <a:pt x="28269" y="9164"/>
                  <a:pt x="27539" y="8252"/>
                </a:cubicBezTo>
                <a:cubicBezTo>
                  <a:pt x="27327" y="7948"/>
                  <a:pt x="27175" y="7674"/>
                  <a:pt x="26931" y="7431"/>
                </a:cubicBezTo>
                <a:cubicBezTo>
                  <a:pt x="26475" y="6975"/>
                  <a:pt x="25928" y="6610"/>
                  <a:pt x="25503" y="6154"/>
                </a:cubicBezTo>
                <a:cubicBezTo>
                  <a:pt x="25351" y="5972"/>
                  <a:pt x="25138" y="5850"/>
                  <a:pt x="24986" y="5668"/>
                </a:cubicBezTo>
                <a:cubicBezTo>
                  <a:pt x="24804" y="5486"/>
                  <a:pt x="24682" y="5273"/>
                  <a:pt x="24469" y="5091"/>
                </a:cubicBezTo>
                <a:cubicBezTo>
                  <a:pt x="23497" y="4209"/>
                  <a:pt x="22950" y="2963"/>
                  <a:pt x="21734" y="2325"/>
                </a:cubicBezTo>
                <a:cubicBezTo>
                  <a:pt x="21460" y="2173"/>
                  <a:pt x="21247" y="1960"/>
                  <a:pt x="20974" y="1838"/>
                </a:cubicBezTo>
                <a:cubicBezTo>
                  <a:pt x="20791" y="1747"/>
                  <a:pt x="20579" y="1686"/>
                  <a:pt x="20396" y="1595"/>
                </a:cubicBezTo>
                <a:cubicBezTo>
                  <a:pt x="19849" y="1321"/>
                  <a:pt x="19363" y="1109"/>
                  <a:pt x="18725" y="1017"/>
                </a:cubicBezTo>
                <a:cubicBezTo>
                  <a:pt x="18208" y="926"/>
                  <a:pt x="17569" y="835"/>
                  <a:pt x="17083" y="653"/>
                </a:cubicBezTo>
                <a:cubicBezTo>
                  <a:pt x="16810" y="562"/>
                  <a:pt x="16688" y="531"/>
                  <a:pt x="16414" y="501"/>
                </a:cubicBezTo>
                <a:cubicBezTo>
                  <a:pt x="16171" y="470"/>
                  <a:pt x="15989" y="410"/>
                  <a:pt x="15776" y="379"/>
                </a:cubicBezTo>
                <a:cubicBezTo>
                  <a:pt x="15229" y="318"/>
                  <a:pt x="14712" y="288"/>
                  <a:pt x="14196" y="227"/>
                </a:cubicBezTo>
                <a:cubicBezTo>
                  <a:pt x="13831" y="166"/>
                  <a:pt x="13496" y="45"/>
                  <a:pt x="13132" y="14"/>
                </a:cubicBezTo>
                <a:cubicBezTo>
                  <a:pt x="13030" y="4"/>
                  <a:pt x="12926" y="1"/>
                  <a:pt x="128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6"/>
          <p:cNvSpPr/>
          <p:nvPr/>
        </p:nvSpPr>
        <p:spPr>
          <a:xfrm rot="10800000">
            <a:off x="8087087" y="2592021"/>
            <a:ext cx="336913" cy="320906"/>
          </a:xfrm>
          <a:custGeom>
            <a:rect b="b" l="l" r="r" t="t"/>
            <a:pathLst>
              <a:path extrusionOk="0" h="27766" w="29151">
                <a:moveTo>
                  <a:pt x="4317" y="2872"/>
                </a:moveTo>
                <a:lnTo>
                  <a:pt x="4347" y="2944"/>
                </a:lnTo>
                <a:lnTo>
                  <a:pt x="4347" y="2944"/>
                </a:lnTo>
                <a:cubicBezTo>
                  <a:pt x="4346" y="2920"/>
                  <a:pt x="4341" y="2896"/>
                  <a:pt x="4317" y="2872"/>
                </a:cubicBezTo>
                <a:close/>
                <a:moveTo>
                  <a:pt x="4347" y="2944"/>
                </a:moveTo>
                <a:cubicBezTo>
                  <a:pt x="4347" y="2950"/>
                  <a:pt x="4347" y="2957"/>
                  <a:pt x="4347" y="2963"/>
                </a:cubicBezTo>
                <a:cubicBezTo>
                  <a:pt x="4349" y="2961"/>
                  <a:pt x="4351" y="2958"/>
                  <a:pt x="4352" y="2956"/>
                </a:cubicBezTo>
                <a:lnTo>
                  <a:pt x="4352" y="2956"/>
                </a:lnTo>
                <a:lnTo>
                  <a:pt x="4347" y="2944"/>
                </a:lnTo>
                <a:close/>
                <a:moveTo>
                  <a:pt x="12820" y="1"/>
                </a:moveTo>
                <a:cubicBezTo>
                  <a:pt x="12608" y="1"/>
                  <a:pt x="12392" y="14"/>
                  <a:pt x="12189" y="14"/>
                </a:cubicBezTo>
                <a:cubicBezTo>
                  <a:pt x="12144" y="10"/>
                  <a:pt x="12100" y="8"/>
                  <a:pt x="12059" y="8"/>
                </a:cubicBezTo>
                <a:cubicBezTo>
                  <a:pt x="11795" y="8"/>
                  <a:pt x="11601" y="84"/>
                  <a:pt x="11338" y="136"/>
                </a:cubicBezTo>
                <a:cubicBezTo>
                  <a:pt x="11065" y="166"/>
                  <a:pt x="10882" y="136"/>
                  <a:pt x="10609" y="227"/>
                </a:cubicBezTo>
                <a:cubicBezTo>
                  <a:pt x="10244" y="379"/>
                  <a:pt x="9849" y="470"/>
                  <a:pt x="9484" y="622"/>
                </a:cubicBezTo>
                <a:cubicBezTo>
                  <a:pt x="8542" y="1017"/>
                  <a:pt x="7509" y="1291"/>
                  <a:pt x="6627" y="1777"/>
                </a:cubicBezTo>
                <a:cubicBezTo>
                  <a:pt x="6262" y="1990"/>
                  <a:pt x="5928" y="2264"/>
                  <a:pt x="5502" y="2416"/>
                </a:cubicBezTo>
                <a:cubicBezTo>
                  <a:pt x="5049" y="2567"/>
                  <a:pt x="4655" y="2538"/>
                  <a:pt x="4352" y="2956"/>
                </a:cubicBezTo>
                <a:lnTo>
                  <a:pt x="4352" y="2956"/>
                </a:lnTo>
                <a:lnTo>
                  <a:pt x="4469" y="3236"/>
                </a:lnTo>
                <a:cubicBezTo>
                  <a:pt x="3983" y="3510"/>
                  <a:pt x="3679" y="3875"/>
                  <a:pt x="3344" y="4209"/>
                </a:cubicBezTo>
                <a:cubicBezTo>
                  <a:pt x="3040" y="4543"/>
                  <a:pt x="2888" y="4847"/>
                  <a:pt x="2676" y="5212"/>
                </a:cubicBezTo>
                <a:cubicBezTo>
                  <a:pt x="2402" y="5668"/>
                  <a:pt x="2128" y="6124"/>
                  <a:pt x="1885" y="6610"/>
                </a:cubicBezTo>
                <a:cubicBezTo>
                  <a:pt x="1551" y="7218"/>
                  <a:pt x="1308" y="7826"/>
                  <a:pt x="1065" y="8495"/>
                </a:cubicBezTo>
                <a:cubicBezTo>
                  <a:pt x="882" y="9072"/>
                  <a:pt x="700" y="9680"/>
                  <a:pt x="517" y="10288"/>
                </a:cubicBezTo>
                <a:cubicBezTo>
                  <a:pt x="366" y="10866"/>
                  <a:pt x="396" y="11474"/>
                  <a:pt x="305" y="12081"/>
                </a:cubicBezTo>
                <a:cubicBezTo>
                  <a:pt x="92" y="13388"/>
                  <a:pt x="1" y="14787"/>
                  <a:pt x="214" y="16094"/>
                </a:cubicBezTo>
                <a:cubicBezTo>
                  <a:pt x="335" y="16671"/>
                  <a:pt x="366" y="17279"/>
                  <a:pt x="517" y="17826"/>
                </a:cubicBezTo>
                <a:cubicBezTo>
                  <a:pt x="669" y="18313"/>
                  <a:pt x="730" y="18890"/>
                  <a:pt x="973" y="19346"/>
                </a:cubicBezTo>
                <a:cubicBezTo>
                  <a:pt x="1399" y="20258"/>
                  <a:pt x="1916" y="21200"/>
                  <a:pt x="2493" y="22021"/>
                </a:cubicBezTo>
                <a:cubicBezTo>
                  <a:pt x="3527" y="23571"/>
                  <a:pt x="4925" y="25121"/>
                  <a:pt x="6657" y="26063"/>
                </a:cubicBezTo>
                <a:cubicBezTo>
                  <a:pt x="8299" y="26945"/>
                  <a:pt x="10214" y="27097"/>
                  <a:pt x="12037" y="27431"/>
                </a:cubicBezTo>
                <a:cubicBezTo>
                  <a:pt x="12767" y="27553"/>
                  <a:pt x="13496" y="27553"/>
                  <a:pt x="14196" y="27674"/>
                </a:cubicBezTo>
                <a:cubicBezTo>
                  <a:pt x="14515" y="27735"/>
                  <a:pt x="14902" y="27766"/>
                  <a:pt x="15290" y="27766"/>
                </a:cubicBezTo>
                <a:cubicBezTo>
                  <a:pt x="15677" y="27766"/>
                  <a:pt x="16065" y="27735"/>
                  <a:pt x="16384" y="27674"/>
                </a:cubicBezTo>
                <a:cubicBezTo>
                  <a:pt x="17539" y="27492"/>
                  <a:pt x="18694" y="27006"/>
                  <a:pt x="19819" y="26580"/>
                </a:cubicBezTo>
                <a:cubicBezTo>
                  <a:pt x="20579" y="26307"/>
                  <a:pt x="21278" y="25911"/>
                  <a:pt x="21977" y="25516"/>
                </a:cubicBezTo>
                <a:cubicBezTo>
                  <a:pt x="22281" y="25364"/>
                  <a:pt x="22646" y="25212"/>
                  <a:pt x="22950" y="25030"/>
                </a:cubicBezTo>
                <a:cubicBezTo>
                  <a:pt x="23284" y="24756"/>
                  <a:pt x="23527" y="24544"/>
                  <a:pt x="23922" y="24331"/>
                </a:cubicBezTo>
                <a:cubicBezTo>
                  <a:pt x="24500" y="24027"/>
                  <a:pt x="24925" y="23510"/>
                  <a:pt x="25412" y="23054"/>
                </a:cubicBezTo>
                <a:cubicBezTo>
                  <a:pt x="26019" y="22477"/>
                  <a:pt x="26871" y="21838"/>
                  <a:pt x="27205" y="21079"/>
                </a:cubicBezTo>
                <a:cubicBezTo>
                  <a:pt x="27509" y="20349"/>
                  <a:pt x="27904" y="19711"/>
                  <a:pt x="28117" y="18951"/>
                </a:cubicBezTo>
                <a:cubicBezTo>
                  <a:pt x="28330" y="18191"/>
                  <a:pt x="28421" y="17462"/>
                  <a:pt x="28573" y="16702"/>
                </a:cubicBezTo>
                <a:cubicBezTo>
                  <a:pt x="28968" y="15030"/>
                  <a:pt x="29150" y="13297"/>
                  <a:pt x="28846" y="11595"/>
                </a:cubicBezTo>
                <a:cubicBezTo>
                  <a:pt x="28634" y="10501"/>
                  <a:pt x="28269" y="9164"/>
                  <a:pt x="27539" y="8252"/>
                </a:cubicBezTo>
                <a:cubicBezTo>
                  <a:pt x="27327" y="7948"/>
                  <a:pt x="27175" y="7674"/>
                  <a:pt x="26931" y="7431"/>
                </a:cubicBezTo>
                <a:cubicBezTo>
                  <a:pt x="26475" y="6975"/>
                  <a:pt x="25928" y="6610"/>
                  <a:pt x="25503" y="6154"/>
                </a:cubicBezTo>
                <a:cubicBezTo>
                  <a:pt x="25351" y="5972"/>
                  <a:pt x="25138" y="5850"/>
                  <a:pt x="24986" y="5668"/>
                </a:cubicBezTo>
                <a:cubicBezTo>
                  <a:pt x="24804" y="5486"/>
                  <a:pt x="24682" y="5273"/>
                  <a:pt x="24469" y="5091"/>
                </a:cubicBezTo>
                <a:cubicBezTo>
                  <a:pt x="23497" y="4209"/>
                  <a:pt x="22950" y="2963"/>
                  <a:pt x="21734" y="2325"/>
                </a:cubicBezTo>
                <a:cubicBezTo>
                  <a:pt x="21460" y="2173"/>
                  <a:pt x="21247" y="1960"/>
                  <a:pt x="20974" y="1838"/>
                </a:cubicBezTo>
                <a:cubicBezTo>
                  <a:pt x="20791" y="1747"/>
                  <a:pt x="20579" y="1686"/>
                  <a:pt x="20396" y="1595"/>
                </a:cubicBezTo>
                <a:cubicBezTo>
                  <a:pt x="19849" y="1321"/>
                  <a:pt x="19363" y="1109"/>
                  <a:pt x="18725" y="1017"/>
                </a:cubicBezTo>
                <a:cubicBezTo>
                  <a:pt x="18208" y="926"/>
                  <a:pt x="17569" y="835"/>
                  <a:pt x="17083" y="653"/>
                </a:cubicBezTo>
                <a:cubicBezTo>
                  <a:pt x="16810" y="562"/>
                  <a:pt x="16688" y="531"/>
                  <a:pt x="16414" y="501"/>
                </a:cubicBezTo>
                <a:cubicBezTo>
                  <a:pt x="16171" y="470"/>
                  <a:pt x="15989" y="410"/>
                  <a:pt x="15776" y="379"/>
                </a:cubicBezTo>
                <a:cubicBezTo>
                  <a:pt x="15229" y="318"/>
                  <a:pt x="14712" y="288"/>
                  <a:pt x="14196" y="227"/>
                </a:cubicBezTo>
                <a:cubicBezTo>
                  <a:pt x="13831" y="166"/>
                  <a:pt x="13496" y="45"/>
                  <a:pt x="13132" y="14"/>
                </a:cubicBezTo>
                <a:cubicBezTo>
                  <a:pt x="13030" y="4"/>
                  <a:pt x="12926" y="1"/>
                  <a:pt x="128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6"/>
          <p:cNvSpPr/>
          <p:nvPr/>
        </p:nvSpPr>
        <p:spPr>
          <a:xfrm rot="10800000">
            <a:off x="8087087" y="1473142"/>
            <a:ext cx="336913" cy="320906"/>
          </a:xfrm>
          <a:custGeom>
            <a:rect b="b" l="l" r="r" t="t"/>
            <a:pathLst>
              <a:path extrusionOk="0" h="27766" w="29151">
                <a:moveTo>
                  <a:pt x="4317" y="2872"/>
                </a:moveTo>
                <a:lnTo>
                  <a:pt x="4347" y="2944"/>
                </a:lnTo>
                <a:lnTo>
                  <a:pt x="4347" y="2944"/>
                </a:lnTo>
                <a:cubicBezTo>
                  <a:pt x="4346" y="2920"/>
                  <a:pt x="4341" y="2896"/>
                  <a:pt x="4317" y="2872"/>
                </a:cubicBezTo>
                <a:close/>
                <a:moveTo>
                  <a:pt x="4347" y="2944"/>
                </a:moveTo>
                <a:cubicBezTo>
                  <a:pt x="4347" y="2950"/>
                  <a:pt x="4347" y="2957"/>
                  <a:pt x="4347" y="2963"/>
                </a:cubicBezTo>
                <a:cubicBezTo>
                  <a:pt x="4349" y="2961"/>
                  <a:pt x="4351" y="2958"/>
                  <a:pt x="4352" y="2956"/>
                </a:cubicBezTo>
                <a:lnTo>
                  <a:pt x="4352" y="2956"/>
                </a:lnTo>
                <a:lnTo>
                  <a:pt x="4347" y="2944"/>
                </a:lnTo>
                <a:close/>
                <a:moveTo>
                  <a:pt x="12820" y="1"/>
                </a:moveTo>
                <a:cubicBezTo>
                  <a:pt x="12608" y="1"/>
                  <a:pt x="12392" y="14"/>
                  <a:pt x="12189" y="14"/>
                </a:cubicBezTo>
                <a:cubicBezTo>
                  <a:pt x="12144" y="10"/>
                  <a:pt x="12100" y="8"/>
                  <a:pt x="12059" y="8"/>
                </a:cubicBezTo>
                <a:cubicBezTo>
                  <a:pt x="11795" y="8"/>
                  <a:pt x="11601" y="84"/>
                  <a:pt x="11338" y="136"/>
                </a:cubicBezTo>
                <a:cubicBezTo>
                  <a:pt x="11065" y="166"/>
                  <a:pt x="10882" y="136"/>
                  <a:pt x="10609" y="227"/>
                </a:cubicBezTo>
                <a:cubicBezTo>
                  <a:pt x="10244" y="379"/>
                  <a:pt x="9849" y="470"/>
                  <a:pt x="9484" y="622"/>
                </a:cubicBezTo>
                <a:cubicBezTo>
                  <a:pt x="8542" y="1017"/>
                  <a:pt x="7509" y="1291"/>
                  <a:pt x="6627" y="1777"/>
                </a:cubicBezTo>
                <a:cubicBezTo>
                  <a:pt x="6262" y="1990"/>
                  <a:pt x="5928" y="2264"/>
                  <a:pt x="5502" y="2416"/>
                </a:cubicBezTo>
                <a:cubicBezTo>
                  <a:pt x="5049" y="2567"/>
                  <a:pt x="4655" y="2538"/>
                  <a:pt x="4352" y="2956"/>
                </a:cubicBezTo>
                <a:lnTo>
                  <a:pt x="4352" y="2956"/>
                </a:lnTo>
                <a:lnTo>
                  <a:pt x="4469" y="3236"/>
                </a:lnTo>
                <a:cubicBezTo>
                  <a:pt x="3983" y="3510"/>
                  <a:pt x="3679" y="3875"/>
                  <a:pt x="3344" y="4209"/>
                </a:cubicBezTo>
                <a:cubicBezTo>
                  <a:pt x="3040" y="4543"/>
                  <a:pt x="2888" y="4847"/>
                  <a:pt x="2676" y="5212"/>
                </a:cubicBezTo>
                <a:cubicBezTo>
                  <a:pt x="2402" y="5668"/>
                  <a:pt x="2128" y="6124"/>
                  <a:pt x="1885" y="6610"/>
                </a:cubicBezTo>
                <a:cubicBezTo>
                  <a:pt x="1551" y="7218"/>
                  <a:pt x="1308" y="7826"/>
                  <a:pt x="1065" y="8495"/>
                </a:cubicBezTo>
                <a:cubicBezTo>
                  <a:pt x="882" y="9072"/>
                  <a:pt x="700" y="9680"/>
                  <a:pt x="517" y="10288"/>
                </a:cubicBezTo>
                <a:cubicBezTo>
                  <a:pt x="366" y="10866"/>
                  <a:pt x="396" y="11474"/>
                  <a:pt x="305" y="12081"/>
                </a:cubicBezTo>
                <a:cubicBezTo>
                  <a:pt x="92" y="13388"/>
                  <a:pt x="1" y="14787"/>
                  <a:pt x="214" y="16094"/>
                </a:cubicBezTo>
                <a:cubicBezTo>
                  <a:pt x="335" y="16671"/>
                  <a:pt x="366" y="17279"/>
                  <a:pt x="517" y="17826"/>
                </a:cubicBezTo>
                <a:cubicBezTo>
                  <a:pt x="669" y="18313"/>
                  <a:pt x="730" y="18890"/>
                  <a:pt x="973" y="19346"/>
                </a:cubicBezTo>
                <a:cubicBezTo>
                  <a:pt x="1399" y="20258"/>
                  <a:pt x="1916" y="21200"/>
                  <a:pt x="2493" y="22021"/>
                </a:cubicBezTo>
                <a:cubicBezTo>
                  <a:pt x="3527" y="23571"/>
                  <a:pt x="4925" y="25121"/>
                  <a:pt x="6657" y="26063"/>
                </a:cubicBezTo>
                <a:cubicBezTo>
                  <a:pt x="8299" y="26945"/>
                  <a:pt x="10214" y="27097"/>
                  <a:pt x="12037" y="27431"/>
                </a:cubicBezTo>
                <a:cubicBezTo>
                  <a:pt x="12767" y="27553"/>
                  <a:pt x="13496" y="27553"/>
                  <a:pt x="14196" y="27674"/>
                </a:cubicBezTo>
                <a:cubicBezTo>
                  <a:pt x="14515" y="27735"/>
                  <a:pt x="14902" y="27766"/>
                  <a:pt x="15290" y="27766"/>
                </a:cubicBezTo>
                <a:cubicBezTo>
                  <a:pt x="15677" y="27766"/>
                  <a:pt x="16065" y="27735"/>
                  <a:pt x="16384" y="27674"/>
                </a:cubicBezTo>
                <a:cubicBezTo>
                  <a:pt x="17539" y="27492"/>
                  <a:pt x="18694" y="27006"/>
                  <a:pt x="19819" y="26580"/>
                </a:cubicBezTo>
                <a:cubicBezTo>
                  <a:pt x="20579" y="26307"/>
                  <a:pt x="21278" y="25911"/>
                  <a:pt x="21977" y="25516"/>
                </a:cubicBezTo>
                <a:cubicBezTo>
                  <a:pt x="22281" y="25364"/>
                  <a:pt x="22646" y="25212"/>
                  <a:pt x="22950" y="25030"/>
                </a:cubicBezTo>
                <a:cubicBezTo>
                  <a:pt x="23284" y="24756"/>
                  <a:pt x="23527" y="24544"/>
                  <a:pt x="23922" y="24331"/>
                </a:cubicBezTo>
                <a:cubicBezTo>
                  <a:pt x="24500" y="24027"/>
                  <a:pt x="24925" y="23510"/>
                  <a:pt x="25412" y="23054"/>
                </a:cubicBezTo>
                <a:cubicBezTo>
                  <a:pt x="26019" y="22477"/>
                  <a:pt x="26871" y="21838"/>
                  <a:pt x="27205" y="21079"/>
                </a:cubicBezTo>
                <a:cubicBezTo>
                  <a:pt x="27509" y="20349"/>
                  <a:pt x="27904" y="19711"/>
                  <a:pt x="28117" y="18951"/>
                </a:cubicBezTo>
                <a:cubicBezTo>
                  <a:pt x="28330" y="18191"/>
                  <a:pt x="28421" y="17462"/>
                  <a:pt x="28573" y="16702"/>
                </a:cubicBezTo>
                <a:cubicBezTo>
                  <a:pt x="28968" y="15030"/>
                  <a:pt x="29150" y="13297"/>
                  <a:pt x="28846" y="11595"/>
                </a:cubicBezTo>
                <a:cubicBezTo>
                  <a:pt x="28634" y="10501"/>
                  <a:pt x="28269" y="9164"/>
                  <a:pt x="27539" y="8252"/>
                </a:cubicBezTo>
                <a:cubicBezTo>
                  <a:pt x="27327" y="7948"/>
                  <a:pt x="27175" y="7674"/>
                  <a:pt x="26931" y="7431"/>
                </a:cubicBezTo>
                <a:cubicBezTo>
                  <a:pt x="26475" y="6975"/>
                  <a:pt x="25928" y="6610"/>
                  <a:pt x="25503" y="6154"/>
                </a:cubicBezTo>
                <a:cubicBezTo>
                  <a:pt x="25351" y="5972"/>
                  <a:pt x="25138" y="5850"/>
                  <a:pt x="24986" y="5668"/>
                </a:cubicBezTo>
                <a:cubicBezTo>
                  <a:pt x="24804" y="5486"/>
                  <a:pt x="24682" y="5273"/>
                  <a:pt x="24469" y="5091"/>
                </a:cubicBezTo>
                <a:cubicBezTo>
                  <a:pt x="23497" y="4209"/>
                  <a:pt x="22950" y="2963"/>
                  <a:pt x="21734" y="2325"/>
                </a:cubicBezTo>
                <a:cubicBezTo>
                  <a:pt x="21460" y="2173"/>
                  <a:pt x="21247" y="1960"/>
                  <a:pt x="20974" y="1838"/>
                </a:cubicBezTo>
                <a:cubicBezTo>
                  <a:pt x="20791" y="1747"/>
                  <a:pt x="20579" y="1686"/>
                  <a:pt x="20396" y="1595"/>
                </a:cubicBezTo>
                <a:cubicBezTo>
                  <a:pt x="19849" y="1321"/>
                  <a:pt x="19363" y="1109"/>
                  <a:pt x="18725" y="1017"/>
                </a:cubicBezTo>
                <a:cubicBezTo>
                  <a:pt x="18208" y="926"/>
                  <a:pt x="17569" y="835"/>
                  <a:pt x="17083" y="653"/>
                </a:cubicBezTo>
                <a:cubicBezTo>
                  <a:pt x="16810" y="562"/>
                  <a:pt x="16688" y="531"/>
                  <a:pt x="16414" y="501"/>
                </a:cubicBezTo>
                <a:cubicBezTo>
                  <a:pt x="16171" y="470"/>
                  <a:pt x="15989" y="410"/>
                  <a:pt x="15776" y="379"/>
                </a:cubicBezTo>
                <a:cubicBezTo>
                  <a:pt x="15229" y="318"/>
                  <a:pt x="14712" y="288"/>
                  <a:pt x="14196" y="227"/>
                </a:cubicBezTo>
                <a:cubicBezTo>
                  <a:pt x="13831" y="166"/>
                  <a:pt x="13496" y="45"/>
                  <a:pt x="13132" y="14"/>
                </a:cubicBezTo>
                <a:cubicBezTo>
                  <a:pt x="13030" y="4"/>
                  <a:pt x="12926" y="1"/>
                  <a:pt x="128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Results analysis graph</a:t>
            </a:r>
            <a:endParaRPr>
              <a:solidFill>
                <a:srgbClr val="D9D9D9"/>
              </a:solidFill>
            </a:endParaRPr>
          </a:p>
        </p:txBody>
      </p:sp>
      <p:sp>
        <p:nvSpPr>
          <p:cNvPr id="4070" name="Google Shape;4070;p56"/>
          <p:cNvSpPr txBox="1"/>
          <p:nvPr>
            <p:ph idx="4294967295" type="subTitle"/>
          </p:nvPr>
        </p:nvSpPr>
        <p:spPr>
          <a:xfrm>
            <a:off x="720000" y="4056325"/>
            <a:ext cx="5604000" cy="538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latin typeface="Inconsolata"/>
                <a:ea typeface="Inconsolata"/>
                <a:cs typeface="Inconsolata"/>
                <a:sym typeface="Inconsolata"/>
              </a:rPr>
              <a:t>* To modify this graph, click on it, follow the link, change the data and paste the new graph here, replacing this one</a:t>
            </a:r>
            <a:endParaRPr sz="1400">
              <a:latin typeface="Inconsolata"/>
              <a:ea typeface="Inconsolata"/>
              <a:cs typeface="Inconsolata"/>
              <a:sym typeface="Inconsolata"/>
            </a:endParaRPr>
          </a:p>
        </p:txBody>
      </p:sp>
      <p:sp>
        <p:nvSpPr>
          <p:cNvPr id="4071" name="Google Shape;4071;p56"/>
          <p:cNvSpPr txBox="1"/>
          <p:nvPr/>
        </p:nvSpPr>
        <p:spPr>
          <a:xfrm>
            <a:off x="6765475" y="1798100"/>
            <a:ext cx="1658400" cy="538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2"/>
                </a:solidFill>
                <a:latin typeface="Inconsolata"/>
                <a:ea typeface="Inconsolata"/>
                <a:cs typeface="Inconsolata"/>
                <a:sym typeface="Inconsolata"/>
              </a:rPr>
              <a:t>Venus has a beautiful name</a:t>
            </a:r>
            <a:endParaRPr>
              <a:solidFill>
                <a:schemeClr val="lt2"/>
              </a:solidFill>
              <a:latin typeface="Inconsolata"/>
              <a:ea typeface="Inconsolata"/>
              <a:cs typeface="Inconsolata"/>
              <a:sym typeface="Inconsolata"/>
            </a:endParaRPr>
          </a:p>
        </p:txBody>
      </p:sp>
      <p:sp>
        <p:nvSpPr>
          <p:cNvPr id="4072" name="Google Shape;4072;p56"/>
          <p:cNvSpPr txBox="1"/>
          <p:nvPr/>
        </p:nvSpPr>
        <p:spPr>
          <a:xfrm>
            <a:off x="6765600" y="1423444"/>
            <a:ext cx="1321500" cy="420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400">
                <a:solidFill>
                  <a:schemeClr val="dk1"/>
                </a:solidFill>
                <a:latin typeface="Lora"/>
                <a:ea typeface="Lora"/>
                <a:cs typeface="Lora"/>
                <a:sym typeface="Lora"/>
              </a:rPr>
              <a:t>Venus</a:t>
            </a:r>
            <a:endParaRPr b="1" sz="2400">
              <a:solidFill>
                <a:schemeClr val="dk1"/>
              </a:solidFill>
              <a:latin typeface="Lora"/>
              <a:ea typeface="Lora"/>
              <a:cs typeface="Lora"/>
              <a:sym typeface="Lora"/>
            </a:endParaRPr>
          </a:p>
        </p:txBody>
      </p:sp>
      <p:sp>
        <p:nvSpPr>
          <p:cNvPr id="4073" name="Google Shape;4073;p56"/>
          <p:cNvSpPr txBox="1"/>
          <p:nvPr/>
        </p:nvSpPr>
        <p:spPr>
          <a:xfrm>
            <a:off x="6765600" y="2542324"/>
            <a:ext cx="1321500" cy="420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400">
                <a:solidFill>
                  <a:schemeClr val="dk1"/>
                </a:solidFill>
                <a:latin typeface="Lora"/>
                <a:ea typeface="Lora"/>
                <a:cs typeface="Lora"/>
                <a:sym typeface="Lora"/>
              </a:rPr>
              <a:t>Saturn</a:t>
            </a:r>
            <a:endParaRPr b="1" sz="2400">
              <a:solidFill>
                <a:schemeClr val="dk1"/>
              </a:solidFill>
              <a:latin typeface="Lora"/>
              <a:ea typeface="Lora"/>
              <a:cs typeface="Lora"/>
              <a:sym typeface="Lora"/>
            </a:endParaRPr>
          </a:p>
        </p:txBody>
      </p:sp>
      <p:sp>
        <p:nvSpPr>
          <p:cNvPr id="4074" name="Google Shape;4074;p56"/>
          <p:cNvSpPr txBox="1"/>
          <p:nvPr/>
        </p:nvSpPr>
        <p:spPr>
          <a:xfrm>
            <a:off x="6765475" y="2922895"/>
            <a:ext cx="1658400" cy="538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2"/>
                </a:solidFill>
                <a:latin typeface="Inconsolata"/>
                <a:ea typeface="Inconsolata"/>
                <a:cs typeface="Inconsolata"/>
                <a:sym typeface="Inconsolata"/>
              </a:rPr>
              <a:t>Yes, it’s the ringed one</a:t>
            </a:r>
            <a:endParaRPr>
              <a:solidFill>
                <a:schemeClr val="lt2"/>
              </a:solidFill>
              <a:latin typeface="Inconsolata"/>
              <a:ea typeface="Inconsolata"/>
              <a:cs typeface="Inconsolata"/>
              <a:sym typeface="Inconsolata"/>
            </a:endParaRPr>
          </a:p>
        </p:txBody>
      </p:sp>
      <p:sp>
        <p:nvSpPr>
          <p:cNvPr id="4075" name="Google Shape;4075;p56"/>
          <p:cNvSpPr txBox="1"/>
          <p:nvPr/>
        </p:nvSpPr>
        <p:spPr>
          <a:xfrm>
            <a:off x="6765600" y="3677294"/>
            <a:ext cx="1321500" cy="420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400">
                <a:solidFill>
                  <a:schemeClr val="dk1"/>
                </a:solidFill>
                <a:latin typeface="Lora"/>
                <a:ea typeface="Lora"/>
                <a:cs typeface="Lora"/>
                <a:sym typeface="Lora"/>
              </a:rPr>
              <a:t>Mars</a:t>
            </a:r>
            <a:endParaRPr b="1" sz="2400">
              <a:solidFill>
                <a:schemeClr val="dk1"/>
              </a:solidFill>
              <a:latin typeface="Lora"/>
              <a:ea typeface="Lora"/>
              <a:cs typeface="Lora"/>
              <a:sym typeface="Lora"/>
            </a:endParaRPr>
          </a:p>
        </p:txBody>
      </p:sp>
      <p:sp>
        <p:nvSpPr>
          <p:cNvPr id="4076" name="Google Shape;4076;p56"/>
          <p:cNvSpPr txBox="1"/>
          <p:nvPr/>
        </p:nvSpPr>
        <p:spPr>
          <a:xfrm>
            <a:off x="6765475" y="4056374"/>
            <a:ext cx="1658400" cy="538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a:solidFill>
                  <a:schemeClr val="lt2"/>
                </a:solidFill>
                <a:latin typeface="Inconsolata"/>
                <a:ea typeface="Inconsolata"/>
                <a:cs typeface="Inconsolata"/>
                <a:sym typeface="Inconsolata"/>
              </a:rPr>
              <a:t>Mars is actually a cold place</a:t>
            </a:r>
            <a:endParaRPr>
              <a:solidFill>
                <a:schemeClr val="lt2"/>
              </a:solidFill>
              <a:latin typeface="Inconsolata"/>
              <a:ea typeface="Inconsolata"/>
              <a:cs typeface="Inconsolata"/>
              <a:sym typeface="Inconsolata"/>
            </a:endParaRPr>
          </a:p>
        </p:txBody>
      </p:sp>
      <p:pic>
        <p:nvPicPr>
          <p:cNvPr id="4077" name="Google Shape;4077;p56" title="Gráfico">
            <a:hlinkClick r:id="rId3"/>
          </p:cNvPr>
          <p:cNvPicPr preferRelativeResize="0"/>
          <p:nvPr/>
        </p:nvPicPr>
        <p:blipFill>
          <a:blip r:embed="rId4">
            <a:alphaModFix/>
          </a:blip>
          <a:stretch>
            <a:fillRect/>
          </a:stretch>
        </p:blipFill>
        <p:spPr>
          <a:xfrm>
            <a:off x="1067600" y="1267850"/>
            <a:ext cx="4908800" cy="2607800"/>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81" name="Shape 4081"/>
        <p:cNvGrpSpPr/>
        <p:nvPr/>
      </p:nvGrpSpPr>
      <p:grpSpPr>
        <a:xfrm>
          <a:off x="0" y="0"/>
          <a:ext cx="0" cy="0"/>
          <a:chOff x="0" y="0"/>
          <a:chExt cx="0" cy="0"/>
        </a:xfrm>
      </p:grpSpPr>
      <p:sp>
        <p:nvSpPr>
          <p:cNvPr id="4082" name="Google Shape;4082;p57"/>
          <p:cNvSpPr txBox="1"/>
          <p:nvPr>
            <p:ph idx="9" type="subTitle"/>
          </p:nvPr>
        </p:nvSpPr>
        <p:spPr>
          <a:xfrm>
            <a:off x="6056727" y="2293438"/>
            <a:ext cx="1986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4083" name="Google Shape;4083;p57"/>
          <p:cNvSpPr txBox="1"/>
          <p:nvPr>
            <p:ph idx="14" type="subTitle"/>
          </p:nvPr>
        </p:nvSpPr>
        <p:spPr>
          <a:xfrm>
            <a:off x="6056727" y="4128775"/>
            <a:ext cx="1986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farthest planet from the Sun</a:t>
            </a:r>
            <a:endParaRPr/>
          </a:p>
        </p:txBody>
      </p:sp>
      <p:sp>
        <p:nvSpPr>
          <p:cNvPr id="4084" name="Google Shape;4084;p57"/>
          <p:cNvSpPr txBox="1"/>
          <p:nvPr>
            <p:ph idx="8" type="title"/>
          </p:nvPr>
        </p:nvSpPr>
        <p:spPr>
          <a:xfrm>
            <a:off x="6056727" y="1783113"/>
            <a:ext cx="1986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4085" name="Google Shape;4085;p57"/>
          <p:cNvSpPr txBox="1"/>
          <p:nvPr>
            <p:ph idx="13" type="title"/>
          </p:nvPr>
        </p:nvSpPr>
        <p:spPr>
          <a:xfrm>
            <a:off x="6056727" y="3618450"/>
            <a:ext cx="1986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4086" name="Google Shape;4086;p57"/>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Conclusions</a:t>
            </a:r>
            <a:endParaRPr/>
          </a:p>
        </p:txBody>
      </p:sp>
      <p:sp>
        <p:nvSpPr>
          <p:cNvPr id="4087" name="Google Shape;4087;p57"/>
          <p:cNvSpPr txBox="1"/>
          <p:nvPr>
            <p:ph idx="2" type="title"/>
          </p:nvPr>
        </p:nvSpPr>
        <p:spPr>
          <a:xfrm>
            <a:off x="1101175" y="1783113"/>
            <a:ext cx="1986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088" name="Google Shape;4088;p57"/>
          <p:cNvSpPr txBox="1"/>
          <p:nvPr>
            <p:ph idx="1" type="subTitle"/>
          </p:nvPr>
        </p:nvSpPr>
        <p:spPr>
          <a:xfrm>
            <a:off x="1101175" y="2293438"/>
            <a:ext cx="1986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closest planet to the Sun</a:t>
            </a:r>
            <a:endParaRPr/>
          </a:p>
        </p:txBody>
      </p:sp>
      <p:sp>
        <p:nvSpPr>
          <p:cNvPr id="4089" name="Google Shape;4089;p57"/>
          <p:cNvSpPr txBox="1"/>
          <p:nvPr>
            <p:ph idx="3" type="title"/>
          </p:nvPr>
        </p:nvSpPr>
        <p:spPr>
          <a:xfrm>
            <a:off x="3578948" y="1783113"/>
            <a:ext cx="1986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090" name="Google Shape;4090;p57"/>
          <p:cNvSpPr txBox="1"/>
          <p:nvPr>
            <p:ph idx="4" type="subTitle"/>
          </p:nvPr>
        </p:nvSpPr>
        <p:spPr>
          <a:xfrm>
            <a:off x="3578948" y="2293438"/>
            <a:ext cx="1986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4091" name="Google Shape;4091;p57"/>
          <p:cNvSpPr txBox="1"/>
          <p:nvPr>
            <p:ph idx="5" type="title"/>
          </p:nvPr>
        </p:nvSpPr>
        <p:spPr>
          <a:xfrm>
            <a:off x="1101175" y="3618450"/>
            <a:ext cx="1986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4092" name="Google Shape;4092;p57"/>
          <p:cNvSpPr txBox="1"/>
          <p:nvPr>
            <p:ph idx="6" type="subTitle"/>
          </p:nvPr>
        </p:nvSpPr>
        <p:spPr>
          <a:xfrm>
            <a:off x="1101175" y="4128775"/>
            <a:ext cx="1986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a:t>
            </a:r>
            <a:r>
              <a:rPr lang="en"/>
              <a:t>s the biggest planet of them all</a:t>
            </a:r>
            <a:endParaRPr/>
          </a:p>
        </p:txBody>
      </p:sp>
      <p:sp>
        <p:nvSpPr>
          <p:cNvPr id="4093" name="Google Shape;4093;p57"/>
          <p:cNvSpPr txBox="1"/>
          <p:nvPr>
            <p:ph type="title"/>
          </p:nvPr>
        </p:nvSpPr>
        <p:spPr>
          <a:xfrm>
            <a:off x="3578948" y="3618450"/>
            <a:ext cx="1986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4094" name="Google Shape;4094;p57"/>
          <p:cNvSpPr txBox="1"/>
          <p:nvPr>
            <p:ph idx="7" type="subTitle"/>
          </p:nvPr>
        </p:nvSpPr>
        <p:spPr>
          <a:xfrm>
            <a:off x="3578948" y="4128775"/>
            <a:ext cx="1986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composed of hydrogen and helium</a:t>
            </a:r>
            <a:endParaRPr/>
          </a:p>
        </p:txBody>
      </p:sp>
      <p:sp>
        <p:nvSpPr>
          <p:cNvPr id="4095" name="Google Shape;4095;p57"/>
          <p:cNvSpPr/>
          <p:nvPr/>
        </p:nvSpPr>
        <p:spPr>
          <a:xfrm>
            <a:off x="1760413" y="1124650"/>
            <a:ext cx="667524" cy="685811"/>
          </a:xfrm>
          <a:custGeom>
            <a:rect b="b" l="l" r="r" t="t"/>
            <a:pathLst>
              <a:path extrusionOk="0" h="14042" w="13740">
                <a:moveTo>
                  <a:pt x="7596" y="0"/>
                </a:moveTo>
                <a:cubicBezTo>
                  <a:pt x="7483" y="0"/>
                  <a:pt x="7348" y="26"/>
                  <a:pt x="7174" y="102"/>
                </a:cubicBezTo>
                <a:cubicBezTo>
                  <a:pt x="7147" y="101"/>
                  <a:pt x="7120" y="101"/>
                  <a:pt x="7094" y="101"/>
                </a:cubicBezTo>
                <a:cubicBezTo>
                  <a:pt x="4867" y="101"/>
                  <a:pt x="2478" y="1341"/>
                  <a:pt x="1247" y="3263"/>
                </a:cubicBezTo>
                <a:cubicBezTo>
                  <a:pt x="244" y="4843"/>
                  <a:pt x="1" y="6758"/>
                  <a:pt x="487" y="8521"/>
                </a:cubicBezTo>
                <a:cubicBezTo>
                  <a:pt x="700" y="9312"/>
                  <a:pt x="852" y="9798"/>
                  <a:pt x="1277" y="10497"/>
                </a:cubicBezTo>
                <a:cubicBezTo>
                  <a:pt x="1733" y="11135"/>
                  <a:pt x="2220" y="11622"/>
                  <a:pt x="2767" y="12138"/>
                </a:cubicBezTo>
                <a:cubicBezTo>
                  <a:pt x="3223" y="12594"/>
                  <a:pt x="3709" y="12807"/>
                  <a:pt x="4287" y="13111"/>
                </a:cubicBezTo>
                <a:cubicBezTo>
                  <a:pt x="4591" y="13263"/>
                  <a:pt x="4895" y="13445"/>
                  <a:pt x="5229" y="13567"/>
                </a:cubicBezTo>
                <a:cubicBezTo>
                  <a:pt x="5654" y="13719"/>
                  <a:pt x="5989" y="13658"/>
                  <a:pt x="6414" y="13749"/>
                </a:cubicBezTo>
                <a:cubicBezTo>
                  <a:pt x="7027" y="13883"/>
                  <a:pt x="7881" y="14042"/>
                  <a:pt x="8679" y="14042"/>
                </a:cubicBezTo>
                <a:cubicBezTo>
                  <a:pt x="9149" y="14042"/>
                  <a:pt x="9599" y="13987"/>
                  <a:pt x="9971" y="13841"/>
                </a:cubicBezTo>
                <a:cubicBezTo>
                  <a:pt x="10578" y="13628"/>
                  <a:pt x="11186" y="13020"/>
                  <a:pt x="11612" y="12594"/>
                </a:cubicBezTo>
                <a:cubicBezTo>
                  <a:pt x="12007" y="12199"/>
                  <a:pt x="12402" y="11743"/>
                  <a:pt x="12706" y="11257"/>
                </a:cubicBezTo>
                <a:cubicBezTo>
                  <a:pt x="13345" y="10193"/>
                  <a:pt x="13648" y="9190"/>
                  <a:pt x="13648" y="7913"/>
                </a:cubicBezTo>
                <a:cubicBezTo>
                  <a:pt x="13648" y="7336"/>
                  <a:pt x="13740" y="6698"/>
                  <a:pt x="13618" y="6120"/>
                </a:cubicBezTo>
                <a:cubicBezTo>
                  <a:pt x="13496" y="5603"/>
                  <a:pt x="13193" y="5056"/>
                  <a:pt x="12949" y="4570"/>
                </a:cubicBezTo>
                <a:cubicBezTo>
                  <a:pt x="12615" y="3901"/>
                  <a:pt x="12220" y="3385"/>
                  <a:pt x="11825" y="2777"/>
                </a:cubicBezTo>
                <a:cubicBezTo>
                  <a:pt x="11430" y="2138"/>
                  <a:pt x="10882" y="1865"/>
                  <a:pt x="10366" y="1378"/>
                </a:cubicBezTo>
                <a:cubicBezTo>
                  <a:pt x="10062" y="1105"/>
                  <a:pt x="9758" y="649"/>
                  <a:pt x="9423" y="436"/>
                </a:cubicBezTo>
                <a:cubicBezTo>
                  <a:pt x="9211" y="284"/>
                  <a:pt x="8785" y="132"/>
                  <a:pt x="8512" y="71"/>
                </a:cubicBezTo>
                <a:cubicBezTo>
                  <a:pt x="8414" y="71"/>
                  <a:pt x="8278" y="110"/>
                  <a:pt x="8165" y="110"/>
                </a:cubicBezTo>
                <a:cubicBezTo>
                  <a:pt x="8137" y="110"/>
                  <a:pt x="8110" y="108"/>
                  <a:pt x="8086" y="102"/>
                </a:cubicBezTo>
                <a:cubicBezTo>
                  <a:pt x="7930" y="82"/>
                  <a:pt x="7799" y="0"/>
                  <a:pt x="75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7"/>
          <p:cNvSpPr/>
          <p:nvPr/>
        </p:nvSpPr>
        <p:spPr>
          <a:xfrm flipH="1">
            <a:off x="1760413" y="2960474"/>
            <a:ext cx="667524" cy="685811"/>
          </a:xfrm>
          <a:custGeom>
            <a:rect b="b" l="l" r="r" t="t"/>
            <a:pathLst>
              <a:path extrusionOk="0" h="14042" w="13740">
                <a:moveTo>
                  <a:pt x="7596" y="0"/>
                </a:moveTo>
                <a:cubicBezTo>
                  <a:pt x="7483" y="0"/>
                  <a:pt x="7348" y="26"/>
                  <a:pt x="7174" y="102"/>
                </a:cubicBezTo>
                <a:cubicBezTo>
                  <a:pt x="7147" y="101"/>
                  <a:pt x="7120" y="101"/>
                  <a:pt x="7094" y="101"/>
                </a:cubicBezTo>
                <a:cubicBezTo>
                  <a:pt x="4867" y="101"/>
                  <a:pt x="2478" y="1341"/>
                  <a:pt x="1247" y="3263"/>
                </a:cubicBezTo>
                <a:cubicBezTo>
                  <a:pt x="244" y="4843"/>
                  <a:pt x="1" y="6758"/>
                  <a:pt x="487" y="8521"/>
                </a:cubicBezTo>
                <a:cubicBezTo>
                  <a:pt x="700" y="9312"/>
                  <a:pt x="852" y="9798"/>
                  <a:pt x="1277" y="10497"/>
                </a:cubicBezTo>
                <a:cubicBezTo>
                  <a:pt x="1733" y="11135"/>
                  <a:pt x="2220" y="11622"/>
                  <a:pt x="2767" y="12138"/>
                </a:cubicBezTo>
                <a:cubicBezTo>
                  <a:pt x="3223" y="12594"/>
                  <a:pt x="3709" y="12807"/>
                  <a:pt x="4287" y="13111"/>
                </a:cubicBezTo>
                <a:cubicBezTo>
                  <a:pt x="4591" y="13263"/>
                  <a:pt x="4895" y="13445"/>
                  <a:pt x="5229" y="13567"/>
                </a:cubicBezTo>
                <a:cubicBezTo>
                  <a:pt x="5654" y="13719"/>
                  <a:pt x="5989" y="13658"/>
                  <a:pt x="6414" y="13749"/>
                </a:cubicBezTo>
                <a:cubicBezTo>
                  <a:pt x="7027" y="13883"/>
                  <a:pt x="7881" y="14042"/>
                  <a:pt x="8679" y="14042"/>
                </a:cubicBezTo>
                <a:cubicBezTo>
                  <a:pt x="9149" y="14042"/>
                  <a:pt x="9599" y="13987"/>
                  <a:pt x="9971" y="13841"/>
                </a:cubicBezTo>
                <a:cubicBezTo>
                  <a:pt x="10578" y="13628"/>
                  <a:pt x="11186" y="13020"/>
                  <a:pt x="11612" y="12594"/>
                </a:cubicBezTo>
                <a:cubicBezTo>
                  <a:pt x="12007" y="12199"/>
                  <a:pt x="12402" y="11743"/>
                  <a:pt x="12706" y="11257"/>
                </a:cubicBezTo>
                <a:cubicBezTo>
                  <a:pt x="13345" y="10193"/>
                  <a:pt x="13648" y="9190"/>
                  <a:pt x="13648" y="7913"/>
                </a:cubicBezTo>
                <a:cubicBezTo>
                  <a:pt x="13648" y="7336"/>
                  <a:pt x="13740" y="6698"/>
                  <a:pt x="13618" y="6120"/>
                </a:cubicBezTo>
                <a:cubicBezTo>
                  <a:pt x="13496" y="5603"/>
                  <a:pt x="13193" y="5056"/>
                  <a:pt x="12949" y="4570"/>
                </a:cubicBezTo>
                <a:cubicBezTo>
                  <a:pt x="12615" y="3901"/>
                  <a:pt x="12220" y="3385"/>
                  <a:pt x="11825" y="2777"/>
                </a:cubicBezTo>
                <a:cubicBezTo>
                  <a:pt x="11430" y="2138"/>
                  <a:pt x="10882" y="1865"/>
                  <a:pt x="10366" y="1378"/>
                </a:cubicBezTo>
                <a:cubicBezTo>
                  <a:pt x="10062" y="1105"/>
                  <a:pt x="9758" y="649"/>
                  <a:pt x="9423" y="436"/>
                </a:cubicBezTo>
                <a:cubicBezTo>
                  <a:pt x="9211" y="284"/>
                  <a:pt x="8785" y="132"/>
                  <a:pt x="8512" y="71"/>
                </a:cubicBezTo>
                <a:cubicBezTo>
                  <a:pt x="8414" y="71"/>
                  <a:pt x="8278" y="110"/>
                  <a:pt x="8165" y="110"/>
                </a:cubicBezTo>
                <a:cubicBezTo>
                  <a:pt x="8137" y="110"/>
                  <a:pt x="8110" y="108"/>
                  <a:pt x="8086" y="102"/>
                </a:cubicBezTo>
                <a:cubicBezTo>
                  <a:pt x="7930" y="82"/>
                  <a:pt x="7799" y="0"/>
                  <a:pt x="75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7"/>
          <p:cNvSpPr/>
          <p:nvPr/>
        </p:nvSpPr>
        <p:spPr>
          <a:xfrm flipH="1" rot="10800000">
            <a:off x="4238188" y="1124650"/>
            <a:ext cx="667524" cy="685811"/>
          </a:xfrm>
          <a:custGeom>
            <a:rect b="b" l="l" r="r" t="t"/>
            <a:pathLst>
              <a:path extrusionOk="0" h="14042" w="13740">
                <a:moveTo>
                  <a:pt x="7596" y="0"/>
                </a:moveTo>
                <a:cubicBezTo>
                  <a:pt x="7483" y="0"/>
                  <a:pt x="7348" y="26"/>
                  <a:pt x="7174" y="102"/>
                </a:cubicBezTo>
                <a:cubicBezTo>
                  <a:pt x="7147" y="101"/>
                  <a:pt x="7120" y="101"/>
                  <a:pt x="7094" y="101"/>
                </a:cubicBezTo>
                <a:cubicBezTo>
                  <a:pt x="4867" y="101"/>
                  <a:pt x="2478" y="1341"/>
                  <a:pt x="1247" y="3263"/>
                </a:cubicBezTo>
                <a:cubicBezTo>
                  <a:pt x="244" y="4843"/>
                  <a:pt x="1" y="6758"/>
                  <a:pt x="487" y="8521"/>
                </a:cubicBezTo>
                <a:cubicBezTo>
                  <a:pt x="700" y="9312"/>
                  <a:pt x="852" y="9798"/>
                  <a:pt x="1277" y="10497"/>
                </a:cubicBezTo>
                <a:cubicBezTo>
                  <a:pt x="1733" y="11135"/>
                  <a:pt x="2220" y="11622"/>
                  <a:pt x="2767" y="12138"/>
                </a:cubicBezTo>
                <a:cubicBezTo>
                  <a:pt x="3223" y="12594"/>
                  <a:pt x="3709" y="12807"/>
                  <a:pt x="4287" y="13111"/>
                </a:cubicBezTo>
                <a:cubicBezTo>
                  <a:pt x="4591" y="13263"/>
                  <a:pt x="4895" y="13445"/>
                  <a:pt x="5229" y="13567"/>
                </a:cubicBezTo>
                <a:cubicBezTo>
                  <a:pt x="5654" y="13719"/>
                  <a:pt x="5989" y="13658"/>
                  <a:pt x="6414" y="13749"/>
                </a:cubicBezTo>
                <a:cubicBezTo>
                  <a:pt x="7027" y="13883"/>
                  <a:pt x="7881" y="14042"/>
                  <a:pt x="8679" y="14042"/>
                </a:cubicBezTo>
                <a:cubicBezTo>
                  <a:pt x="9149" y="14042"/>
                  <a:pt x="9599" y="13987"/>
                  <a:pt x="9971" y="13841"/>
                </a:cubicBezTo>
                <a:cubicBezTo>
                  <a:pt x="10578" y="13628"/>
                  <a:pt x="11186" y="13020"/>
                  <a:pt x="11612" y="12594"/>
                </a:cubicBezTo>
                <a:cubicBezTo>
                  <a:pt x="12007" y="12199"/>
                  <a:pt x="12402" y="11743"/>
                  <a:pt x="12706" y="11257"/>
                </a:cubicBezTo>
                <a:cubicBezTo>
                  <a:pt x="13345" y="10193"/>
                  <a:pt x="13648" y="9190"/>
                  <a:pt x="13648" y="7913"/>
                </a:cubicBezTo>
                <a:cubicBezTo>
                  <a:pt x="13648" y="7336"/>
                  <a:pt x="13740" y="6698"/>
                  <a:pt x="13618" y="6120"/>
                </a:cubicBezTo>
                <a:cubicBezTo>
                  <a:pt x="13496" y="5603"/>
                  <a:pt x="13193" y="5056"/>
                  <a:pt x="12949" y="4570"/>
                </a:cubicBezTo>
                <a:cubicBezTo>
                  <a:pt x="12615" y="3901"/>
                  <a:pt x="12220" y="3385"/>
                  <a:pt x="11825" y="2777"/>
                </a:cubicBezTo>
                <a:cubicBezTo>
                  <a:pt x="11430" y="2138"/>
                  <a:pt x="10882" y="1865"/>
                  <a:pt x="10366" y="1378"/>
                </a:cubicBezTo>
                <a:cubicBezTo>
                  <a:pt x="10062" y="1105"/>
                  <a:pt x="9758" y="649"/>
                  <a:pt x="9423" y="436"/>
                </a:cubicBezTo>
                <a:cubicBezTo>
                  <a:pt x="9211" y="284"/>
                  <a:pt x="8785" y="132"/>
                  <a:pt x="8512" y="71"/>
                </a:cubicBezTo>
                <a:cubicBezTo>
                  <a:pt x="8414" y="71"/>
                  <a:pt x="8278" y="110"/>
                  <a:pt x="8165" y="110"/>
                </a:cubicBezTo>
                <a:cubicBezTo>
                  <a:pt x="8137" y="110"/>
                  <a:pt x="8110" y="108"/>
                  <a:pt x="8086" y="102"/>
                </a:cubicBezTo>
                <a:cubicBezTo>
                  <a:pt x="7930" y="82"/>
                  <a:pt x="7799" y="0"/>
                  <a:pt x="75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7"/>
          <p:cNvSpPr/>
          <p:nvPr/>
        </p:nvSpPr>
        <p:spPr>
          <a:xfrm flipH="1" rot="10800000">
            <a:off x="4238188" y="2960474"/>
            <a:ext cx="667524" cy="685811"/>
          </a:xfrm>
          <a:custGeom>
            <a:rect b="b" l="l" r="r" t="t"/>
            <a:pathLst>
              <a:path extrusionOk="0" h="14042" w="13740">
                <a:moveTo>
                  <a:pt x="7596" y="0"/>
                </a:moveTo>
                <a:cubicBezTo>
                  <a:pt x="7483" y="0"/>
                  <a:pt x="7348" y="26"/>
                  <a:pt x="7174" y="102"/>
                </a:cubicBezTo>
                <a:cubicBezTo>
                  <a:pt x="7147" y="101"/>
                  <a:pt x="7120" y="101"/>
                  <a:pt x="7094" y="101"/>
                </a:cubicBezTo>
                <a:cubicBezTo>
                  <a:pt x="4867" y="101"/>
                  <a:pt x="2478" y="1341"/>
                  <a:pt x="1247" y="3263"/>
                </a:cubicBezTo>
                <a:cubicBezTo>
                  <a:pt x="244" y="4843"/>
                  <a:pt x="1" y="6758"/>
                  <a:pt x="487" y="8521"/>
                </a:cubicBezTo>
                <a:cubicBezTo>
                  <a:pt x="700" y="9312"/>
                  <a:pt x="852" y="9798"/>
                  <a:pt x="1277" y="10497"/>
                </a:cubicBezTo>
                <a:cubicBezTo>
                  <a:pt x="1733" y="11135"/>
                  <a:pt x="2220" y="11622"/>
                  <a:pt x="2767" y="12138"/>
                </a:cubicBezTo>
                <a:cubicBezTo>
                  <a:pt x="3223" y="12594"/>
                  <a:pt x="3709" y="12807"/>
                  <a:pt x="4287" y="13111"/>
                </a:cubicBezTo>
                <a:cubicBezTo>
                  <a:pt x="4591" y="13263"/>
                  <a:pt x="4895" y="13445"/>
                  <a:pt x="5229" y="13567"/>
                </a:cubicBezTo>
                <a:cubicBezTo>
                  <a:pt x="5654" y="13719"/>
                  <a:pt x="5989" y="13658"/>
                  <a:pt x="6414" y="13749"/>
                </a:cubicBezTo>
                <a:cubicBezTo>
                  <a:pt x="7027" y="13883"/>
                  <a:pt x="7881" y="14042"/>
                  <a:pt x="8679" y="14042"/>
                </a:cubicBezTo>
                <a:cubicBezTo>
                  <a:pt x="9149" y="14042"/>
                  <a:pt x="9599" y="13987"/>
                  <a:pt x="9971" y="13841"/>
                </a:cubicBezTo>
                <a:cubicBezTo>
                  <a:pt x="10578" y="13628"/>
                  <a:pt x="11186" y="13020"/>
                  <a:pt x="11612" y="12594"/>
                </a:cubicBezTo>
                <a:cubicBezTo>
                  <a:pt x="12007" y="12199"/>
                  <a:pt x="12402" y="11743"/>
                  <a:pt x="12706" y="11257"/>
                </a:cubicBezTo>
                <a:cubicBezTo>
                  <a:pt x="13345" y="10193"/>
                  <a:pt x="13648" y="9190"/>
                  <a:pt x="13648" y="7913"/>
                </a:cubicBezTo>
                <a:cubicBezTo>
                  <a:pt x="13648" y="7336"/>
                  <a:pt x="13740" y="6698"/>
                  <a:pt x="13618" y="6120"/>
                </a:cubicBezTo>
                <a:cubicBezTo>
                  <a:pt x="13496" y="5603"/>
                  <a:pt x="13193" y="5056"/>
                  <a:pt x="12949" y="4570"/>
                </a:cubicBezTo>
                <a:cubicBezTo>
                  <a:pt x="12615" y="3901"/>
                  <a:pt x="12220" y="3385"/>
                  <a:pt x="11825" y="2777"/>
                </a:cubicBezTo>
                <a:cubicBezTo>
                  <a:pt x="11430" y="2138"/>
                  <a:pt x="10882" y="1865"/>
                  <a:pt x="10366" y="1378"/>
                </a:cubicBezTo>
                <a:cubicBezTo>
                  <a:pt x="10062" y="1105"/>
                  <a:pt x="9758" y="649"/>
                  <a:pt x="9423" y="436"/>
                </a:cubicBezTo>
                <a:cubicBezTo>
                  <a:pt x="9211" y="284"/>
                  <a:pt x="8785" y="132"/>
                  <a:pt x="8512" y="71"/>
                </a:cubicBezTo>
                <a:cubicBezTo>
                  <a:pt x="8414" y="71"/>
                  <a:pt x="8278" y="110"/>
                  <a:pt x="8165" y="110"/>
                </a:cubicBezTo>
                <a:cubicBezTo>
                  <a:pt x="8137" y="110"/>
                  <a:pt x="8110" y="108"/>
                  <a:pt x="8086" y="102"/>
                </a:cubicBezTo>
                <a:cubicBezTo>
                  <a:pt x="7930" y="82"/>
                  <a:pt x="7799" y="0"/>
                  <a:pt x="75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7"/>
          <p:cNvSpPr/>
          <p:nvPr/>
        </p:nvSpPr>
        <p:spPr>
          <a:xfrm rot="5400000">
            <a:off x="6715963" y="1124650"/>
            <a:ext cx="667524" cy="685811"/>
          </a:xfrm>
          <a:custGeom>
            <a:rect b="b" l="l" r="r" t="t"/>
            <a:pathLst>
              <a:path extrusionOk="0" h="14042" w="13740">
                <a:moveTo>
                  <a:pt x="7596" y="0"/>
                </a:moveTo>
                <a:cubicBezTo>
                  <a:pt x="7483" y="0"/>
                  <a:pt x="7348" y="26"/>
                  <a:pt x="7174" y="102"/>
                </a:cubicBezTo>
                <a:cubicBezTo>
                  <a:pt x="7147" y="101"/>
                  <a:pt x="7120" y="101"/>
                  <a:pt x="7094" y="101"/>
                </a:cubicBezTo>
                <a:cubicBezTo>
                  <a:pt x="4867" y="101"/>
                  <a:pt x="2478" y="1341"/>
                  <a:pt x="1247" y="3263"/>
                </a:cubicBezTo>
                <a:cubicBezTo>
                  <a:pt x="244" y="4843"/>
                  <a:pt x="1" y="6758"/>
                  <a:pt x="487" y="8521"/>
                </a:cubicBezTo>
                <a:cubicBezTo>
                  <a:pt x="700" y="9312"/>
                  <a:pt x="852" y="9798"/>
                  <a:pt x="1277" y="10497"/>
                </a:cubicBezTo>
                <a:cubicBezTo>
                  <a:pt x="1733" y="11135"/>
                  <a:pt x="2220" y="11622"/>
                  <a:pt x="2767" y="12138"/>
                </a:cubicBezTo>
                <a:cubicBezTo>
                  <a:pt x="3223" y="12594"/>
                  <a:pt x="3709" y="12807"/>
                  <a:pt x="4287" y="13111"/>
                </a:cubicBezTo>
                <a:cubicBezTo>
                  <a:pt x="4591" y="13263"/>
                  <a:pt x="4895" y="13445"/>
                  <a:pt x="5229" y="13567"/>
                </a:cubicBezTo>
                <a:cubicBezTo>
                  <a:pt x="5654" y="13719"/>
                  <a:pt x="5989" y="13658"/>
                  <a:pt x="6414" y="13749"/>
                </a:cubicBezTo>
                <a:cubicBezTo>
                  <a:pt x="7027" y="13883"/>
                  <a:pt x="7881" y="14042"/>
                  <a:pt x="8679" y="14042"/>
                </a:cubicBezTo>
                <a:cubicBezTo>
                  <a:pt x="9149" y="14042"/>
                  <a:pt x="9599" y="13987"/>
                  <a:pt x="9971" y="13841"/>
                </a:cubicBezTo>
                <a:cubicBezTo>
                  <a:pt x="10578" y="13628"/>
                  <a:pt x="11186" y="13020"/>
                  <a:pt x="11612" y="12594"/>
                </a:cubicBezTo>
                <a:cubicBezTo>
                  <a:pt x="12007" y="12199"/>
                  <a:pt x="12402" y="11743"/>
                  <a:pt x="12706" y="11257"/>
                </a:cubicBezTo>
                <a:cubicBezTo>
                  <a:pt x="13345" y="10193"/>
                  <a:pt x="13648" y="9190"/>
                  <a:pt x="13648" y="7913"/>
                </a:cubicBezTo>
                <a:cubicBezTo>
                  <a:pt x="13648" y="7336"/>
                  <a:pt x="13740" y="6698"/>
                  <a:pt x="13618" y="6120"/>
                </a:cubicBezTo>
                <a:cubicBezTo>
                  <a:pt x="13496" y="5603"/>
                  <a:pt x="13193" y="5056"/>
                  <a:pt x="12949" y="4570"/>
                </a:cubicBezTo>
                <a:cubicBezTo>
                  <a:pt x="12615" y="3901"/>
                  <a:pt x="12220" y="3385"/>
                  <a:pt x="11825" y="2777"/>
                </a:cubicBezTo>
                <a:cubicBezTo>
                  <a:pt x="11430" y="2138"/>
                  <a:pt x="10882" y="1865"/>
                  <a:pt x="10366" y="1378"/>
                </a:cubicBezTo>
                <a:cubicBezTo>
                  <a:pt x="10062" y="1105"/>
                  <a:pt x="9758" y="649"/>
                  <a:pt x="9423" y="436"/>
                </a:cubicBezTo>
                <a:cubicBezTo>
                  <a:pt x="9211" y="284"/>
                  <a:pt x="8785" y="132"/>
                  <a:pt x="8512" y="71"/>
                </a:cubicBezTo>
                <a:cubicBezTo>
                  <a:pt x="8414" y="71"/>
                  <a:pt x="8278" y="110"/>
                  <a:pt x="8165" y="110"/>
                </a:cubicBezTo>
                <a:cubicBezTo>
                  <a:pt x="8137" y="110"/>
                  <a:pt x="8110" y="108"/>
                  <a:pt x="8086" y="102"/>
                </a:cubicBezTo>
                <a:cubicBezTo>
                  <a:pt x="7930" y="82"/>
                  <a:pt x="7799" y="0"/>
                  <a:pt x="75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7"/>
          <p:cNvSpPr/>
          <p:nvPr/>
        </p:nvSpPr>
        <p:spPr>
          <a:xfrm>
            <a:off x="6715963" y="2960474"/>
            <a:ext cx="667524" cy="685811"/>
          </a:xfrm>
          <a:custGeom>
            <a:rect b="b" l="l" r="r" t="t"/>
            <a:pathLst>
              <a:path extrusionOk="0" h="14042" w="13740">
                <a:moveTo>
                  <a:pt x="7596" y="0"/>
                </a:moveTo>
                <a:cubicBezTo>
                  <a:pt x="7483" y="0"/>
                  <a:pt x="7348" y="26"/>
                  <a:pt x="7174" y="102"/>
                </a:cubicBezTo>
                <a:cubicBezTo>
                  <a:pt x="7147" y="101"/>
                  <a:pt x="7120" y="101"/>
                  <a:pt x="7094" y="101"/>
                </a:cubicBezTo>
                <a:cubicBezTo>
                  <a:pt x="4867" y="101"/>
                  <a:pt x="2478" y="1341"/>
                  <a:pt x="1247" y="3263"/>
                </a:cubicBezTo>
                <a:cubicBezTo>
                  <a:pt x="244" y="4843"/>
                  <a:pt x="1" y="6758"/>
                  <a:pt x="487" y="8521"/>
                </a:cubicBezTo>
                <a:cubicBezTo>
                  <a:pt x="700" y="9312"/>
                  <a:pt x="852" y="9798"/>
                  <a:pt x="1277" y="10497"/>
                </a:cubicBezTo>
                <a:cubicBezTo>
                  <a:pt x="1733" y="11135"/>
                  <a:pt x="2220" y="11622"/>
                  <a:pt x="2767" y="12138"/>
                </a:cubicBezTo>
                <a:cubicBezTo>
                  <a:pt x="3223" y="12594"/>
                  <a:pt x="3709" y="12807"/>
                  <a:pt x="4287" y="13111"/>
                </a:cubicBezTo>
                <a:cubicBezTo>
                  <a:pt x="4591" y="13263"/>
                  <a:pt x="4895" y="13445"/>
                  <a:pt x="5229" y="13567"/>
                </a:cubicBezTo>
                <a:cubicBezTo>
                  <a:pt x="5654" y="13719"/>
                  <a:pt x="5989" y="13658"/>
                  <a:pt x="6414" y="13749"/>
                </a:cubicBezTo>
                <a:cubicBezTo>
                  <a:pt x="7027" y="13883"/>
                  <a:pt x="7881" y="14042"/>
                  <a:pt x="8679" y="14042"/>
                </a:cubicBezTo>
                <a:cubicBezTo>
                  <a:pt x="9149" y="14042"/>
                  <a:pt x="9599" y="13987"/>
                  <a:pt x="9971" y="13841"/>
                </a:cubicBezTo>
                <a:cubicBezTo>
                  <a:pt x="10578" y="13628"/>
                  <a:pt x="11186" y="13020"/>
                  <a:pt x="11612" y="12594"/>
                </a:cubicBezTo>
                <a:cubicBezTo>
                  <a:pt x="12007" y="12199"/>
                  <a:pt x="12402" y="11743"/>
                  <a:pt x="12706" y="11257"/>
                </a:cubicBezTo>
                <a:cubicBezTo>
                  <a:pt x="13345" y="10193"/>
                  <a:pt x="13648" y="9190"/>
                  <a:pt x="13648" y="7913"/>
                </a:cubicBezTo>
                <a:cubicBezTo>
                  <a:pt x="13648" y="7336"/>
                  <a:pt x="13740" y="6698"/>
                  <a:pt x="13618" y="6120"/>
                </a:cubicBezTo>
                <a:cubicBezTo>
                  <a:pt x="13496" y="5603"/>
                  <a:pt x="13193" y="5056"/>
                  <a:pt x="12949" y="4570"/>
                </a:cubicBezTo>
                <a:cubicBezTo>
                  <a:pt x="12615" y="3901"/>
                  <a:pt x="12220" y="3385"/>
                  <a:pt x="11825" y="2777"/>
                </a:cubicBezTo>
                <a:cubicBezTo>
                  <a:pt x="11430" y="2138"/>
                  <a:pt x="10882" y="1865"/>
                  <a:pt x="10366" y="1378"/>
                </a:cubicBezTo>
                <a:cubicBezTo>
                  <a:pt x="10062" y="1105"/>
                  <a:pt x="9758" y="649"/>
                  <a:pt x="9423" y="436"/>
                </a:cubicBezTo>
                <a:cubicBezTo>
                  <a:pt x="9211" y="284"/>
                  <a:pt x="8785" y="132"/>
                  <a:pt x="8512" y="71"/>
                </a:cubicBezTo>
                <a:cubicBezTo>
                  <a:pt x="8414" y="71"/>
                  <a:pt x="8278" y="110"/>
                  <a:pt x="8165" y="110"/>
                </a:cubicBezTo>
                <a:cubicBezTo>
                  <a:pt x="8137" y="110"/>
                  <a:pt x="8110" y="108"/>
                  <a:pt x="8086" y="102"/>
                </a:cubicBezTo>
                <a:cubicBezTo>
                  <a:pt x="7930" y="82"/>
                  <a:pt x="7799" y="0"/>
                  <a:pt x="75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01" name="Google Shape;4101;p57"/>
          <p:cNvGrpSpPr/>
          <p:nvPr/>
        </p:nvGrpSpPr>
        <p:grpSpPr>
          <a:xfrm>
            <a:off x="1909680" y="1244366"/>
            <a:ext cx="368991" cy="446380"/>
            <a:chOff x="533404" y="1737328"/>
            <a:chExt cx="344497" cy="416749"/>
          </a:xfrm>
        </p:grpSpPr>
        <p:sp>
          <p:nvSpPr>
            <p:cNvPr id="4102" name="Google Shape;4102;p57"/>
            <p:cNvSpPr/>
            <p:nvPr/>
          </p:nvSpPr>
          <p:spPr>
            <a:xfrm>
              <a:off x="533404" y="1737328"/>
              <a:ext cx="344497" cy="416749"/>
            </a:xfrm>
            <a:custGeom>
              <a:rect b="b" l="l" r="r" t="t"/>
              <a:pathLst>
                <a:path extrusionOk="0" h="11265" w="9312">
                  <a:moveTo>
                    <a:pt x="6406" y="453"/>
                  </a:moveTo>
                  <a:cubicBezTo>
                    <a:pt x="6740" y="453"/>
                    <a:pt x="7049" y="620"/>
                    <a:pt x="7240" y="906"/>
                  </a:cubicBezTo>
                  <a:cubicBezTo>
                    <a:pt x="7279" y="964"/>
                    <a:pt x="7334" y="1007"/>
                    <a:pt x="7393" y="1007"/>
                  </a:cubicBezTo>
                  <a:cubicBezTo>
                    <a:pt x="7405" y="1007"/>
                    <a:pt x="7418" y="1005"/>
                    <a:pt x="7430" y="1001"/>
                  </a:cubicBezTo>
                  <a:lnTo>
                    <a:pt x="7502" y="1001"/>
                  </a:lnTo>
                  <a:cubicBezTo>
                    <a:pt x="7811" y="1001"/>
                    <a:pt x="8097" y="1263"/>
                    <a:pt x="8121" y="1572"/>
                  </a:cubicBezTo>
                  <a:cubicBezTo>
                    <a:pt x="8121" y="1691"/>
                    <a:pt x="8216" y="1787"/>
                    <a:pt x="8335" y="1787"/>
                  </a:cubicBezTo>
                  <a:lnTo>
                    <a:pt x="8359" y="1787"/>
                  </a:lnTo>
                  <a:cubicBezTo>
                    <a:pt x="8621" y="1787"/>
                    <a:pt x="8859" y="2001"/>
                    <a:pt x="8859" y="2263"/>
                  </a:cubicBezTo>
                  <a:cubicBezTo>
                    <a:pt x="8883" y="2549"/>
                    <a:pt x="8645" y="2787"/>
                    <a:pt x="8383" y="2787"/>
                  </a:cubicBezTo>
                  <a:lnTo>
                    <a:pt x="4287" y="2787"/>
                  </a:lnTo>
                  <a:cubicBezTo>
                    <a:pt x="4120" y="2787"/>
                    <a:pt x="4001" y="2644"/>
                    <a:pt x="4001" y="2477"/>
                  </a:cubicBezTo>
                  <a:lnTo>
                    <a:pt x="4025" y="2430"/>
                  </a:lnTo>
                  <a:cubicBezTo>
                    <a:pt x="4120" y="2311"/>
                    <a:pt x="4239" y="2215"/>
                    <a:pt x="4382" y="2168"/>
                  </a:cubicBezTo>
                  <a:cubicBezTo>
                    <a:pt x="4454" y="2120"/>
                    <a:pt x="4525" y="2049"/>
                    <a:pt x="4525" y="1953"/>
                  </a:cubicBezTo>
                  <a:cubicBezTo>
                    <a:pt x="4525" y="1596"/>
                    <a:pt x="4787" y="1334"/>
                    <a:pt x="5144" y="1334"/>
                  </a:cubicBezTo>
                  <a:lnTo>
                    <a:pt x="5239" y="1334"/>
                  </a:lnTo>
                  <a:cubicBezTo>
                    <a:pt x="5252" y="1337"/>
                    <a:pt x="5264" y="1339"/>
                    <a:pt x="5277" y="1339"/>
                  </a:cubicBezTo>
                  <a:cubicBezTo>
                    <a:pt x="5364" y="1339"/>
                    <a:pt x="5457" y="1271"/>
                    <a:pt x="5478" y="1168"/>
                  </a:cubicBezTo>
                  <a:cubicBezTo>
                    <a:pt x="5573" y="739"/>
                    <a:pt x="5978" y="453"/>
                    <a:pt x="6406" y="453"/>
                  </a:cubicBezTo>
                  <a:close/>
                  <a:moveTo>
                    <a:pt x="6406" y="1"/>
                  </a:moveTo>
                  <a:cubicBezTo>
                    <a:pt x="5835" y="1"/>
                    <a:pt x="5311" y="358"/>
                    <a:pt x="5097" y="882"/>
                  </a:cubicBezTo>
                  <a:cubicBezTo>
                    <a:pt x="4644" y="906"/>
                    <a:pt x="4263" y="1191"/>
                    <a:pt x="4120" y="1620"/>
                  </a:cubicBezTo>
                  <a:cubicBezTo>
                    <a:pt x="3263" y="1739"/>
                    <a:pt x="2453" y="2168"/>
                    <a:pt x="1858" y="2811"/>
                  </a:cubicBezTo>
                  <a:cubicBezTo>
                    <a:pt x="1215" y="3501"/>
                    <a:pt x="881" y="4383"/>
                    <a:pt x="881" y="5311"/>
                  </a:cubicBezTo>
                  <a:cubicBezTo>
                    <a:pt x="881" y="5549"/>
                    <a:pt x="667" y="5978"/>
                    <a:pt x="334" y="6454"/>
                  </a:cubicBezTo>
                  <a:cubicBezTo>
                    <a:pt x="0" y="6883"/>
                    <a:pt x="48" y="7193"/>
                    <a:pt x="143" y="7383"/>
                  </a:cubicBezTo>
                  <a:cubicBezTo>
                    <a:pt x="238" y="7574"/>
                    <a:pt x="1096" y="7836"/>
                    <a:pt x="1096" y="7836"/>
                  </a:cubicBezTo>
                  <a:lnTo>
                    <a:pt x="1096" y="8812"/>
                  </a:lnTo>
                  <a:cubicBezTo>
                    <a:pt x="1096" y="9455"/>
                    <a:pt x="1620" y="9979"/>
                    <a:pt x="2286" y="9979"/>
                  </a:cubicBezTo>
                  <a:cubicBezTo>
                    <a:pt x="2858" y="9979"/>
                    <a:pt x="3168" y="10003"/>
                    <a:pt x="3310" y="10122"/>
                  </a:cubicBezTo>
                  <a:cubicBezTo>
                    <a:pt x="3430" y="10241"/>
                    <a:pt x="3477" y="10527"/>
                    <a:pt x="3525" y="11051"/>
                  </a:cubicBezTo>
                  <a:cubicBezTo>
                    <a:pt x="3525" y="11170"/>
                    <a:pt x="3620" y="11265"/>
                    <a:pt x="3739" y="11265"/>
                  </a:cubicBezTo>
                  <a:lnTo>
                    <a:pt x="6883" y="11265"/>
                  </a:lnTo>
                  <a:cubicBezTo>
                    <a:pt x="6906" y="11265"/>
                    <a:pt x="6954" y="11265"/>
                    <a:pt x="6978" y="11241"/>
                  </a:cubicBezTo>
                  <a:cubicBezTo>
                    <a:pt x="7073" y="11217"/>
                    <a:pt x="7121" y="11122"/>
                    <a:pt x="7121" y="11027"/>
                  </a:cubicBezTo>
                  <a:cubicBezTo>
                    <a:pt x="7073" y="10598"/>
                    <a:pt x="7073" y="10288"/>
                    <a:pt x="7073" y="10003"/>
                  </a:cubicBezTo>
                  <a:cubicBezTo>
                    <a:pt x="7073" y="9884"/>
                    <a:pt x="6978" y="9788"/>
                    <a:pt x="6859" y="9788"/>
                  </a:cubicBezTo>
                  <a:cubicBezTo>
                    <a:pt x="6740" y="9788"/>
                    <a:pt x="6645" y="9884"/>
                    <a:pt x="6645" y="10003"/>
                  </a:cubicBezTo>
                  <a:cubicBezTo>
                    <a:pt x="6621" y="10241"/>
                    <a:pt x="6645" y="10503"/>
                    <a:pt x="6668" y="10812"/>
                  </a:cubicBezTo>
                  <a:lnTo>
                    <a:pt x="3930" y="10812"/>
                  </a:lnTo>
                  <a:cubicBezTo>
                    <a:pt x="3906" y="10336"/>
                    <a:pt x="3834" y="10003"/>
                    <a:pt x="3596" y="9788"/>
                  </a:cubicBezTo>
                  <a:cubicBezTo>
                    <a:pt x="3334" y="9550"/>
                    <a:pt x="2929" y="9550"/>
                    <a:pt x="2286" y="9550"/>
                  </a:cubicBezTo>
                  <a:cubicBezTo>
                    <a:pt x="1858" y="9550"/>
                    <a:pt x="1524" y="9217"/>
                    <a:pt x="1524" y="8812"/>
                  </a:cubicBezTo>
                  <a:lnTo>
                    <a:pt x="1524" y="8502"/>
                  </a:lnTo>
                  <a:cubicBezTo>
                    <a:pt x="1524" y="8502"/>
                    <a:pt x="1882" y="8574"/>
                    <a:pt x="2072" y="8693"/>
                  </a:cubicBezTo>
                  <a:cubicBezTo>
                    <a:pt x="2120" y="8717"/>
                    <a:pt x="2144" y="8741"/>
                    <a:pt x="2191" y="8741"/>
                  </a:cubicBezTo>
                  <a:cubicBezTo>
                    <a:pt x="2263" y="8741"/>
                    <a:pt x="2334" y="8693"/>
                    <a:pt x="2382" y="8621"/>
                  </a:cubicBezTo>
                  <a:cubicBezTo>
                    <a:pt x="2429" y="8526"/>
                    <a:pt x="2406" y="8383"/>
                    <a:pt x="2310" y="8312"/>
                  </a:cubicBezTo>
                  <a:cubicBezTo>
                    <a:pt x="2144" y="8217"/>
                    <a:pt x="1834" y="8074"/>
                    <a:pt x="1524" y="8074"/>
                  </a:cubicBezTo>
                  <a:lnTo>
                    <a:pt x="1524" y="7621"/>
                  </a:lnTo>
                  <a:cubicBezTo>
                    <a:pt x="1524" y="7502"/>
                    <a:pt x="1429" y="7407"/>
                    <a:pt x="1310" y="7407"/>
                  </a:cubicBezTo>
                  <a:cubicBezTo>
                    <a:pt x="905" y="7407"/>
                    <a:pt x="619" y="7312"/>
                    <a:pt x="548" y="7169"/>
                  </a:cubicBezTo>
                  <a:cubicBezTo>
                    <a:pt x="477" y="7074"/>
                    <a:pt x="548" y="6907"/>
                    <a:pt x="691" y="6692"/>
                  </a:cubicBezTo>
                  <a:cubicBezTo>
                    <a:pt x="977" y="6311"/>
                    <a:pt x="1310" y="5740"/>
                    <a:pt x="1310" y="5311"/>
                  </a:cubicBezTo>
                  <a:cubicBezTo>
                    <a:pt x="1310" y="3859"/>
                    <a:pt x="2263" y="2620"/>
                    <a:pt x="3596" y="2192"/>
                  </a:cubicBezTo>
                  <a:lnTo>
                    <a:pt x="3596" y="2192"/>
                  </a:lnTo>
                  <a:cubicBezTo>
                    <a:pt x="3572" y="2263"/>
                    <a:pt x="3549" y="2382"/>
                    <a:pt x="3549" y="2477"/>
                  </a:cubicBezTo>
                  <a:cubicBezTo>
                    <a:pt x="3549" y="2882"/>
                    <a:pt x="3882" y="3216"/>
                    <a:pt x="4287" y="3216"/>
                  </a:cubicBezTo>
                  <a:lnTo>
                    <a:pt x="7216" y="3216"/>
                  </a:lnTo>
                  <a:cubicBezTo>
                    <a:pt x="7383" y="3406"/>
                    <a:pt x="7502" y="3597"/>
                    <a:pt x="7621" y="3811"/>
                  </a:cubicBezTo>
                  <a:cubicBezTo>
                    <a:pt x="7597" y="3811"/>
                    <a:pt x="7597" y="3835"/>
                    <a:pt x="7597" y="3859"/>
                  </a:cubicBezTo>
                  <a:lnTo>
                    <a:pt x="7478" y="4263"/>
                  </a:lnTo>
                  <a:cubicBezTo>
                    <a:pt x="7454" y="4383"/>
                    <a:pt x="7526" y="4502"/>
                    <a:pt x="7645" y="4549"/>
                  </a:cubicBezTo>
                  <a:lnTo>
                    <a:pt x="7692" y="4549"/>
                  </a:lnTo>
                  <a:cubicBezTo>
                    <a:pt x="7764" y="4549"/>
                    <a:pt x="7835" y="4525"/>
                    <a:pt x="7883" y="4454"/>
                  </a:cubicBezTo>
                  <a:cubicBezTo>
                    <a:pt x="7954" y="4740"/>
                    <a:pt x="8002" y="5025"/>
                    <a:pt x="8002" y="5311"/>
                  </a:cubicBezTo>
                  <a:cubicBezTo>
                    <a:pt x="8002" y="5930"/>
                    <a:pt x="7835" y="6526"/>
                    <a:pt x="7502" y="7026"/>
                  </a:cubicBezTo>
                  <a:cubicBezTo>
                    <a:pt x="7288" y="7359"/>
                    <a:pt x="7145" y="7669"/>
                    <a:pt x="7002" y="7978"/>
                  </a:cubicBezTo>
                  <a:cubicBezTo>
                    <a:pt x="6954" y="8098"/>
                    <a:pt x="7026" y="8217"/>
                    <a:pt x="7121" y="8264"/>
                  </a:cubicBezTo>
                  <a:cubicBezTo>
                    <a:pt x="7145" y="8288"/>
                    <a:pt x="7192" y="8288"/>
                    <a:pt x="7216" y="8288"/>
                  </a:cubicBezTo>
                  <a:cubicBezTo>
                    <a:pt x="7288" y="8288"/>
                    <a:pt x="7383" y="8240"/>
                    <a:pt x="7407" y="8145"/>
                  </a:cubicBezTo>
                  <a:cubicBezTo>
                    <a:pt x="7526" y="7883"/>
                    <a:pt x="7692" y="7574"/>
                    <a:pt x="7883" y="7264"/>
                  </a:cubicBezTo>
                  <a:cubicBezTo>
                    <a:pt x="8240" y="6692"/>
                    <a:pt x="8431" y="6002"/>
                    <a:pt x="8431" y="5335"/>
                  </a:cubicBezTo>
                  <a:cubicBezTo>
                    <a:pt x="8431" y="4573"/>
                    <a:pt x="8192" y="3835"/>
                    <a:pt x="7764" y="3239"/>
                  </a:cubicBezTo>
                  <a:lnTo>
                    <a:pt x="8383" y="3239"/>
                  </a:lnTo>
                  <a:cubicBezTo>
                    <a:pt x="8907" y="3216"/>
                    <a:pt x="9312" y="2811"/>
                    <a:pt x="9312" y="2287"/>
                  </a:cubicBezTo>
                  <a:cubicBezTo>
                    <a:pt x="9312" y="1811"/>
                    <a:pt x="8978" y="1430"/>
                    <a:pt x="8526" y="1358"/>
                  </a:cubicBezTo>
                  <a:cubicBezTo>
                    <a:pt x="8407" y="906"/>
                    <a:pt x="8002" y="572"/>
                    <a:pt x="7526" y="572"/>
                  </a:cubicBezTo>
                  <a:cubicBezTo>
                    <a:pt x="7264" y="215"/>
                    <a:pt x="6859" y="1"/>
                    <a:pt x="64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03" name="Google Shape;4103;p57"/>
            <p:cNvSpPr/>
            <p:nvPr/>
          </p:nvSpPr>
          <p:spPr>
            <a:xfrm>
              <a:off x="598589" y="1945240"/>
              <a:ext cx="19866" cy="15649"/>
            </a:xfrm>
            <a:custGeom>
              <a:rect b="b" l="l" r="r" t="t"/>
              <a:pathLst>
                <a:path extrusionOk="0" h="423" w="537">
                  <a:moveTo>
                    <a:pt x="263" y="1"/>
                  </a:moveTo>
                  <a:cubicBezTo>
                    <a:pt x="120" y="1"/>
                    <a:pt x="1" y="144"/>
                    <a:pt x="72" y="287"/>
                  </a:cubicBezTo>
                  <a:cubicBezTo>
                    <a:pt x="72" y="358"/>
                    <a:pt x="120" y="406"/>
                    <a:pt x="191" y="406"/>
                  </a:cubicBezTo>
                  <a:cubicBezTo>
                    <a:pt x="222" y="417"/>
                    <a:pt x="252" y="423"/>
                    <a:pt x="281" y="423"/>
                  </a:cubicBezTo>
                  <a:cubicBezTo>
                    <a:pt x="429" y="423"/>
                    <a:pt x="537" y="280"/>
                    <a:pt x="477" y="120"/>
                  </a:cubicBezTo>
                  <a:cubicBezTo>
                    <a:pt x="429" y="48"/>
                    <a:pt x="358" y="1"/>
                    <a:pt x="2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04" name="Google Shape;4104;p57"/>
            <p:cNvSpPr/>
            <p:nvPr/>
          </p:nvSpPr>
          <p:spPr>
            <a:xfrm>
              <a:off x="780086" y="2063291"/>
              <a:ext cx="20310" cy="15908"/>
            </a:xfrm>
            <a:custGeom>
              <a:rect b="b" l="l" r="r" t="t"/>
              <a:pathLst>
                <a:path extrusionOk="0" h="430" w="549">
                  <a:moveTo>
                    <a:pt x="262" y="1"/>
                  </a:moveTo>
                  <a:cubicBezTo>
                    <a:pt x="167" y="1"/>
                    <a:pt x="96" y="25"/>
                    <a:pt x="72" y="96"/>
                  </a:cubicBezTo>
                  <a:cubicBezTo>
                    <a:pt x="0" y="263"/>
                    <a:pt x="119" y="430"/>
                    <a:pt x="262" y="430"/>
                  </a:cubicBezTo>
                  <a:cubicBezTo>
                    <a:pt x="429" y="430"/>
                    <a:pt x="548" y="263"/>
                    <a:pt x="453" y="96"/>
                  </a:cubicBezTo>
                  <a:cubicBezTo>
                    <a:pt x="405" y="25"/>
                    <a:pt x="358" y="1"/>
                    <a:pt x="2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05" name="Google Shape;4105;p57"/>
            <p:cNvSpPr/>
            <p:nvPr/>
          </p:nvSpPr>
          <p:spPr>
            <a:xfrm>
              <a:off x="594187" y="1908245"/>
              <a:ext cx="44986" cy="24713"/>
            </a:xfrm>
            <a:custGeom>
              <a:rect b="b" l="l" r="r" t="t"/>
              <a:pathLst>
                <a:path extrusionOk="0" h="668" w="1216">
                  <a:moveTo>
                    <a:pt x="215" y="1"/>
                  </a:moveTo>
                  <a:cubicBezTo>
                    <a:pt x="96" y="1"/>
                    <a:pt x="0" y="96"/>
                    <a:pt x="0" y="215"/>
                  </a:cubicBezTo>
                  <a:cubicBezTo>
                    <a:pt x="0" y="334"/>
                    <a:pt x="96" y="429"/>
                    <a:pt x="215" y="429"/>
                  </a:cubicBezTo>
                  <a:cubicBezTo>
                    <a:pt x="310" y="429"/>
                    <a:pt x="405" y="477"/>
                    <a:pt x="524" y="525"/>
                  </a:cubicBezTo>
                  <a:cubicBezTo>
                    <a:pt x="667" y="596"/>
                    <a:pt x="810" y="667"/>
                    <a:pt x="1001" y="667"/>
                  </a:cubicBezTo>
                  <a:cubicBezTo>
                    <a:pt x="1120" y="667"/>
                    <a:pt x="1215" y="572"/>
                    <a:pt x="1215" y="429"/>
                  </a:cubicBezTo>
                  <a:cubicBezTo>
                    <a:pt x="1215" y="310"/>
                    <a:pt x="1120" y="215"/>
                    <a:pt x="1001" y="215"/>
                  </a:cubicBezTo>
                  <a:cubicBezTo>
                    <a:pt x="905" y="215"/>
                    <a:pt x="810" y="167"/>
                    <a:pt x="691" y="120"/>
                  </a:cubicBezTo>
                  <a:cubicBezTo>
                    <a:pt x="548" y="72"/>
                    <a:pt x="405" y="1"/>
                    <a:pt x="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06" name="Google Shape;4106;p57"/>
            <p:cNvSpPr/>
            <p:nvPr/>
          </p:nvSpPr>
          <p:spPr>
            <a:xfrm>
              <a:off x="687562" y="1873728"/>
              <a:ext cx="22086" cy="31927"/>
            </a:xfrm>
            <a:custGeom>
              <a:rect b="b" l="l" r="r" t="t"/>
              <a:pathLst>
                <a:path extrusionOk="0" h="863" w="597">
                  <a:moveTo>
                    <a:pt x="360" y="0"/>
                  </a:moveTo>
                  <a:cubicBezTo>
                    <a:pt x="257" y="0"/>
                    <a:pt x="164" y="68"/>
                    <a:pt x="144" y="172"/>
                  </a:cubicBezTo>
                  <a:lnTo>
                    <a:pt x="25" y="600"/>
                  </a:lnTo>
                  <a:cubicBezTo>
                    <a:pt x="1" y="719"/>
                    <a:pt x="72" y="838"/>
                    <a:pt x="191" y="862"/>
                  </a:cubicBezTo>
                  <a:lnTo>
                    <a:pt x="239" y="862"/>
                  </a:lnTo>
                  <a:cubicBezTo>
                    <a:pt x="334" y="862"/>
                    <a:pt x="429" y="815"/>
                    <a:pt x="453" y="696"/>
                  </a:cubicBezTo>
                  <a:lnTo>
                    <a:pt x="572" y="291"/>
                  </a:lnTo>
                  <a:cubicBezTo>
                    <a:pt x="596" y="172"/>
                    <a:pt x="525" y="53"/>
                    <a:pt x="406" y="5"/>
                  </a:cubicBezTo>
                  <a:cubicBezTo>
                    <a:pt x="390" y="2"/>
                    <a:pt x="375" y="0"/>
                    <a:pt x="3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07" name="Google Shape;4107;p57"/>
            <p:cNvSpPr/>
            <p:nvPr/>
          </p:nvSpPr>
          <p:spPr>
            <a:xfrm>
              <a:off x="674355" y="1920897"/>
              <a:ext cx="22937" cy="32334"/>
            </a:xfrm>
            <a:custGeom>
              <a:rect b="b" l="l" r="r" t="t"/>
              <a:pathLst>
                <a:path extrusionOk="0" h="874" w="620">
                  <a:moveTo>
                    <a:pt x="354" y="1"/>
                  </a:moveTo>
                  <a:cubicBezTo>
                    <a:pt x="263" y="1"/>
                    <a:pt x="181" y="65"/>
                    <a:pt x="143" y="159"/>
                  </a:cubicBezTo>
                  <a:lnTo>
                    <a:pt x="48" y="587"/>
                  </a:lnTo>
                  <a:cubicBezTo>
                    <a:pt x="1" y="706"/>
                    <a:pt x="72" y="826"/>
                    <a:pt x="191" y="849"/>
                  </a:cubicBezTo>
                  <a:cubicBezTo>
                    <a:pt x="215" y="873"/>
                    <a:pt x="239" y="873"/>
                    <a:pt x="239" y="873"/>
                  </a:cubicBezTo>
                  <a:cubicBezTo>
                    <a:pt x="358" y="873"/>
                    <a:pt x="429" y="802"/>
                    <a:pt x="453" y="706"/>
                  </a:cubicBezTo>
                  <a:lnTo>
                    <a:pt x="572" y="278"/>
                  </a:lnTo>
                  <a:cubicBezTo>
                    <a:pt x="620" y="159"/>
                    <a:pt x="548" y="40"/>
                    <a:pt x="429" y="16"/>
                  </a:cubicBezTo>
                  <a:cubicBezTo>
                    <a:pt x="404" y="6"/>
                    <a:pt x="378" y="1"/>
                    <a:pt x="3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08" name="Google Shape;4108;p57"/>
            <p:cNvSpPr/>
            <p:nvPr/>
          </p:nvSpPr>
          <p:spPr>
            <a:xfrm>
              <a:off x="728109" y="1873728"/>
              <a:ext cx="22049" cy="31927"/>
            </a:xfrm>
            <a:custGeom>
              <a:rect b="b" l="l" r="r" t="t"/>
              <a:pathLst>
                <a:path extrusionOk="0" h="863" w="596">
                  <a:moveTo>
                    <a:pt x="359" y="0"/>
                  </a:moveTo>
                  <a:cubicBezTo>
                    <a:pt x="257" y="0"/>
                    <a:pt x="164" y="68"/>
                    <a:pt x="143" y="172"/>
                  </a:cubicBezTo>
                  <a:lnTo>
                    <a:pt x="24" y="600"/>
                  </a:lnTo>
                  <a:cubicBezTo>
                    <a:pt x="0" y="719"/>
                    <a:pt x="72" y="838"/>
                    <a:pt x="191" y="862"/>
                  </a:cubicBezTo>
                  <a:lnTo>
                    <a:pt x="238" y="862"/>
                  </a:lnTo>
                  <a:cubicBezTo>
                    <a:pt x="334" y="862"/>
                    <a:pt x="429" y="815"/>
                    <a:pt x="453" y="696"/>
                  </a:cubicBezTo>
                  <a:lnTo>
                    <a:pt x="572" y="291"/>
                  </a:lnTo>
                  <a:cubicBezTo>
                    <a:pt x="596" y="172"/>
                    <a:pt x="524" y="53"/>
                    <a:pt x="405" y="5"/>
                  </a:cubicBezTo>
                  <a:cubicBezTo>
                    <a:pt x="390" y="2"/>
                    <a:pt x="374" y="0"/>
                    <a:pt x="3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09" name="Google Shape;4109;p57"/>
            <p:cNvSpPr/>
            <p:nvPr/>
          </p:nvSpPr>
          <p:spPr>
            <a:xfrm>
              <a:off x="714901" y="1920897"/>
              <a:ext cx="22937" cy="32334"/>
            </a:xfrm>
            <a:custGeom>
              <a:rect b="b" l="l" r="r" t="t"/>
              <a:pathLst>
                <a:path extrusionOk="0" h="874" w="620">
                  <a:moveTo>
                    <a:pt x="353" y="1"/>
                  </a:moveTo>
                  <a:cubicBezTo>
                    <a:pt x="263" y="1"/>
                    <a:pt x="185" y="65"/>
                    <a:pt x="167" y="159"/>
                  </a:cubicBezTo>
                  <a:lnTo>
                    <a:pt x="48" y="587"/>
                  </a:lnTo>
                  <a:cubicBezTo>
                    <a:pt x="0" y="706"/>
                    <a:pt x="95" y="826"/>
                    <a:pt x="191" y="849"/>
                  </a:cubicBezTo>
                  <a:cubicBezTo>
                    <a:pt x="214" y="873"/>
                    <a:pt x="238" y="873"/>
                    <a:pt x="262" y="873"/>
                  </a:cubicBezTo>
                  <a:cubicBezTo>
                    <a:pt x="357" y="873"/>
                    <a:pt x="453" y="802"/>
                    <a:pt x="476" y="706"/>
                  </a:cubicBezTo>
                  <a:lnTo>
                    <a:pt x="572" y="278"/>
                  </a:lnTo>
                  <a:cubicBezTo>
                    <a:pt x="619" y="159"/>
                    <a:pt x="548" y="40"/>
                    <a:pt x="429" y="16"/>
                  </a:cubicBezTo>
                  <a:cubicBezTo>
                    <a:pt x="403" y="6"/>
                    <a:pt x="378" y="1"/>
                    <a:pt x="3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10" name="Google Shape;4110;p57"/>
            <p:cNvSpPr/>
            <p:nvPr/>
          </p:nvSpPr>
          <p:spPr>
            <a:xfrm>
              <a:off x="768618" y="1873728"/>
              <a:ext cx="22086" cy="31927"/>
            </a:xfrm>
            <a:custGeom>
              <a:rect b="b" l="l" r="r" t="t"/>
              <a:pathLst>
                <a:path extrusionOk="0" h="863" w="597">
                  <a:moveTo>
                    <a:pt x="360" y="0"/>
                  </a:moveTo>
                  <a:cubicBezTo>
                    <a:pt x="257" y="0"/>
                    <a:pt x="164" y="68"/>
                    <a:pt x="144" y="172"/>
                  </a:cubicBezTo>
                  <a:lnTo>
                    <a:pt x="25" y="600"/>
                  </a:lnTo>
                  <a:cubicBezTo>
                    <a:pt x="1" y="719"/>
                    <a:pt x="72" y="838"/>
                    <a:pt x="191" y="862"/>
                  </a:cubicBezTo>
                  <a:lnTo>
                    <a:pt x="239" y="862"/>
                  </a:lnTo>
                  <a:cubicBezTo>
                    <a:pt x="334" y="862"/>
                    <a:pt x="429" y="815"/>
                    <a:pt x="453" y="696"/>
                  </a:cubicBezTo>
                  <a:lnTo>
                    <a:pt x="572" y="291"/>
                  </a:lnTo>
                  <a:cubicBezTo>
                    <a:pt x="596" y="172"/>
                    <a:pt x="525" y="53"/>
                    <a:pt x="406" y="5"/>
                  </a:cubicBezTo>
                  <a:cubicBezTo>
                    <a:pt x="390" y="2"/>
                    <a:pt x="375" y="0"/>
                    <a:pt x="3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11" name="Google Shape;4111;p57"/>
            <p:cNvSpPr/>
            <p:nvPr/>
          </p:nvSpPr>
          <p:spPr>
            <a:xfrm>
              <a:off x="756299" y="1920897"/>
              <a:ext cx="22049" cy="32334"/>
            </a:xfrm>
            <a:custGeom>
              <a:rect b="b" l="l" r="r" t="t"/>
              <a:pathLst>
                <a:path extrusionOk="0" h="874" w="596">
                  <a:moveTo>
                    <a:pt x="330" y="1"/>
                  </a:moveTo>
                  <a:cubicBezTo>
                    <a:pt x="240" y="1"/>
                    <a:pt x="162" y="65"/>
                    <a:pt x="143" y="159"/>
                  </a:cubicBezTo>
                  <a:lnTo>
                    <a:pt x="24" y="587"/>
                  </a:lnTo>
                  <a:cubicBezTo>
                    <a:pt x="0" y="706"/>
                    <a:pt x="72" y="826"/>
                    <a:pt x="191" y="849"/>
                  </a:cubicBezTo>
                  <a:cubicBezTo>
                    <a:pt x="191" y="873"/>
                    <a:pt x="215" y="873"/>
                    <a:pt x="238" y="873"/>
                  </a:cubicBezTo>
                  <a:cubicBezTo>
                    <a:pt x="334" y="873"/>
                    <a:pt x="429" y="802"/>
                    <a:pt x="453" y="706"/>
                  </a:cubicBezTo>
                  <a:lnTo>
                    <a:pt x="572" y="278"/>
                  </a:lnTo>
                  <a:cubicBezTo>
                    <a:pt x="596" y="159"/>
                    <a:pt x="524" y="40"/>
                    <a:pt x="405" y="16"/>
                  </a:cubicBezTo>
                  <a:cubicBezTo>
                    <a:pt x="380" y="6"/>
                    <a:pt x="354" y="1"/>
                    <a:pt x="3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12" name="Google Shape;4112;p57"/>
            <p:cNvSpPr/>
            <p:nvPr/>
          </p:nvSpPr>
          <p:spPr>
            <a:xfrm>
              <a:off x="796808" y="1920897"/>
              <a:ext cx="22086" cy="32334"/>
            </a:xfrm>
            <a:custGeom>
              <a:rect b="b" l="l" r="r" t="t"/>
              <a:pathLst>
                <a:path extrusionOk="0" h="874" w="597">
                  <a:moveTo>
                    <a:pt x="330" y="1"/>
                  </a:moveTo>
                  <a:cubicBezTo>
                    <a:pt x="240" y="1"/>
                    <a:pt x="162" y="65"/>
                    <a:pt x="144" y="159"/>
                  </a:cubicBezTo>
                  <a:lnTo>
                    <a:pt x="25" y="587"/>
                  </a:lnTo>
                  <a:cubicBezTo>
                    <a:pt x="1" y="706"/>
                    <a:pt x="72" y="826"/>
                    <a:pt x="191" y="849"/>
                  </a:cubicBezTo>
                  <a:cubicBezTo>
                    <a:pt x="191" y="873"/>
                    <a:pt x="215" y="873"/>
                    <a:pt x="239" y="873"/>
                  </a:cubicBezTo>
                  <a:cubicBezTo>
                    <a:pt x="334" y="873"/>
                    <a:pt x="429" y="802"/>
                    <a:pt x="453" y="706"/>
                  </a:cubicBezTo>
                  <a:lnTo>
                    <a:pt x="572" y="278"/>
                  </a:lnTo>
                  <a:cubicBezTo>
                    <a:pt x="596" y="159"/>
                    <a:pt x="525" y="40"/>
                    <a:pt x="406" y="16"/>
                  </a:cubicBezTo>
                  <a:cubicBezTo>
                    <a:pt x="380" y="6"/>
                    <a:pt x="355" y="1"/>
                    <a:pt x="3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113" name="Google Shape;4113;p57"/>
          <p:cNvGrpSpPr/>
          <p:nvPr/>
        </p:nvGrpSpPr>
        <p:grpSpPr>
          <a:xfrm>
            <a:off x="1874855" y="3080190"/>
            <a:ext cx="387892" cy="446380"/>
            <a:chOff x="1387988" y="2355810"/>
            <a:chExt cx="362144" cy="416749"/>
          </a:xfrm>
        </p:grpSpPr>
        <p:sp>
          <p:nvSpPr>
            <p:cNvPr id="4114" name="Google Shape;4114;p57"/>
            <p:cNvSpPr/>
            <p:nvPr/>
          </p:nvSpPr>
          <p:spPr>
            <a:xfrm>
              <a:off x="1387988" y="2355810"/>
              <a:ext cx="362144" cy="416749"/>
            </a:xfrm>
            <a:custGeom>
              <a:rect b="b" l="l" r="r" t="t"/>
              <a:pathLst>
                <a:path extrusionOk="0" h="11265" w="9789">
                  <a:moveTo>
                    <a:pt x="5406" y="0"/>
                  </a:moveTo>
                  <a:cubicBezTo>
                    <a:pt x="4239" y="0"/>
                    <a:pt x="3144" y="453"/>
                    <a:pt x="2310" y="1286"/>
                  </a:cubicBezTo>
                  <a:cubicBezTo>
                    <a:pt x="1477" y="2096"/>
                    <a:pt x="1001" y="3191"/>
                    <a:pt x="1001" y="4358"/>
                  </a:cubicBezTo>
                  <a:cubicBezTo>
                    <a:pt x="1001" y="4644"/>
                    <a:pt x="762" y="5120"/>
                    <a:pt x="358" y="5692"/>
                  </a:cubicBezTo>
                  <a:cubicBezTo>
                    <a:pt x="0" y="6192"/>
                    <a:pt x="48" y="6549"/>
                    <a:pt x="167" y="6740"/>
                  </a:cubicBezTo>
                  <a:cubicBezTo>
                    <a:pt x="262" y="6978"/>
                    <a:pt x="548" y="7216"/>
                    <a:pt x="1262" y="7264"/>
                  </a:cubicBezTo>
                  <a:lnTo>
                    <a:pt x="1262" y="8431"/>
                  </a:lnTo>
                  <a:cubicBezTo>
                    <a:pt x="1262" y="9169"/>
                    <a:pt x="1882" y="9788"/>
                    <a:pt x="2620" y="9788"/>
                  </a:cubicBezTo>
                  <a:cubicBezTo>
                    <a:pt x="3334" y="9788"/>
                    <a:pt x="3692" y="9812"/>
                    <a:pt x="3858" y="9955"/>
                  </a:cubicBezTo>
                  <a:cubicBezTo>
                    <a:pt x="4025" y="10098"/>
                    <a:pt x="4073" y="10431"/>
                    <a:pt x="4096" y="11050"/>
                  </a:cubicBezTo>
                  <a:cubicBezTo>
                    <a:pt x="4120" y="11169"/>
                    <a:pt x="4215" y="11265"/>
                    <a:pt x="4335" y="11265"/>
                  </a:cubicBezTo>
                  <a:lnTo>
                    <a:pt x="8050" y="11265"/>
                  </a:lnTo>
                  <a:cubicBezTo>
                    <a:pt x="8169" y="11241"/>
                    <a:pt x="8240" y="11145"/>
                    <a:pt x="8240" y="11026"/>
                  </a:cubicBezTo>
                  <a:cubicBezTo>
                    <a:pt x="8193" y="10360"/>
                    <a:pt x="8193" y="9931"/>
                    <a:pt x="8193" y="9502"/>
                  </a:cubicBezTo>
                  <a:cubicBezTo>
                    <a:pt x="8193" y="9502"/>
                    <a:pt x="8193" y="9478"/>
                    <a:pt x="8169" y="9478"/>
                  </a:cubicBezTo>
                  <a:cubicBezTo>
                    <a:pt x="8026" y="9455"/>
                    <a:pt x="8002" y="9455"/>
                    <a:pt x="7978" y="9455"/>
                  </a:cubicBezTo>
                  <a:cubicBezTo>
                    <a:pt x="7859" y="9455"/>
                    <a:pt x="7764" y="9550"/>
                    <a:pt x="7764" y="9669"/>
                  </a:cubicBezTo>
                  <a:cubicBezTo>
                    <a:pt x="7740" y="10002"/>
                    <a:pt x="7764" y="10360"/>
                    <a:pt x="7788" y="10836"/>
                  </a:cubicBezTo>
                  <a:lnTo>
                    <a:pt x="4525" y="10836"/>
                  </a:lnTo>
                  <a:cubicBezTo>
                    <a:pt x="4477" y="10264"/>
                    <a:pt x="4406" y="9859"/>
                    <a:pt x="4144" y="9621"/>
                  </a:cubicBezTo>
                  <a:cubicBezTo>
                    <a:pt x="3834" y="9359"/>
                    <a:pt x="3358" y="9336"/>
                    <a:pt x="2620" y="9336"/>
                  </a:cubicBezTo>
                  <a:cubicBezTo>
                    <a:pt x="2120" y="9336"/>
                    <a:pt x="1715" y="8931"/>
                    <a:pt x="1715" y="8431"/>
                  </a:cubicBezTo>
                  <a:lnTo>
                    <a:pt x="1715" y="8050"/>
                  </a:lnTo>
                  <a:lnTo>
                    <a:pt x="1739" y="8050"/>
                  </a:lnTo>
                  <a:cubicBezTo>
                    <a:pt x="1953" y="8050"/>
                    <a:pt x="2191" y="8121"/>
                    <a:pt x="2406" y="8240"/>
                  </a:cubicBezTo>
                  <a:cubicBezTo>
                    <a:pt x="2453" y="8264"/>
                    <a:pt x="2477" y="8264"/>
                    <a:pt x="2525" y="8264"/>
                  </a:cubicBezTo>
                  <a:cubicBezTo>
                    <a:pt x="2668" y="8264"/>
                    <a:pt x="2787" y="8145"/>
                    <a:pt x="2715" y="7931"/>
                  </a:cubicBezTo>
                  <a:cubicBezTo>
                    <a:pt x="2715" y="7931"/>
                    <a:pt x="2715" y="7907"/>
                    <a:pt x="2715" y="7907"/>
                  </a:cubicBezTo>
                  <a:cubicBezTo>
                    <a:pt x="2429" y="7716"/>
                    <a:pt x="2072" y="7621"/>
                    <a:pt x="1739" y="7621"/>
                  </a:cubicBezTo>
                  <a:lnTo>
                    <a:pt x="1715" y="7621"/>
                  </a:lnTo>
                  <a:lnTo>
                    <a:pt x="1715" y="6883"/>
                  </a:lnTo>
                  <a:cubicBezTo>
                    <a:pt x="1715" y="6859"/>
                    <a:pt x="1691" y="6835"/>
                    <a:pt x="1667" y="6835"/>
                  </a:cubicBezTo>
                  <a:cubicBezTo>
                    <a:pt x="1608" y="6837"/>
                    <a:pt x="1550" y="6839"/>
                    <a:pt x="1494" y="6839"/>
                  </a:cubicBezTo>
                  <a:cubicBezTo>
                    <a:pt x="990" y="6839"/>
                    <a:pt x="634" y="6742"/>
                    <a:pt x="548" y="6549"/>
                  </a:cubicBezTo>
                  <a:cubicBezTo>
                    <a:pt x="477" y="6406"/>
                    <a:pt x="548" y="6192"/>
                    <a:pt x="715" y="5954"/>
                  </a:cubicBezTo>
                  <a:cubicBezTo>
                    <a:pt x="1048" y="5478"/>
                    <a:pt x="1453" y="4835"/>
                    <a:pt x="1453" y="4358"/>
                  </a:cubicBezTo>
                  <a:cubicBezTo>
                    <a:pt x="1453" y="2191"/>
                    <a:pt x="3215" y="453"/>
                    <a:pt x="5406" y="453"/>
                  </a:cubicBezTo>
                  <a:cubicBezTo>
                    <a:pt x="7573" y="453"/>
                    <a:pt x="9359" y="2191"/>
                    <a:pt x="9359" y="4358"/>
                  </a:cubicBezTo>
                  <a:cubicBezTo>
                    <a:pt x="9359" y="5073"/>
                    <a:pt x="9145" y="5763"/>
                    <a:pt x="8764" y="6383"/>
                  </a:cubicBezTo>
                  <a:cubicBezTo>
                    <a:pt x="8478" y="6859"/>
                    <a:pt x="8264" y="7311"/>
                    <a:pt x="8097" y="7740"/>
                  </a:cubicBezTo>
                  <a:cubicBezTo>
                    <a:pt x="8097" y="7740"/>
                    <a:pt x="8097" y="7764"/>
                    <a:pt x="8097" y="7764"/>
                  </a:cubicBezTo>
                  <a:cubicBezTo>
                    <a:pt x="8157" y="7895"/>
                    <a:pt x="8252" y="7948"/>
                    <a:pt x="8341" y="7948"/>
                  </a:cubicBezTo>
                  <a:cubicBezTo>
                    <a:pt x="8431" y="7948"/>
                    <a:pt x="8514" y="7895"/>
                    <a:pt x="8550" y="7811"/>
                  </a:cubicBezTo>
                  <a:cubicBezTo>
                    <a:pt x="8693" y="7430"/>
                    <a:pt x="8883" y="7049"/>
                    <a:pt x="9145" y="6621"/>
                  </a:cubicBezTo>
                  <a:cubicBezTo>
                    <a:pt x="9574" y="5930"/>
                    <a:pt x="9788" y="5144"/>
                    <a:pt x="9788" y="4358"/>
                  </a:cubicBezTo>
                  <a:cubicBezTo>
                    <a:pt x="9788" y="3191"/>
                    <a:pt x="9336" y="2096"/>
                    <a:pt x="8502" y="1286"/>
                  </a:cubicBezTo>
                  <a:cubicBezTo>
                    <a:pt x="7669" y="453"/>
                    <a:pt x="6573" y="0"/>
                    <a:pt x="54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15" name="Google Shape;4115;p57"/>
            <p:cNvSpPr/>
            <p:nvPr/>
          </p:nvSpPr>
          <p:spPr>
            <a:xfrm>
              <a:off x="1464642" y="2531129"/>
              <a:ext cx="19089" cy="16204"/>
            </a:xfrm>
            <a:custGeom>
              <a:rect b="b" l="l" r="r" t="t"/>
              <a:pathLst>
                <a:path extrusionOk="0" h="438" w="516">
                  <a:moveTo>
                    <a:pt x="262" y="0"/>
                  </a:moveTo>
                  <a:cubicBezTo>
                    <a:pt x="119" y="0"/>
                    <a:pt x="0" y="143"/>
                    <a:pt x="48" y="286"/>
                  </a:cubicBezTo>
                  <a:cubicBezTo>
                    <a:pt x="72" y="358"/>
                    <a:pt x="119" y="405"/>
                    <a:pt x="167" y="429"/>
                  </a:cubicBezTo>
                  <a:cubicBezTo>
                    <a:pt x="189" y="435"/>
                    <a:pt x="211" y="437"/>
                    <a:pt x="233" y="437"/>
                  </a:cubicBezTo>
                  <a:cubicBezTo>
                    <a:pt x="393" y="437"/>
                    <a:pt x="516" y="288"/>
                    <a:pt x="453" y="119"/>
                  </a:cubicBezTo>
                  <a:cubicBezTo>
                    <a:pt x="429" y="48"/>
                    <a:pt x="334" y="0"/>
                    <a:pt x="2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16" name="Google Shape;4116;p57"/>
            <p:cNvSpPr/>
            <p:nvPr/>
          </p:nvSpPr>
          <p:spPr>
            <a:xfrm>
              <a:off x="1676956" y="2669454"/>
              <a:ext cx="20310" cy="15871"/>
            </a:xfrm>
            <a:custGeom>
              <a:rect b="b" l="l" r="r" t="t"/>
              <a:pathLst>
                <a:path extrusionOk="0" h="429" w="549">
                  <a:moveTo>
                    <a:pt x="262" y="0"/>
                  </a:moveTo>
                  <a:cubicBezTo>
                    <a:pt x="167" y="0"/>
                    <a:pt x="96" y="48"/>
                    <a:pt x="72" y="119"/>
                  </a:cubicBezTo>
                  <a:cubicBezTo>
                    <a:pt x="0" y="262"/>
                    <a:pt x="96" y="429"/>
                    <a:pt x="262" y="429"/>
                  </a:cubicBezTo>
                  <a:cubicBezTo>
                    <a:pt x="429" y="429"/>
                    <a:pt x="548" y="262"/>
                    <a:pt x="453" y="96"/>
                  </a:cubicBezTo>
                  <a:cubicBezTo>
                    <a:pt x="405" y="24"/>
                    <a:pt x="358" y="0"/>
                    <a:pt x="2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17" name="Google Shape;4117;p57"/>
            <p:cNvSpPr/>
            <p:nvPr/>
          </p:nvSpPr>
          <p:spPr>
            <a:xfrm>
              <a:off x="1459352" y="2495022"/>
              <a:ext cx="44949" cy="24676"/>
            </a:xfrm>
            <a:custGeom>
              <a:rect b="b" l="l" r="r" t="t"/>
              <a:pathLst>
                <a:path extrusionOk="0" h="667" w="1215">
                  <a:moveTo>
                    <a:pt x="238" y="0"/>
                  </a:moveTo>
                  <a:cubicBezTo>
                    <a:pt x="119" y="0"/>
                    <a:pt x="0" y="95"/>
                    <a:pt x="0" y="214"/>
                  </a:cubicBezTo>
                  <a:cubicBezTo>
                    <a:pt x="0" y="357"/>
                    <a:pt x="119" y="452"/>
                    <a:pt x="238" y="452"/>
                  </a:cubicBezTo>
                  <a:cubicBezTo>
                    <a:pt x="310" y="452"/>
                    <a:pt x="429" y="500"/>
                    <a:pt x="524" y="548"/>
                  </a:cubicBezTo>
                  <a:cubicBezTo>
                    <a:pt x="667" y="595"/>
                    <a:pt x="834" y="667"/>
                    <a:pt x="1001" y="667"/>
                  </a:cubicBezTo>
                  <a:cubicBezTo>
                    <a:pt x="1120" y="667"/>
                    <a:pt x="1215" y="572"/>
                    <a:pt x="1215" y="452"/>
                  </a:cubicBezTo>
                  <a:cubicBezTo>
                    <a:pt x="1215" y="333"/>
                    <a:pt x="1120" y="214"/>
                    <a:pt x="1001" y="214"/>
                  </a:cubicBezTo>
                  <a:cubicBezTo>
                    <a:pt x="929" y="214"/>
                    <a:pt x="810" y="191"/>
                    <a:pt x="715" y="143"/>
                  </a:cubicBezTo>
                  <a:cubicBezTo>
                    <a:pt x="572" y="71"/>
                    <a:pt x="405" y="0"/>
                    <a:pt x="2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18" name="Google Shape;4118;p57"/>
            <p:cNvSpPr/>
            <p:nvPr/>
          </p:nvSpPr>
          <p:spPr>
            <a:xfrm>
              <a:off x="1529827" y="2424510"/>
              <a:ext cx="163888" cy="97852"/>
            </a:xfrm>
            <a:custGeom>
              <a:rect b="b" l="l" r="r" t="t"/>
              <a:pathLst>
                <a:path extrusionOk="0" h="2645" w="4430">
                  <a:moveTo>
                    <a:pt x="2215" y="715"/>
                  </a:moveTo>
                  <a:cubicBezTo>
                    <a:pt x="2549" y="715"/>
                    <a:pt x="2834" y="977"/>
                    <a:pt x="2834" y="1334"/>
                  </a:cubicBezTo>
                  <a:cubicBezTo>
                    <a:pt x="2834" y="1668"/>
                    <a:pt x="2549" y="1954"/>
                    <a:pt x="2215" y="1954"/>
                  </a:cubicBezTo>
                  <a:cubicBezTo>
                    <a:pt x="1882" y="1954"/>
                    <a:pt x="1596" y="1668"/>
                    <a:pt x="1596" y="1334"/>
                  </a:cubicBezTo>
                  <a:cubicBezTo>
                    <a:pt x="1596" y="977"/>
                    <a:pt x="1882" y="715"/>
                    <a:pt x="2215" y="715"/>
                  </a:cubicBezTo>
                  <a:close/>
                  <a:moveTo>
                    <a:pt x="1453" y="572"/>
                  </a:moveTo>
                  <a:cubicBezTo>
                    <a:pt x="1263" y="763"/>
                    <a:pt x="1167" y="1025"/>
                    <a:pt x="1167" y="1334"/>
                  </a:cubicBezTo>
                  <a:cubicBezTo>
                    <a:pt x="1167" y="1620"/>
                    <a:pt x="1263" y="1882"/>
                    <a:pt x="1453" y="2073"/>
                  </a:cubicBezTo>
                  <a:cubicBezTo>
                    <a:pt x="1072" y="1930"/>
                    <a:pt x="739" y="1668"/>
                    <a:pt x="501" y="1334"/>
                  </a:cubicBezTo>
                  <a:cubicBezTo>
                    <a:pt x="739" y="977"/>
                    <a:pt x="1072" y="739"/>
                    <a:pt x="1453" y="572"/>
                  </a:cubicBezTo>
                  <a:close/>
                  <a:moveTo>
                    <a:pt x="2977" y="572"/>
                  </a:moveTo>
                  <a:lnTo>
                    <a:pt x="2977" y="572"/>
                  </a:lnTo>
                  <a:cubicBezTo>
                    <a:pt x="3358" y="739"/>
                    <a:pt x="3692" y="977"/>
                    <a:pt x="3930" y="1334"/>
                  </a:cubicBezTo>
                  <a:cubicBezTo>
                    <a:pt x="3692" y="1668"/>
                    <a:pt x="3358" y="1930"/>
                    <a:pt x="2977" y="2073"/>
                  </a:cubicBezTo>
                  <a:cubicBezTo>
                    <a:pt x="3168" y="1882"/>
                    <a:pt x="3287" y="1620"/>
                    <a:pt x="3287" y="1334"/>
                  </a:cubicBezTo>
                  <a:cubicBezTo>
                    <a:pt x="3287" y="1025"/>
                    <a:pt x="3168" y="763"/>
                    <a:pt x="2977" y="572"/>
                  </a:cubicBezTo>
                  <a:close/>
                  <a:moveTo>
                    <a:pt x="2215" y="1"/>
                  </a:moveTo>
                  <a:cubicBezTo>
                    <a:pt x="1334" y="1"/>
                    <a:pt x="501" y="477"/>
                    <a:pt x="48" y="1215"/>
                  </a:cubicBezTo>
                  <a:cubicBezTo>
                    <a:pt x="0" y="1287"/>
                    <a:pt x="0" y="1358"/>
                    <a:pt x="48" y="1430"/>
                  </a:cubicBezTo>
                  <a:cubicBezTo>
                    <a:pt x="501" y="2192"/>
                    <a:pt x="1334" y="2644"/>
                    <a:pt x="2215" y="2644"/>
                  </a:cubicBezTo>
                  <a:cubicBezTo>
                    <a:pt x="3096" y="2644"/>
                    <a:pt x="3930" y="2192"/>
                    <a:pt x="4382" y="1430"/>
                  </a:cubicBezTo>
                  <a:cubicBezTo>
                    <a:pt x="4430" y="1358"/>
                    <a:pt x="4430" y="1287"/>
                    <a:pt x="4382" y="1215"/>
                  </a:cubicBezTo>
                  <a:cubicBezTo>
                    <a:pt x="3930" y="477"/>
                    <a:pt x="3096" y="1"/>
                    <a:pt x="2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19" name="Google Shape;4119;p57"/>
            <p:cNvSpPr/>
            <p:nvPr/>
          </p:nvSpPr>
          <p:spPr>
            <a:xfrm>
              <a:off x="1584432" y="2539046"/>
              <a:ext cx="54679" cy="64371"/>
            </a:xfrm>
            <a:custGeom>
              <a:rect b="b" l="l" r="r" t="t"/>
              <a:pathLst>
                <a:path extrusionOk="0" h="1740" w="1478">
                  <a:moveTo>
                    <a:pt x="739" y="477"/>
                  </a:moveTo>
                  <a:cubicBezTo>
                    <a:pt x="858" y="572"/>
                    <a:pt x="1049" y="810"/>
                    <a:pt x="1049" y="1001"/>
                  </a:cubicBezTo>
                  <a:cubicBezTo>
                    <a:pt x="1025" y="1072"/>
                    <a:pt x="1001" y="1144"/>
                    <a:pt x="954" y="1215"/>
                  </a:cubicBezTo>
                  <a:cubicBezTo>
                    <a:pt x="882" y="1263"/>
                    <a:pt x="811" y="1287"/>
                    <a:pt x="739" y="1287"/>
                  </a:cubicBezTo>
                  <a:cubicBezTo>
                    <a:pt x="668" y="1287"/>
                    <a:pt x="596" y="1263"/>
                    <a:pt x="549" y="1215"/>
                  </a:cubicBezTo>
                  <a:cubicBezTo>
                    <a:pt x="477" y="1144"/>
                    <a:pt x="453" y="1072"/>
                    <a:pt x="453" y="1001"/>
                  </a:cubicBezTo>
                  <a:cubicBezTo>
                    <a:pt x="453" y="810"/>
                    <a:pt x="644" y="572"/>
                    <a:pt x="739" y="477"/>
                  </a:cubicBezTo>
                  <a:close/>
                  <a:moveTo>
                    <a:pt x="739" y="1"/>
                  </a:moveTo>
                  <a:cubicBezTo>
                    <a:pt x="549" y="1"/>
                    <a:pt x="358" y="215"/>
                    <a:pt x="263" y="358"/>
                  </a:cubicBezTo>
                  <a:cubicBezTo>
                    <a:pt x="168" y="477"/>
                    <a:pt x="1" y="739"/>
                    <a:pt x="1" y="1001"/>
                  </a:cubicBezTo>
                  <a:cubicBezTo>
                    <a:pt x="1" y="1191"/>
                    <a:pt x="72" y="1382"/>
                    <a:pt x="215" y="1525"/>
                  </a:cubicBezTo>
                  <a:cubicBezTo>
                    <a:pt x="358" y="1668"/>
                    <a:pt x="549" y="1739"/>
                    <a:pt x="739" y="1739"/>
                  </a:cubicBezTo>
                  <a:cubicBezTo>
                    <a:pt x="930" y="1739"/>
                    <a:pt x="1120" y="1668"/>
                    <a:pt x="1263" y="1525"/>
                  </a:cubicBezTo>
                  <a:cubicBezTo>
                    <a:pt x="1406" y="1382"/>
                    <a:pt x="1477" y="1191"/>
                    <a:pt x="1477" y="1001"/>
                  </a:cubicBezTo>
                  <a:cubicBezTo>
                    <a:pt x="1477" y="739"/>
                    <a:pt x="1311" y="477"/>
                    <a:pt x="1216" y="358"/>
                  </a:cubicBezTo>
                  <a:cubicBezTo>
                    <a:pt x="1120" y="215"/>
                    <a:pt x="930" y="1"/>
                    <a:pt x="7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120" name="Google Shape;4120;p57"/>
          <p:cNvGrpSpPr/>
          <p:nvPr/>
        </p:nvGrpSpPr>
        <p:grpSpPr>
          <a:xfrm>
            <a:off x="6845770" y="1244366"/>
            <a:ext cx="403941" cy="446380"/>
            <a:chOff x="4801036" y="2355810"/>
            <a:chExt cx="377127" cy="416749"/>
          </a:xfrm>
        </p:grpSpPr>
        <p:sp>
          <p:nvSpPr>
            <p:cNvPr id="4121" name="Google Shape;4121;p57"/>
            <p:cNvSpPr/>
            <p:nvPr/>
          </p:nvSpPr>
          <p:spPr>
            <a:xfrm>
              <a:off x="4867109" y="2564610"/>
              <a:ext cx="19755" cy="15649"/>
            </a:xfrm>
            <a:custGeom>
              <a:rect b="b" l="l" r="r" t="t"/>
              <a:pathLst>
                <a:path extrusionOk="0" h="423" w="534">
                  <a:moveTo>
                    <a:pt x="263" y="0"/>
                  </a:moveTo>
                  <a:cubicBezTo>
                    <a:pt x="120" y="0"/>
                    <a:pt x="1" y="143"/>
                    <a:pt x="48" y="286"/>
                  </a:cubicBezTo>
                  <a:cubicBezTo>
                    <a:pt x="72" y="358"/>
                    <a:pt x="120" y="405"/>
                    <a:pt x="167" y="405"/>
                  </a:cubicBezTo>
                  <a:cubicBezTo>
                    <a:pt x="198" y="417"/>
                    <a:pt x="229" y="422"/>
                    <a:pt x="259" y="422"/>
                  </a:cubicBezTo>
                  <a:cubicBezTo>
                    <a:pt x="412" y="422"/>
                    <a:pt x="533" y="279"/>
                    <a:pt x="453" y="119"/>
                  </a:cubicBezTo>
                  <a:cubicBezTo>
                    <a:pt x="429" y="48"/>
                    <a:pt x="358" y="0"/>
                    <a:pt x="2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22" name="Google Shape;4122;p57"/>
            <p:cNvSpPr/>
            <p:nvPr/>
          </p:nvSpPr>
          <p:spPr>
            <a:xfrm>
              <a:off x="4801036" y="2355810"/>
              <a:ext cx="377127" cy="416749"/>
            </a:xfrm>
            <a:custGeom>
              <a:rect b="b" l="l" r="r" t="t"/>
              <a:pathLst>
                <a:path extrusionOk="0" h="11265" w="10194">
                  <a:moveTo>
                    <a:pt x="4657" y="450"/>
                  </a:moveTo>
                  <a:cubicBezTo>
                    <a:pt x="4783" y="450"/>
                    <a:pt x="4883" y="558"/>
                    <a:pt x="4883" y="667"/>
                  </a:cubicBezTo>
                  <a:lnTo>
                    <a:pt x="4883" y="881"/>
                  </a:lnTo>
                  <a:cubicBezTo>
                    <a:pt x="4883" y="1001"/>
                    <a:pt x="4978" y="1120"/>
                    <a:pt x="5097" y="1120"/>
                  </a:cubicBezTo>
                  <a:lnTo>
                    <a:pt x="5764" y="1120"/>
                  </a:lnTo>
                  <a:lnTo>
                    <a:pt x="5764" y="1763"/>
                  </a:lnTo>
                  <a:cubicBezTo>
                    <a:pt x="5764" y="1882"/>
                    <a:pt x="5859" y="2001"/>
                    <a:pt x="5978" y="2001"/>
                  </a:cubicBezTo>
                  <a:lnTo>
                    <a:pt x="6192" y="2001"/>
                  </a:lnTo>
                  <a:cubicBezTo>
                    <a:pt x="6311" y="2001"/>
                    <a:pt x="6407" y="2072"/>
                    <a:pt x="6407" y="2167"/>
                  </a:cubicBezTo>
                  <a:cubicBezTo>
                    <a:pt x="6431" y="2310"/>
                    <a:pt x="6335" y="2429"/>
                    <a:pt x="6192" y="2429"/>
                  </a:cubicBezTo>
                  <a:lnTo>
                    <a:pt x="5978" y="2429"/>
                  </a:lnTo>
                  <a:cubicBezTo>
                    <a:pt x="5859" y="2429"/>
                    <a:pt x="5764" y="2525"/>
                    <a:pt x="5764" y="2644"/>
                  </a:cubicBezTo>
                  <a:lnTo>
                    <a:pt x="5764" y="3311"/>
                  </a:lnTo>
                  <a:lnTo>
                    <a:pt x="5311" y="3311"/>
                  </a:lnTo>
                  <a:cubicBezTo>
                    <a:pt x="5311" y="2953"/>
                    <a:pt x="5026" y="2644"/>
                    <a:pt x="4668" y="2644"/>
                  </a:cubicBezTo>
                  <a:cubicBezTo>
                    <a:pt x="4287" y="2644"/>
                    <a:pt x="4001" y="2930"/>
                    <a:pt x="4001" y="3311"/>
                  </a:cubicBezTo>
                  <a:lnTo>
                    <a:pt x="3787" y="3311"/>
                  </a:lnTo>
                  <a:cubicBezTo>
                    <a:pt x="3644" y="3311"/>
                    <a:pt x="3549" y="3215"/>
                    <a:pt x="3549" y="3096"/>
                  </a:cubicBezTo>
                  <a:lnTo>
                    <a:pt x="3549" y="1096"/>
                  </a:lnTo>
                  <a:lnTo>
                    <a:pt x="4216" y="1096"/>
                  </a:lnTo>
                  <a:cubicBezTo>
                    <a:pt x="4335" y="1096"/>
                    <a:pt x="4430" y="1001"/>
                    <a:pt x="4430" y="881"/>
                  </a:cubicBezTo>
                  <a:lnTo>
                    <a:pt x="4430" y="667"/>
                  </a:lnTo>
                  <a:cubicBezTo>
                    <a:pt x="4430" y="572"/>
                    <a:pt x="4525" y="477"/>
                    <a:pt x="4621" y="453"/>
                  </a:cubicBezTo>
                  <a:cubicBezTo>
                    <a:pt x="4633" y="451"/>
                    <a:pt x="4645" y="450"/>
                    <a:pt x="4657" y="450"/>
                  </a:cubicBezTo>
                  <a:close/>
                  <a:moveTo>
                    <a:pt x="8676" y="2855"/>
                  </a:moveTo>
                  <a:cubicBezTo>
                    <a:pt x="8784" y="2855"/>
                    <a:pt x="8883" y="2964"/>
                    <a:pt x="8883" y="3072"/>
                  </a:cubicBezTo>
                  <a:lnTo>
                    <a:pt x="8883" y="3311"/>
                  </a:lnTo>
                  <a:cubicBezTo>
                    <a:pt x="8883" y="3430"/>
                    <a:pt x="8979" y="3525"/>
                    <a:pt x="9098" y="3525"/>
                  </a:cubicBezTo>
                  <a:lnTo>
                    <a:pt x="9765" y="3525"/>
                  </a:lnTo>
                  <a:lnTo>
                    <a:pt x="9765" y="3954"/>
                  </a:lnTo>
                  <a:cubicBezTo>
                    <a:pt x="9407" y="3954"/>
                    <a:pt x="9098" y="4263"/>
                    <a:pt x="9098" y="4620"/>
                  </a:cubicBezTo>
                  <a:cubicBezTo>
                    <a:pt x="9098" y="5001"/>
                    <a:pt x="9407" y="5287"/>
                    <a:pt x="9765" y="5287"/>
                  </a:cubicBezTo>
                  <a:lnTo>
                    <a:pt x="9765" y="5501"/>
                  </a:lnTo>
                  <a:cubicBezTo>
                    <a:pt x="9765" y="5621"/>
                    <a:pt x="9669" y="5716"/>
                    <a:pt x="9550" y="5716"/>
                  </a:cubicBezTo>
                  <a:lnTo>
                    <a:pt x="7550" y="5716"/>
                  </a:lnTo>
                  <a:lnTo>
                    <a:pt x="7550" y="5073"/>
                  </a:lnTo>
                  <a:cubicBezTo>
                    <a:pt x="7550" y="4930"/>
                    <a:pt x="7455" y="4835"/>
                    <a:pt x="7336" y="4835"/>
                  </a:cubicBezTo>
                  <a:lnTo>
                    <a:pt x="7121" y="4835"/>
                  </a:lnTo>
                  <a:cubicBezTo>
                    <a:pt x="7026" y="4835"/>
                    <a:pt x="6931" y="4763"/>
                    <a:pt x="6907" y="4644"/>
                  </a:cubicBezTo>
                  <a:cubicBezTo>
                    <a:pt x="6883" y="4525"/>
                    <a:pt x="7002" y="4406"/>
                    <a:pt x="7121" y="4406"/>
                  </a:cubicBezTo>
                  <a:lnTo>
                    <a:pt x="7336" y="4406"/>
                  </a:lnTo>
                  <a:cubicBezTo>
                    <a:pt x="7455" y="4406"/>
                    <a:pt x="7574" y="4311"/>
                    <a:pt x="7574" y="4168"/>
                  </a:cubicBezTo>
                  <a:lnTo>
                    <a:pt x="7574" y="3525"/>
                  </a:lnTo>
                  <a:lnTo>
                    <a:pt x="8217" y="3525"/>
                  </a:lnTo>
                  <a:cubicBezTo>
                    <a:pt x="8336" y="3525"/>
                    <a:pt x="8455" y="3430"/>
                    <a:pt x="8455" y="3287"/>
                  </a:cubicBezTo>
                  <a:lnTo>
                    <a:pt x="8455" y="3096"/>
                  </a:lnTo>
                  <a:cubicBezTo>
                    <a:pt x="8455" y="2977"/>
                    <a:pt x="8526" y="2882"/>
                    <a:pt x="8645" y="2858"/>
                  </a:cubicBezTo>
                  <a:cubicBezTo>
                    <a:pt x="8656" y="2856"/>
                    <a:pt x="8666" y="2855"/>
                    <a:pt x="8676" y="2855"/>
                  </a:cubicBezTo>
                  <a:close/>
                  <a:moveTo>
                    <a:pt x="4644" y="0"/>
                  </a:moveTo>
                  <a:cubicBezTo>
                    <a:pt x="4287" y="0"/>
                    <a:pt x="4001" y="286"/>
                    <a:pt x="4001" y="667"/>
                  </a:cubicBezTo>
                  <a:lnTo>
                    <a:pt x="3335" y="667"/>
                  </a:lnTo>
                  <a:cubicBezTo>
                    <a:pt x="3216" y="667"/>
                    <a:pt x="3120" y="762"/>
                    <a:pt x="3120" y="881"/>
                  </a:cubicBezTo>
                  <a:lnTo>
                    <a:pt x="3120" y="1905"/>
                  </a:lnTo>
                  <a:cubicBezTo>
                    <a:pt x="2477" y="2191"/>
                    <a:pt x="1930" y="2644"/>
                    <a:pt x="1525" y="3215"/>
                  </a:cubicBezTo>
                  <a:cubicBezTo>
                    <a:pt x="1096" y="3858"/>
                    <a:pt x="858" y="4573"/>
                    <a:pt x="858" y="5335"/>
                  </a:cubicBezTo>
                  <a:cubicBezTo>
                    <a:pt x="858" y="5549"/>
                    <a:pt x="667" y="5978"/>
                    <a:pt x="334" y="6454"/>
                  </a:cubicBezTo>
                  <a:cubicBezTo>
                    <a:pt x="1" y="6883"/>
                    <a:pt x="48" y="7216"/>
                    <a:pt x="144" y="7383"/>
                  </a:cubicBezTo>
                  <a:cubicBezTo>
                    <a:pt x="239" y="7573"/>
                    <a:pt x="501" y="7811"/>
                    <a:pt x="1096" y="7859"/>
                  </a:cubicBezTo>
                  <a:lnTo>
                    <a:pt x="1096" y="8812"/>
                  </a:lnTo>
                  <a:cubicBezTo>
                    <a:pt x="1096" y="9455"/>
                    <a:pt x="1620" y="10002"/>
                    <a:pt x="2287" y="10002"/>
                  </a:cubicBezTo>
                  <a:cubicBezTo>
                    <a:pt x="2858" y="10002"/>
                    <a:pt x="3168" y="10002"/>
                    <a:pt x="3311" y="10121"/>
                  </a:cubicBezTo>
                  <a:cubicBezTo>
                    <a:pt x="3430" y="10241"/>
                    <a:pt x="3478" y="10526"/>
                    <a:pt x="3501" y="11050"/>
                  </a:cubicBezTo>
                  <a:cubicBezTo>
                    <a:pt x="3525" y="11169"/>
                    <a:pt x="3620" y="11265"/>
                    <a:pt x="3740" y="11265"/>
                  </a:cubicBezTo>
                  <a:lnTo>
                    <a:pt x="6883" y="11265"/>
                  </a:lnTo>
                  <a:cubicBezTo>
                    <a:pt x="6907" y="11265"/>
                    <a:pt x="6931" y="11265"/>
                    <a:pt x="6954" y="11241"/>
                  </a:cubicBezTo>
                  <a:cubicBezTo>
                    <a:pt x="7050" y="11217"/>
                    <a:pt x="7121" y="11122"/>
                    <a:pt x="7097" y="11026"/>
                  </a:cubicBezTo>
                  <a:cubicBezTo>
                    <a:pt x="7074" y="10598"/>
                    <a:pt x="7074" y="10288"/>
                    <a:pt x="7074" y="10002"/>
                  </a:cubicBezTo>
                  <a:cubicBezTo>
                    <a:pt x="7074" y="9883"/>
                    <a:pt x="6978" y="9788"/>
                    <a:pt x="6859" y="9788"/>
                  </a:cubicBezTo>
                  <a:cubicBezTo>
                    <a:pt x="6716" y="9788"/>
                    <a:pt x="6621" y="9883"/>
                    <a:pt x="6621" y="10002"/>
                  </a:cubicBezTo>
                  <a:cubicBezTo>
                    <a:pt x="6621" y="10241"/>
                    <a:pt x="6645" y="10502"/>
                    <a:pt x="6645" y="10812"/>
                  </a:cubicBezTo>
                  <a:lnTo>
                    <a:pt x="3930" y="10812"/>
                  </a:lnTo>
                  <a:cubicBezTo>
                    <a:pt x="3906" y="10336"/>
                    <a:pt x="3835" y="10002"/>
                    <a:pt x="3597" y="9788"/>
                  </a:cubicBezTo>
                  <a:cubicBezTo>
                    <a:pt x="3335" y="9574"/>
                    <a:pt x="2930" y="9550"/>
                    <a:pt x="2287" y="9550"/>
                  </a:cubicBezTo>
                  <a:cubicBezTo>
                    <a:pt x="1858" y="9550"/>
                    <a:pt x="1525" y="9217"/>
                    <a:pt x="1525" y="8812"/>
                  </a:cubicBezTo>
                  <a:lnTo>
                    <a:pt x="1525" y="8526"/>
                  </a:lnTo>
                  <a:cubicBezTo>
                    <a:pt x="1668" y="8526"/>
                    <a:pt x="1858" y="8574"/>
                    <a:pt x="2073" y="8716"/>
                  </a:cubicBezTo>
                  <a:cubicBezTo>
                    <a:pt x="2120" y="8716"/>
                    <a:pt x="2144" y="8740"/>
                    <a:pt x="2192" y="8740"/>
                  </a:cubicBezTo>
                  <a:cubicBezTo>
                    <a:pt x="2263" y="8740"/>
                    <a:pt x="2358" y="8693"/>
                    <a:pt x="2382" y="8621"/>
                  </a:cubicBezTo>
                  <a:cubicBezTo>
                    <a:pt x="2430" y="8502"/>
                    <a:pt x="2382" y="8383"/>
                    <a:pt x="2287" y="8312"/>
                  </a:cubicBezTo>
                  <a:cubicBezTo>
                    <a:pt x="2001" y="8145"/>
                    <a:pt x="1763" y="8073"/>
                    <a:pt x="1525" y="8073"/>
                  </a:cubicBezTo>
                  <a:lnTo>
                    <a:pt x="1525" y="7645"/>
                  </a:lnTo>
                  <a:cubicBezTo>
                    <a:pt x="1525" y="7502"/>
                    <a:pt x="1430" y="7407"/>
                    <a:pt x="1310" y="7407"/>
                  </a:cubicBezTo>
                  <a:cubicBezTo>
                    <a:pt x="906" y="7407"/>
                    <a:pt x="620" y="7335"/>
                    <a:pt x="548" y="7192"/>
                  </a:cubicBezTo>
                  <a:cubicBezTo>
                    <a:pt x="477" y="7073"/>
                    <a:pt x="548" y="6907"/>
                    <a:pt x="691" y="6716"/>
                  </a:cubicBezTo>
                  <a:cubicBezTo>
                    <a:pt x="977" y="6311"/>
                    <a:pt x="1310" y="5740"/>
                    <a:pt x="1310" y="5335"/>
                  </a:cubicBezTo>
                  <a:cubicBezTo>
                    <a:pt x="1310" y="4096"/>
                    <a:pt x="2001" y="2977"/>
                    <a:pt x="3120" y="2406"/>
                  </a:cubicBezTo>
                  <a:lnTo>
                    <a:pt x="3120" y="3072"/>
                  </a:lnTo>
                  <a:cubicBezTo>
                    <a:pt x="3120" y="3453"/>
                    <a:pt x="3406" y="3739"/>
                    <a:pt x="3787" y="3739"/>
                  </a:cubicBezTo>
                  <a:lnTo>
                    <a:pt x="4216" y="3739"/>
                  </a:lnTo>
                  <a:cubicBezTo>
                    <a:pt x="4335" y="3739"/>
                    <a:pt x="4430" y="3644"/>
                    <a:pt x="4430" y="3525"/>
                  </a:cubicBezTo>
                  <a:lnTo>
                    <a:pt x="4430" y="3311"/>
                  </a:lnTo>
                  <a:cubicBezTo>
                    <a:pt x="4430" y="3191"/>
                    <a:pt x="4525" y="3096"/>
                    <a:pt x="4621" y="3096"/>
                  </a:cubicBezTo>
                  <a:cubicBezTo>
                    <a:pt x="4635" y="3094"/>
                    <a:pt x="4650" y="3093"/>
                    <a:pt x="4664" y="3093"/>
                  </a:cubicBezTo>
                  <a:cubicBezTo>
                    <a:pt x="4787" y="3093"/>
                    <a:pt x="4883" y="3182"/>
                    <a:pt x="4883" y="3311"/>
                  </a:cubicBezTo>
                  <a:lnTo>
                    <a:pt x="4883" y="3525"/>
                  </a:lnTo>
                  <a:cubicBezTo>
                    <a:pt x="4883" y="3644"/>
                    <a:pt x="4978" y="3739"/>
                    <a:pt x="5097" y="3739"/>
                  </a:cubicBezTo>
                  <a:lnTo>
                    <a:pt x="5978" y="3739"/>
                  </a:lnTo>
                  <a:cubicBezTo>
                    <a:pt x="6097" y="3739"/>
                    <a:pt x="6192" y="3644"/>
                    <a:pt x="6192" y="3525"/>
                  </a:cubicBezTo>
                  <a:lnTo>
                    <a:pt x="6192" y="2858"/>
                  </a:lnTo>
                  <a:cubicBezTo>
                    <a:pt x="6383" y="2858"/>
                    <a:pt x="6526" y="2787"/>
                    <a:pt x="6645" y="2691"/>
                  </a:cubicBezTo>
                  <a:cubicBezTo>
                    <a:pt x="6835" y="2834"/>
                    <a:pt x="7026" y="2977"/>
                    <a:pt x="7169" y="3168"/>
                  </a:cubicBezTo>
                  <a:cubicBezTo>
                    <a:pt x="7145" y="3191"/>
                    <a:pt x="7121" y="3239"/>
                    <a:pt x="7121" y="3311"/>
                  </a:cubicBezTo>
                  <a:lnTo>
                    <a:pt x="7121" y="3954"/>
                  </a:lnTo>
                  <a:cubicBezTo>
                    <a:pt x="6764" y="3954"/>
                    <a:pt x="6454" y="4263"/>
                    <a:pt x="6454" y="4620"/>
                  </a:cubicBezTo>
                  <a:cubicBezTo>
                    <a:pt x="6454" y="5001"/>
                    <a:pt x="6764" y="5287"/>
                    <a:pt x="7121" y="5287"/>
                  </a:cubicBezTo>
                  <a:lnTo>
                    <a:pt x="7121" y="5954"/>
                  </a:lnTo>
                  <a:cubicBezTo>
                    <a:pt x="7121" y="6073"/>
                    <a:pt x="7216" y="6168"/>
                    <a:pt x="7336" y="6168"/>
                  </a:cubicBezTo>
                  <a:lnTo>
                    <a:pt x="7883" y="6168"/>
                  </a:lnTo>
                  <a:cubicBezTo>
                    <a:pt x="7812" y="6478"/>
                    <a:pt x="7669" y="6787"/>
                    <a:pt x="7502" y="7049"/>
                  </a:cubicBezTo>
                  <a:cubicBezTo>
                    <a:pt x="7312" y="7383"/>
                    <a:pt x="7145" y="7692"/>
                    <a:pt x="7026" y="8002"/>
                  </a:cubicBezTo>
                  <a:cubicBezTo>
                    <a:pt x="6978" y="8097"/>
                    <a:pt x="7002" y="8216"/>
                    <a:pt x="7121" y="8288"/>
                  </a:cubicBezTo>
                  <a:cubicBezTo>
                    <a:pt x="7145" y="8288"/>
                    <a:pt x="7193" y="8312"/>
                    <a:pt x="7216" y="8312"/>
                  </a:cubicBezTo>
                  <a:cubicBezTo>
                    <a:pt x="7312" y="8312"/>
                    <a:pt x="7383" y="8264"/>
                    <a:pt x="7431" y="8169"/>
                  </a:cubicBezTo>
                  <a:cubicBezTo>
                    <a:pt x="7526" y="7883"/>
                    <a:pt x="7693" y="7597"/>
                    <a:pt x="7883" y="7288"/>
                  </a:cubicBezTo>
                  <a:cubicBezTo>
                    <a:pt x="8098" y="6930"/>
                    <a:pt x="8264" y="6573"/>
                    <a:pt x="8336" y="6168"/>
                  </a:cubicBezTo>
                  <a:lnTo>
                    <a:pt x="9526" y="6168"/>
                  </a:lnTo>
                  <a:cubicBezTo>
                    <a:pt x="9907" y="6168"/>
                    <a:pt x="10193" y="5882"/>
                    <a:pt x="10193" y="5501"/>
                  </a:cubicBezTo>
                  <a:lnTo>
                    <a:pt x="10193" y="5073"/>
                  </a:lnTo>
                  <a:cubicBezTo>
                    <a:pt x="10193" y="4954"/>
                    <a:pt x="10098" y="4858"/>
                    <a:pt x="9979" y="4858"/>
                  </a:cubicBezTo>
                  <a:lnTo>
                    <a:pt x="9765" y="4858"/>
                  </a:lnTo>
                  <a:cubicBezTo>
                    <a:pt x="9646" y="4858"/>
                    <a:pt x="9550" y="4763"/>
                    <a:pt x="9550" y="4668"/>
                  </a:cubicBezTo>
                  <a:cubicBezTo>
                    <a:pt x="9526" y="4525"/>
                    <a:pt x="9622" y="4406"/>
                    <a:pt x="9765" y="4406"/>
                  </a:cubicBezTo>
                  <a:lnTo>
                    <a:pt x="9979" y="4406"/>
                  </a:lnTo>
                  <a:cubicBezTo>
                    <a:pt x="10098" y="4406"/>
                    <a:pt x="10193" y="4311"/>
                    <a:pt x="10193" y="4192"/>
                  </a:cubicBezTo>
                  <a:lnTo>
                    <a:pt x="10193" y="3311"/>
                  </a:lnTo>
                  <a:cubicBezTo>
                    <a:pt x="10193" y="3191"/>
                    <a:pt x="10098" y="3096"/>
                    <a:pt x="9979" y="3096"/>
                  </a:cubicBezTo>
                  <a:lnTo>
                    <a:pt x="9312" y="3096"/>
                  </a:lnTo>
                  <a:cubicBezTo>
                    <a:pt x="9312" y="2715"/>
                    <a:pt x="9026" y="2429"/>
                    <a:pt x="8669" y="2429"/>
                  </a:cubicBezTo>
                  <a:cubicBezTo>
                    <a:pt x="8288" y="2429"/>
                    <a:pt x="8002" y="2715"/>
                    <a:pt x="8002" y="3096"/>
                  </a:cubicBezTo>
                  <a:lnTo>
                    <a:pt x="7669" y="3096"/>
                  </a:lnTo>
                  <a:cubicBezTo>
                    <a:pt x="7455" y="2787"/>
                    <a:pt x="7169" y="2525"/>
                    <a:pt x="6859" y="2287"/>
                  </a:cubicBezTo>
                  <a:cubicBezTo>
                    <a:pt x="6859" y="2263"/>
                    <a:pt x="6859" y="2239"/>
                    <a:pt x="6859" y="2215"/>
                  </a:cubicBezTo>
                  <a:cubicBezTo>
                    <a:pt x="6859" y="1834"/>
                    <a:pt x="6573" y="1548"/>
                    <a:pt x="6192" y="1548"/>
                  </a:cubicBezTo>
                  <a:lnTo>
                    <a:pt x="6192" y="881"/>
                  </a:lnTo>
                  <a:cubicBezTo>
                    <a:pt x="6192" y="762"/>
                    <a:pt x="6097" y="667"/>
                    <a:pt x="5978" y="667"/>
                  </a:cubicBezTo>
                  <a:lnTo>
                    <a:pt x="5311" y="667"/>
                  </a:lnTo>
                  <a:cubicBezTo>
                    <a:pt x="5311" y="310"/>
                    <a:pt x="5026" y="0"/>
                    <a:pt x="46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23" name="Google Shape;4123;p57"/>
            <p:cNvSpPr/>
            <p:nvPr/>
          </p:nvSpPr>
          <p:spPr>
            <a:xfrm>
              <a:off x="5048163" y="2681773"/>
              <a:ext cx="19866" cy="16537"/>
            </a:xfrm>
            <a:custGeom>
              <a:rect b="b" l="l" r="r" t="t"/>
              <a:pathLst>
                <a:path extrusionOk="0" h="447" w="537">
                  <a:moveTo>
                    <a:pt x="274" y="1"/>
                  </a:moveTo>
                  <a:cubicBezTo>
                    <a:pt x="179" y="1"/>
                    <a:pt x="108" y="48"/>
                    <a:pt x="60" y="144"/>
                  </a:cubicBezTo>
                  <a:cubicBezTo>
                    <a:pt x="0" y="303"/>
                    <a:pt x="108" y="446"/>
                    <a:pt x="256" y="446"/>
                  </a:cubicBezTo>
                  <a:cubicBezTo>
                    <a:pt x="285" y="446"/>
                    <a:pt x="315" y="441"/>
                    <a:pt x="346" y="429"/>
                  </a:cubicBezTo>
                  <a:cubicBezTo>
                    <a:pt x="417" y="406"/>
                    <a:pt x="465" y="358"/>
                    <a:pt x="465" y="310"/>
                  </a:cubicBezTo>
                  <a:cubicBezTo>
                    <a:pt x="536" y="144"/>
                    <a:pt x="417" y="1"/>
                    <a:pt x="2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124" name="Google Shape;4124;p57"/>
          <p:cNvGrpSpPr/>
          <p:nvPr/>
        </p:nvGrpSpPr>
        <p:grpSpPr>
          <a:xfrm>
            <a:off x="4379974" y="3080190"/>
            <a:ext cx="417136" cy="446380"/>
            <a:chOff x="3946452" y="2970741"/>
            <a:chExt cx="389446" cy="416749"/>
          </a:xfrm>
        </p:grpSpPr>
        <p:sp>
          <p:nvSpPr>
            <p:cNvPr id="4125" name="Google Shape;4125;p57"/>
            <p:cNvSpPr/>
            <p:nvPr/>
          </p:nvSpPr>
          <p:spPr>
            <a:xfrm>
              <a:off x="4193541" y="3296741"/>
              <a:ext cx="19015" cy="16463"/>
            </a:xfrm>
            <a:custGeom>
              <a:rect b="b" l="l" r="r" t="t"/>
              <a:pathLst>
                <a:path extrusionOk="0" h="445" w="514">
                  <a:moveTo>
                    <a:pt x="252" y="0"/>
                  </a:moveTo>
                  <a:cubicBezTo>
                    <a:pt x="180" y="0"/>
                    <a:pt x="109" y="48"/>
                    <a:pt x="61" y="119"/>
                  </a:cubicBezTo>
                  <a:cubicBezTo>
                    <a:pt x="0" y="282"/>
                    <a:pt x="112" y="444"/>
                    <a:pt x="265" y="444"/>
                  </a:cubicBezTo>
                  <a:cubicBezTo>
                    <a:pt x="291" y="444"/>
                    <a:pt x="319" y="439"/>
                    <a:pt x="347" y="429"/>
                  </a:cubicBezTo>
                  <a:cubicBezTo>
                    <a:pt x="395" y="405"/>
                    <a:pt x="442" y="357"/>
                    <a:pt x="466" y="286"/>
                  </a:cubicBezTo>
                  <a:cubicBezTo>
                    <a:pt x="514" y="143"/>
                    <a:pt x="418" y="0"/>
                    <a:pt x="2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26" name="Google Shape;4126;p57"/>
            <p:cNvSpPr/>
            <p:nvPr/>
          </p:nvSpPr>
          <p:spPr>
            <a:xfrm>
              <a:off x="4127949" y="3161931"/>
              <a:ext cx="37032" cy="20310"/>
            </a:xfrm>
            <a:custGeom>
              <a:rect b="b" l="l" r="r" t="t"/>
              <a:pathLst>
                <a:path extrusionOk="0" h="549" w="1001">
                  <a:moveTo>
                    <a:pt x="242" y="0"/>
                  </a:moveTo>
                  <a:cubicBezTo>
                    <a:pt x="185" y="0"/>
                    <a:pt x="131" y="24"/>
                    <a:pt x="96" y="72"/>
                  </a:cubicBezTo>
                  <a:cubicBezTo>
                    <a:pt x="0" y="143"/>
                    <a:pt x="0" y="286"/>
                    <a:pt x="96" y="382"/>
                  </a:cubicBezTo>
                  <a:cubicBezTo>
                    <a:pt x="191" y="477"/>
                    <a:pt x="358" y="548"/>
                    <a:pt x="500" y="548"/>
                  </a:cubicBezTo>
                  <a:cubicBezTo>
                    <a:pt x="667" y="548"/>
                    <a:pt x="810" y="477"/>
                    <a:pt x="929" y="382"/>
                  </a:cubicBezTo>
                  <a:cubicBezTo>
                    <a:pt x="1001" y="286"/>
                    <a:pt x="1001" y="143"/>
                    <a:pt x="929" y="72"/>
                  </a:cubicBezTo>
                  <a:cubicBezTo>
                    <a:pt x="882" y="24"/>
                    <a:pt x="822" y="0"/>
                    <a:pt x="762" y="0"/>
                  </a:cubicBezTo>
                  <a:cubicBezTo>
                    <a:pt x="703" y="0"/>
                    <a:pt x="643" y="24"/>
                    <a:pt x="596" y="72"/>
                  </a:cubicBezTo>
                  <a:cubicBezTo>
                    <a:pt x="572" y="96"/>
                    <a:pt x="548" y="96"/>
                    <a:pt x="500" y="96"/>
                  </a:cubicBezTo>
                  <a:cubicBezTo>
                    <a:pt x="453" y="96"/>
                    <a:pt x="429" y="96"/>
                    <a:pt x="405" y="72"/>
                  </a:cubicBezTo>
                  <a:cubicBezTo>
                    <a:pt x="358" y="24"/>
                    <a:pt x="298" y="0"/>
                    <a:pt x="2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27" name="Google Shape;4127;p57"/>
            <p:cNvSpPr/>
            <p:nvPr/>
          </p:nvSpPr>
          <p:spPr>
            <a:xfrm>
              <a:off x="4102385" y="3132853"/>
              <a:ext cx="37032" cy="20532"/>
            </a:xfrm>
            <a:custGeom>
              <a:rect b="b" l="l" r="r" t="t"/>
              <a:pathLst>
                <a:path extrusionOk="0" h="555" w="1001">
                  <a:moveTo>
                    <a:pt x="501" y="1"/>
                  </a:moveTo>
                  <a:cubicBezTo>
                    <a:pt x="334" y="1"/>
                    <a:pt x="191" y="72"/>
                    <a:pt x="72" y="167"/>
                  </a:cubicBezTo>
                  <a:cubicBezTo>
                    <a:pt x="1" y="263"/>
                    <a:pt x="1" y="405"/>
                    <a:pt x="72" y="501"/>
                  </a:cubicBezTo>
                  <a:cubicBezTo>
                    <a:pt x="120" y="536"/>
                    <a:pt x="179" y="554"/>
                    <a:pt x="236" y="554"/>
                  </a:cubicBezTo>
                  <a:cubicBezTo>
                    <a:pt x="292" y="554"/>
                    <a:pt x="346" y="536"/>
                    <a:pt x="382" y="501"/>
                  </a:cubicBezTo>
                  <a:cubicBezTo>
                    <a:pt x="406" y="453"/>
                    <a:pt x="453" y="453"/>
                    <a:pt x="477" y="453"/>
                  </a:cubicBezTo>
                  <a:cubicBezTo>
                    <a:pt x="525" y="453"/>
                    <a:pt x="572" y="453"/>
                    <a:pt x="596" y="501"/>
                  </a:cubicBezTo>
                  <a:cubicBezTo>
                    <a:pt x="620" y="525"/>
                    <a:pt x="691" y="548"/>
                    <a:pt x="739" y="548"/>
                  </a:cubicBezTo>
                  <a:cubicBezTo>
                    <a:pt x="810" y="548"/>
                    <a:pt x="858" y="525"/>
                    <a:pt x="906" y="501"/>
                  </a:cubicBezTo>
                  <a:cubicBezTo>
                    <a:pt x="1001" y="405"/>
                    <a:pt x="1001" y="263"/>
                    <a:pt x="906" y="167"/>
                  </a:cubicBezTo>
                  <a:cubicBezTo>
                    <a:pt x="787" y="72"/>
                    <a:pt x="644" y="1"/>
                    <a:pt x="5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28" name="Google Shape;4128;p57"/>
            <p:cNvSpPr/>
            <p:nvPr/>
          </p:nvSpPr>
          <p:spPr>
            <a:xfrm>
              <a:off x="4153513" y="3132853"/>
              <a:ext cx="37032" cy="20532"/>
            </a:xfrm>
            <a:custGeom>
              <a:rect b="b" l="l" r="r" t="t"/>
              <a:pathLst>
                <a:path extrusionOk="0" h="555" w="1001">
                  <a:moveTo>
                    <a:pt x="500" y="1"/>
                  </a:moveTo>
                  <a:cubicBezTo>
                    <a:pt x="357" y="1"/>
                    <a:pt x="214" y="72"/>
                    <a:pt x="95" y="191"/>
                  </a:cubicBezTo>
                  <a:cubicBezTo>
                    <a:pt x="0" y="263"/>
                    <a:pt x="0" y="405"/>
                    <a:pt x="95" y="501"/>
                  </a:cubicBezTo>
                  <a:cubicBezTo>
                    <a:pt x="143" y="536"/>
                    <a:pt x="202" y="554"/>
                    <a:pt x="259" y="554"/>
                  </a:cubicBezTo>
                  <a:cubicBezTo>
                    <a:pt x="316" y="554"/>
                    <a:pt x="369" y="536"/>
                    <a:pt x="405" y="501"/>
                  </a:cubicBezTo>
                  <a:cubicBezTo>
                    <a:pt x="429" y="453"/>
                    <a:pt x="476" y="453"/>
                    <a:pt x="500" y="453"/>
                  </a:cubicBezTo>
                  <a:cubicBezTo>
                    <a:pt x="548" y="453"/>
                    <a:pt x="572" y="453"/>
                    <a:pt x="619" y="501"/>
                  </a:cubicBezTo>
                  <a:cubicBezTo>
                    <a:pt x="643" y="525"/>
                    <a:pt x="714" y="548"/>
                    <a:pt x="762" y="548"/>
                  </a:cubicBezTo>
                  <a:cubicBezTo>
                    <a:pt x="810" y="548"/>
                    <a:pt x="881" y="525"/>
                    <a:pt x="905" y="501"/>
                  </a:cubicBezTo>
                  <a:cubicBezTo>
                    <a:pt x="1000" y="405"/>
                    <a:pt x="1000" y="263"/>
                    <a:pt x="929" y="191"/>
                  </a:cubicBezTo>
                  <a:cubicBezTo>
                    <a:pt x="810" y="72"/>
                    <a:pt x="667" y="1"/>
                    <a:pt x="5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29" name="Google Shape;4129;p57"/>
            <p:cNvSpPr/>
            <p:nvPr/>
          </p:nvSpPr>
          <p:spPr>
            <a:xfrm>
              <a:off x="4164056" y="3055312"/>
              <a:ext cx="37032" cy="20310"/>
            </a:xfrm>
            <a:custGeom>
              <a:rect b="b" l="l" r="r" t="t"/>
              <a:pathLst>
                <a:path extrusionOk="0" h="549" w="1001">
                  <a:moveTo>
                    <a:pt x="501" y="1"/>
                  </a:moveTo>
                  <a:cubicBezTo>
                    <a:pt x="358" y="1"/>
                    <a:pt x="191" y="49"/>
                    <a:pt x="96" y="168"/>
                  </a:cubicBezTo>
                  <a:cubicBezTo>
                    <a:pt x="1" y="263"/>
                    <a:pt x="1" y="382"/>
                    <a:pt x="96" y="477"/>
                  </a:cubicBezTo>
                  <a:cubicBezTo>
                    <a:pt x="144" y="525"/>
                    <a:pt x="203" y="549"/>
                    <a:pt x="260" y="549"/>
                  </a:cubicBezTo>
                  <a:cubicBezTo>
                    <a:pt x="316" y="549"/>
                    <a:pt x="370" y="525"/>
                    <a:pt x="406" y="477"/>
                  </a:cubicBezTo>
                  <a:cubicBezTo>
                    <a:pt x="429" y="453"/>
                    <a:pt x="477" y="430"/>
                    <a:pt x="501" y="430"/>
                  </a:cubicBezTo>
                  <a:cubicBezTo>
                    <a:pt x="549" y="430"/>
                    <a:pt x="572" y="453"/>
                    <a:pt x="620" y="477"/>
                  </a:cubicBezTo>
                  <a:cubicBezTo>
                    <a:pt x="644" y="525"/>
                    <a:pt x="715" y="549"/>
                    <a:pt x="763" y="549"/>
                  </a:cubicBezTo>
                  <a:cubicBezTo>
                    <a:pt x="810" y="549"/>
                    <a:pt x="882" y="525"/>
                    <a:pt x="906" y="477"/>
                  </a:cubicBezTo>
                  <a:cubicBezTo>
                    <a:pt x="1001" y="382"/>
                    <a:pt x="1001" y="239"/>
                    <a:pt x="906" y="168"/>
                  </a:cubicBezTo>
                  <a:cubicBezTo>
                    <a:pt x="810" y="49"/>
                    <a:pt x="668" y="1"/>
                    <a:pt x="5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30" name="Google Shape;4130;p57"/>
            <p:cNvSpPr/>
            <p:nvPr/>
          </p:nvSpPr>
          <p:spPr>
            <a:xfrm>
              <a:off x="4138530" y="3026271"/>
              <a:ext cx="37032" cy="20273"/>
            </a:xfrm>
            <a:custGeom>
              <a:rect b="b" l="l" r="r" t="t"/>
              <a:pathLst>
                <a:path extrusionOk="0" h="548" w="1001">
                  <a:moveTo>
                    <a:pt x="241" y="0"/>
                  </a:moveTo>
                  <a:cubicBezTo>
                    <a:pt x="185" y="0"/>
                    <a:pt x="131" y="24"/>
                    <a:pt x="95" y="72"/>
                  </a:cubicBezTo>
                  <a:cubicBezTo>
                    <a:pt x="0" y="167"/>
                    <a:pt x="0" y="286"/>
                    <a:pt x="95" y="381"/>
                  </a:cubicBezTo>
                  <a:cubicBezTo>
                    <a:pt x="191" y="500"/>
                    <a:pt x="357" y="548"/>
                    <a:pt x="500" y="548"/>
                  </a:cubicBezTo>
                  <a:cubicBezTo>
                    <a:pt x="667" y="548"/>
                    <a:pt x="810" y="500"/>
                    <a:pt x="905" y="381"/>
                  </a:cubicBezTo>
                  <a:cubicBezTo>
                    <a:pt x="1000" y="286"/>
                    <a:pt x="1000" y="143"/>
                    <a:pt x="905" y="72"/>
                  </a:cubicBezTo>
                  <a:cubicBezTo>
                    <a:pt x="869" y="24"/>
                    <a:pt x="816" y="0"/>
                    <a:pt x="759" y="0"/>
                  </a:cubicBezTo>
                  <a:cubicBezTo>
                    <a:pt x="703" y="0"/>
                    <a:pt x="643" y="24"/>
                    <a:pt x="596" y="72"/>
                  </a:cubicBezTo>
                  <a:cubicBezTo>
                    <a:pt x="572" y="95"/>
                    <a:pt x="548" y="119"/>
                    <a:pt x="500" y="119"/>
                  </a:cubicBezTo>
                  <a:cubicBezTo>
                    <a:pt x="453" y="119"/>
                    <a:pt x="429" y="95"/>
                    <a:pt x="405" y="72"/>
                  </a:cubicBezTo>
                  <a:cubicBezTo>
                    <a:pt x="357" y="24"/>
                    <a:pt x="298" y="0"/>
                    <a:pt x="2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31" name="Google Shape;4131;p57"/>
            <p:cNvSpPr/>
            <p:nvPr/>
          </p:nvSpPr>
          <p:spPr>
            <a:xfrm>
              <a:off x="4190508" y="3026271"/>
              <a:ext cx="37032" cy="20273"/>
            </a:xfrm>
            <a:custGeom>
              <a:rect b="b" l="l" r="r" t="t"/>
              <a:pathLst>
                <a:path extrusionOk="0" h="548" w="1001">
                  <a:moveTo>
                    <a:pt x="241" y="0"/>
                  </a:moveTo>
                  <a:cubicBezTo>
                    <a:pt x="185" y="0"/>
                    <a:pt x="131" y="24"/>
                    <a:pt x="95" y="72"/>
                  </a:cubicBezTo>
                  <a:cubicBezTo>
                    <a:pt x="0" y="167"/>
                    <a:pt x="0" y="286"/>
                    <a:pt x="95" y="381"/>
                  </a:cubicBezTo>
                  <a:cubicBezTo>
                    <a:pt x="191" y="500"/>
                    <a:pt x="334" y="548"/>
                    <a:pt x="500" y="548"/>
                  </a:cubicBezTo>
                  <a:cubicBezTo>
                    <a:pt x="643" y="548"/>
                    <a:pt x="810" y="500"/>
                    <a:pt x="905" y="381"/>
                  </a:cubicBezTo>
                  <a:cubicBezTo>
                    <a:pt x="1000" y="286"/>
                    <a:pt x="1000" y="143"/>
                    <a:pt x="905" y="72"/>
                  </a:cubicBezTo>
                  <a:cubicBezTo>
                    <a:pt x="869" y="24"/>
                    <a:pt x="816" y="0"/>
                    <a:pt x="759" y="0"/>
                  </a:cubicBezTo>
                  <a:cubicBezTo>
                    <a:pt x="703" y="0"/>
                    <a:pt x="643" y="24"/>
                    <a:pt x="596" y="72"/>
                  </a:cubicBezTo>
                  <a:cubicBezTo>
                    <a:pt x="572" y="95"/>
                    <a:pt x="548" y="119"/>
                    <a:pt x="500" y="119"/>
                  </a:cubicBezTo>
                  <a:cubicBezTo>
                    <a:pt x="453" y="119"/>
                    <a:pt x="429" y="95"/>
                    <a:pt x="405" y="72"/>
                  </a:cubicBezTo>
                  <a:cubicBezTo>
                    <a:pt x="357" y="24"/>
                    <a:pt x="298" y="0"/>
                    <a:pt x="2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32" name="Google Shape;4132;p57"/>
            <p:cNvSpPr/>
            <p:nvPr/>
          </p:nvSpPr>
          <p:spPr>
            <a:xfrm>
              <a:off x="3946452" y="2970741"/>
              <a:ext cx="389446" cy="416749"/>
            </a:xfrm>
            <a:custGeom>
              <a:rect b="b" l="l" r="r" t="t"/>
              <a:pathLst>
                <a:path extrusionOk="0" h="11265" w="10527">
                  <a:moveTo>
                    <a:pt x="6383" y="453"/>
                  </a:moveTo>
                  <a:cubicBezTo>
                    <a:pt x="7240" y="453"/>
                    <a:pt x="7931" y="1144"/>
                    <a:pt x="7931" y="2001"/>
                  </a:cubicBezTo>
                  <a:cubicBezTo>
                    <a:pt x="7931" y="2835"/>
                    <a:pt x="7240" y="3525"/>
                    <a:pt x="6383" y="3525"/>
                  </a:cubicBezTo>
                  <a:cubicBezTo>
                    <a:pt x="5549" y="3525"/>
                    <a:pt x="4859" y="2835"/>
                    <a:pt x="4859" y="2001"/>
                  </a:cubicBezTo>
                  <a:cubicBezTo>
                    <a:pt x="4859" y="1144"/>
                    <a:pt x="5549" y="453"/>
                    <a:pt x="6383" y="453"/>
                  </a:cubicBezTo>
                  <a:close/>
                  <a:moveTo>
                    <a:pt x="7526" y="3621"/>
                  </a:moveTo>
                  <a:cubicBezTo>
                    <a:pt x="7621" y="3811"/>
                    <a:pt x="7716" y="4002"/>
                    <a:pt x="7788" y="4192"/>
                  </a:cubicBezTo>
                  <a:cubicBezTo>
                    <a:pt x="7621" y="4240"/>
                    <a:pt x="7478" y="4335"/>
                    <a:pt x="7335" y="4430"/>
                  </a:cubicBezTo>
                  <a:cubicBezTo>
                    <a:pt x="7288" y="4240"/>
                    <a:pt x="7193" y="4025"/>
                    <a:pt x="7097" y="3859"/>
                  </a:cubicBezTo>
                  <a:cubicBezTo>
                    <a:pt x="7240" y="3787"/>
                    <a:pt x="7383" y="3716"/>
                    <a:pt x="7526" y="3621"/>
                  </a:cubicBezTo>
                  <a:close/>
                  <a:moveTo>
                    <a:pt x="5002" y="3406"/>
                  </a:moveTo>
                  <a:cubicBezTo>
                    <a:pt x="5359" y="3763"/>
                    <a:pt x="5859" y="3978"/>
                    <a:pt x="6383" y="3978"/>
                  </a:cubicBezTo>
                  <a:cubicBezTo>
                    <a:pt x="6478" y="3978"/>
                    <a:pt x="6550" y="3978"/>
                    <a:pt x="6645" y="3954"/>
                  </a:cubicBezTo>
                  <a:cubicBezTo>
                    <a:pt x="6835" y="4216"/>
                    <a:pt x="6954" y="4549"/>
                    <a:pt x="6954" y="4883"/>
                  </a:cubicBezTo>
                  <a:cubicBezTo>
                    <a:pt x="6954" y="5740"/>
                    <a:pt x="6264" y="6431"/>
                    <a:pt x="5406" y="6431"/>
                  </a:cubicBezTo>
                  <a:cubicBezTo>
                    <a:pt x="4549" y="6431"/>
                    <a:pt x="3859" y="5740"/>
                    <a:pt x="3859" y="4883"/>
                  </a:cubicBezTo>
                  <a:cubicBezTo>
                    <a:pt x="3859" y="4192"/>
                    <a:pt x="4335" y="3573"/>
                    <a:pt x="5002" y="3406"/>
                  </a:cubicBezTo>
                  <a:close/>
                  <a:moveTo>
                    <a:pt x="8502" y="4502"/>
                  </a:moveTo>
                  <a:cubicBezTo>
                    <a:pt x="9360" y="4502"/>
                    <a:pt x="10050" y="5192"/>
                    <a:pt x="10050" y="6026"/>
                  </a:cubicBezTo>
                  <a:cubicBezTo>
                    <a:pt x="10050" y="6883"/>
                    <a:pt x="9360" y="7574"/>
                    <a:pt x="8502" y="7574"/>
                  </a:cubicBezTo>
                  <a:cubicBezTo>
                    <a:pt x="7669" y="7574"/>
                    <a:pt x="7002" y="6907"/>
                    <a:pt x="6978" y="6097"/>
                  </a:cubicBezTo>
                  <a:cubicBezTo>
                    <a:pt x="7216" y="5788"/>
                    <a:pt x="7359" y="5407"/>
                    <a:pt x="7383" y="4978"/>
                  </a:cubicBezTo>
                  <a:cubicBezTo>
                    <a:pt x="7669" y="4668"/>
                    <a:pt x="8074" y="4502"/>
                    <a:pt x="8502" y="4502"/>
                  </a:cubicBezTo>
                  <a:close/>
                  <a:moveTo>
                    <a:pt x="6382" y="0"/>
                  </a:moveTo>
                  <a:cubicBezTo>
                    <a:pt x="5426" y="0"/>
                    <a:pt x="4618" y="683"/>
                    <a:pt x="4454" y="1596"/>
                  </a:cubicBezTo>
                  <a:cubicBezTo>
                    <a:pt x="2453" y="1715"/>
                    <a:pt x="882" y="3359"/>
                    <a:pt x="882" y="5335"/>
                  </a:cubicBezTo>
                  <a:cubicBezTo>
                    <a:pt x="882" y="5573"/>
                    <a:pt x="667" y="5978"/>
                    <a:pt x="334" y="6454"/>
                  </a:cubicBezTo>
                  <a:cubicBezTo>
                    <a:pt x="1" y="6907"/>
                    <a:pt x="48" y="7217"/>
                    <a:pt x="143" y="7383"/>
                  </a:cubicBezTo>
                  <a:cubicBezTo>
                    <a:pt x="239" y="7574"/>
                    <a:pt x="477" y="7812"/>
                    <a:pt x="1096" y="7860"/>
                  </a:cubicBezTo>
                  <a:lnTo>
                    <a:pt x="1096" y="8812"/>
                  </a:lnTo>
                  <a:cubicBezTo>
                    <a:pt x="1096" y="9479"/>
                    <a:pt x="1620" y="10003"/>
                    <a:pt x="2287" y="10003"/>
                  </a:cubicBezTo>
                  <a:cubicBezTo>
                    <a:pt x="2858" y="10003"/>
                    <a:pt x="3168" y="10027"/>
                    <a:pt x="3311" y="10146"/>
                  </a:cubicBezTo>
                  <a:cubicBezTo>
                    <a:pt x="3430" y="10241"/>
                    <a:pt x="3478" y="10551"/>
                    <a:pt x="3525" y="11074"/>
                  </a:cubicBezTo>
                  <a:cubicBezTo>
                    <a:pt x="3525" y="11170"/>
                    <a:pt x="3620" y="11265"/>
                    <a:pt x="3739" y="11265"/>
                  </a:cubicBezTo>
                  <a:lnTo>
                    <a:pt x="6978" y="11265"/>
                  </a:lnTo>
                  <a:cubicBezTo>
                    <a:pt x="7074" y="11217"/>
                    <a:pt x="7121" y="11122"/>
                    <a:pt x="7097" y="11027"/>
                  </a:cubicBezTo>
                  <a:cubicBezTo>
                    <a:pt x="7074" y="10598"/>
                    <a:pt x="7074" y="10289"/>
                    <a:pt x="7074" y="10003"/>
                  </a:cubicBezTo>
                  <a:cubicBezTo>
                    <a:pt x="7074" y="9884"/>
                    <a:pt x="6978" y="9788"/>
                    <a:pt x="6859" y="9788"/>
                  </a:cubicBezTo>
                  <a:cubicBezTo>
                    <a:pt x="6740" y="9788"/>
                    <a:pt x="6621" y="9884"/>
                    <a:pt x="6621" y="10003"/>
                  </a:cubicBezTo>
                  <a:cubicBezTo>
                    <a:pt x="6621" y="10241"/>
                    <a:pt x="6645" y="10503"/>
                    <a:pt x="6645" y="10836"/>
                  </a:cubicBezTo>
                  <a:lnTo>
                    <a:pt x="3930" y="10836"/>
                  </a:lnTo>
                  <a:cubicBezTo>
                    <a:pt x="3906" y="10336"/>
                    <a:pt x="3835" y="10003"/>
                    <a:pt x="3597" y="9812"/>
                  </a:cubicBezTo>
                  <a:cubicBezTo>
                    <a:pt x="3335" y="9574"/>
                    <a:pt x="2930" y="9550"/>
                    <a:pt x="2287" y="9550"/>
                  </a:cubicBezTo>
                  <a:cubicBezTo>
                    <a:pt x="1858" y="9550"/>
                    <a:pt x="1525" y="9217"/>
                    <a:pt x="1525" y="8812"/>
                  </a:cubicBezTo>
                  <a:lnTo>
                    <a:pt x="1525" y="8526"/>
                  </a:lnTo>
                  <a:lnTo>
                    <a:pt x="2168" y="8526"/>
                  </a:lnTo>
                  <a:cubicBezTo>
                    <a:pt x="2287" y="8526"/>
                    <a:pt x="2382" y="8455"/>
                    <a:pt x="2406" y="8336"/>
                  </a:cubicBezTo>
                  <a:cubicBezTo>
                    <a:pt x="2430" y="8193"/>
                    <a:pt x="2311" y="8074"/>
                    <a:pt x="2192" y="8074"/>
                  </a:cubicBezTo>
                  <a:lnTo>
                    <a:pt x="1525" y="8074"/>
                  </a:lnTo>
                  <a:lnTo>
                    <a:pt x="1525" y="7645"/>
                  </a:lnTo>
                  <a:cubicBezTo>
                    <a:pt x="1525" y="7526"/>
                    <a:pt x="1429" y="7407"/>
                    <a:pt x="1310" y="7407"/>
                  </a:cubicBezTo>
                  <a:cubicBezTo>
                    <a:pt x="906" y="7407"/>
                    <a:pt x="596" y="7336"/>
                    <a:pt x="525" y="7193"/>
                  </a:cubicBezTo>
                  <a:cubicBezTo>
                    <a:pt x="477" y="7074"/>
                    <a:pt x="525" y="6907"/>
                    <a:pt x="667" y="6716"/>
                  </a:cubicBezTo>
                  <a:cubicBezTo>
                    <a:pt x="953" y="6312"/>
                    <a:pt x="1310" y="5740"/>
                    <a:pt x="1310" y="5335"/>
                  </a:cubicBezTo>
                  <a:cubicBezTo>
                    <a:pt x="1310" y="3597"/>
                    <a:pt x="2668" y="2168"/>
                    <a:pt x="4382" y="2049"/>
                  </a:cubicBezTo>
                  <a:cubicBezTo>
                    <a:pt x="4406" y="2406"/>
                    <a:pt x="4502" y="2739"/>
                    <a:pt x="4692" y="3025"/>
                  </a:cubicBezTo>
                  <a:cubicBezTo>
                    <a:pt x="3930" y="3311"/>
                    <a:pt x="3406" y="4049"/>
                    <a:pt x="3406" y="4883"/>
                  </a:cubicBezTo>
                  <a:cubicBezTo>
                    <a:pt x="3406" y="5954"/>
                    <a:pt x="4287" y="6859"/>
                    <a:pt x="5383" y="6859"/>
                  </a:cubicBezTo>
                  <a:cubicBezTo>
                    <a:pt x="5811" y="6859"/>
                    <a:pt x="6216" y="6716"/>
                    <a:pt x="6550" y="6478"/>
                  </a:cubicBezTo>
                  <a:cubicBezTo>
                    <a:pt x="6645" y="6883"/>
                    <a:pt x="6883" y="7264"/>
                    <a:pt x="7216" y="7526"/>
                  </a:cubicBezTo>
                  <a:cubicBezTo>
                    <a:pt x="7145" y="7693"/>
                    <a:pt x="7074" y="7836"/>
                    <a:pt x="7002" y="7979"/>
                  </a:cubicBezTo>
                  <a:cubicBezTo>
                    <a:pt x="6954" y="8098"/>
                    <a:pt x="7002" y="8217"/>
                    <a:pt x="7097" y="8264"/>
                  </a:cubicBezTo>
                  <a:cubicBezTo>
                    <a:pt x="7121" y="8288"/>
                    <a:pt x="7169" y="8288"/>
                    <a:pt x="7193" y="8288"/>
                  </a:cubicBezTo>
                  <a:cubicBezTo>
                    <a:pt x="7288" y="8288"/>
                    <a:pt x="7359" y="8241"/>
                    <a:pt x="7407" y="8169"/>
                  </a:cubicBezTo>
                  <a:cubicBezTo>
                    <a:pt x="7455" y="8050"/>
                    <a:pt x="7526" y="7907"/>
                    <a:pt x="7574" y="7788"/>
                  </a:cubicBezTo>
                  <a:cubicBezTo>
                    <a:pt x="7883" y="7931"/>
                    <a:pt x="8193" y="8002"/>
                    <a:pt x="8550" y="8002"/>
                  </a:cubicBezTo>
                  <a:cubicBezTo>
                    <a:pt x="9574" y="7979"/>
                    <a:pt x="10431" y="7145"/>
                    <a:pt x="10455" y="6097"/>
                  </a:cubicBezTo>
                  <a:cubicBezTo>
                    <a:pt x="10527" y="4978"/>
                    <a:pt x="9622" y="4049"/>
                    <a:pt x="8502" y="4049"/>
                  </a:cubicBezTo>
                  <a:cubicBezTo>
                    <a:pt x="8407" y="4049"/>
                    <a:pt x="8312" y="4049"/>
                    <a:pt x="8217" y="4073"/>
                  </a:cubicBezTo>
                  <a:cubicBezTo>
                    <a:pt x="8121" y="3811"/>
                    <a:pt x="7978" y="3549"/>
                    <a:pt x="7836" y="3335"/>
                  </a:cubicBezTo>
                  <a:cubicBezTo>
                    <a:pt x="8169" y="2978"/>
                    <a:pt x="8359" y="2477"/>
                    <a:pt x="8359" y="1954"/>
                  </a:cubicBezTo>
                  <a:cubicBezTo>
                    <a:pt x="8336" y="906"/>
                    <a:pt x="7502" y="48"/>
                    <a:pt x="6431" y="1"/>
                  </a:cubicBezTo>
                  <a:cubicBezTo>
                    <a:pt x="6414" y="0"/>
                    <a:pt x="6398" y="0"/>
                    <a:pt x="63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33" name="Google Shape;4133;p57"/>
            <p:cNvSpPr/>
            <p:nvPr/>
          </p:nvSpPr>
          <p:spPr>
            <a:xfrm>
              <a:off x="4242486" y="3212133"/>
              <a:ext cx="37032" cy="20310"/>
            </a:xfrm>
            <a:custGeom>
              <a:rect b="b" l="l" r="r" t="t"/>
              <a:pathLst>
                <a:path extrusionOk="0" h="549" w="1001">
                  <a:moveTo>
                    <a:pt x="500" y="1"/>
                  </a:moveTo>
                  <a:cubicBezTo>
                    <a:pt x="357" y="1"/>
                    <a:pt x="191" y="72"/>
                    <a:pt x="96" y="168"/>
                  </a:cubicBezTo>
                  <a:cubicBezTo>
                    <a:pt x="0" y="263"/>
                    <a:pt x="0" y="406"/>
                    <a:pt x="96" y="477"/>
                  </a:cubicBezTo>
                  <a:cubicBezTo>
                    <a:pt x="143" y="525"/>
                    <a:pt x="191" y="549"/>
                    <a:pt x="238" y="549"/>
                  </a:cubicBezTo>
                  <a:cubicBezTo>
                    <a:pt x="310" y="549"/>
                    <a:pt x="357" y="525"/>
                    <a:pt x="405" y="477"/>
                  </a:cubicBezTo>
                  <a:cubicBezTo>
                    <a:pt x="429" y="453"/>
                    <a:pt x="453" y="453"/>
                    <a:pt x="500" y="453"/>
                  </a:cubicBezTo>
                  <a:cubicBezTo>
                    <a:pt x="548" y="453"/>
                    <a:pt x="572" y="453"/>
                    <a:pt x="596" y="477"/>
                  </a:cubicBezTo>
                  <a:cubicBezTo>
                    <a:pt x="643" y="525"/>
                    <a:pt x="703" y="549"/>
                    <a:pt x="759" y="549"/>
                  </a:cubicBezTo>
                  <a:cubicBezTo>
                    <a:pt x="816" y="549"/>
                    <a:pt x="869" y="525"/>
                    <a:pt x="905" y="477"/>
                  </a:cubicBezTo>
                  <a:cubicBezTo>
                    <a:pt x="1000" y="406"/>
                    <a:pt x="1000" y="263"/>
                    <a:pt x="905" y="168"/>
                  </a:cubicBezTo>
                  <a:cubicBezTo>
                    <a:pt x="810" y="72"/>
                    <a:pt x="667" y="1"/>
                    <a:pt x="5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34" name="Google Shape;4134;p57"/>
            <p:cNvSpPr/>
            <p:nvPr/>
          </p:nvSpPr>
          <p:spPr>
            <a:xfrm>
              <a:off x="4226615" y="3182685"/>
              <a:ext cx="26488" cy="20680"/>
            </a:xfrm>
            <a:custGeom>
              <a:rect b="b" l="l" r="r" t="t"/>
              <a:pathLst>
                <a:path extrusionOk="0" h="559" w="716">
                  <a:moveTo>
                    <a:pt x="251" y="0"/>
                  </a:moveTo>
                  <a:cubicBezTo>
                    <a:pt x="175" y="0"/>
                    <a:pt x="96" y="43"/>
                    <a:pt x="48" y="106"/>
                  </a:cubicBezTo>
                  <a:cubicBezTo>
                    <a:pt x="1" y="202"/>
                    <a:pt x="24" y="344"/>
                    <a:pt x="143" y="416"/>
                  </a:cubicBezTo>
                  <a:lnTo>
                    <a:pt x="358" y="535"/>
                  </a:lnTo>
                  <a:cubicBezTo>
                    <a:pt x="405" y="559"/>
                    <a:pt x="429" y="559"/>
                    <a:pt x="477" y="559"/>
                  </a:cubicBezTo>
                  <a:cubicBezTo>
                    <a:pt x="548" y="559"/>
                    <a:pt x="620" y="535"/>
                    <a:pt x="667" y="464"/>
                  </a:cubicBezTo>
                  <a:cubicBezTo>
                    <a:pt x="715" y="344"/>
                    <a:pt x="691" y="225"/>
                    <a:pt x="572" y="154"/>
                  </a:cubicBezTo>
                  <a:lnTo>
                    <a:pt x="358" y="35"/>
                  </a:lnTo>
                  <a:cubicBezTo>
                    <a:pt x="326" y="11"/>
                    <a:pt x="289" y="0"/>
                    <a:pt x="2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35" name="Google Shape;4135;p57"/>
            <p:cNvSpPr/>
            <p:nvPr/>
          </p:nvSpPr>
          <p:spPr>
            <a:xfrm>
              <a:off x="4268900" y="3182685"/>
              <a:ext cx="27339" cy="20680"/>
            </a:xfrm>
            <a:custGeom>
              <a:rect b="b" l="l" r="r" t="t"/>
              <a:pathLst>
                <a:path extrusionOk="0" h="559" w="739">
                  <a:moveTo>
                    <a:pt x="481" y="0"/>
                  </a:moveTo>
                  <a:cubicBezTo>
                    <a:pt x="440" y="0"/>
                    <a:pt x="398" y="11"/>
                    <a:pt x="358" y="35"/>
                  </a:cubicBezTo>
                  <a:lnTo>
                    <a:pt x="144" y="154"/>
                  </a:lnTo>
                  <a:cubicBezTo>
                    <a:pt x="48" y="225"/>
                    <a:pt x="1" y="344"/>
                    <a:pt x="72" y="464"/>
                  </a:cubicBezTo>
                  <a:cubicBezTo>
                    <a:pt x="96" y="535"/>
                    <a:pt x="167" y="559"/>
                    <a:pt x="263" y="559"/>
                  </a:cubicBezTo>
                  <a:cubicBezTo>
                    <a:pt x="286" y="559"/>
                    <a:pt x="334" y="559"/>
                    <a:pt x="358" y="535"/>
                  </a:cubicBezTo>
                  <a:lnTo>
                    <a:pt x="596" y="416"/>
                  </a:lnTo>
                  <a:cubicBezTo>
                    <a:pt x="691" y="344"/>
                    <a:pt x="739" y="202"/>
                    <a:pt x="668" y="106"/>
                  </a:cubicBezTo>
                  <a:cubicBezTo>
                    <a:pt x="636" y="43"/>
                    <a:pt x="562" y="0"/>
                    <a:pt x="4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36" name="Google Shape;4136;p57"/>
            <p:cNvSpPr/>
            <p:nvPr/>
          </p:nvSpPr>
          <p:spPr>
            <a:xfrm>
              <a:off x="4009898" y="3166334"/>
              <a:ext cx="31742" cy="30891"/>
            </a:xfrm>
            <a:custGeom>
              <a:rect b="b" l="l" r="r" t="t"/>
              <a:pathLst>
                <a:path extrusionOk="0" h="835" w="858">
                  <a:moveTo>
                    <a:pt x="235" y="1"/>
                  </a:moveTo>
                  <a:cubicBezTo>
                    <a:pt x="179" y="1"/>
                    <a:pt x="119" y="24"/>
                    <a:pt x="72" y="72"/>
                  </a:cubicBezTo>
                  <a:cubicBezTo>
                    <a:pt x="0" y="143"/>
                    <a:pt x="0" y="286"/>
                    <a:pt x="72" y="382"/>
                  </a:cubicBezTo>
                  <a:lnTo>
                    <a:pt x="119" y="405"/>
                  </a:lnTo>
                  <a:lnTo>
                    <a:pt x="72" y="453"/>
                  </a:lnTo>
                  <a:cubicBezTo>
                    <a:pt x="0" y="524"/>
                    <a:pt x="0" y="667"/>
                    <a:pt x="72" y="763"/>
                  </a:cubicBezTo>
                  <a:cubicBezTo>
                    <a:pt x="119" y="810"/>
                    <a:pt x="167" y="834"/>
                    <a:pt x="238" y="834"/>
                  </a:cubicBezTo>
                  <a:cubicBezTo>
                    <a:pt x="286" y="834"/>
                    <a:pt x="334" y="810"/>
                    <a:pt x="381" y="763"/>
                  </a:cubicBezTo>
                  <a:lnTo>
                    <a:pt x="429" y="715"/>
                  </a:lnTo>
                  <a:lnTo>
                    <a:pt x="453" y="763"/>
                  </a:lnTo>
                  <a:cubicBezTo>
                    <a:pt x="500" y="810"/>
                    <a:pt x="572" y="834"/>
                    <a:pt x="619" y="834"/>
                  </a:cubicBezTo>
                  <a:cubicBezTo>
                    <a:pt x="667" y="834"/>
                    <a:pt x="738" y="810"/>
                    <a:pt x="762" y="763"/>
                  </a:cubicBezTo>
                  <a:cubicBezTo>
                    <a:pt x="858" y="667"/>
                    <a:pt x="858" y="524"/>
                    <a:pt x="762" y="453"/>
                  </a:cubicBezTo>
                  <a:lnTo>
                    <a:pt x="738" y="405"/>
                  </a:lnTo>
                  <a:lnTo>
                    <a:pt x="762" y="382"/>
                  </a:lnTo>
                  <a:cubicBezTo>
                    <a:pt x="858" y="286"/>
                    <a:pt x="858" y="143"/>
                    <a:pt x="786" y="72"/>
                  </a:cubicBezTo>
                  <a:cubicBezTo>
                    <a:pt x="738" y="24"/>
                    <a:pt x="679" y="1"/>
                    <a:pt x="619" y="1"/>
                  </a:cubicBezTo>
                  <a:cubicBezTo>
                    <a:pt x="560" y="1"/>
                    <a:pt x="500" y="24"/>
                    <a:pt x="453" y="72"/>
                  </a:cubicBezTo>
                  <a:lnTo>
                    <a:pt x="429" y="96"/>
                  </a:lnTo>
                  <a:lnTo>
                    <a:pt x="381" y="72"/>
                  </a:lnTo>
                  <a:cubicBezTo>
                    <a:pt x="346" y="24"/>
                    <a:pt x="292" y="1"/>
                    <a:pt x="2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137" name="Google Shape;4137;p57"/>
          <p:cNvGrpSpPr/>
          <p:nvPr/>
        </p:nvGrpSpPr>
        <p:grpSpPr>
          <a:xfrm>
            <a:off x="6881156" y="3080586"/>
            <a:ext cx="333170" cy="445587"/>
            <a:chOff x="4834517" y="2971481"/>
            <a:chExt cx="311054" cy="416009"/>
          </a:xfrm>
        </p:grpSpPr>
        <p:sp>
          <p:nvSpPr>
            <p:cNvPr id="4138" name="Google Shape;4138;p57"/>
            <p:cNvSpPr/>
            <p:nvPr/>
          </p:nvSpPr>
          <p:spPr>
            <a:xfrm>
              <a:off x="4834517" y="2971481"/>
              <a:ext cx="311054" cy="416009"/>
            </a:xfrm>
            <a:custGeom>
              <a:rect b="b" l="l" r="r" t="t"/>
              <a:pathLst>
                <a:path extrusionOk="0" h="11245" w="8408">
                  <a:moveTo>
                    <a:pt x="3244" y="1"/>
                  </a:moveTo>
                  <a:cubicBezTo>
                    <a:pt x="3121" y="1"/>
                    <a:pt x="3025" y="91"/>
                    <a:pt x="3025" y="219"/>
                  </a:cubicBezTo>
                  <a:lnTo>
                    <a:pt x="3025" y="1934"/>
                  </a:lnTo>
                  <a:cubicBezTo>
                    <a:pt x="2644" y="2124"/>
                    <a:pt x="2263" y="2362"/>
                    <a:pt x="1953" y="2672"/>
                  </a:cubicBezTo>
                  <a:cubicBezTo>
                    <a:pt x="1239" y="3386"/>
                    <a:pt x="858" y="4315"/>
                    <a:pt x="858" y="5315"/>
                  </a:cubicBezTo>
                  <a:cubicBezTo>
                    <a:pt x="858" y="5530"/>
                    <a:pt x="644" y="5958"/>
                    <a:pt x="310" y="6434"/>
                  </a:cubicBezTo>
                  <a:cubicBezTo>
                    <a:pt x="1" y="6863"/>
                    <a:pt x="24" y="7173"/>
                    <a:pt x="120" y="7363"/>
                  </a:cubicBezTo>
                  <a:cubicBezTo>
                    <a:pt x="239" y="7554"/>
                    <a:pt x="477" y="7792"/>
                    <a:pt x="1072" y="7816"/>
                  </a:cubicBezTo>
                  <a:lnTo>
                    <a:pt x="1072" y="8792"/>
                  </a:lnTo>
                  <a:cubicBezTo>
                    <a:pt x="1072" y="9459"/>
                    <a:pt x="1596" y="9983"/>
                    <a:pt x="2263" y="9983"/>
                  </a:cubicBezTo>
                  <a:cubicBezTo>
                    <a:pt x="2835" y="9983"/>
                    <a:pt x="3144" y="10007"/>
                    <a:pt x="3287" y="10102"/>
                  </a:cubicBezTo>
                  <a:cubicBezTo>
                    <a:pt x="3406" y="10221"/>
                    <a:pt x="3454" y="10507"/>
                    <a:pt x="3501" y="11031"/>
                  </a:cubicBezTo>
                  <a:cubicBezTo>
                    <a:pt x="3501" y="11150"/>
                    <a:pt x="3597" y="11245"/>
                    <a:pt x="3716" y="11245"/>
                  </a:cubicBezTo>
                  <a:lnTo>
                    <a:pt x="6859" y="11245"/>
                  </a:lnTo>
                  <a:cubicBezTo>
                    <a:pt x="6883" y="11245"/>
                    <a:pt x="6931" y="11245"/>
                    <a:pt x="6954" y="11221"/>
                  </a:cubicBezTo>
                  <a:cubicBezTo>
                    <a:pt x="7026" y="11197"/>
                    <a:pt x="7097" y="11102"/>
                    <a:pt x="7074" y="11007"/>
                  </a:cubicBezTo>
                  <a:cubicBezTo>
                    <a:pt x="7050" y="10578"/>
                    <a:pt x="7050" y="10269"/>
                    <a:pt x="7050" y="9983"/>
                  </a:cubicBezTo>
                  <a:cubicBezTo>
                    <a:pt x="7050" y="9864"/>
                    <a:pt x="6954" y="9768"/>
                    <a:pt x="6835" y="9768"/>
                  </a:cubicBezTo>
                  <a:cubicBezTo>
                    <a:pt x="6716" y="9768"/>
                    <a:pt x="6597" y="9864"/>
                    <a:pt x="6597" y="9983"/>
                  </a:cubicBezTo>
                  <a:cubicBezTo>
                    <a:pt x="6597" y="10221"/>
                    <a:pt x="6621" y="10483"/>
                    <a:pt x="6621" y="10792"/>
                  </a:cubicBezTo>
                  <a:lnTo>
                    <a:pt x="3906" y="10792"/>
                  </a:lnTo>
                  <a:cubicBezTo>
                    <a:pt x="3882" y="10316"/>
                    <a:pt x="3811" y="9983"/>
                    <a:pt x="3573" y="9768"/>
                  </a:cubicBezTo>
                  <a:cubicBezTo>
                    <a:pt x="3311" y="9554"/>
                    <a:pt x="2906" y="9530"/>
                    <a:pt x="2263" y="9530"/>
                  </a:cubicBezTo>
                  <a:cubicBezTo>
                    <a:pt x="1834" y="9530"/>
                    <a:pt x="1501" y="9197"/>
                    <a:pt x="1501" y="8792"/>
                  </a:cubicBezTo>
                  <a:lnTo>
                    <a:pt x="1501" y="8482"/>
                  </a:lnTo>
                  <a:lnTo>
                    <a:pt x="2168" y="8482"/>
                  </a:lnTo>
                  <a:cubicBezTo>
                    <a:pt x="2263" y="8482"/>
                    <a:pt x="2358" y="8411"/>
                    <a:pt x="2382" y="8316"/>
                  </a:cubicBezTo>
                  <a:cubicBezTo>
                    <a:pt x="2406" y="8173"/>
                    <a:pt x="2287" y="8054"/>
                    <a:pt x="2168" y="8054"/>
                  </a:cubicBezTo>
                  <a:lnTo>
                    <a:pt x="1501" y="8054"/>
                  </a:lnTo>
                  <a:lnTo>
                    <a:pt x="1501" y="7601"/>
                  </a:lnTo>
                  <a:cubicBezTo>
                    <a:pt x="1501" y="7482"/>
                    <a:pt x="1406" y="7387"/>
                    <a:pt x="1287" y="7387"/>
                  </a:cubicBezTo>
                  <a:cubicBezTo>
                    <a:pt x="882" y="7387"/>
                    <a:pt x="596" y="7292"/>
                    <a:pt x="525" y="7149"/>
                  </a:cubicBezTo>
                  <a:cubicBezTo>
                    <a:pt x="453" y="7054"/>
                    <a:pt x="525" y="6887"/>
                    <a:pt x="667" y="6673"/>
                  </a:cubicBezTo>
                  <a:cubicBezTo>
                    <a:pt x="953" y="6292"/>
                    <a:pt x="1287" y="5720"/>
                    <a:pt x="1287" y="5315"/>
                  </a:cubicBezTo>
                  <a:cubicBezTo>
                    <a:pt x="1287" y="4053"/>
                    <a:pt x="1977" y="2958"/>
                    <a:pt x="3025" y="2410"/>
                  </a:cubicBezTo>
                  <a:lnTo>
                    <a:pt x="3025" y="3362"/>
                  </a:lnTo>
                  <a:cubicBezTo>
                    <a:pt x="3025" y="3481"/>
                    <a:pt x="3096" y="3577"/>
                    <a:pt x="3216" y="3577"/>
                  </a:cubicBezTo>
                  <a:cubicBezTo>
                    <a:pt x="3228" y="3579"/>
                    <a:pt x="3240" y="3580"/>
                    <a:pt x="3252" y="3580"/>
                  </a:cubicBezTo>
                  <a:cubicBezTo>
                    <a:pt x="3358" y="3580"/>
                    <a:pt x="3454" y="3491"/>
                    <a:pt x="3454" y="3362"/>
                  </a:cubicBezTo>
                  <a:lnTo>
                    <a:pt x="3454" y="2219"/>
                  </a:lnTo>
                  <a:cubicBezTo>
                    <a:pt x="3668" y="2124"/>
                    <a:pt x="3906" y="2076"/>
                    <a:pt x="4121" y="2053"/>
                  </a:cubicBezTo>
                  <a:lnTo>
                    <a:pt x="4121" y="4244"/>
                  </a:lnTo>
                  <a:cubicBezTo>
                    <a:pt x="4121" y="4363"/>
                    <a:pt x="4192" y="4458"/>
                    <a:pt x="4311" y="4458"/>
                  </a:cubicBezTo>
                  <a:cubicBezTo>
                    <a:pt x="4326" y="4460"/>
                    <a:pt x="4340" y="4462"/>
                    <a:pt x="4354" y="4462"/>
                  </a:cubicBezTo>
                  <a:cubicBezTo>
                    <a:pt x="4477" y="4462"/>
                    <a:pt x="4573" y="4372"/>
                    <a:pt x="4573" y="4244"/>
                  </a:cubicBezTo>
                  <a:lnTo>
                    <a:pt x="4573" y="2005"/>
                  </a:lnTo>
                  <a:lnTo>
                    <a:pt x="4621" y="2005"/>
                  </a:lnTo>
                  <a:cubicBezTo>
                    <a:pt x="4835" y="2005"/>
                    <a:pt x="5025" y="2029"/>
                    <a:pt x="5216" y="2053"/>
                  </a:cubicBezTo>
                  <a:lnTo>
                    <a:pt x="5216" y="3362"/>
                  </a:lnTo>
                  <a:cubicBezTo>
                    <a:pt x="5216" y="3458"/>
                    <a:pt x="5311" y="3577"/>
                    <a:pt x="5406" y="3577"/>
                  </a:cubicBezTo>
                  <a:cubicBezTo>
                    <a:pt x="5421" y="3579"/>
                    <a:pt x="5436" y="3580"/>
                    <a:pt x="5450" y="3580"/>
                  </a:cubicBezTo>
                  <a:cubicBezTo>
                    <a:pt x="5573" y="3580"/>
                    <a:pt x="5668" y="3491"/>
                    <a:pt x="5668" y="3362"/>
                  </a:cubicBezTo>
                  <a:lnTo>
                    <a:pt x="5668" y="2172"/>
                  </a:lnTo>
                  <a:cubicBezTo>
                    <a:pt x="5907" y="2243"/>
                    <a:pt x="6121" y="2338"/>
                    <a:pt x="6335" y="2457"/>
                  </a:cubicBezTo>
                  <a:lnTo>
                    <a:pt x="6335" y="5410"/>
                  </a:lnTo>
                  <a:cubicBezTo>
                    <a:pt x="6335" y="5506"/>
                    <a:pt x="6407" y="5601"/>
                    <a:pt x="6502" y="5625"/>
                  </a:cubicBezTo>
                  <a:cubicBezTo>
                    <a:pt x="6514" y="5627"/>
                    <a:pt x="6527" y="5628"/>
                    <a:pt x="6539" y="5628"/>
                  </a:cubicBezTo>
                  <a:cubicBezTo>
                    <a:pt x="6665" y="5628"/>
                    <a:pt x="6764" y="5519"/>
                    <a:pt x="6764" y="5410"/>
                  </a:cubicBezTo>
                  <a:lnTo>
                    <a:pt x="6764" y="2767"/>
                  </a:lnTo>
                  <a:cubicBezTo>
                    <a:pt x="6764" y="2767"/>
                    <a:pt x="7978" y="4291"/>
                    <a:pt x="7978" y="5291"/>
                  </a:cubicBezTo>
                  <a:cubicBezTo>
                    <a:pt x="7978" y="5911"/>
                    <a:pt x="7812" y="6506"/>
                    <a:pt x="7478" y="7006"/>
                  </a:cubicBezTo>
                  <a:cubicBezTo>
                    <a:pt x="7288" y="7339"/>
                    <a:pt x="7121" y="7649"/>
                    <a:pt x="6978" y="7959"/>
                  </a:cubicBezTo>
                  <a:cubicBezTo>
                    <a:pt x="6931" y="8078"/>
                    <a:pt x="7002" y="8197"/>
                    <a:pt x="7097" y="8244"/>
                  </a:cubicBezTo>
                  <a:cubicBezTo>
                    <a:pt x="7128" y="8257"/>
                    <a:pt x="7160" y="8263"/>
                    <a:pt x="7192" y="8263"/>
                  </a:cubicBezTo>
                  <a:cubicBezTo>
                    <a:pt x="7284" y="8263"/>
                    <a:pt x="7372" y="8214"/>
                    <a:pt x="7407" y="8125"/>
                  </a:cubicBezTo>
                  <a:cubicBezTo>
                    <a:pt x="7502" y="7863"/>
                    <a:pt x="7669" y="7554"/>
                    <a:pt x="7859" y="7244"/>
                  </a:cubicBezTo>
                  <a:cubicBezTo>
                    <a:pt x="8217" y="6673"/>
                    <a:pt x="8407" y="5982"/>
                    <a:pt x="8407" y="5315"/>
                  </a:cubicBezTo>
                  <a:cubicBezTo>
                    <a:pt x="8407" y="4315"/>
                    <a:pt x="8026" y="3386"/>
                    <a:pt x="7312" y="2672"/>
                  </a:cubicBezTo>
                  <a:cubicBezTo>
                    <a:pt x="7145" y="2505"/>
                    <a:pt x="6788" y="2243"/>
                    <a:pt x="6788" y="2243"/>
                  </a:cubicBezTo>
                  <a:lnTo>
                    <a:pt x="6788" y="1100"/>
                  </a:lnTo>
                  <a:cubicBezTo>
                    <a:pt x="6788" y="1005"/>
                    <a:pt x="6740" y="910"/>
                    <a:pt x="6645" y="886"/>
                  </a:cubicBezTo>
                  <a:cubicBezTo>
                    <a:pt x="6611" y="871"/>
                    <a:pt x="6578" y="865"/>
                    <a:pt x="6547" y="865"/>
                  </a:cubicBezTo>
                  <a:cubicBezTo>
                    <a:pt x="6426" y="865"/>
                    <a:pt x="6335" y="967"/>
                    <a:pt x="6335" y="1100"/>
                  </a:cubicBezTo>
                  <a:lnTo>
                    <a:pt x="6335" y="1981"/>
                  </a:lnTo>
                  <a:cubicBezTo>
                    <a:pt x="6121" y="1862"/>
                    <a:pt x="5907" y="1791"/>
                    <a:pt x="5668" y="1719"/>
                  </a:cubicBezTo>
                  <a:lnTo>
                    <a:pt x="5668" y="219"/>
                  </a:lnTo>
                  <a:cubicBezTo>
                    <a:pt x="5668" y="100"/>
                    <a:pt x="5597" y="5"/>
                    <a:pt x="5478" y="5"/>
                  </a:cubicBezTo>
                  <a:cubicBezTo>
                    <a:pt x="5463" y="2"/>
                    <a:pt x="5449" y="1"/>
                    <a:pt x="5435" y="1"/>
                  </a:cubicBezTo>
                  <a:cubicBezTo>
                    <a:pt x="5312" y="1"/>
                    <a:pt x="5216" y="91"/>
                    <a:pt x="5216" y="219"/>
                  </a:cubicBezTo>
                  <a:lnTo>
                    <a:pt x="5216" y="1624"/>
                  </a:lnTo>
                  <a:cubicBezTo>
                    <a:pt x="5025" y="1600"/>
                    <a:pt x="4835" y="1576"/>
                    <a:pt x="4621" y="1576"/>
                  </a:cubicBezTo>
                  <a:lnTo>
                    <a:pt x="4573" y="1576"/>
                  </a:lnTo>
                  <a:lnTo>
                    <a:pt x="4573" y="1100"/>
                  </a:lnTo>
                  <a:cubicBezTo>
                    <a:pt x="4573" y="981"/>
                    <a:pt x="4502" y="886"/>
                    <a:pt x="4382" y="886"/>
                  </a:cubicBezTo>
                  <a:cubicBezTo>
                    <a:pt x="4368" y="883"/>
                    <a:pt x="4353" y="882"/>
                    <a:pt x="4339" y="882"/>
                  </a:cubicBezTo>
                  <a:cubicBezTo>
                    <a:pt x="4216" y="882"/>
                    <a:pt x="4121" y="972"/>
                    <a:pt x="4121" y="1100"/>
                  </a:cubicBezTo>
                  <a:lnTo>
                    <a:pt x="4121" y="1600"/>
                  </a:lnTo>
                  <a:cubicBezTo>
                    <a:pt x="3906" y="1648"/>
                    <a:pt x="3692" y="1695"/>
                    <a:pt x="3478" y="1743"/>
                  </a:cubicBezTo>
                  <a:lnTo>
                    <a:pt x="3478" y="219"/>
                  </a:lnTo>
                  <a:cubicBezTo>
                    <a:pt x="3478" y="100"/>
                    <a:pt x="3382" y="5"/>
                    <a:pt x="3287" y="5"/>
                  </a:cubicBezTo>
                  <a:cubicBezTo>
                    <a:pt x="3272" y="2"/>
                    <a:pt x="3258" y="1"/>
                    <a:pt x="32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39" name="Google Shape;4139;p57"/>
            <p:cNvSpPr/>
            <p:nvPr/>
          </p:nvSpPr>
          <p:spPr>
            <a:xfrm>
              <a:off x="4898851" y="3178653"/>
              <a:ext cx="20273" cy="15908"/>
            </a:xfrm>
            <a:custGeom>
              <a:rect b="b" l="l" r="r" t="t"/>
              <a:pathLst>
                <a:path extrusionOk="0" h="430" w="548">
                  <a:moveTo>
                    <a:pt x="262" y="1"/>
                  </a:moveTo>
                  <a:cubicBezTo>
                    <a:pt x="191" y="1"/>
                    <a:pt x="119" y="49"/>
                    <a:pt x="72" y="120"/>
                  </a:cubicBezTo>
                  <a:cubicBezTo>
                    <a:pt x="0" y="287"/>
                    <a:pt x="119" y="430"/>
                    <a:pt x="262" y="430"/>
                  </a:cubicBezTo>
                  <a:cubicBezTo>
                    <a:pt x="429" y="430"/>
                    <a:pt x="548" y="263"/>
                    <a:pt x="453" y="96"/>
                  </a:cubicBezTo>
                  <a:cubicBezTo>
                    <a:pt x="429" y="25"/>
                    <a:pt x="357" y="1"/>
                    <a:pt x="2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40" name="Google Shape;4140;p57"/>
            <p:cNvSpPr/>
            <p:nvPr/>
          </p:nvSpPr>
          <p:spPr>
            <a:xfrm>
              <a:off x="5080644" y="3296741"/>
              <a:ext cx="19089" cy="16167"/>
            </a:xfrm>
            <a:custGeom>
              <a:rect b="b" l="l" r="r" t="t"/>
              <a:pathLst>
                <a:path extrusionOk="0" h="437" w="516">
                  <a:moveTo>
                    <a:pt x="254" y="0"/>
                  </a:moveTo>
                  <a:cubicBezTo>
                    <a:pt x="182" y="0"/>
                    <a:pt x="87" y="48"/>
                    <a:pt x="63" y="119"/>
                  </a:cubicBezTo>
                  <a:cubicBezTo>
                    <a:pt x="0" y="287"/>
                    <a:pt x="123" y="437"/>
                    <a:pt x="283" y="437"/>
                  </a:cubicBezTo>
                  <a:cubicBezTo>
                    <a:pt x="305" y="437"/>
                    <a:pt x="327" y="434"/>
                    <a:pt x="349" y="429"/>
                  </a:cubicBezTo>
                  <a:cubicBezTo>
                    <a:pt x="397" y="405"/>
                    <a:pt x="444" y="357"/>
                    <a:pt x="468" y="286"/>
                  </a:cubicBezTo>
                  <a:cubicBezTo>
                    <a:pt x="516" y="143"/>
                    <a:pt x="421" y="0"/>
                    <a:pt x="2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41" name="Google Shape;4141;p57"/>
            <p:cNvSpPr/>
            <p:nvPr/>
          </p:nvSpPr>
          <p:spPr>
            <a:xfrm>
              <a:off x="4894411" y="3141658"/>
              <a:ext cx="44986" cy="24713"/>
            </a:xfrm>
            <a:custGeom>
              <a:rect b="b" l="l" r="r" t="t"/>
              <a:pathLst>
                <a:path extrusionOk="0" h="668" w="1216">
                  <a:moveTo>
                    <a:pt x="215" y="1"/>
                  </a:moveTo>
                  <a:cubicBezTo>
                    <a:pt x="96" y="1"/>
                    <a:pt x="1" y="120"/>
                    <a:pt x="1" y="239"/>
                  </a:cubicBezTo>
                  <a:cubicBezTo>
                    <a:pt x="1" y="358"/>
                    <a:pt x="96" y="453"/>
                    <a:pt x="215" y="453"/>
                  </a:cubicBezTo>
                  <a:cubicBezTo>
                    <a:pt x="311" y="453"/>
                    <a:pt x="406" y="501"/>
                    <a:pt x="525" y="548"/>
                  </a:cubicBezTo>
                  <a:cubicBezTo>
                    <a:pt x="668" y="596"/>
                    <a:pt x="834" y="668"/>
                    <a:pt x="1001" y="668"/>
                  </a:cubicBezTo>
                  <a:cubicBezTo>
                    <a:pt x="1120" y="668"/>
                    <a:pt x="1216" y="572"/>
                    <a:pt x="1216" y="453"/>
                  </a:cubicBezTo>
                  <a:cubicBezTo>
                    <a:pt x="1216" y="334"/>
                    <a:pt x="1120" y="239"/>
                    <a:pt x="1001" y="239"/>
                  </a:cubicBezTo>
                  <a:cubicBezTo>
                    <a:pt x="906" y="239"/>
                    <a:pt x="811" y="191"/>
                    <a:pt x="692" y="144"/>
                  </a:cubicBezTo>
                  <a:cubicBezTo>
                    <a:pt x="549" y="72"/>
                    <a:pt x="406" y="1"/>
                    <a:pt x="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42" name="Google Shape;4142;p57"/>
            <p:cNvSpPr/>
            <p:nvPr/>
          </p:nvSpPr>
          <p:spPr>
            <a:xfrm>
              <a:off x="4909394" y="3196300"/>
              <a:ext cx="52903" cy="61708"/>
            </a:xfrm>
            <a:custGeom>
              <a:rect b="b" l="l" r="r" t="t"/>
              <a:pathLst>
                <a:path extrusionOk="0" h="1668" w="1430">
                  <a:moveTo>
                    <a:pt x="715" y="453"/>
                  </a:moveTo>
                  <a:cubicBezTo>
                    <a:pt x="834" y="548"/>
                    <a:pt x="1001" y="786"/>
                    <a:pt x="1001" y="953"/>
                  </a:cubicBezTo>
                  <a:cubicBezTo>
                    <a:pt x="1001" y="1024"/>
                    <a:pt x="977" y="1096"/>
                    <a:pt x="906" y="1143"/>
                  </a:cubicBezTo>
                  <a:cubicBezTo>
                    <a:pt x="858" y="1215"/>
                    <a:pt x="787" y="1239"/>
                    <a:pt x="715" y="1239"/>
                  </a:cubicBezTo>
                  <a:cubicBezTo>
                    <a:pt x="644" y="1239"/>
                    <a:pt x="596" y="1215"/>
                    <a:pt x="525" y="1143"/>
                  </a:cubicBezTo>
                  <a:cubicBezTo>
                    <a:pt x="477" y="1096"/>
                    <a:pt x="453" y="1024"/>
                    <a:pt x="453" y="953"/>
                  </a:cubicBezTo>
                  <a:cubicBezTo>
                    <a:pt x="453" y="786"/>
                    <a:pt x="620" y="548"/>
                    <a:pt x="715" y="453"/>
                  </a:cubicBezTo>
                  <a:close/>
                  <a:moveTo>
                    <a:pt x="715" y="0"/>
                  </a:moveTo>
                  <a:cubicBezTo>
                    <a:pt x="549" y="0"/>
                    <a:pt x="358" y="167"/>
                    <a:pt x="263" y="334"/>
                  </a:cubicBezTo>
                  <a:cubicBezTo>
                    <a:pt x="168" y="453"/>
                    <a:pt x="1" y="691"/>
                    <a:pt x="1" y="953"/>
                  </a:cubicBezTo>
                  <a:cubicBezTo>
                    <a:pt x="1" y="1143"/>
                    <a:pt x="72" y="1334"/>
                    <a:pt x="215" y="1477"/>
                  </a:cubicBezTo>
                  <a:cubicBezTo>
                    <a:pt x="358" y="1596"/>
                    <a:pt x="525" y="1667"/>
                    <a:pt x="715" y="1667"/>
                  </a:cubicBezTo>
                  <a:cubicBezTo>
                    <a:pt x="906" y="1667"/>
                    <a:pt x="1096" y="1596"/>
                    <a:pt x="1215" y="1477"/>
                  </a:cubicBezTo>
                  <a:cubicBezTo>
                    <a:pt x="1358" y="1334"/>
                    <a:pt x="1430" y="1143"/>
                    <a:pt x="1430" y="953"/>
                  </a:cubicBezTo>
                  <a:cubicBezTo>
                    <a:pt x="1430" y="691"/>
                    <a:pt x="1287" y="453"/>
                    <a:pt x="1192" y="334"/>
                  </a:cubicBezTo>
                  <a:cubicBezTo>
                    <a:pt x="1072" y="167"/>
                    <a:pt x="906" y="0"/>
                    <a:pt x="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143" name="Google Shape;4143;p57"/>
          <p:cNvGrpSpPr/>
          <p:nvPr/>
        </p:nvGrpSpPr>
        <p:grpSpPr>
          <a:xfrm>
            <a:off x="4379972" y="1243533"/>
            <a:ext cx="384046" cy="448047"/>
            <a:chOff x="2252266" y="2970741"/>
            <a:chExt cx="344497" cy="416749"/>
          </a:xfrm>
        </p:grpSpPr>
        <p:sp>
          <p:nvSpPr>
            <p:cNvPr id="4144" name="Google Shape;4144;p57"/>
            <p:cNvSpPr/>
            <p:nvPr/>
          </p:nvSpPr>
          <p:spPr>
            <a:xfrm>
              <a:off x="2252266" y="2970741"/>
              <a:ext cx="344497" cy="416749"/>
            </a:xfrm>
            <a:custGeom>
              <a:rect b="b" l="l" r="r" t="t"/>
              <a:pathLst>
                <a:path extrusionOk="0" h="11265" w="9312">
                  <a:moveTo>
                    <a:pt x="6406" y="453"/>
                  </a:moveTo>
                  <a:cubicBezTo>
                    <a:pt x="6740" y="453"/>
                    <a:pt x="7049" y="620"/>
                    <a:pt x="7240" y="906"/>
                  </a:cubicBezTo>
                  <a:cubicBezTo>
                    <a:pt x="7264" y="977"/>
                    <a:pt x="7359" y="1025"/>
                    <a:pt x="7430" y="1025"/>
                  </a:cubicBezTo>
                  <a:lnTo>
                    <a:pt x="7502" y="1025"/>
                  </a:lnTo>
                  <a:cubicBezTo>
                    <a:pt x="7811" y="1025"/>
                    <a:pt x="8097" y="1263"/>
                    <a:pt x="8121" y="1596"/>
                  </a:cubicBezTo>
                  <a:cubicBezTo>
                    <a:pt x="8121" y="1715"/>
                    <a:pt x="8216" y="1787"/>
                    <a:pt x="8335" y="1787"/>
                  </a:cubicBezTo>
                  <a:lnTo>
                    <a:pt x="8359" y="1787"/>
                  </a:lnTo>
                  <a:cubicBezTo>
                    <a:pt x="8621" y="1787"/>
                    <a:pt x="8859" y="2001"/>
                    <a:pt x="8859" y="2263"/>
                  </a:cubicBezTo>
                  <a:cubicBezTo>
                    <a:pt x="8883" y="2549"/>
                    <a:pt x="8645" y="2787"/>
                    <a:pt x="8383" y="2787"/>
                  </a:cubicBezTo>
                  <a:lnTo>
                    <a:pt x="4287" y="2787"/>
                  </a:lnTo>
                  <a:cubicBezTo>
                    <a:pt x="4120" y="2787"/>
                    <a:pt x="4001" y="2644"/>
                    <a:pt x="4001" y="2477"/>
                  </a:cubicBezTo>
                  <a:cubicBezTo>
                    <a:pt x="4001" y="2311"/>
                    <a:pt x="4120" y="2192"/>
                    <a:pt x="4287" y="2192"/>
                  </a:cubicBezTo>
                  <a:cubicBezTo>
                    <a:pt x="4406" y="2192"/>
                    <a:pt x="4501" y="2073"/>
                    <a:pt x="4501" y="1954"/>
                  </a:cubicBezTo>
                  <a:cubicBezTo>
                    <a:pt x="4501" y="1620"/>
                    <a:pt x="4787" y="1334"/>
                    <a:pt x="5144" y="1334"/>
                  </a:cubicBezTo>
                  <a:lnTo>
                    <a:pt x="5240" y="1334"/>
                  </a:lnTo>
                  <a:cubicBezTo>
                    <a:pt x="5252" y="1337"/>
                    <a:pt x="5265" y="1339"/>
                    <a:pt x="5277" y="1339"/>
                  </a:cubicBezTo>
                  <a:cubicBezTo>
                    <a:pt x="5364" y="1339"/>
                    <a:pt x="5457" y="1271"/>
                    <a:pt x="5478" y="1168"/>
                  </a:cubicBezTo>
                  <a:cubicBezTo>
                    <a:pt x="5573" y="739"/>
                    <a:pt x="5954" y="453"/>
                    <a:pt x="6406" y="453"/>
                  </a:cubicBezTo>
                  <a:close/>
                  <a:moveTo>
                    <a:pt x="6168" y="3216"/>
                  </a:moveTo>
                  <a:lnTo>
                    <a:pt x="5859" y="3954"/>
                  </a:lnTo>
                  <a:cubicBezTo>
                    <a:pt x="5843" y="4000"/>
                    <a:pt x="5858" y="4026"/>
                    <a:pt x="5883" y="4026"/>
                  </a:cubicBezTo>
                  <a:cubicBezTo>
                    <a:pt x="5896" y="4026"/>
                    <a:pt x="5913" y="4018"/>
                    <a:pt x="5930" y="4002"/>
                  </a:cubicBezTo>
                  <a:cubicBezTo>
                    <a:pt x="5954" y="4073"/>
                    <a:pt x="6002" y="4097"/>
                    <a:pt x="6073" y="4121"/>
                  </a:cubicBezTo>
                  <a:lnTo>
                    <a:pt x="6335" y="4192"/>
                  </a:lnTo>
                  <a:lnTo>
                    <a:pt x="5668" y="5026"/>
                  </a:lnTo>
                  <a:lnTo>
                    <a:pt x="5668" y="5026"/>
                  </a:lnTo>
                  <a:lnTo>
                    <a:pt x="5740" y="4597"/>
                  </a:lnTo>
                  <a:cubicBezTo>
                    <a:pt x="5763" y="4573"/>
                    <a:pt x="5763" y="4525"/>
                    <a:pt x="5740" y="4502"/>
                  </a:cubicBezTo>
                  <a:cubicBezTo>
                    <a:pt x="5740" y="4406"/>
                    <a:pt x="5644" y="4335"/>
                    <a:pt x="5549" y="4335"/>
                  </a:cubicBezTo>
                  <a:lnTo>
                    <a:pt x="5216" y="4287"/>
                  </a:lnTo>
                  <a:lnTo>
                    <a:pt x="5478" y="3216"/>
                  </a:lnTo>
                  <a:close/>
                  <a:moveTo>
                    <a:pt x="6406" y="1"/>
                  </a:moveTo>
                  <a:cubicBezTo>
                    <a:pt x="5811" y="1"/>
                    <a:pt x="5311" y="358"/>
                    <a:pt x="5097" y="906"/>
                  </a:cubicBezTo>
                  <a:cubicBezTo>
                    <a:pt x="4644" y="906"/>
                    <a:pt x="4263" y="1215"/>
                    <a:pt x="4120" y="1620"/>
                  </a:cubicBezTo>
                  <a:cubicBezTo>
                    <a:pt x="3239" y="1763"/>
                    <a:pt x="2453" y="2168"/>
                    <a:pt x="1858" y="2811"/>
                  </a:cubicBezTo>
                  <a:cubicBezTo>
                    <a:pt x="1215" y="3501"/>
                    <a:pt x="858" y="4406"/>
                    <a:pt x="858" y="5335"/>
                  </a:cubicBezTo>
                  <a:cubicBezTo>
                    <a:pt x="858" y="5573"/>
                    <a:pt x="667" y="5978"/>
                    <a:pt x="310" y="6454"/>
                  </a:cubicBezTo>
                  <a:cubicBezTo>
                    <a:pt x="0" y="6907"/>
                    <a:pt x="48" y="7217"/>
                    <a:pt x="143" y="7383"/>
                  </a:cubicBezTo>
                  <a:cubicBezTo>
                    <a:pt x="238" y="7574"/>
                    <a:pt x="1072" y="7860"/>
                    <a:pt x="1072" y="7860"/>
                  </a:cubicBezTo>
                  <a:lnTo>
                    <a:pt x="1072" y="8812"/>
                  </a:lnTo>
                  <a:cubicBezTo>
                    <a:pt x="1072" y="9455"/>
                    <a:pt x="1620" y="10003"/>
                    <a:pt x="2263" y="10003"/>
                  </a:cubicBezTo>
                  <a:cubicBezTo>
                    <a:pt x="2834" y="10003"/>
                    <a:pt x="3168" y="10027"/>
                    <a:pt x="3287" y="10122"/>
                  </a:cubicBezTo>
                  <a:cubicBezTo>
                    <a:pt x="3430" y="10241"/>
                    <a:pt x="3477" y="10527"/>
                    <a:pt x="3501" y="11051"/>
                  </a:cubicBezTo>
                  <a:cubicBezTo>
                    <a:pt x="3501" y="11170"/>
                    <a:pt x="3596" y="11265"/>
                    <a:pt x="3715" y="11265"/>
                  </a:cubicBezTo>
                  <a:lnTo>
                    <a:pt x="6883" y="11265"/>
                  </a:lnTo>
                  <a:cubicBezTo>
                    <a:pt x="6907" y="11265"/>
                    <a:pt x="6930" y="11265"/>
                    <a:pt x="6954" y="11241"/>
                  </a:cubicBezTo>
                  <a:cubicBezTo>
                    <a:pt x="7049" y="11217"/>
                    <a:pt x="7097" y="11122"/>
                    <a:pt x="7097" y="11027"/>
                  </a:cubicBezTo>
                  <a:cubicBezTo>
                    <a:pt x="7073" y="10598"/>
                    <a:pt x="7049" y="10289"/>
                    <a:pt x="7049" y="10003"/>
                  </a:cubicBezTo>
                  <a:cubicBezTo>
                    <a:pt x="7049" y="9884"/>
                    <a:pt x="6954" y="9788"/>
                    <a:pt x="6835" y="9788"/>
                  </a:cubicBezTo>
                  <a:cubicBezTo>
                    <a:pt x="6716" y="9788"/>
                    <a:pt x="6621" y="9884"/>
                    <a:pt x="6621" y="10003"/>
                  </a:cubicBezTo>
                  <a:cubicBezTo>
                    <a:pt x="6621" y="10241"/>
                    <a:pt x="6621" y="10503"/>
                    <a:pt x="6645" y="10812"/>
                  </a:cubicBezTo>
                  <a:lnTo>
                    <a:pt x="3930" y="10812"/>
                  </a:lnTo>
                  <a:cubicBezTo>
                    <a:pt x="3882" y="10336"/>
                    <a:pt x="3811" y="10003"/>
                    <a:pt x="3573" y="9788"/>
                  </a:cubicBezTo>
                  <a:cubicBezTo>
                    <a:pt x="3311" y="9574"/>
                    <a:pt x="2906" y="9550"/>
                    <a:pt x="2263" y="9550"/>
                  </a:cubicBezTo>
                  <a:cubicBezTo>
                    <a:pt x="1858" y="9550"/>
                    <a:pt x="1524" y="9217"/>
                    <a:pt x="1524" y="8812"/>
                  </a:cubicBezTo>
                  <a:lnTo>
                    <a:pt x="1524" y="8526"/>
                  </a:lnTo>
                  <a:cubicBezTo>
                    <a:pt x="1524" y="8526"/>
                    <a:pt x="1858" y="8598"/>
                    <a:pt x="2072" y="8717"/>
                  </a:cubicBezTo>
                  <a:cubicBezTo>
                    <a:pt x="2096" y="8741"/>
                    <a:pt x="2144" y="8741"/>
                    <a:pt x="2191" y="8741"/>
                  </a:cubicBezTo>
                  <a:cubicBezTo>
                    <a:pt x="2263" y="8741"/>
                    <a:pt x="2334" y="8693"/>
                    <a:pt x="2382" y="8622"/>
                  </a:cubicBezTo>
                  <a:cubicBezTo>
                    <a:pt x="2429" y="8526"/>
                    <a:pt x="2406" y="8383"/>
                    <a:pt x="2287" y="8336"/>
                  </a:cubicBezTo>
                  <a:cubicBezTo>
                    <a:pt x="2120" y="8241"/>
                    <a:pt x="1810" y="8074"/>
                    <a:pt x="1524" y="8074"/>
                  </a:cubicBezTo>
                  <a:lnTo>
                    <a:pt x="1524" y="7645"/>
                  </a:lnTo>
                  <a:cubicBezTo>
                    <a:pt x="1524" y="7526"/>
                    <a:pt x="1429" y="7407"/>
                    <a:pt x="1310" y="7407"/>
                  </a:cubicBezTo>
                  <a:cubicBezTo>
                    <a:pt x="881" y="7407"/>
                    <a:pt x="596" y="7336"/>
                    <a:pt x="524" y="7193"/>
                  </a:cubicBezTo>
                  <a:cubicBezTo>
                    <a:pt x="477" y="7074"/>
                    <a:pt x="524" y="6907"/>
                    <a:pt x="667" y="6716"/>
                  </a:cubicBezTo>
                  <a:cubicBezTo>
                    <a:pt x="953" y="6312"/>
                    <a:pt x="1286" y="5740"/>
                    <a:pt x="1286" y="5335"/>
                  </a:cubicBezTo>
                  <a:cubicBezTo>
                    <a:pt x="1286" y="3883"/>
                    <a:pt x="2239" y="2620"/>
                    <a:pt x="3596" y="2192"/>
                  </a:cubicBezTo>
                  <a:lnTo>
                    <a:pt x="3596" y="2192"/>
                  </a:lnTo>
                  <a:cubicBezTo>
                    <a:pt x="3549" y="2287"/>
                    <a:pt x="3525" y="2382"/>
                    <a:pt x="3525" y="2477"/>
                  </a:cubicBezTo>
                  <a:cubicBezTo>
                    <a:pt x="3525" y="2882"/>
                    <a:pt x="3858" y="3216"/>
                    <a:pt x="4263" y="3216"/>
                  </a:cubicBezTo>
                  <a:lnTo>
                    <a:pt x="5001" y="3216"/>
                  </a:lnTo>
                  <a:lnTo>
                    <a:pt x="4716" y="4430"/>
                  </a:lnTo>
                  <a:cubicBezTo>
                    <a:pt x="4692" y="4502"/>
                    <a:pt x="4716" y="4549"/>
                    <a:pt x="4739" y="4597"/>
                  </a:cubicBezTo>
                  <a:cubicBezTo>
                    <a:pt x="4787" y="4668"/>
                    <a:pt x="4835" y="4692"/>
                    <a:pt x="4906" y="4692"/>
                  </a:cubicBezTo>
                  <a:lnTo>
                    <a:pt x="5263" y="4740"/>
                  </a:lnTo>
                  <a:lnTo>
                    <a:pt x="5025" y="5811"/>
                  </a:lnTo>
                  <a:cubicBezTo>
                    <a:pt x="5001" y="5907"/>
                    <a:pt x="5049" y="6002"/>
                    <a:pt x="5144" y="6050"/>
                  </a:cubicBezTo>
                  <a:cubicBezTo>
                    <a:pt x="5168" y="6050"/>
                    <a:pt x="5216" y="6073"/>
                    <a:pt x="5240" y="6073"/>
                  </a:cubicBezTo>
                  <a:cubicBezTo>
                    <a:pt x="5311" y="6073"/>
                    <a:pt x="5359" y="6050"/>
                    <a:pt x="5406" y="5978"/>
                  </a:cubicBezTo>
                  <a:lnTo>
                    <a:pt x="6907" y="4192"/>
                  </a:lnTo>
                  <a:cubicBezTo>
                    <a:pt x="6954" y="4144"/>
                    <a:pt x="6954" y="4049"/>
                    <a:pt x="6930" y="3978"/>
                  </a:cubicBezTo>
                  <a:cubicBezTo>
                    <a:pt x="6907" y="3906"/>
                    <a:pt x="6859" y="3859"/>
                    <a:pt x="6787" y="3835"/>
                  </a:cubicBezTo>
                  <a:lnTo>
                    <a:pt x="6406" y="3763"/>
                  </a:lnTo>
                  <a:lnTo>
                    <a:pt x="6621" y="3240"/>
                  </a:lnTo>
                  <a:lnTo>
                    <a:pt x="7216" y="3240"/>
                  </a:lnTo>
                  <a:cubicBezTo>
                    <a:pt x="7716" y="3811"/>
                    <a:pt x="7978" y="4573"/>
                    <a:pt x="7978" y="5335"/>
                  </a:cubicBezTo>
                  <a:cubicBezTo>
                    <a:pt x="7978" y="5931"/>
                    <a:pt x="7811" y="6526"/>
                    <a:pt x="7502" y="7050"/>
                  </a:cubicBezTo>
                  <a:cubicBezTo>
                    <a:pt x="7288" y="7383"/>
                    <a:pt x="7121" y="7693"/>
                    <a:pt x="7002" y="8002"/>
                  </a:cubicBezTo>
                  <a:cubicBezTo>
                    <a:pt x="6954" y="8098"/>
                    <a:pt x="7002" y="8241"/>
                    <a:pt x="7121" y="8288"/>
                  </a:cubicBezTo>
                  <a:cubicBezTo>
                    <a:pt x="7145" y="8288"/>
                    <a:pt x="7169" y="8312"/>
                    <a:pt x="7192" y="8312"/>
                  </a:cubicBezTo>
                  <a:cubicBezTo>
                    <a:pt x="7288" y="8312"/>
                    <a:pt x="7359" y="8241"/>
                    <a:pt x="7407" y="8169"/>
                  </a:cubicBezTo>
                  <a:cubicBezTo>
                    <a:pt x="7526" y="7883"/>
                    <a:pt x="7669" y="7598"/>
                    <a:pt x="7859" y="7288"/>
                  </a:cubicBezTo>
                  <a:cubicBezTo>
                    <a:pt x="8216" y="6693"/>
                    <a:pt x="8431" y="6026"/>
                    <a:pt x="8431" y="5335"/>
                  </a:cubicBezTo>
                  <a:cubicBezTo>
                    <a:pt x="8431" y="4597"/>
                    <a:pt x="8193" y="3859"/>
                    <a:pt x="7764" y="3240"/>
                  </a:cubicBezTo>
                  <a:lnTo>
                    <a:pt x="8359" y="3240"/>
                  </a:lnTo>
                  <a:cubicBezTo>
                    <a:pt x="8883" y="3240"/>
                    <a:pt x="9312" y="2811"/>
                    <a:pt x="9312" y="2287"/>
                  </a:cubicBezTo>
                  <a:cubicBezTo>
                    <a:pt x="9312" y="1834"/>
                    <a:pt x="8978" y="1453"/>
                    <a:pt x="8526" y="1382"/>
                  </a:cubicBezTo>
                  <a:cubicBezTo>
                    <a:pt x="8407" y="930"/>
                    <a:pt x="8002" y="596"/>
                    <a:pt x="7526" y="572"/>
                  </a:cubicBezTo>
                  <a:cubicBezTo>
                    <a:pt x="7264" y="215"/>
                    <a:pt x="6859" y="1"/>
                    <a:pt x="64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45" name="Google Shape;4145;p57"/>
            <p:cNvSpPr/>
            <p:nvPr/>
          </p:nvSpPr>
          <p:spPr>
            <a:xfrm>
              <a:off x="2317451" y="3178653"/>
              <a:ext cx="19792" cy="16463"/>
            </a:xfrm>
            <a:custGeom>
              <a:rect b="b" l="l" r="r" t="t"/>
              <a:pathLst>
                <a:path extrusionOk="0" h="445" w="535">
                  <a:moveTo>
                    <a:pt x="263" y="1"/>
                  </a:moveTo>
                  <a:cubicBezTo>
                    <a:pt x="120" y="1"/>
                    <a:pt x="1" y="144"/>
                    <a:pt x="48" y="287"/>
                  </a:cubicBezTo>
                  <a:cubicBezTo>
                    <a:pt x="72" y="358"/>
                    <a:pt x="120" y="406"/>
                    <a:pt x="191" y="430"/>
                  </a:cubicBezTo>
                  <a:cubicBezTo>
                    <a:pt x="219" y="440"/>
                    <a:pt x="247" y="445"/>
                    <a:pt x="273" y="445"/>
                  </a:cubicBezTo>
                  <a:cubicBezTo>
                    <a:pt x="425" y="445"/>
                    <a:pt x="534" y="283"/>
                    <a:pt x="453" y="120"/>
                  </a:cubicBezTo>
                  <a:cubicBezTo>
                    <a:pt x="429" y="49"/>
                    <a:pt x="358" y="1"/>
                    <a:pt x="2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146" name="Google Shape;4146;p57"/>
            <p:cNvSpPr/>
            <p:nvPr/>
          </p:nvSpPr>
          <p:spPr>
            <a:xfrm>
              <a:off x="2313048" y="3141658"/>
              <a:ext cx="44986" cy="24713"/>
            </a:xfrm>
            <a:custGeom>
              <a:rect b="b" l="l" r="r" t="t"/>
              <a:pathLst>
                <a:path extrusionOk="0" h="668" w="1216">
                  <a:moveTo>
                    <a:pt x="215" y="1"/>
                  </a:moveTo>
                  <a:cubicBezTo>
                    <a:pt x="96" y="1"/>
                    <a:pt x="1" y="120"/>
                    <a:pt x="1" y="239"/>
                  </a:cubicBezTo>
                  <a:cubicBezTo>
                    <a:pt x="1" y="358"/>
                    <a:pt x="96" y="453"/>
                    <a:pt x="215" y="453"/>
                  </a:cubicBezTo>
                  <a:cubicBezTo>
                    <a:pt x="310" y="453"/>
                    <a:pt x="405" y="501"/>
                    <a:pt x="524" y="548"/>
                  </a:cubicBezTo>
                  <a:cubicBezTo>
                    <a:pt x="667" y="596"/>
                    <a:pt x="810" y="668"/>
                    <a:pt x="1001" y="668"/>
                  </a:cubicBezTo>
                  <a:cubicBezTo>
                    <a:pt x="1120" y="668"/>
                    <a:pt x="1215" y="572"/>
                    <a:pt x="1215" y="453"/>
                  </a:cubicBezTo>
                  <a:cubicBezTo>
                    <a:pt x="1215" y="334"/>
                    <a:pt x="1120" y="239"/>
                    <a:pt x="1001" y="239"/>
                  </a:cubicBezTo>
                  <a:cubicBezTo>
                    <a:pt x="905" y="239"/>
                    <a:pt x="810" y="191"/>
                    <a:pt x="691" y="144"/>
                  </a:cubicBezTo>
                  <a:cubicBezTo>
                    <a:pt x="548" y="72"/>
                    <a:pt x="382" y="1"/>
                    <a:pt x="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0" name="Shape 4150"/>
        <p:cNvGrpSpPr/>
        <p:nvPr/>
      </p:nvGrpSpPr>
      <p:grpSpPr>
        <a:xfrm>
          <a:off x="0" y="0"/>
          <a:ext cx="0" cy="0"/>
          <a:chOff x="0" y="0"/>
          <a:chExt cx="0" cy="0"/>
        </a:xfrm>
      </p:grpSpPr>
      <p:sp>
        <p:nvSpPr>
          <p:cNvPr id="4151" name="Google Shape;4151;p58"/>
          <p:cNvSpPr/>
          <p:nvPr/>
        </p:nvSpPr>
        <p:spPr>
          <a:xfrm flipH="1">
            <a:off x="3431917" y="3169200"/>
            <a:ext cx="585279" cy="557472"/>
          </a:xfrm>
          <a:custGeom>
            <a:rect b="b" l="l" r="r" t="t"/>
            <a:pathLst>
              <a:path extrusionOk="0" h="27766" w="29151">
                <a:moveTo>
                  <a:pt x="4317" y="2872"/>
                </a:moveTo>
                <a:lnTo>
                  <a:pt x="4347" y="2944"/>
                </a:lnTo>
                <a:lnTo>
                  <a:pt x="4347" y="2944"/>
                </a:lnTo>
                <a:cubicBezTo>
                  <a:pt x="4346" y="2920"/>
                  <a:pt x="4341" y="2896"/>
                  <a:pt x="4317" y="2872"/>
                </a:cubicBezTo>
                <a:close/>
                <a:moveTo>
                  <a:pt x="4347" y="2944"/>
                </a:moveTo>
                <a:cubicBezTo>
                  <a:pt x="4347" y="2950"/>
                  <a:pt x="4347" y="2957"/>
                  <a:pt x="4347" y="2963"/>
                </a:cubicBezTo>
                <a:cubicBezTo>
                  <a:pt x="4349" y="2961"/>
                  <a:pt x="4351" y="2958"/>
                  <a:pt x="4352" y="2956"/>
                </a:cubicBezTo>
                <a:lnTo>
                  <a:pt x="4352" y="2956"/>
                </a:lnTo>
                <a:lnTo>
                  <a:pt x="4347" y="2944"/>
                </a:lnTo>
                <a:close/>
                <a:moveTo>
                  <a:pt x="12820" y="1"/>
                </a:moveTo>
                <a:cubicBezTo>
                  <a:pt x="12608" y="1"/>
                  <a:pt x="12392" y="14"/>
                  <a:pt x="12189" y="14"/>
                </a:cubicBezTo>
                <a:cubicBezTo>
                  <a:pt x="12144" y="10"/>
                  <a:pt x="12100" y="8"/>
                  <a:pt x="12059" y="8"/>
                </a:cubicBezTo>
                <a:cubicBezTo>
                  <a:pt x="11795" y="8"/>
                  <a:pt x="11601" y="84"/>
                  <a:pt x="11338" y="136"/>
                </a:cubicBezTo>
                <a:cubicBezTo>
                  <a:pt x="11065" y="166"/>
                  <a:pt x="10882" y="136"/>
                  <a:pt x="10609" y="227"/>
                </a:cubicBezTo>
                <a:cubicBezTo>
                  <a:pt x="10244" y="379"/>
                  <a:pt x="9849" y="470"/>
                  <a:pt x="9484" y="622"/>
                </a:cubicBezTo>
                <a:cubicBezTo>
                  <a:pt x="8542" y="1017"/>
                  <a:pt x="7509" y="1291"/>
                  <a:pt x="6627" y="1777"/>
                </a:cubicBezTo>
                <a:cubicBezTo>
                  <a:pt x="6262" y="1990"/>
                  <a:pt x="5928" y="2264"/>
                  <a:pt x="5502" y="2416"/>
                </a:cubicBezTo>
                <a:cubicBezTo>
                  <a:pt x="5049" y="2567"/>
                  <a:pt x="4655" y="2538"/>
                  <a:pt x="4352" y="2956"/>
                </a:cubicBezTo>
                <a:lnTo>
                  <a:pt x="4352" y="2956"/>
                </a:lnTo>
                <a:lnTo>
                  <a:pt x="4469" y="3236"/>
                </a:lnTo>
                <a:cubicBezTo>
                  <a:pt x="3983" y="3510"/>
                  <a:pt x="3679" y="3875"/>
                  <a:pt x="3344" y="4209"/>
                </a:cubicBezTo>
                <a:cubicBezTo>
                  <a:pt x="3040" y="4543"/>
                  <a:pt x="2888" y="4847"/>
                  <a:pt x="2676" y="5212"/>
                </a:cubicBezTo>
                <a:cubicBezTo>
                  <a:pt x="2402" y="5668"/>
                  <a:pt x="2128" y="6124"/>
                  <a:pt x="1885" y="6610"/>
                </a:cubicBezTo>
                <a:cubicBezTo>
                  <a:pt x="1551" y="7218"/>
                  <a:pt x="1308" y="7826"/>
                  <a:pt x="1065" y="8495"/>
                </a:cubicBezTo>
                <a:cubicBezTo>
                  <a:pt x="882" y="9072"/>
                  <a:pt x="700" y="9680"/>
                  <a:pt x="517" y="10288"/>
                </a:cubicBezTo>
                <a:cubicBezTo>
                  <a:pt x="366" y="10866"/>
                  <a:pt x="396" y="11474"/>
                  <a:pt x="305" y="12081"/>
                </a:cubicBezTo>
                <a:cubicBezTo>
                  <a:pt x="92" y="13388"/>
                  <a:pt x="1" y="14787"/>
                  <a:pt x="214" y="16094"/>
                </a:cubicBezTo>
                <a:cubicBezTo>
                  <a:pt x="335" y="16671"/>
                  <a:pt x="366" y="17279"/>
                  <a:pt x="517" y="17826"/>
                </a:cubicBezTo>
                <a:cubicBezTo>
                  <a:pt x="669" y="18313"/>
                  <a:pt x="730" y="18890"/>
                  <a:pt x="973" y="19346"/>
                </a:cubicBezTo>
                <a:cubicBezTo>
                  <a:pt x="1399" y="20258"/>
                  <a:pt x="1916" y="21200"/>
                  <a:pt x="2493" y="22021"/>
                </a:cubicBezTo>
                <a:cubicBezTo>
                  <a:pt x="3527" y="23571"/>
                  <a:pt x="4925" y="25121"/>
                  <a:pt x="6657" y="26063"/>
                </a:cubicBezTo>
                <a:cubicBezTo>
                  <a:pt x="8299" y="26945"/>
                  <a:pt x="10214" y="27097"/>
                  <a:pt x="12037" y="27431"/>
                </a:cubicBezTo>
                <a:cubicBezTo>
                  <a:pt x="12767" y="27553"/>
                  <a:pt x="13496" y="27553"/>
                  <a:pt x="14196" y="27674"/>
                </a:cubicBezTo>
                <a:cubicBezTo>
                  <a:pt x="14515" y="27735"/>
                  <a:pt x="14902" y="27766"/>
                  <a:pt x="15290" y="27766"/>
                </a:cubicBezTo>
                <a:cubicBezTo>
                  <a:pt x="15677" y="27766"/>
                  <a:pt x="16065" y="27735"/>
                  <a:pt x="16384" y="27674"/>
                </a:cubicBezTo>
                <a:cubicBezTo>
                  <a:pt x="17539" y="27492"/>
                  <a:pt x="18694" y="27006"/>
                  <a:pt x="19819" y="26580"/>
                </a:cubicBezTo>
                <a:cubicBezTo>
                  <a:pt x="20579" y="26307"/>
                  <a:pt x="21278" y="25911"/>
                  <a:pt x="21977" y="25516"/>
                </a:cubicBezTo>
                <a:cubicBezTo>
                  <a:pt x="22281" y="25364"/>
                  <a:pt x="22646" y="25212"/>
                  <a:pt x="22950" y="25030"/>
                </a:cubicBezTo>
                <a:cubicBezTo>
                  <a:pt x="23284" y="24756"/>
                  <a:pt x="23527" y="24544"/>
                  <a:pt x="23922" y="24331"/>
                </a:cubicBezTo>
                <a:cubicBezTo>
                  <a:pt x="24500" y="24027"/>
                  <a:pt x="24925" y="23510"/>
                  <a:pt x="25412" y="23054"/>
                </a:cubicBezTo>
                <a:cubicBezTo>
                  <a:pt x="26019" y="22477"/>
                  <a:pt x="26871" y="21838"/>
                  <a:pt x="27205" y="21079"/>
                </a:cubicBezTo>
                <a:cubicBezTo>
                  <a:pt x="27509" y="20349"/>
                  <a:pt x="27904" y="19711"/>
                  <a:pt x="28117" y="18951"/>
                </a:cubicBezTo>
                <a:cubicBezTo>
                  <a:pt x="28330" y="18191"/>
                  <a:pt x="28421" y="17462"/>
                  <a:pt x="28573" y="16702"/>
                </a:cubicBezTo>
                <a:cubicBezTo>
                  <a:pt x="28968" y="15030"/>
                  <a:pt x="29150" y="13297"/>
                  <a:pt x="28846" y="11595"/>
                </a:cubicBezTo>
                <a:cubicBezTo>
                  <a:pt x="28634" y="10501"/>
                  <a:pt x="28269" y="9164"/>
                  <a:pt x="27539" y="8252"/>
                </a:cubicBezTo>
                <a:cubicBezTo>
                  <a:pt x="27327" y="7948"/>
                  <a:pt x="27175" y="7674"/>
                  <a:pt x="26931" y="7431"/>
                </a:cubicBezTo>
                <a:cubicBezTo>
                  <a:pt x="26475" y="6975"/>
                  <a:pt x="25928" y="6610"/>
                  <a:pt x="25503" y="6154"/>
                </a:cubicBezTo>
                <a:cubicBezTo>
                  <a:pt x="25351" y="5972"/>
                  <a:pt x="25138" y="5850"/>
                  <a:pt x="24986" y="5668"/>
                </a:cubicBezTo>
                <a:cubicBezTo>
                  <a:pt x="24804" y="5486"/>
                  <a:pt x="24682" y="5273"/>
                  <a:pt x="24469" y="5091"/>
                </a:cubicBezTo>
                <a:cubicBezTo>
                  <a:pt x="23497" y="4209"/>
                  <a:pt x="22950" y="2963"/>
                  <a:pt x="21734" y="2325"/>
                </a:cubicBezTo>
                <a:cubicBezTo>
                  <a:pt x="21460" y="2173"/>
                  <a:pt x="21247" y="1960"/>
                  <a:pt x="20974" y="1838"/>
                </a:cubicBezTo>
                <a:cubicBezTo>
                  <a:pt x="20791" y="1747"/>
                  <a:pt x="20579" y="1686"/>
                  <a:pt x="20396" y="1595"/>
                </a:cubicBezTo>
                <a:cubicBezTo>
                  <a:pt x="19849" y="1321"/>
                  <a:pt x="19363" y="1109"/>
                  <a:pt x="18725" y="1017"/>
                </a:cubicBezTo>
                <a:cubicBezTo>
                  <a:pt x="18208" y="926"/>
                  <a:pt x="17569" y="835"/>
                  <a:pt x="17083" y="653"/>
                </a:cubicBezTo>
                <a:cubicBezTo>
                  <a:pt x="16810" y="562"/>
                  <a:pt x="16688" y="531"/>
                  <a:pt x="16414" y="501"/>
                </a:cubicBezTo>
                <a:cubicBezTo>
                  <a:pt x="16171" y="470"/>
                  <a:pt x="15989" y="410"/>
                  <a:pt x="15776" y="379"/>
                </a:cubicBezTo>
                <a:cubicBezTo>
                  <a:pt x="15229" y="318"/>
                  <a:pt x="14712" y="288"/>
                  <a:pt x="14196" y="227"/>
                </a:cubicBezTo>
                <a:cubicBezTo>
                  <a:pt x="13831" y="166"/>
                  <a:pt x="13496" y="45"/>
                  <a:pt x="13132" y="14"/>
                </a:cubicBezTo>
                <a:cubicBezTo>
                  <a:pt x="13030" y="4"/>
                  <a:pt x="12926" y="1"/>
                  <a:pt x="128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8"/>
          <p:cNvSpPr/>
          <p:nvPr/>
        </p:nvSpPr>
        <p:spPr>
          <a:xfrm flipH="1" rot="10800000">
            <a:off x="4234942" y="3169200"/>
            <a:ext cx="585279" cy="557472"/>
          </a:xfrm>
          <a:custGeom>
            <a:rect b="b" l="l" r="r" t="t"/>
            <a:pathLst>
              <a:path extrusionOk="0" h="27766" w="29151">
                <a:moveTo>
                  <a:pt x="4317" y="2872"/>
                </a:moveTo>
                <a:lnTo>
                  <a:pt x="4347" y="2944"/>
                </a:lnTo>
                <a:lnTo>
                  <a:pt x="4347" y="2944"/>
                </a:lnTo>
                <a:cubicBezTo>
                  <a:pt x="4346" y="2920"/>
                  <a:pt x="4341" y="2896"/>
                  <a:pt x="4317" y="2872"/>
                </a:cubicBezTo>
                <a:close/>
                <a:moveTo>
                  <a:pt x="4347" y="2944"/>
                </a:moveTo>
                <a:cubicBezTo>
                  <a:pt x="4347" y="2950"/>
                  <a:pt x="4347" y="2957"/>
                  <a:pt x="4347" y="2963"/>
                </a:cubicBezTo>
                <a:cubicBezTo>
                  <a:pt x="4349" y="2961"/>
                  <a:pt x="4351" y="2958"/>
                  <a:pt x="4352" y="2956"/>
                </a:cubicBezTo>
                <a:lnTo>
                  <a:pt x="4352" y="2956"/>
                </a:lnTo>
                <a:lnTo>
                  <a:pt x="4347" y="2944"/>
                </a:lnTo>
                <a:close/>
                <a:moveTo>
                  <a:pt x="12820" y="1"/>
                </a:moveTo>
                <a:cubicBezTo>
                  <a:pt x="12608" y="1"/>
                  <a:pt x="12392" y="14"/>
                  <a:pt x="12189" y="14"/>
                </a:cubicBezTo>
                <a:cubicBezTo>
                  <a:pt x="12144" y="10"/>
                  <a:pt x="12100" y="8"/>
                  <a:pt x="12059" y="8"/>
                </a:cubicBezTo>
                <a:cubicBezTo>
                  <a:pt x="11795" y="8"/>
                  <a:pt x="11601" y="84"/>
                  <a:pt x="11338" y="136"/>
                </a:cubicBezTo>
                <a:cubicBezTo>
                  <a:pt x="11065" y="166"/>
                  <a:pt x="10882" y="136"/>
                  <a:pt x="10609" y="227"/>
                </a:cubicBezTo>
                <a:cubicBezTo>
                  <a:pt x="10244" y="379"/>
                  <a:pt x="9849" y="470"/>
                  <a:pt x="9484" y="622"/>
                </a:cubicBezTo>
                <a:cubicBezTo>
                  <a:pt x="8542" y="1017"/>
                  <a:pt x="7509" y="1291"/>
                  <a:pt x="6627" y="1777"/>
                </a:cubicBezTo>
                <a:cubicBezTo>
                  <a:pt x="6262" y="1990"/>
                  <a:pt x="5928" y="2264"/>
                  <a:pt x="5502" y="2416"/>
                </a:cubicBezTo>
                <a:cubicBezTo>
                  <a:pt x="5049" y="2567"/>
                  <a:pt x="4655" y="2538"/>
                  <a:pt x="4352" y="2956"/>
                </a:cubicBezTo>
                <a:lnTo>
                  <a:pt x="4352" y="2956"/>
                </a:lnTo>
                <a:lnTo>
                  <a:pt x="4469" y="3236"/>
                </a:lnTo>
                <a:cubicBezTo>
                  <a:pt x="3983" y="3510"/>
                  <a:pt x="3679" y="3875"/>
                  <a:pt x="3344" y="4209"/>
                </a:cubicBezTo>
                <a:cubicBezTo>
                  <a:pt x="3040" y="4543"/>
                  <a:pt x="2888" y="4847"/>
                  <a:pt x="2676" y="5212"/>
                </a:cubicBezTo>
                <a:cubicBezTo>
                  <a:pt x="2402" y="5668"/>
                  <a:pt x="2128" y="6124"/>
                  <a:pt x="1885" y="6610"/>
                </a:cubicBezTo>
                <a:cubicBezTo>
                  <a:pt x="1551" y="7218"/>
                  <a:pt x="1308" y="7826"/>
                  <a:pt x="1065" y="8495"/>
                </a:cubicBezTo>
                <a:cubicBezTo>
                  <a:pt x="882" y="9072"/>
                  <a:pt x="700" y="9680"/>
                  <a:pt x="517" y="10288"/>
                </a:cubicBezTo>
                <a:cubicBezTo>
                  <a:pt x="366" y="10866"/>
                  <a:pt x="396" y="11474"/>
                  <a:pt x="305" y="12081"/>
                </a:cubicBezTo>
                <a:cubicBezTo>
                  <a:pt x="92" y="13388"/>
                  <a:pt x="1" y="14787"/>
                  <a:pt x="214" y="16094"/>
                </a:cubicBezTo>
                <a:cubicBezTo>
                  <a:pt x="335" y="16671"/>
                  <a:pt x="366" y="17279"/>
                  <a:pt x="517" y="17826"/>
                </a:cubicBezTo>
                <a:cubicBezTo>
                  <a:pt x="669" y="18313"/>
                  <a:pt x="730" y="18890"/>
                  <a:pt x="973" y="19346"/>
                </a:cubicBezTo>
                <a:cubicBezTo>
                  <a:pt x="1399" y="20258"/>
                  <a:pt x="1916" y="21200"/>
                  <a:pt x="2493" y="22021"/>
                </a:cubicBezTo>
                <a:cubicBezTo>
                  <a:pt x="3527" y="23571"/>
                  <a:pt x="4925" y="25121"/>
                  <a:pt x="6657" y="26063"/>
                </a:cubicBezTo>
                <a:cubicBezTo>
                  <a:pt x="8299" y="26945"/>
                  <a:pt x="10214" y="27097"/>
                  <a:pt x="12037" y="27431"/>
                </a:cubicBezTo>
                <a:cubicBezTo>
                  <a:pt x="12767" y="27553"/>
                  <a:pt x="13496" y="27553"/>
                  <a:pt x="14196" y="27674"/>
                </a:cubicBezTo>
                <a:cubicBezTo>
                  <a:pt x="14515" y="27735"/>
                  <a:pt x="14902" y="27766"/>
                  <a:pt x="15290" y="27766"/>
                </a:cubicBezTo>
                <a:cubicBezTo>
                  <a:pt x="15677" y="27766"/>
                  <a:pt x="16065" y="27735"/>
                  <a:pt x="16384" y="27674"/>
                </a:cubicBezTo>
                <a:cubicBezTo>
                  <a:pt x="17539" y="27492"/>
                  <a:pt x="18694" y="27006"/>
                  <a:pt x="19819" y="26580"/>
                </a:cubicBezTo>
                <a:cubicBezTo>
                  <a:pt x="20579" y="26307"/>
                  <a:pt x="21278" y="25911"/>
                  <a:pt x="21977" y="25516"/>
                </a:cubicBezTo>
                <a:cubicBezTo>
                  <a:pt x="22281" y="25364"/>
                  <a:pt x="22646" y="25212"/>
                  <a:pt x="22950" y="25030"/>
                </a:cubicBezTo>
                <a:cubicBezTo>
                  <a:pt x="23284" y="24756"/>
                  <a:pt x="23527" y="24544"/>
                  <a:pt x="23922" y="24331"/>
                </a:cubicBezTo>
                <a:cubicBezTo>
                  <a:pt x="24500" y="24027"/>
                  <a:pt x="24925" y="23510"/>
                  <a:pt x="25412" y="23054"/>
                </a:cubicBezTo>
                <a:cubicBezTo>
                  <a:pt x="26019" y="22477"/>
                  <a:pt x="26871" y="21838"/>
                  <a:pt x="27205" y="21079"/>
                </a:cubicBezTo>
                <a:cubicBezTo>
                  <a:pt x="27509" y="20349"/>
                  <a:pt x="27904" y="19711"/>
                  <a:pt x="28117" y="18951"/>
                </a:cubicBezTo>
                <a:cubicBezTo>
                  <a:pt x="28330" y="18191"/>
                  <a:pt x="28421" y="17462"/>
                  <a:pt x="28573" y="16702"/>
                </a:cubicBezTo>
                <a:cubicBezTo>
                  <a:pt x="28968" y="15030"/>
                  <a:pt x="29150" y="13297"/>
                  <a:pt x="28846" y="11595"/>
                </a:cubicBezTo>
                <a:cubicBezTo>
                  <a:pt x="28634" y="10501"/>
                  <a:pt x="28269" y="9164"/>
                  <a:pt x="27539" y="8252"/>
                </a:cubicBezTo>
                <a:cubicBezTo>
                  <a:pt x="27327" y="7948"/>
                  <a:pt x="27175" y="7674"/>
                  <a:pt x="26931" y="7431"/>
                </a:cubicBezTo>
                <a:cubicBezTo>
                  <a:pt x="26475" y="6975"/>
                  <a:pt x="25928" y="6610"/>
                  <a:pt x="25503" y="6154"/>
                </a:cubicBezTo>
                <a:cubicBezTo>
                  <a:pt x="25351" y="5972"/>
                  <a:pt x="25138" y="5850"/>
                  <a:pt x="24986" y="5668"/>
                </a:cubicBezTo>
                <a:cubicBezTo>
                  <a:pt x="24804" y="5486"/>
                  <a:pt x="24682" y="5273"/>
                  <a:pt x="24469" y="5091"/>
                </a:cubicBezTo>
                <a:cubicBezTo>
                  <a:pt x="23497" y="4209"/>
                  <a:pt x="22950" y="2963"/>
                  <a:pt x="21734" y="2325"/>
                </a:cubicBezTo>
                <a:cubicBezTo>
                  <a:pt x="21460" y="2173"/>
                  <a:pt x="21247" y="1960"/>
                  <a:pt x="20974" y="1838"/>
                </a:cubicBezTo>
                <a:cubicBezTo>
                  <a:pt x="20791" y="1747"/>
                  <a:pt x="20579" y="1686"/>
                  <a:pt x="20396" y="1595"/>
                </a:cubicBezTo>
                <a:cubicBezTo>
                  <a:pt x="19849" y="1321"/>
                  <a:pt x="19363" y="1109"/>
                  <a:pt x="18725" y="1017"/>
                </a:cubicBezTo>
                <a:cubicBezTo>
                  <a:pt x="18208" y="926"/>
                  <a:pt x="17569" y="835"/>
                  <a:pt x="17083" y="653"/>
                </a:cubicBezTo>
                <a:cubicBezTo>
                  <a:pt x="16810" y="562"/>
                  <a:pt x="16688" y="531"/>
                  <a:pt x="16414" y="501"/>
                </a:cubicBezTo>
                <a:cubicBezTo>
                  <a:pt x="16171" y="470"/>
                  <a:pt x="15989" y="410"/>
                  <a:pt x="15776" y="379"/>
                </a:cubicBezTo>
                <a:cubicBezTo>
                  <a:pt x="15229" y="318"/>
                  <a:pt x="14712" y="288"/>
                  <a:pt x="14196" y="227"/>
                </a:cubicBezTo>
                <a:cubicBezTo>
                  <a:pt x="13831" y="166"/>
                  <a:pt x="13496" y="45"/>
                  <a:pt x="13132" y="14"/>
                </a:cubicBezTo>
                <a:cubicBezTo>
                  <a:pt x="13030" y="4"/>
                  <a:pt x="12926" y="1"/>
                  <a:pt x="128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8"/>
          <p:cNvSpPr/>
          <p:nvPr/>
        </p:nvSpPr>
        <p:spPr>
          <a:xfrm>
            <a:off x="5037967" y="3169200"/>
            <a:ext cx="585279" cy="557472"/>
          </a:xfrm>
          <a:custGeom>
            <a:rect b="b" l="l" r="r" t="t"/>
            <a:pathLst>
              <a:path extrusionOk="0" h="27766" w="29151">
                <a:moveTo>
                  <a:pt x="4317" y="2872"/>
                </a:moveTo>
                <a:lnTo>
                  <a:pt x="4347" y="2944"/>
                </a:lnTo>
                <a:lnTo>
                  <a:pt x="4347" y="2944"/>
                </a:lnTo>
                <a:cubicBezTo>
                  <a:pt x="4346" y="2920"/>
                  <a:pt x="4341" y="2896"/>
                  <a:pt x="4317" y="2872"/>
                </a:cubicBezTo>
                <a:close/>
                <a:moveTo>
                  <a:pt x="4347" y="2944"/>
                </a:moveTo>
                <a:cubicBezTo>
                  <a:pt x="4347" y="2950"/>
                  <a:pt x="4347" y="2957"/>
                  <a:pt x="4347" y="2963"/>
                </a:cubicBezTo>
                <a:cubicBezTo>
                  <a:pt x="4349" y="2961"/>
                  <a:pt x="4351" y="2958"/>
                  <a:pt x="4352" y="2956"/>
                </a:cubicBezTo>
                <a:lnTo>
                  <a:pt x="4352" y="2956"/>
                </a:lnTo>
                <a:lnTo>
                  <a:pt x="4347" y="2944"/>
                </a:lnTo>
                <a:close/>
                <a:moveTo>
                  <a:pt x="12820" y="1"/>
                </a:moveTo>
                <a:cubicBezTo>
                  <a:pt x="12608" y="1"/>
                  <a:pt x="12392" y="14"/>
                  <a:pt x="12189" y="14"/>
                </a:cubicBezTo>
                <a:cubicBezTo>
                  <a:pt x="12144" y="10"/>
                  <a:pt x="12100" y="8"/>
                  <a:pt x="12059" y="8"/>
                </a:cubicBezTo>
                <a:cubicBezTo>
                  <a:pt x="11795" y="8"/>
                  <a:pt x="11601" y="84"/>
                  <a:pt x="11338" y="136"/>
                </a:cubicBezTo>
                <a:cubicBezTo>
                  <a:pt x="11065" y="166"/>
                  <a:pt x="10882" y="136"/>
                  <a:pt x="10609" y="227"/>
                </a:cubicBezTo>
                <a:cubicBezTo>
                  <a:pt x="10244" y="379"/>
                  <a:pt x="9849" y="470"/>
                  <a:pt x="9484" y="622"/>
                </a:cubicBezTo>
                <a:cubicBezTo>
                  <a:pt x="8542" y="1017"/>
                  <a:pt x="7509" y="1291"/>
                  <a:pt x="6627" y="1777"/>
                </a:cubicBezTo>
                <a:cubicBezTo>
                  <a:pt x="6262" y="1990"/>
                  <a:pt x="5928" y="2264"/>
                  <a:pt x="5502" y="2416"/>
                </a:cubicBezTo>
                <a:cubicBezTo>
                  <a:pt x="5049" y="2567"/>
                  <a:pt x="4655" y="2538"/>
                  <a:pt x="4352" y="2956"/>
                </a:cubicBezTo>
                <a:lnTo>
                  <a:pt x="4352" y="2956"/>
                </a:lnTo>
                <a:lnTo>
                  <a:pt x="4469" y="3236"/>
                </a:lnTo>
                <a:cubicBezTo>
                  <a:pt x="3983" y="3510"/>
                  <a:pt x="3679" y="3875"/>
                  <a:pt x="3344" y="4209"/>
                </a:cubicBezTo>
                <a:cubicBezTo>
                  <a:pt x="3040" y="4543"/>
                  <a:pt x="2888" y="4847"/>
                  <a:pt x="2676" y="5212"/>
                </a:cubicBezTo>
                <a:cubicBezTo>
                  <a:pt x="2402" y="5668"/>
                  <a:pt x="2128" y="6124"/>
                  <a:pt x="1885" y="6610"/>
                </a:cubicBezTo>
                <a:cubicBezTo>
                  <a:pt x="1551" y="7218"/>
                  <a:pt x="1308" y="7826"/>
                  <a:pt x="1065" y="8495"/>
                </a:cubicBezTo>
                <a:cubicBezTo>
                  <a:pt x="882" y="9072"/>
                  <a:pt x="700" y="9680"/>
                  <a:pt x="517" y="10288"/>
                </a:cubicBezTo>
                <a:cubicBezTo>
                  <a:pt x="366" y="10866"/>
                  <a:pt x="396" y="11474"/>
                  <a:pt x="305" y="12081"/>
                </a:cubicBezTo>
                <a:cubicBezTo>
                  <a:pt x="92" y="13388"/>
                  <a:pt x="1" y="14787"/>
                  <a:pt x="214" y="16094"/>
                </a:cubicBezTo>
                <a:cubicBezTo>
                  <a:pt x="335" y="16671"/>
                  <a:pt x="366" y="17279"/>
                  <a:pt x="517" y="17826"/>
                </a:cubicBezTo>
                <a:cubicBezTo>
                  <a:pt x="669" y="18313"/>
                  <a:pt x="730" y="18890"/>
                  <a:pt x="973" y="19346"/>
                </a:cubicBezTo>
                <a:cubicBezTo>
                  <a:pt x="1399" y="20258"/>
                  <a:pt x="1916" y="21200"/>
                  <a:pt x="2493" y="22021"/>
                </a:cubicBezTo>
                <a:cubicBezTo>
                  <a:pt x="3527" y="23571"/>
                  <a:pt x="4925" y="25121"/>
                  <a:pt x="6657" y="26063"/>
                </a:cubicBezTo>
                <a:cubicBezTo>
                  <a:pt x="8299" y="26945"/>
                  <a:pt x="10214" y="27097"/>
                  <a:pt x="12037" y="27431"/>
                </a:cubicBezTo>
                <a:cubicBezTo>
                  <a:pt x="12767" y="27553"/>
                  <a:pt x="13496" y="27553"/>
                  <a:pt x="14196" y="27674"/>
                </a:cubicBezTo>
                <a:cubicBezTo>
                  <a:pt x="14515" y="27735"/>
                  <a:pt x="14902" y="27766"/>
                  <a:pt x="15290" y="27766"/>
                </a:cubicBezTo>
                <a:cubicBezTo>
                  <a:pt x="15677" y="27766"/>
                  <a:pt x="16065" y="27735"/>
                  <a:pt x="16384" y="27674"/>
                </a:cubicBezTo>
                <a:cubicBezTo>
                  <a:pt x="17539" y="27492"/>
                  <a:pt x="18694" y="27006"/>
                  <a:pt x="19819" y="26580"/>
                </a:cubicBezTo>
                <a:cubicBezTo>
                  <a:pt x="20579" y="26307"/>
                  <a:pt x="21278" y="25911"/>
                  <a:pt x="21977" y="25516"/>
                </a:cubicBezTo>
                <a:cubicBezTo>
                  <a:pt x="22281" y="25364"/>
                  <a:pt x="22646" y="25212"/>
                  <a:pt x="22950" y="25030"/>
                </a:cubicBezTo>
                <a:cubicBezTo>
                  <a:pt x="23284" y="24756"/>
                  <a:pt x="23527" y="24544"/>
                  <a:pt x="23922" y="24331"/>
                </a:cubicBezTo>
                <a:cubicBezTo>
                  <a:pt x="24500" y="24027"/>
                  <a:pt x="24925" y="23510"/>
                  <a:pt x="25412" y="23054"/>
                </a:cubicBezTo>
                <a:cubicBezTo>
                  <a:pt x="26019" y="22477"/>
                  <a:pt x="26871" y="21838"/>
                  <a:pt x="27205" y="21079"/>
                </a:cubicBezTo>
                <a:cubicBezTo>
                  <a:pt x="27509" y="20349"/>
                  <a:pt x="27904" y="19711"/>
                  <a:pt x="28117" y="18951"/>
                </a:cubicBezTo>
                <a:cubicBezTo>
                  <a:pt x="28330" y="18191"/>
                  <a:pt x="28421" y="17462"/>
                  <a:pt x="28573" y="16702"/>
                </a:cubicBezTo>
                <a:cubicBezTo>
                  <a:pt x="28968" y="15030"/>
                  <a:pt x="29150" y="13297"/>
                  <a:pt x="28846" y="11595"/>
                </a:cubicBezTo>
                <a:cubicBezTo>
                  <a:pt x="28634" y="10501"/>
                  <a:pt x="28269" y="9164"/>
                  <a:pt x="27539" y="8252"/>
                </a:cubicBezTo>
                <a:cubicBezTo>
                  <a:pt x="27327" y="7948"/>
                  <a:pt x="27175" y="7674"/>
                  <a:pt x="26931" y="7431"/>
                </a:cubicBezTo>
                <a:cubicBezTo>
                  <a:pt x="26475" y="6975"/>
                  <a:pt x="25928" y="6610"/>
                  <a:pt x="25503" y="6154"/>
                </a:cubicBezTo>
                <a:cubicBezTo>
                  <a:pt x="25351" y="5972"/>
                  <a:pt x="25138" y="5850"/>
                  <a:pt x="24986" y="5668"/>
                </a:cubicBezTo>
                <a:cubicBezTo>
                  <a:pt x="24804" y="5486"/>
                  <a:pt x="24682" y="5273"/>
                  <a:pt x="24469" y="5091"/>
                </a:cubicBezTo>
                <a:cubicBezTo>
                  <a:pt x="23497" y="4209"/>
                  <a:pt x="22950" y="2963"/>
                  <a:pt x="21734" y="2325"/>
                </a:cubicBezTo>
                <a:cubicBezTo>
                  <a:pt x="21460" y="2173"/>
                  <a:pt x="21247" y="1960"/>
                  <a:pt x="20974" y="1838"/>
                </a:cubicBezTo>
                <a:cubicBezTo>
                  <a:pt x="20791" y="1747"/>
                  <a:pt x="20579" y="1686"/>
                  <a:pt x="20396" y="1595"/>
                </a:cubicBezTo>
                <a:cubicBezTo>
                  <a:pt x="19849" y="1321"/>
                  <a:pt x="19363" y="1109"/>
                  <a:pt x="18725" y="1017"/>
                </a:cubicBezTo>
                <a:cubicBezTo>
                  <a:pt x="18208" y="926"/>
                  <a:pt x="17569" y="835"/>
                  <a:pt x="17083" y="653"/>
                </a:cubicBezTo>
                <a:cubicBezTo>
                  <a:pt x="16810" y="562"/>
                  <a:pt x="16688" y="531"/>
                  <a:pt x="16414" y="501"/>
                </a:cubicBezTo>
                <a:cubicBezTo>
                  <a:pt x="16171" y="470"/>
                  <a:pt x="15989" y="410"/>
                  <a:pt x="15776" y="379"/>
                </a:cubicBezTo>
                <a:cubicBezTo>
                  <a:pt x="15229" y="318"/>
                  <a:pt x="14712" y="288"/>
                  <a:pt x="14196" y="227"/>
                </a:cubicBezTo>
                <a:cubicBezTo>
                  <a:pt x="13831" y="166"/>
                  <a:pt x="13496" y="45"/>
                  <a:pt x="13132" y="14"/>
                </a:cubicBezTo>
                <a:cubicBezTo>
                  <a:pt x="13030" y="4"/>
                  <a:pt x="12926" y="1"/>
                  <a:pt x="128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8"/>
          <p:cNvSpPr/>
          <p:nvPr/>
        </p:nvSpPr>
        <p:spPr>
          <a:xfrm rot="10800000">
            <a:off x="5840992" y="3169200"/>
            <a:ext cx="585279" cy="557472"/>
          </a:xfrm>
          <a:custGeom>
            <a:rect b="b" l="l" r="r" t="t"/>
            <a:pathLst>
              <a:path extrusionOk="0" h="27766" w="29151">
                <a:moveTo>
                  <a:pt x="4317" y="2872"/>
                </a:moveTo>
                <a:lnTo>
                  <a:pt x="4347" y="2944"/>
                </a:lnTo>
                <a:lnTo>
                  <a:pt x="4347" y="2944"/>
                </a:lnTo>
                <a:cubicBezTo>
                  <a:pt x="4346" y="2920"/>
                  <a:pt x="4341" y="2896"/>
                  <a:pt x="4317" y="2872"/>
                </a:cubicBezTo>
                <a:close/>
                <a:moveTo>
                  <a:pt x="4347" y="2944"/>
                </a:moveTo>
                <a:cubicBezTo>
                  <a:pt x="4347" y="2950"/>
                  <a:pt x="4347" y="2957"/>
                  <a:pt x="4347" y="2963"/>
                </a:cubicBezTo>
                <a:cubicBezTo>
                  <a:pt x="4349" y="2961"/>
                  <a:pt x="4351" y="2958"/>
                  <a:pt x="4352" y="2956"/>
                </a:cubicBezTo>
                <a:lnTo>
                  <a:pt x="4352" y="2956"/>
                </a:lnTo>
                <a:lnTo>
                  <a:pt x="4347" y="2944"/>
                </a:lnTo>
                <a:close/>
                <a:moveTo>
                  <a:pt x="12820" y="1"/>
                </a:moveTo>
                <a:cubicBezTo>
                  <a:pt x="12608" y="1"/>
                  <a:pt x="12392" y="14"/>
                  <a:pt x="12189" y="14"/>
                </a:cubicBezTo>
                <a:cubicBezTo>
                  <a:pt x="12144" y="10"/>
                  <a:pt x="12100" y="8"/>
                  <a:pt x="12059" y="8"/>
                </a:cubicBezTo>
                <a:cubicBezTo>
                  <a:pt x="11795" y="8"/>
                  <a:pt x="11601" y="84"/>
                  <a:pt x="11338" y="136"/>
                </a:cubicBezTo>
                <a:cubicBezTo>
                  <a:pt x="11065" y="166"/>
                  <a:pt x="10882" y="136"/>
                  <a:pt x="10609" y="227"/>
                </a:cubicBezTo>
                <a:cubicBezTo>
                  <a:pt x="10244" y="379"/>
                  <a:pt x="9849" y="470"/>
                  <a:pt x="9484" y="622"/>
                </a:cubicBezTo>
                <a:cubicBezTo>
                  <a:pt x="8542" y="1017"/>
                  <a:pt x="7509" y="1291"/>
                  <a:pt x="6627" y="1777"/>
                </a:cubicBezTo>
                <a:cubicBezTo>
                  <a:pt x="6262" y="1990"/>
                  <a:pt x="5928" y="2264"/>
                  <a:pt x="5502" y="2416"/>
                </a:cubicBezTo>
                <a:cubicBezTo>
                  <a:pt x="5049" y="2567"/>
                  <a:pt x="4655" y="2538"/>
                  <a:pt x="4352" y="2956"/>
                </a:cubicBezTo>
                <a:lnTo>
                  <a:pt x="4352" y="2956"/>
                </a:lnTo>
                <a:lnTo>
                  <a:pt x="4469" y="3236"/>
                </a:lnTo>
                <a:cubicBezTo>
                  <a:pt x="3983" y="3510"/>
                  <a:pt x="3679" y="3875"/>
                  <a:pt x="3344" y="4209"/>
                </a:cubicBezTo>
                <a:cubicBezTo>
                  <a:pt x="3040" y="4543"/>
                  <a:pt x="2888" y="4847"/>
                  <a:pt x="2676" y="5212"/>
                </a:cubicBezTo>
                <a:cubicBezTo>
                  <a:pt x="2402" y="5668"/>
                  <a:pt x="2128" y="6124"/>
                  <a:pt x="1885" y="6610"/>
                </a:cubicBezTo>
                <a:cubicBezTo>
                  <a:pt x="1551" y="7218"/>
                  <a:pt x="1308" y="7826"/>
                  <a:pt x="1065" y="8495"/>
                </a:cubicBezTo>
                <a:cubicBezTo>
                  <a:pt x="882" y="9072"/>
                  <a:pt x="700" y="9680"/>
                  <a:pt x="517" y="10288"/>
                </a:cubicBezTo>
                <a:cubicBezTo>
                  <a:pt x="366" y="10866"/>
                  <a:pt x="396" y="11474"/>
                  <a:pt x="305" y="12081"/>
                </a:cubicBezTo>
                <a:cubicBezTo>
                  <a:pt x="92" y="13388"/>
                  <a:pt x="1" y="14787"/>
                  <a:pt x="214" y="16094"/>
                </a:cubicBezTo>
                <a:cubicBezTo>
                  <a:pt x="335" y="16671"/>
                  <a:pt x="366" y="17279"/>
                  <a:pt x="517" y="17826"/>
                </a:cubicBezTo>
                <a:cubicBezTo>
                  <a:pt x="669" y="18313"/>
                  <a:pt x="730" y="18890"/>
                  <a:pt x="973" y="19346"/>
                </a:cubicBezTo>
                <a:cubicBezTo>
                  <a:pt x="1399" y="20258"/>
                  <a:pt x="1916" y="21200"/>
                  <a:pt x="2493" y="22021"/>
                </a:cubicBezTo>
                <a:cubicBezTo>
                  <a:pt x="3527" y="23571"/>
                  <a:pt x="4925" y="25121"/>
                  <a:pt x="6657" y="26063"/>
                </a:cubicBezTo>
                <a:cubicBezTo>
                  <a:pt x="8299" y="26945"/>
                  <a:pt x="10214" y="27097"/>
                  <a:pt x="12037" y="27431"/>
                </a:cubicBezTo>
                <a:cubicBezTo>
                  <a:pt x="12767" y="27553"/>
                  <a:pt x="13496" y="27553"/>
                  <a:pt x="14196" y="27674"/>
                </a:cubicBezTo>
                <a:cubicBezTo>
                  <a:pt x="14515" y="27735"/>
                  <a:pt x="14902" y="27766"/>
                  <a:pt x="15290" y="27766"/>
                </a:cubicBezTo>
                <a:cubicBezTo>
                  <a:pt x="15677" y="27766"/>
                  <a:pt x="16065" y="27735"/>
                  <a:pt x="16384" y="27674"/>
                </a:cubicBezTo>
                <a:cubicBezTo>
                  <a:pt x="17539" y="27492"/>
                  <a:pt x="18694" y="27006"/>
                  <a:pt x="19819" y="26580"/>
                </a:cubicBezTo>
                <a:cubicBezTo>
                  <a:pt x="20579" y="26307"/>
                  <a:pt x="21278" y="25911"/>
                  <a:pt x="21977" y="25516"/>
                </a:cubicBezTo>
                <a:cubicBezTo>
                  <a:pt x="22281" y="25364"/>
                  <a:pt x="22646" y="25212"/>
                  <a:pt x="22950" y="25030"/>
                </a:cubicBezTo>
                <a:cubicBezTo>
                  <a:pt x="23284" y="24756"/>
                  <a:pt x="23527" y="24544"/>
                  <a:pt x="23922" y="24331"/>
                </a:cubicBezTo>
                <a:cubicBezTo>
                  <a:pt x="24500" y="24027"/>
                  <a:pt x="24925" y="23510"/>
                  <a:pt x="25412" y="23054"/>
                </a:cubicBezTo>
                <a:cubicBezTo>
                  <a:pt x="26019" y="22477"/>
                  <a:pt x="26871" y="21838"/>
                  <a:pt x="27205" y="21079"/>
                </a:cubicBezTo>
                <a:cubicBezTo>
                  <a:pt x="27509" y="20349"/>
                  <a:pt x="27904" y="19711"/>
                  <a:pt x="28117" y="18951"/>
                </a:cubicBezTo>
                <a:cubicBezTo>
                  <a:pt x="28330" y="18191"/>
                  <a:pt x="28421" y="17462"/>
                  <a:pt x="28573" y="16702"/>
                </a:cubicBezTo>
                <a:cubicBezTo>
                  <a:pt x="28968" y="15030"/>
                  <a:pt x="29150" y="13297"/>
                  <a:pt x="28846" y="11595"/>
                </a:cubicBezTo>
                <a:cubicBezTo>
                  <a:pt x="28634" y="10501"/>
                  <a:pt x="28269" y="9164"/>
                  <a:pt x="27539" y="8252"/>
                </a:cubicBezTo>
                <a:cubicBezTo>
                  <a:pt x="27327" y="7948"/>
                  <a:pt x="27175" y="7674"/>
                  <a:pt x="26931" y="7431"/>
                </a:cubicBezTo>
                <a:cubicBezTo>
                  <a:pt x="26475" y="6975"/>
                  <a:pt x="25928" y="6610"/>
                  <a:pt x="25503" y="6154"/>
                </a:cubicBezTo>
                <a:cubicBezTo>
                  <a:pt x="25351" y="5972"/>
                  <a:pt x="25138" y="5850"/>
                  <a:pt x="24986" y="5668"/>
                </a:cubicBezTo>
                <a:cubicBezTo>
                  <a:pt x="24804" y="5486"/>
                  <a:pt x="24682" y="5273"/>
                  <a:pt x="24469" y="5091"/>
                </a:cubicBezTo>
                <a:cubicBezTo>
                  <a:pt x="23497" y="4209"/>
                  <a:pt x="22950" y="2963"/>
                  <a:pt x="21734" y="2325"/>
                </a:cubicBezTo>
                <a:cubicBezTo>
                  <a:pt x="21460" y="2173"/>
                  <a:pt x="21247" y="1960"/>
                  <a:pt x="20974" y="1838"/>
                </a:cubicBezTo>
                <a:cubicBezTo>
                  <a:pt x="20791" y="1747"/>
                  <a:pt x="20579" y="1686"/>
                  <a:pt x="20396" y="1595"/>
                </a:cubicBezTo>
                <a:cubicBezTo>
                  <a:pt x="19849" y="1321"/>
                  <a:pt x="19363" y="1109"/>
                  <a:pt x="18725" y="1017"/>
                </a:cubicBezTo>
                <a:cubicBezTo>
                  <a:pt x="18208" y="926"/>
                  <a:pt x="17569" y="835"/>
                  <a:pt x="17083" y="653"/>
                </a:cubicBezTo>
                <a:cubicBezTo>
                  <a:pt x="16810" y="562"/>
                  <a:pt x="16688" y="531"/>
                  <a:pt x="16414" y="501"/>
                </a:cubicBezTo>
                <a:cubicBezTo>
                  <a:pt x="16171" y="470"/>
                  <a:pt x="15989" y="410"/>
                  <a:pt x="15776" y="379"/>
                </a:cubicBezTo>
                <a:cubicBezTo>
                  <a:pt x="15229" y="318"/>
                  <a:pt x="14712" y="288"/>
                  <a:pt x="14196" y="227"/>
                </a:cubicBezTo>
                <a:cubicBezTo>
                  <a:pt x="13831" y="166"/>
                  <a:pt x="13496" y="45"/>
                  <a:pt x="13132" y="14"/>
                </a:cubicBezTo>
                <a:cubicBezTo>
                  <a:pt x="13030" y="4"/>
                  <a:pt x="12926" y="1"/>
                  <a:pt x="128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8"/>
          <p:cNvSpPr/>
          <p:nvPr/>
        </p:nvSpPr>
        <p:spPr>
          <a:xfrm rot="10800000">
            <a:off x="2628892" y="3169200"/>
            <a:ext cx="585279" cy="557472"/>
          </a:xfrm>
          <a:custGeom>
            <a:rect b="b" l="l" r="r" t="t"/>
            <a:pathLst>
              <a:path extrusionOk="0" h="27766" w="29151">
                <a:moveTo>
                  <a:pt x="4317" y="2872"/>
                </a:moveTo>
                <a:lnTo>
                  <a:pt x="4347" y="2944"/>
                </a:lnTo>
                <a:lnTo>
                  <a:pt x="4347" y="2944"/>
                </a:lnTo>
                <a:cubicBezTo>
                  <a:pt x="4346" y="2920"/>
                  <a:pt x="4341" y="2896"/>
                  <a:pt x="4317" y="2872"/>
                </a:cubicBezTo>
                <a:close/>
                <a:moveTo>
                  <a:pt x="4347" y="2944"/>
                </a:moveTo>
                <a:cubicBezTo>
                  <a:pt x="4347" y="2950"/>
                  <a:pt x="4347" y="2957"/>
                  <a:pt x="4347" y="2963"/>
                </a:cubicBezTo>
                <a:cubicBezTo>
                  <a:pt x="4349" y="2961"/>
                  <a:pt x="4351" y="2958"/>
                  <a:pt x="4352" y="2956"/>
                </a:cubicBezTo>
                <a:lnTo>
                  <a:pt x="4352" y="2956"/>
                </a:lnTo>
                <a:lnTo>
                  <a:pt x="4347" y="2944"/>
                </a:lnTo>
                <a:close/>
                <a:moveTo>
                  <a:pt x="12820" y="1"/>
                </a:moveTo>
                <a:cubicBezTo>
                  <a:pt x="12608" y="1"/>
                  <a:pt x="12392" y="14"/>
                  <a:pt x="12189" y="14"/>
                </a:cubicBezTo>
                <a:cubicBezTo>
                  <a:pt x="12144" y="10"/>
                  <a:pt x="12100" y="8"/>
                  <a:pt x="12059" y="8"/>
                </a:cubicBezTo>
                <a:cubicBezTo>
                  <a:pt x="11795" y="8"/>
                  <a:pt x="11601" y="84"/>
                  <a:pt x="11338" y="136"/>
                </a:cubicBezTo>
                <a:cubicBezTo>
                  <a:pt x="11065" y="166"/>
                  <a:pt x="10882" y="136"/>
                  <a:pt x="10609" y="227"/>
                </a:cubicBezTo>
                <a:cubicBezTo>
                  <a:pt x="10244" y="379"/>
                  <a:pt x="9849" y="470"/>
                  <a:pt x="9484" y="622"/>
                </a:cubicBezTo>
                <a:cubicBezTo>
                  <a:pt x="8542" y="1017"/>
                  <a:pt x="7509" y="1291"/>
                  <a:pt x="6627" y="1777"/>
                </a:cubicBezTo>
                <a:cubicBezTo>
                  <a:pt x="6262" y="1990"/>
                  <a:pt x="5928" y="2264"/>
                  <a:pt x="5502" y="2416"/>
                </a:cubicBezTo>
                <a:cubicBezTo>
                  <a:pt x="5049" y="2567"/>
                  <a:pt x="4655" y="2538"/>
                  <a:pt x="4352" y="2956"/>
                </a:cubicBezTo>
                <a:lnTo>
                  <a:pt x="4352" y="2956"/>
                </a:lnTo>
                <a:lnTo>
                  <a:pt x="4469" y="3236"/>
                </a:lnTo>
                <a:cubicBezTo>
                  <a:pt x="3983" y="3510"/>
                  <a:pt x="3679" y="3875"/>
                  <a:pt x="3344" y="4209"/>
                </a:cubicBezTo>
                <a:cubicBezTo>
                  <a:pt x="3040" y="4543"/>
                  <a:pt x="2888" y="4847"/>
                  <a:pt x="2676" y="5212"/>
                </a:cubicBezTo>
                <a:cubicBezTo>
                  <a:pt x="2402" y="5668"/>
                  <a:pt x="2128" y="6124"/>
                  <a:pt x="1885" y="6610"/>
                </a:cubicBezTo>
                <a:cubicBezTo>
                  <a:pt x="1551" y="7218"/>
                  <a:pt x="1308" y="7826"/>
                  <a:pt x="1065" y="8495"/>
                </a:cubicBezTo>
                <a:cubicBezTo>
                  <a:pt x="882" y="9072"/>
                  <a:pt x="700" y="9680"/>
                  <a:pt x="517" y="10288"/>
                </a:cubicBezTo>
                <a:cubicBezTo>
                  <a:pt x="366" y="10866"/>
                  <a:pt x="396" y="11474"/>
                  <a:pt x="305" y="12081"/>
                </a:cubicBezTo>
                <a:cubicBezTo>
                  <a:pt x="92" y="13388"/>
                  <a:pt x="1" y="14787"/>
                  <a:pt x="214" y="16094"/>
                </a:cubicBezTo>
                <a:cubicBezTo>
                  <a:pt x="335" y="16671"/>
                  <a:pt x="366" y="17279"/>
                  <a:pt x="517" y="17826"/>
                </a:cubicBezTo>
                <a:cubicBezTo>
                  <a:pt x="669" y="18313"/>
                  <a:pt x="730" y="18890"/>
                  <a:pt x="973" y="19346"/>
                </a:cubicBezTo>
                <a:cubicBezTo>
                  <a:pt x="1399" y="20258"/>
                  <a:pt x="1916" y="21200"/>
                  <a:pt x="2493" y="22021"/>
                </a:cubicBezTo>
                <a:cubicBezTo>
                  <a:pt x="3527" y="23571"/>
                  <a:pt x="4925" y="25121"/>
                  <a:pt x="6657" y="26063"/>
                </a:cubicBezTo>
                <a:cubicBezTo>
                  <a:pt x="8299" y="26945"/>
                  <a:pt x="10214" y="27097"/>
                  <a:pt x="12037" y="27431"/>
                </a:cubicBezTo>
                <a:cubicBezTo>
                  <a:pt x="12767" y="27553"/>
                  <a:pt x="13496" y="27553"/>
                  <a:pt x="14196" y="27674"/>
                </a:cubicBezTo>
                <a:cubicBezTo>
                  <a:pt x="14515" y="27735"/>
                  <a:pt x="14902" y="27766"/>
                  <a:pt x="15290" y="27766"/>
                </a:cubicBezTo>
                <a:cubicBezTo>
                  <a:pt x="15677" y="27766"/>
                  <a:pt x="16065" y="27735"/>
                  <a:pt x="16384" y="27674"/>
                </a:cubicBezTo>
                <a:cubicBezTo>
                  <a:pt x="17539" y="27492"/>
                  <a:pt x="18694" y="27006"/>
                  <a:pt x="19819" y="26580"/>
                </a:cubicBezTo>
                <a:cubicBezTo>
                  <a:pt x="20579" y="26307"/>
                  <a:pt x="21278" y="25911"/>
                  <a:pt x="21977" y="25516"/>
                </a:cubicBezTo>
                <a:cubicBezTo>
                  <a:pt x="22281" y="25364"/>
                  <a:pt x="22646" y="25212"/>
                  <a:pt x="22950" y="25030"/>
                </a:cubicBezTo>
                <a:cubicBezTo>
                  <a:pt x="23284" y="24756"/>
                  <a:pt x="23527" y="24544"/>
                  <a:pt x="23922" y="24331"/>
                </a:cubicBezTo>
                <a:cubicBezTo>
                  <a:pt x="24500" y="24027"/>
                  <a:pt x="24925" y="23510"/>
                  <a:pt x="25412" y="23054"/>
                </a:cubicBezTo>
                <a:cubicBezTo>
                  <a:pt x="26019" y="22477"/>
                  <a:pt x="26871" y="21838"/>
                  <a:pt x="27205" y="21079"/>
                </a:cubicBezTo>
                <a:cubicBezTo>
                  <a:pt x="27509" y="20349"/>
                  <a:pt x="27904" y="19711"/>
                  <a:pt x="28117" y="18951"/>
                </a:cubicBezTo>
                <a:cubicBezTo>
                  <a:pt x="28330" y="18191"/>
                  <a:pt x="28421" y="17462"/>
                  <a:pt x="28573" y="16702"/>
                </a:cubicBezTo>
                <a:cubicBezTo>
                  <a:pt x="28968" y="15030"/>
                  <a:pt x="29150" y="13297"/>
                  <a:pt x="28846" y="11595"/>
                </a:cubicBezTo>
                <a:cubicBezTo>
                  <a:pt x="28634" y="10501"/>
                  <a:pt x="28269" y="9164"/>
                  <a:pt x="27539" y="8252"/>
                </a:cubicBezTo>
                <a:cubicBezTo>
                  <a:pt x="27327" y="7948"/>
                  <a:pt x="27175" y="7674"/>
                  <a:pt x="26931" y="7431"/>
                </a:cubicBezTo>
                <a:cubicBezTo>
                  <a:pt x="26475" y="6975"/>
                  <a:pt x="25928" y="6610"/>
                  <a:pt x="25503" y="6154"/>
                </a:cubicBezTo>
                <a:cubicBezTo>
                  <a:pt x="25351" y="5972"/>
                  <a:pt x="25138" y="5850"/>
                  <a:pt x="24986" y="5668"/>
                </a:cubicBezTo>
                <a:cubicBezTo>
                  <a:pt x="24804" y="5486"/>
                  <a:pt x="24682" y="5273"/>
                  <a:pt x="24469" y="5091"/>
                </a:cubicBezTo>
                <a:cubicBezTo>
                  <a:pt x="23497" y="4209"/>
                  <a:pt x="22950" y="2963"/>
                  <a:pt x="21734" y="2325"/>
                </a:cubicBezTo>
                <a:cubicBezTo>
                  <a:pt x="21460" y="2173"/>
                  <a:pt x="21247" y="1960"/>
                  <a:pt x="20974" y="1838"/>
                </a:cubicBezTo>
                <a:cubicBezTo>
                  <a:pt x="20791" y="1747"/>
                  <a:pt x="20579" y="1686"/>
                  <a:pt x="20396" y="1595"/>
                </a:cubicBezTo>
                <a:cubicBezTo>
                  <a:pt x="19849" y="1321"/>
                  <a:pt x="19363" y="1109"/>
                  <a:pt x="18725" y="1017"/>
                </a:cubicBezTo>
                <a:cubicBezTo>
                  <a:pt x="18208" y="926"/>
                  <a:pt x="17569" y="835"/>
                  <a:pt x="17083" y="653"/>
                </a:cubicBezTo>
                <a:cubicBezTo>
                  <a:pt x="16810" y="562"/>
                  <a:pt x="16688" y="531"/>
                  <a:pt x="16414" y="501"/>
                </a:cubicBezTo>
                <a:cubicBezTo>
                  <a:pt x="16171" y="470"/>
                  <a:pt x="15989" y="410"/>
                  <a:pt x="15776" y="379"/>
                </a:cubicBezTo>
                <a:cubicBezTo>
                  <a:pt x="15229" y="318"/>
                  <a:pt x="14712" y="288"/>
                  <a:pt x="14196" y="227"/>
                </a:cubicBezTo>
                <a:cubicBezTo>
                  <a:pt x="13831" y="166"/>
                  <a:pt x="13496" y="45"/>
                  <a:pt x="13132" y="14"/>
                </a:cubicBezTo>
                <a:cubicBezTo>
                  <a:pt x="13030" y="4"/>
                  <a:pt x="12926" y="1"/>
                  <a:pt x="128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8"/>
          <p:cNvSpPr txBox="1"/>
          <p:nvPr>
            <p:ph idx="4294967295" type="subTitle"/>
          </p:nvPr>
        </p:nvSpPr>
        <p:spPr>
          <a:xfrm>
            <a:off x="1567225" y="4365626"/>
            <a:ext cx="5993700" cy="390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200">
                <a:latin typeface="Inconsolata"/>
                <a:ea typeface="Inconsolata"/>
                <a:cs typeface="Inconsolata"/>
                <a:sym typeface="Inconsolata"/>
              </a:rPr>
              <a:t>Please keep this slide for attribution</a:t>
            </a:r>
            <a:endParaRPr sz="1200">
              <a:latin typeface="Inconsolata"/>
              <a:ea typeface="Inconsolata"/>
              <a:cs typeface="Inconsolata"/>
              <a:sym typeface="Inconsolata"/>
            </a:endParaRPr>
          </a:p>
        </p:txBody>
      </p:sp>
      <p:sp>
        <p:nvSpPr>
          <p:cNvPr id="4157" name="Google Shape;4157;p58"/>
          <p:cNvSpPr txBox="1"/>
          <p:nvPr>
            <p:ph type="title"/>
          </p:nvPr>
        </p:nvSpPr>
        <p:spPr>
          <a:xfrm>
            <a:off x="2692227" y="616800"/>
            <a:ext cx="3743700" cy="87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4158" name="Google Shape;4158;p58"/>
          <p:cNvSpPr txBox="1"/>
          <p:nvPr>
            <p:ph idx="1" type="subTitle"/>
          </p:nvPr>
        </p:nvSpPr>
        <p:spPr>
          <a:xfrm>
            <a:off x="2511402" y="1543273"/>
            <a:ext cx="4105500" cy="142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lt1"/>
              </a:buClr>
              <a:buSzPts val="1100"/>
              <a:buFont typeface="Arial"/>
              <a:buNone/>
            </a:pPr>
            <a:r>
              <a:rPr lang="en"/>
              <a:t>Do you have any questions?</a:t>
            </a:r>
            <a:endParaRPr/>
          </a:p>
          <a:p>
            <a:pPr indent="0" lvl="0" marL="0" rtl="0" algn="ctr">
              <a:spcBef>
                <a:spcPts val="0"/>
              </a:spcBef>
              <a:spcAft>
                <a:spcPts val="0"/>
              </a:spcAft>
              <a:buClr>
                <a:schemeClr val="lt1"/>
              </a:buClr>
              <a:buSzPts val="1100"/>
              <a:buFont typeface="Arial"/>
              <a:buNone/>
            </a:pPr>
            <a:r>
              <a:t/>
            </a:r>
            <a:endParaRPr/>
          </a:p>
          <a:p>
            <a:pPr indent="0" lvl="0" marL="0" rtl="0" algn="ctr">
              <a:spcBef>
                <a:spcPts val="0"/>
              </a:spcBef>
              <a:spcAft>
                <a:spcPts val="0"/>
              </a:spcAft>
              <a:buClr>
                <a:schemeClr val="lt1"/>
              </a:buClr>
              <a:buSzPts val="1100"/>
              <a:buFont typeface="Arial"/>
              <a:buNone/>
            </a:pPr>
            <a:r>
              <a:rPr lang="en"/>
              <a:t>youremail@freepik.com </a:t>
            </a:r>
            <a:endParaRPr/>
          </a:p>
          <a:p>
            <a:pPr indent="0" lvl="0" marL="0" rtl="0" algn="ctr">
              <a:spcBef>
                <a:spcPts val="0"/>
              </a:spcBef>
              <a:spcAft>
                <a:spcPts val="0"/>
              </a:spcAft>
              <a:buClr>
                <a:schemeClr val="lt1"/>
              </a:buClr>
              <a:buSzPts val="1100"/>
              <a:buFont typeface="Arial"/>
              <a:buNone/>
            </a:pPr>
            <a:r>
              <a:rPr lang="en"/>
              <a:t>+91  620 421 838 </a:t>
            </a:r>
            <a:endParaRPr/>
          </a:p>
          <a:p>
            <a:pPr indent="0" lvl="0" marL="0" rtl="0" algn="ctr">
              <a:spcBef>
                <a:spcPts val="0"/>
              </a:spcBef>
              <a:spcAft>
                <a:spcPts val="0"/>
              </a:spcAft>
              <a:buNone/>
            </a:pPr>
            <a:r>
              <a:rPr lang="en"/>
              <a:t>yourcompany.com</a:t>
            </a:r>
            <a:endParaRPr/>
          </a:p>
        </p:txBody>
      </p:sp>
      <p:grpSp>
        <p:nvGrpSpPr>
          <p:cNvPr id="4159" name="Google Shape;4159;p58"/>
          <p:cNvGrpSpPr/>
          <p:nvPr/>
        </p:nvGrpSpPr>
        <p:grpSpPr>
          <a:xfrm flipH="1">
            <a:off x="7691573" y="1005442"/>
            <a:ext cx="1077046" cy="524243"/>
            <a:chOff x="2378750" y="627850"/>
            <a:chExt cx="1312350" cy="638775"/>
          </a:xfrm>
        </p:grpSpPr>
        <p:sp>
          <p:nvSpPr>
            <p:cNvPr id="4160" name="Google Shape;4160;p58"/>
            <p:cNvSpPr/>
            <p:nvPr/>
          </p:nvSpPr>
          <p:spPr>
            <a:xfrm>
              <a:off x="2514775" y="795425"/>
              <a:ext cx="1070400" cy="471200"/>
            </a:xfrm>
            <a:custGeom>
              <a:rect b="b" l="l" r="r" t="t"/>
              <a:pathLst>
                <a:path extrusionOk="0" h="18848" w="42816">
                  <a:moveTo>
                    <a:pt x="20996" y="1"/>
                  </a:moveTo>
                  <a:cubicBezTo>
                    <a:pt x="12718" y="1"/>
                    <a:pt x="4488" y="3311"/>
                    <a:pt x="0" y="10258"/>
                  </a:cubicBezTo>
                  <a:cubicBezTo>
                    <a:pt x="182" y="12508"/>
                    <a:pt x="5775" y="15030"/>
                    <a:pt x="7660" y="15851"/>
                  </a:cubicBezTo>
                  <a:cubicBezTo>
                    <a:pt x="11550" y="17553"/>
                    <a:pt x="15684" y="18587"/>
                    <a:pt x="19940" y="18769"/>
                  </a:cubicBezTo>
                  <a:cubicBezTo>
                    <a:pt x="20924" y="18819"/>
                    <a:pt x="21933" y="18848"/>
                    <a:pt x="22955" y="18848"/>
                  </a:cubicBezTo>
                  <a:cubicBezTo>
                    <a:pt x="28811" y="18848"/>
                    <a:pt x="35104" y="17899"/>
                    <a:pt x="39788" y="14483"/>
                  </a:cubicBezTo>
                  <a:cubicBezTo>
                    <a:pt x="40730" y="13784"/>
                    <a:pt x="41521" y="12994"/>
                    <a:pt x="42129" y="12021"/>
                  </a:cubicBezTo>
                  <a:cubicBezTo>
                    <a:pt x="42417" y="11473"/>
                    <a:pt x="42815" y="9665"/>
                    <a:pt x="42335" y="9665"/>
                  </a:cubicBezTo>
                  <a:cubicBezTo>
                    <a:pt x="42309" y="9665"/>
                    <a:pt x="42281" y="9670"/>
                    <a:pt x="42250" y="9681"/>
                  </a:cubicBezTo>
                  <a:cubicBezTo>
                    <a:pt x="40487" y="8070"/>
                    <a:pt x="39119" y="6064"/>
                    <a:pt x="37052" y="4666"/>
                  </a:cubicBezTo>
                  <a:cubicBezTo>
                    <a:pt x="32498" y="1592"/>
                    <a:pt x="26735" y="1"/>
                    <a:pt x="209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8"/>
            <p:cNvSpPr/>
            <p:nvPr/>
          </p:nvSpPr>
          <p:spPr>
            <a:xfrm>
              <a:off x="2764775" y="792475"/>
              <a:ext cx="549425" cy="443075"/>
            </a:xfrm>
            <a:custGeom>
              <a:rect b="b" l="l" r="r" t="t"/>
              <a:pathLst>
                <a:path extrusionOk="0" h="17723" w="21977">
                  <a:moveTo>
                    <a:pt x="11877" y="0"/>
                  </a:moveTo>
                  <a:cubicBezTo>
                    <a:pt x="6662" y="0"/>
                    <a:pt x="2098" y="1258"/>
                    <a:pt x="2098" y="1258"/>
                  </a:cubicBezTo>
                  <a:cubicBezTo>
                    <a:pt x="0" y="4419"/>
                    <a:pt x="426" y="8613"/>
                    <a:pt x="1854" y="12079"/>
                  </a:cubicBezTo>
                  <a:cubicBezTo>
                    <a:pt x="2888" y="14662"/>
                    <a:pt x="5350" y="16455"/>
                    <a:pt x="8025" y="17215"/>
                  </a:cubicBezTo>
                  <a:cubicBezTo>
                    <a:pt x="9160" y="17532"/>
                    <a:pt x="10472" y="17723"/>
                    <a:pt x="11793" y="17723"/>
                  </a:cubicBezTo>
                  <a:cubicBezTo>
                    <a:pt x="13514" y="17723"/>
                    <a:pt x="15251" y="17399"/>
                    <a:pt x="16627" y="16607"/>
                  </a:cubicBezTo>
                  <a:cubicBezTo>
                    <a:pt x="19058" y="15179"/>
                    <a:pt x="20305" y="11896"/>
                    <a:pt x="20943" y="9252"/>
                  </a:cubicBezTo>
                  <a:cubicBezTo>
                    <a:pt x="21156" y="8431"/>
                    <a:pt x="21976" y="2382"/>
                    <a:pt x="21338" y="2018"/>
                  </a:cubicBezTo>
                  <a:cubicBezTo>
                    <a:pt x="18546" y="477"/>
                    <a:pt x="15088" y="0"/>
                    <a:pt x="118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8"/>
            <p:cNvSpPr/>
            <p:nvPr/>
          </p:nvSpPr>
          <p:spPr>
            <a:xfrm>
              <a:off x="2378750" y="905225"/>
              <a:ext cx="159600" cy="117025"/>
            </a:xfrm>
            <a:custGeom>
              <a:rect b="b" l="l" r="r" t="t"/>
              <a:pathLst>
                <a:path extrusionOk="0" h="4681" w="6384">
                  <a:moveTo>
                    <a:pt x="973" y="0"/>
                  </a:moveTo>
                  <a:cubicBezTo>
                    <a:pt x="669" y="365"/>
                    <a:pt x="335" y="973"/>
                    <a:pt x="0" y="1368"/>
                  </a:cubicBezTo>
                  <a:cubicBezTo>
                    <a:pt x="1550" y="2432"/>
                    <a:pt x="3101" y="3830"/>
                    <a:pt x="4772" y="4681"/>
                  </a:cubicBezTo>
                  <a:cubicBezTo>
                    <a:pt x="5289" y="3982"/>
                    <a:pt x="6019" y="3344"/>
                    <a:pt x="6383" y="2584"/>
                  </a:cubicBezTo>
                  <a:cubicBezTo>
                    <a:pt x="5228" y="1611"/>
                    <a:pt x="2523" y="365"/>
                    <a:pt x="9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8"/>
            <p:cNvSpPr/>
            <p:nvPr/>
          </p:nvSpPr>
          <p:spPr>
            <a:xfrm>
              <a:off x="2473725" y="795800"/>
              <a:ext cx="164175" cy="133750"/>
            </a:xfrm>
            <a:custGeom>
              <a:rect b="b" l="l" r="r" t="t"/>
              <a:pathLst>
                <a:path extrusionOk="0" h="5350" w="6567">
                  <a:moveTo>
                    <a:pt x="1976" y="0"/>
                  </a:moveTo>
                  <a:lnTo>
                    <a:pt x="1" y="1976"/>
                  </a:lnTo>
                  <a:lnTo>
                    <a:pt x="4378" y="5350"/>
                  </a:lnTo>
                  <a:lnTo>
                    <a:pt x="6566" y="3678"/>
                  </a:lnTo>
                  <a:lnTo>
                    <a:pt x="19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8"/>
            <p:cNvSpPr/>
            <p:nvPr/>
          </p:nvSpPr>
          <p:spPr>
            <a:xfrm>
              <a:off x="2579350" y="715250"/>
              <a:ext cx="150500" cy="147425"/>
            </a:xfrm>
            <a:custGeom>
              <a:rect b="b" l="l" r="r" t="t"/>
              <a:pathLst>
                <a:path extrusionOk="0" h="5897" w="6020">
                  <a:moveTo>
                    <a:pt x="2341" y="0"/>
                  </a:moveTo>
                  <a:lnTo>
                    <a:pt x="1" y="1611"/>
                  </a:lnTo>
                  <a:lnTo>
                    <a:pt x="3739" y="5897"/>
                  </a:lnTo>
                  <a:lnTo>
                    <a:pt x="6019" y="4620"/>
                  </a:lnTo>
                  <a:lnTo>
                    <a:pt x="23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8"/>
            <p:cNvSpPr/>
            <p:nvPr/>
          </p:nvSpPr>
          <p:spPr>
            <a:xfrm>
              <a:off x="2703975" y="664325"/>
              <a:ext cx="129975" cy="152775"/>
            </a:xfrm>
            <a:custGeom>
              <a:rect b="b" l="l" r="r" t="t"/>
              <a:pathLst>
                <a:path extrusionOk="0" h="6111" w="5199">
                  <a:moveTo>
                    <a:pt x="2280" y="1"/>
                  </a:moveTo>
                  <a:lnTo>
                    <a:pt x="1" y="943"/>
                  </a:lnTo>
                  <a:lnTo>
                    <a:pt x="2706" y="6110"/>
                  </a:lnTo>
                  <a:lnTo>
                    <a:pt x="5198" y="5259"/>
                  </a:lnTo>
                  <a:lnTo>
                    <a:pt x="22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8"/>
            <p:cNvSpPr/>
            <p:nvPr/>
          </p:nvSpPr>
          <p:spPr>
            <a:xfrm>
              <a:off x="2857475" y="635450"/>
              <a:ext cx="93500" cy="153525"/>
            </a:xfrm>
            <a:custGeom>
              <a:rect b="b" l="l" r="r" t="t"/>
              <a:pathLst>
                <a:path extrusionOk="0" h="6141" w="3740">
                  <a:moveTo>
                    <a:pt x="2189" y="1"/>
                  </a:moveTo>
                  <a:lnTo>
                    <a:pt x="1" y="487"/>
                  </a:lnTo>
                  <a:lnTo>
                    <a:pt x="1460" y="6141"/>
                  </a:lnTo>
                  <a:lnTo>
                    <a:pt x="3739" y="5685"/>
                  </a:lnTo>
                  <a:lnTo>
                    <a:pt x="21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8"/>
            <p:cNvSpPr/>
            <p:nvPr/>
          </p:nvSpPr>
          <p:spPr>
            <a:xfrm>
              <a:off x="3010975" y="627850"/>
              <a:ext cx="54750" cy="148200"/>
            </a:xfrm>
            <a:custGeom>
              <a:rect b="b" l="l" r="r" t="t"/>
              <a:pathLst>
                <a:path extrusionOk="0" h="5928" w="2190">
                  <a:moveTo>
                    <a:pt x="1" y="1"/>
                  </a:moveTo>
                  <a:lnTo>
                    <a:pt x="1" y="5928"/>
                  </a:lnTo>
                  <a:lnTo>
                    <a:pt x="2189" y="5928"/>
                  </a:lnTo>
                  <a:lnTo>
                    <a:pt x="2189" y="30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8"/>
            <p:cNvSpPr/>
            <p:nvPr/>
          </p:nvSpPr>
          <p:spPr>
            <a:xfrm>
              <a:off x="3128000" y="635450"/>
              <a:ext cx="104125" cy="153525"/>
            </a:xfrm>
            <a:custGeom>
              <a:rect b="b" l="l" r="r" t="t"/>
              <a:pathLst>
                <a:path extrusionOk="0" h="6141" w="4165">
                  <a:moveTo>
                    <a:pt x="1763" y="1"/>
                  </a:moveTo>
                  <a:lnTo>
                    <a:pt x="0" y="5624"/>
                  </a:lnTo>
                  <a:lnTo>
                    <a:pt x="2858" y="6141"/>
                  </a:lnTo>
                  <a:lnTo>
                    <a:pt x="4165" y="487"/>
                  </a:lnTo>
                  <a:lnTo>
                    <a:pt x="1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8"/>
            <p:cNvSpPr/>
            <p:nvPr/>
          </p:nvSpPr>
          <p:spPr>
            <a:xfrm>
              <a:off x="3261750" y="674975"/>
              <a:ext cx="120850" cy="152000"/>
            </a:xfrm>
            <a:custGeom>
              <a:rect b="b" l="l" r="r" t="t"/>
              <a:pathLst>
                <a:path extrusionOk="0" h="6080" w="4834">
                  <a:moveTo>
                    <a:pt x="2401" y="0"/>
                  </a:moveTo>
                  <a:lnTo>
                    <a:pt x="0" y="5137"/>
                  </a:lnTo>
                  <a:lnTo>
                    <a:pt x="2553" y="6079"/>
                  </a:lnTo>
                  <a:lnTo>
                    <a:pt x="4833" y="1064"/>
                  </a:lnTo>
                  <a:lnTo>
                    <a:pt x="24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8"/>
            <p:cNvSpPr/>
            <p:nvPr/>
          </p:nvSpPr>
          <p:spPr>
            <a:xfrm>
              <a:off x="3373450" y="730450"/>
              <a:ext cx="118550" cy="151225"/>
            </a:xfrm>
            <a:custGeom>
              <a:rect b="b" l="l" r="r" t="t"/>
              <a:pathLst>
                <a:path extrusionOk="0" h="6049" w="4742">
                  <a:moveTo>
                    <a:pt x="2827" y="0"/>
                  </a:moveTo>
                  <a:lnTo>
                    <a:pt x="0" y="4894"/>
                  </a:lnTo>
                  <a:lnTo>
                    <a:pt x="1946" y="6049"/>
                  </a:lnTo>
                  <a:lnTo>
                    <a:pt x="4742" y="1368"/>
                  </a:lnTo>
                  <a:lnTo>
                    <a:pt x="2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8"/>
            <p:cNvSpPr/>
            <p:nvPr/>
          </p:nvSpPr>
          <p:spPr>
            <a:xfrm>
              <a:off x="3477550" y="817075"/>
              <a:ext cx="123875" cy="132225"/>
            </a:xfrm>
            <a:custGeom>
              <a:rect b="b" l="l" r="r" t="t"/>
              <a:pathLst>
                <a:path extrusionOk="0" h="5289" w="4955">
                  <a:moveTo>
                    <a:pt x="3283" y="0"/>
                  </a:moveTo>
                  <a:lnTo>
                    <a:pt x="0" y="3921"/>
                  </a:lnTo>
                  <a:lnTo>
                    <a:pt x="1581" y="5289"/>
                  </a:lnTo>
                  <a:lnTo>
                    <a:pt x="4955" y="1216"/>
                  </a:lnTo>
                  <a:lnTo>
                    <a:pt x="32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8"/>
            <p:cNvSpPr/>
            <p:nvPr/>
          </p:nvSpPr>
          <p:spPr>
            <a:xfrm>
              <a:off x="3563425" y="929525"/>
              <a:ext cx="127675" cy="101850"/>
            </a:xfrm>
            <a:custGeom>
              <a:rect b="b" l="l" r="r" t="t"/>
              <a:pathLst>
                <a:path extrusionOk="0" h="4074" w="5107">
                  <a:moveTo>
                    <a:pt x="3708" y="1"/>
                  </a:moveTo>
                  <a:lnTo>
                    <a:pt x="0" y="2189"/>
                  </a:lnTo>
                  <a:lnTo>
                    <a:pt x="1246" y="4074"/>
                  </a:lnTo>
                  <a:lnTo>
                    <a:pt x="5107" y="1308"/>
                  </a:lnTo>
                  <a:lnTo>
                    <a:pt x="37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8"/>
            <p:cNvSpPr/>
            <p:nvPr/>
          </p:nvSpPr>
          <p:spPr>
            <a:xfrm>
              <a:off x="2908400" y="837225"/>
              <a:ext cx="263700" cy="286250"/>
            </a:xfrm>
            <a:custGeom>
              <a:rect b="b" l="l" r="r" t="t"/>
              <a:pathLst>
                <a:path extrusionOk="0" h="11450" w="10548">
                  <a:moveTo>
                    <a:pt x="7074" y="1"/>
                  </a:moveTo>
                  <a:cubicBezTo>
                    <a:pt x="6525" y="1"/>
                    <a:pt x="5982" y="23"/>
                    <a:pt x="5471" y="45"/>
                  </a:cubicBezTo>
                  <a:cubicBezTo>
                    <a:pt x="4137" y="130"/>
                    <a:pt x="2697" y="507"/>
                    <a:pt x="1399" y="507"/>
                  </a:cubicBezTo>
                  <a:cubicBezTo>
                    <a:pt x="1307" y="507"/>
                    <a:pt x="1215" y="505"/>
                    <a:pt x="1125" y="501"/>
                  </a:cubicBezTo>
                  <a:lnTo>
                    <a:pt x="1125" y="501"/>
                  </a:lnTo>
                  <a:cubicBezTo>
                    <a:pt x="0" y="3510"/>
                    <a:pt x="1064" y="8495"/>
                    <a:pt x="3739" y="10501"/>
                  </a:cubicBezTo>
                  <a:cubicBezTo>
                    <a:pt x="4511" y="11091"/>
                    <a:pt x="5515" y="11449"/>
                    <a:pt x="6495" y="11449"/>
                  </a:cubicBezTo>
                  <a:cubicBezTo>
                    <a:pt x="6980" y="11449"/>
                    <a:pt x="7460" y="11361"/>
                    <a:pt x="7903" y="11170"/>
                  </a:cubicBezTo>
                  <a:cubicBezTo>
                    <a:pt x="9605" y="10471"/>
                    <a:pt x="10031" y="8769"/>
                    <a:pt x="10183" y="7067"/>
                  </a:cubicBezTo>
                  <a:cubicBezTo>
                    <a:pt x="10395" y="4817"/>
                    <a:pt x="10547" y="2416"/>
                    <a:pt x="9848" y="319"/>
                  </a:cubicBezTo>
                  <a:cubicBezTo>
                    <a:pt x="8999" y="68"/>
                    <a:pt x="8028" y="1"/>
                    <a:pt x="7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74" name="Google Shape;4174;p58"/>
          <p:cNvSpPr/>
          <p:nvPr/>
        </p:nvSpPr>
        <p:spPr>
          <a:xfrm rot="121">
            <a:off x="1315056" y="1787261"/>
            <a:ext cx="729563" cy="784472"/>
          </a:xfrm>
          <a:custGeom>
            <a:rect b="b" l="l" r="r" t="t"/>
            <a:pathLst>
              <a:path extrusionOk="0" h="11014" w="10242">
                <a:moveTo>
                  <a:pt x="4204" y="0"/>
                </a:moveTo>
                <a:lnTo>
                  <a:pt x="4204" y="0"/>
                </a:lnTo>
                <a:cubicBezTo>
                  <a:pt x="3804" y="133"/>
                  <a:pt x="3370" y="300"/>
                  <a:pt x="2970" y="567"/>
                </a:cubicBezTo>
                <a:cubicBezTo>
                  <a:pt x="568" y="2102"/>
                  <a:pt x="1" y="5537"/>
                  <a:pt x="1735" y="8206"/>
                </a:cubicBezTo>
                <a:cubicBezTo>
                  <a:pt x="2881" y="10003"/>
                  <a:pt x="4783" y="11013"/>
                  <a:pt x="6636" y="11013"/>
                </a:cubicBezTo>
                <a:cubicBezTo>
                  <a:pt x="7535" y="11013"/>
                  <a:pt x="8423" y="10775"/>
                  <a:pt x="9207" y="10274"/>
                </a:cubicBezTo>
                <a:cubicBezTo>
                  <a:pt x="9608" y="10007"/>
                  <a:pt x="9941" y="9707"/>
                  <a:pt x="10242" y="9373"/>
                </a:cubicBezTo>
                <a:lnTo>
                  <a:pt x="10242" y="9373"/>
                </a:lnTo>
                <a:cubicBezTo>
                  <a:pt x="9797" y="9499"/>
                  <a:pt x="9340" y="9561"/>
                  <a:pt x="8881" y="9561"/>
                </a:cubicBezTo>
                <a:cubicBezTo>
                  <a:pt x="7031" y="9561"/>
                  <a:pt x="5153" y="8562"/>
                  <a:pt x="4004" y="6772"/>
                </a:cubicBezTo>
                <a:cubicBezTo>
                  <a:pt x="2536" y="4503"/>
                  <a:pt x="2703" y="1735"/>
                  <a:pt x="42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5" name="Google Shape;4175;p58"/>
          <p:cNvGrpSpPr/>
          <p:nvPr/>
        </p:nvGrpSpPr>
        <p:grpSpPr>
          <a:xfrm>
            <a:off x="8030467" y="1813485"/>
            <a:ext cx="322041" cy="1168493"/>
            <a:chOff x="3702475" y="1864200"/>
            <a:chExt cx="416450" cy="1194900"/>
          </a:xfrm>
        </p:grpSpPr>
        <p:sp>
          <p:nvSpPr>
            <p:cNvPr id="4176" name="Google Shape;4176;p58"/>
            <p:cNvSpPr/>
            <p:nvPr/>
          </p:nvSpPr>
          <p:spPr>
            <a:xfrm>
              <a:off x="3882575" y="1864200"/>
              <a:ext cx="177075" cy="500650"/>
            </a:xfrm>
            <a:custGeom>
              <a:rect b="b" l="l" r="r" t="t"/>
              <a:pathLst>
                <a:path extrusionOk="0" h="20026" w="7083">
                  <a:moveTo>
                    <a:pt x="2158" y="0"/>
                  </a:moveTo>
                  <a:cubicBezTo>
                    <a:pt x="517" y="4408"/>
                    <a:pt x="0" y="9970"/>
                    <a:pt x="0" y="14681"/>
                  </a:cubicBezTo>
                  <a:cubicBezTo>
                    <a:pt x="0" y="16247"/>
                    <a:pt x="0" y="20026"/>
                    <a:pt x="2089" y="20026"/>
                  </a:cubicBezTo>
                  <a:cubicBezTo>
                    <a:pt x="2473" y="20026"/>
                    <a:pt x="2927" y="19898"/>
                    <a:pt x="3466" y="19605"/>
                  </a:cubicBezTo>
                  <a:cubicBezTo>
                    <a:pt x="7083" y="17599"/>
                    <a:pt x="3921" y="9241"/>
                    <a:pt x="3496" y="6262"/>
                  </a:cubicBezTo>
                  <a:cubicBezTo>
                    <a:pt x="3162" y="4012"/>
                    <a:pt x="2736" y="1854"/>
                    <a:pt x="21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8"/>
            <p:cNvSpPr/>
            <p:nvPr/>
          </p:nvSpPr>
          <p:spPr>
            <a:xfrm>
              <a:off x="3702475" y="2394600"/>
              <a:ext cx="126175" cy="522000"/>
            </a:xfrm>
            <a:custGeom>
              <a:rect b="b" l="l" r="r" t="t"/>
              <a:pathLst>
                <a:path extrusionOk="0" h="20880" w="5047">
                  <a:moveTo>
                    <a:pt x="2858" y="0"/>
                  </a:moveTo>
                  <a:lnTo>
                    <a:pt x="2858" y="0"/>
                  </a:lnTo>
                  <a:cubicBezTo>
                    <a:pt x="1095" y="1247"/>
                    <a:pt x="730" y="5988"/>
                    <a:pt x="396" y="7934"/>
                  </a:cubicBezTo>
                  <a:cubicBezTo>
                    <a:pt x="1" y="10244"/>
                    <a:pt x="92" y="12554"/>
                    <a:pt x="122" y="14894"/>
                  </a:cubicBezTo>
                  <a:cubicBezTo>
                    <a:pt x="122" y="16511"/>
                    <a:pt x="301" y="20879"/>
                    <a:pt x="2233" y="20879"/>
                  </a:cubicBezTo>
                  <a:cubicBezTo>
                    <a:pt x="2553" y="20879"/>
                    <a:pt x="2921" y="20759"/>
                    <a:pt x="3344" y="20487"/>
                  </a:cubicBezTo>
                  <a:cubicBezTo>
                    <a:pt x="5046" y="19393"/>
                    <a:pt x="4651" y="15988"/>
                    <a:pt x="4621" y="14104"/>
                  </a:cubicBezTo>
                  <a:cubicBezTo>
                    <a:pt x="4590" y="11429"/>
                    <a:pt x="4195" y="8693"/>
                    <a:pt x="3800" y="6079"/>
                  </a:cubicBezTo>
                  <a:cubicBezTo>
                    <a:pt x="3496" y="4165"/>
                    <a:pt x="2402" y="1946"/>
                    <a:pt x="28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8"/>
            <p:cNvSpPr/>
            <p:nvPr/>
          </p:nvSpPr>
          <p:spPr>
            <a:xfrm>
              <a:off x="3954750" y="2569375"/>
              <a:ext cx="164175" cy="489725"/>
            </a:xfrm>
            <a:custGeom>
              <a:rect b="b" l="l" r="r" t="t"/>
              <a:pathLst>
                <a:path extrusionOk="0" h="19589" w="6567">
                  <a:moveTo>
                    <a:pt x="3041" y="0"/>
                  </a:moveTo>
                  <a:cubicBezTo>
                    <a:pt x="1369" y="1976"/>
                    <a:pt x="1095" y="6657"/>
                    <a:pt x="852" y="9149"/>
                  </a:cubicBezTo>
                  <a:cubicBezTo>
                    <a:pt x="609" y="11520"/>
                    <a:pt x="1" y="14317"/>
                    <a:pt x="396" y="16688"/>
                  </a:cubicBezTo>
                  <a:cubicBezTo>
                    <a:pt x="635" y="18203"/>
                    <a:pt x="1974" y="19589"/>
                    <a:pt x="3219" y="19589"/>
                  </a:cubicBezTo>
                  <a:cubicBezTo>
                    <a:pt x="3871" y="19589"/>
                    <a:pt x="4497" y="19208"/>
                    <a:pt x="4925" y="18268"/>
                  </a:cubicBezTo>
                  <a:cubicBezTo>
                    <a:pt x="6566" y="14681"/>
                    <a:pt x="3892" y="9636"/>
                    <a:pt x="3496" y="6140"/>
                  </a:cubicBezTo>
                  <a:cubicBezTo>
                    <a:pt x="3284" y="4408"/>
                    <a:pt x="3314" y="1551"/>
                    <a:pt x="30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79" name="Google Shape;4179;p58"/>
          <p:cNvSpPr/>
          <p:nvPr/>
        </p:nvSpPr>
        <p:spPr>
          <a:xfrm>
            <a:off x="2748694" y="3274908"/>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0" name="Google Shape;4180;p58"/>
          <p:cNvGrpSpPr/>
          <p:nvPr/>
        </p:nvGrpSpPr>
        <p:grpSpPr>
          <a:xfrm>
            <a:off x="3551528" y="3275099"/>
            <a:ext cx="346056" cy="345674"/>
            <a:chOff x="3303268" y="3817349"/>
            <a:chExt cx="346056" cy="345674"/>
          </a:xfrm>
        </p:grpSpPr>
        <p:sp>
          <p:nvSpPr>
            <p:cNvPr id="4181" name="Google Shape;4181;p58"/>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8"/>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8"/>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8"/>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5" name="Google Shape;4185;p58"/>
          <p:cNvGrpSpPr/>
          <p:nvPr/>
        </p:nvGrpSpPr>
        <p:grpSpPr>
          <a:xfrm>
            <a:off x="4354553" y="3275099"/>
            <a:ext cx="346056" cy="345674"/>
            <a:chOff x="3752358" y="3817349"/>
            <a:chExt cx="346056" cy="345674"/>
          </a:xfrm>
        </p:grpSpPr>
        <p:sp>
          <p:nvSpPr>
            <p:cNvPr id="4186" name="Google Shape;4186;p58"/>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8"/>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8"/>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8"/>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0" name="Google Shape;4190;p58"/>
          <p:cNvGrpSpPr/>
          <p:nvPr/>
        </p:nvGrpSpPr>
        <p:grpSpPr>
          <a:xfrm>
            <a:off x="5157594" y="3275099"/>
            <a:ext cx="346024" cy="345674"/>
            <a:chOff x="4201447" y="3817349"/>
            <a:chExt cx="346024" cy="345674"/>
          </a:xfrm>
        </p:grpSpPr>
        <p:sp>
          <p:nvSpPr>
            <p:cNvPr id="4191" name="Google Shape;4191;p58"/>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8"/>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3" name="Google Shape;4193;p58"/>
          <p:cNvGrpSpPr/>
          <p:nvPr/>
        </p:nvGrpSpPr>
        <p:grpSpPr>
          <a:xfrm>
            <a:off x="5960810" y="3275099"/>
            <a:ext cx="345642" cy="345674"/>
            <a:chOff x="5549861" y="3817349"/>
            <a:chExt cx="345642" cy="345674"/>
          </a:xfrm>
        </p:grpSpPr>
        <p:sp>
          <p:nvSpPr>
            <p:cNvPr id="4194" name="Google Shape;4194;p58"/>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8"/>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8"/>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00" name="Shape 4200"/>
        <p:cNvGrpSpPr/>
        <p:nvPr/>
      </p:nvGrpSpPr>
      <p:grpSpPr>
        <a:xfrm>
          <a:off x="0" y="0"/>
          <a:ext cx="0" cy="0"/>
          <a:chOff x="0" y="0"/>
          <a:chExt cx="0" cy="0"/>
        </a:xfrm>
      </p:grpSpPr>
      <p:sp>
        <p:nvSpPr>
          <p:cNvPr id="4201" name="Google Shape;4201;p5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Icon pack</a:t>
            </a:r>
            <a:endParaRPr/>
          </a:p>
        </p:txBody>
      </p:sp>
      <p:sp>
        <p:nvSpPr>
          <p:cNvPr id="4202" name="Google Shape;4202;p59"/>
          <p:cNvSpPr/>
          <p:nvPr/>
        </p:nvSpPr>
        <p:spPr>
          <a:xfrm>
            <a:off x="4861819" y="1158504"/>
            <a:ext cx="20310" cy="16796"/>
          </a:xfrm>
          <a:custGeom>
            <a:rect b="b" l="l" r="r" t="t"/>
            <a:pathLst>
              <a:path extrusionOk="0" h="454" w="549">
                <a:moveTo>
                  <a:pt x="263" y="1"/>
                </a:moveTo>
                <a:cubicBezTo>
                  <a:pt x="168" y="1"/>
                  <a:pt x="96" y="48"/>
                  <a:pt x="72" y="120"/>
                </a:cubicBezTo>
                <a:cubicBezTo>
                  <a:pt x="1" y="286"/>
                  <a:pt x="120" y="453"/>
                  <a:pt x="263" y="453"/>
                </a:cubicBezTo>
                <a:cubicBezTo>
                  <a:pt x="430" y="453"/>
                  <a:pt x="549" y="286"/>
                  <a:pt x="453" y="96"/>
                </a:cubicBezTo>
                <a:cubicBezTo>
                  <a:pt x="406" y="48"/>
                  <a:pt x="358" y="1"/>
                  <a:pt x="28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9"/>
          <p:cNvSpPr/>
          <p:nvPr/>
        </p:nvSpPr>
        <p:spPr>
          <a:xfrm>
            <a:off x="772061" y="1724022"/>
            <a:ext cx="18818" cy="14010"/>
          </a:xfrm>
          <a:custGeom>
            <a:rect b="b" l="l" r="r" t="t"/>
            <a:pathLst>
              <a:path extrusionOk="0" h="423" w="534">
                <a:moveTo>
                  <a:pt x="263" y="1"/>
                </a:moveTo>
                <a:cubicBezTo>
                  <a:pt x="120" y="1"/>
                  <a:pt x="1" y="144"/>
                  <a:pt x="49" y="287"/>
                </a:cubicBezTo>
                <a:cubicBezTo>
                  <a:pt x="72" y="358"/>
                  <a:pt x="120" y="406"/>
                  <a:pt x="168" y="406"/>
                </a:cubicBezTo>
                <a:cubicBezTo>
                  <a:pt x="198" y="417"/>
                  <a:pt x="229" y="423"/>
                  <a:pt x="259" y="423"/>
                </a:cubicBezTo>
                <a:cubicBezTo>
                  <a:pt x="412" y="423"/>
                  <a:pt x="533" y="280"/>
                  <a:pt x="453" y="120"/>
                </a:cubicBezTo>
                <a:cubicBezTo>
                  <a:pt x="430" y="48"/>
                  <a:pt x="358" y="1"/>
                  <a:pt x="2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04" name="Google Shape;4204;p59"/>
          <p:cNvSpPr/>
          <p:nvPr/>
        </p:nvSpPr>
        <p:spPr>
          <a:xfrm>
            <a:off x="709970" y="1537261"/>
            <a:ext cx="363430" cy="373726"/>
          </a:xfrm>
          <a:custGeom>
            <a:rect b="b" l="l" r="r" t="t"/>
            <a:pathLst>
              <a:path extrusionOk="0" h="11284" w="10313">
                <a:moveTo>
                  <a:pt x="7335" y="2211"/>
                </a:moveTo>
                <a:cubicBezTo>
                  <a:pt x="7693" y="2211"/>
                  <a:pt x="7978" y="2520"/>
                  <a:pt x="7978" y="2877"/>
                </a:cubicBezTo>
                <a:cubicBezTo>
                  <a:pt x="7978" y="3235"/>
                  <a:pt x="7693" y="3544"/>
                  <a:pt x="7335" y="3544"/>
                </a:cubicBezTo>
                <a:cubicBezTo>
                  <a:pt x="7216" y="3544"/>
                  <a:pt x="7121" y="3520"/>
                  <a:pt x="7050" y="3473"/>
                </a:cubicBezTo>
                <a:lnTo>
                  <a:pt x="7478" y="3044"/>
                </a:lnTo>
                <a:cubicBezTo>
                  <a:pt x="7574" y="2949"/>
                  <a:pt x="7574" y="2806"/>
                  <a:pt x="7478" y="2734"/>
                </a:cubicBezTo>
                <a:cubicBezTo>
                  <a:pt x="7443" y="2687"/>
                  <a:pt x="7389" y="2663"/>
                  <a:pt x="7333" y="2663"/>
                </a:cubicBezTo>
                <a:cubicBezTo>
                  <a:pt x="7276" y="2663"/>
                  <a:pt x="7216" y="2687"/>
                  <a:pt x="7169" y="2734"/>
                </a:cubicBezTo>
                <a:lnTo>
                  <a:pt x="6740" y="3163"/>
                </a:lnTo>
                <a:cubicBezTo>
                  <a:pt x="6692" y="3068"/>
                  <a:pt x="6669" y="2973"/>
                  <a:pt x="6669" y="2877"/>
                </a:cubicBezTo>
                <a:cubicBezTo>
                  <a:pt x="6669" y="2520"/>
                  <a:pt x="6954" y="2211"/>
                  <a:pt x="7335" y="2211"/>
                </a:cubicBezTo>
                <a:close/>
                <a:moveTo>
                  <a:pt x="7335" y="1353"/>
                </a:moveTo>
                <a:cubicBezTo>
                  <a:pt x="8169" y="1353"/>
                  <a:pt x="8860" y="2044"/>
                  <a:pt x="8860" y="2877"/>
                </a:cubicBezTo>
                <a:cubicBezTo>
                  <a:pt x="8860" y="3735"/>
                  <a:pt x="8169" y="4425"/>
                  <a:pt x="7335" y="4425"/>
                </a:cubicBezTo>
                <a:cubicBezTo>
                  <a:pt x="6978" y="4425"/>
                  <a:pt x="6669" y="4306"/>
                  <a:pt x="6407" y="4116"/>
                </a:cubicBezTo>
                <a:lnTo>
                  <a:pt x="6716" y="3806"/>
                </a:lnTo>
                <a:cubicBezTo>
                  <a:pt x="6883" y="3901"/>
                  <a:pt x="7097" y="3973"/>
                  <a:pt x="7335" y="3973"/>
                </a:cubicBezTo>
                <a:cubicBezTo>
                  <a:pt x="7931" y="3973"/>
                  <a:pt x="8431" y="3497"/>
                  <a:pt x="8431" y="2877"/>
                </a:cubicBezTo>
                <a:cubicBezTo>
                  <a:pt x="8431" y="2282"/>
                  <a:pt x="7931" y="1782"/>
                  <a:pt x="7335" y="1782"/>
                </a:cubicBezTo>
                <a:cubicBezTo>
                  <a:pt x="6716" y="1782"/>
                  <a:pt x="6216" y="2282"/>
                  <a:pt x="6216" y="2877"/>
                </a:cubicBezTo>
                <a:cubicBezTo>
                  <a:pt x="6216" y="3116"/>
                  <a:pt x="6288" y="3306"/>
                  <a:pt x="6407" y="3497"/>
                </a:cubicBezTo>
                <a:lnTo>
                  <a:pt x="6097" y="3806"/>
                </a:lnTo>
                <a:cubicBezTo>
                  <a:pt x="5907" y="3544"/>
                  <a:pt x="5788" y="3235"/>
                  <a:pt x="5788" y="2877"/>
                </a:cubicBezTo>
                <a:cubicBezTo>
                  <a:pt x="5788" y="2044"/>
                  <a:pt x="6478" y="1353"/>
                  <a:pt x="7335" y="1353"/>
                </a:cubicBezTo>
                <a:close/>
                <a:moveTo>
                  <a:pt x="7335" y="472"/>
                </a:moveTo>
                <a:cubicBezTo>
                  <a:pt x="8669" y="472"/>
                  <a:pt x="9741" y="1544"/>
                  <a:pt x="9741" y="2877"/>
                </a:cubicBezTo>
                <a:cubicBezTo>
                  <a:pt x="9741" y="4211"/>
                  <a:pt x="8645" y="5306"/>
                  <a:pt x="7335" y="5306"/>
                </a:cubicBezTo>
                <a:cubicBezTo>
                  <a:pt x="6740" y="5306"/>
                  <a:pt x="6192" y="5092"/>
                  <a:pt x="5788" y="4735"/>
                </a:cubicBezTo>
                <a:lnTo>
                  <a:pt x="6097" y="4425"/>
                </a:lnTo>
                <a:cubicBezTo>
                  <a:pt x="6431" y="4687"/>
                  <a:pt x="6859" y="4854"/>
                  <a:pt x="7335" y="4854"/>
                </a:cubicBezTo>
                <a:cubicBezTo>
                  <a:pt x="8407" y="4854"/>
                  <a:pt x="9312" y="3973"/>
                  <a:pt x="9312" y="2877"/>
                </a:cubicBezTo>
                <a:cubicBezTo>
                  <a:pt x="9312" y="1782"/>
                  <a:pt x="8431" y="901"/>
                  <a:pt x="7335" y="901"/>
                </a:cubicBezTo>
                <a:cubicBezTo>
                  <a:pt x="6240" y="901"/>
                  <a:pt x="5359" y="1782"/>
                  <a:pt x="5359" y="2877"/>
                </a:cubicBezTo>
                <a:cubicBezTo>
                  <a:pt x="5359" y="3354"/>
                  <a:pt x="5502" y="3782"/>
                  <a:pt x="5788" y="4116"/>
                </a:cubicBezTo>
                <a:lnTo>
                  <a:pt x="5478" y="4425"/>
                </a:lnTo>
                <a:cubicBezTo>
                  <a:pt x="5121" y="4020"/>
                  <a:pt x="4906" y="3473"/>
                  <a:pt x="4906" y="2877"/>
                </a:cubicBezTo>
                <a:cubicBezTo>
                  <a:pt x="4906" y="1544"/>
                  <a:pt x="6002" y="472"/>
                  <a:pt x="7335" y="472"/>
                </a:cubicBezTo>
                <a:close/>
                <a:moveTo>
                  <a:pt x="4573" y="5164"/>
                </a:moveTo>
                <a:lnTo>
                  <a:pt x="4954" y="5259"/>
                </a:lnTo>
                <a:lnTo>
                  <a:pt x="5025" y="5640"/>
                </a:lnTo>
                <a:lnTo>
                  <a:pt x="4621" y="6045"/>
                </a:lnTo>
                <a:lnTo>
                  <a:pt x="4573" y="5807"/>
                </a:lnTo>
                <a:cubicBezTo>
                  <a:pt x="4549" y="5735"/>
                  <a:pt x="4478" y="5664"/>
                  <a:pt x="4406" y="5640"/>
                </a:cubicBezTo>
                <a:lnTo>
                  <a:pt x="4168" y="5568"/>
                </a:lnTo>
                <a:lnTo>
                  <a:pt x="4573" y="5164"/>
                </a:lnTo>
                <a:close/>
                <a:moveTo>
                  <a:pt x="7339" y="1"/>
                </a:moveTo>
                <a:cubicBezTo>
                  <a:pt x="6214" y="1"/>
                  <a:pt x="5241" y="658"/>
                  <a:pt x="4764" y="1591"/>
                </a:cubicBezTo>
                <a:lnTo>
                  <a:pt x="4644" y="1591"/>
                </a:lnTo>
                <a:cubicBezTo>
                  <a:pt x="3644" y="1591"/>
                  <a:pt x="2692" y="1972"/>
                  <a:pt x="1977" y="2687"/>
                </a:cubicBezTo>
                <a:cubicBezTo>
                  <a:pt x="1263" y="3401"/>
                  <a:pt x="858" y="4354"/>
                  <a:pt x="858" y="5354"/>
                </a:cubicBezTo>
                <a:cubicBezTo>
                  <a:pt x="858" y="5568"/>
                  <a:pt x="667" y="5997"/>
                  <a:pt x="310" y="6473"/>
                </a:cubicBezTo>
                <a:cubicBezTo>
                  <a:pt x="1" y="6902"/>
                  <a:pt x="48" y="7212"/>
                  <a:pt x="144" y="7402"/>
                </a:cubicBezTo>
                <a:cubicBezTo>
                  <a:pt x="239" y="7593"/>
                  <a:pt x="477" y="7831"/>
                  <a:pt x="1096" y="7878"/>
                </a:cubicBezTo>
                <a:lnTo>
                  <a:pt x="1096" y="8831"/>
                </a:lnTo>
                <a:cubicBezTo>
                  <a:pt x="1096" y="9474"/>
                  <a:pt x="1620" y="10022"/>
                  <a:pt x="2287" y="10022"/>
                </a:cubicBezTo>
                <a:cubicBezTo>
                  <a:pt x="2858" y="10022"/>
                  <a:pt x="3168" y="10045"/>
                  <a:pt x="3311" y="10141"/>
                </a:cubicBezTo>
                <a:cubicBezTo>
                  <a:pt x="3430" y="10260"/>
                  <a:pt x="3478" y="10546"/>
                  <a:pt x="3501" y="11070"/>
                </a:cubicBezTo>
                <a:cubicBezTo>
                  <a:pt x="3525" y="11189"/>
                  <a:pt x="3620" y="11284"/>
                  <a:pt x="3739" y="11284"/>
                </a:cubicBezTo>
                <a:lnTo>
                  <a:pt x="6883" y="11284"/>
                </a:lnTo>
                <a:cubicBezTo>
                  <a:pt x="6907" y="11284"/>
                  <a:pt x="6931" y="11284"/>
                  <a:pt x="6954" y="11260"/>
                </a:cubicBezTo>
                <a:cubicBezTo>
                  <a:pt x="7050" y="11236"/>
                  <a:pt x="7121" y="11141"/>
                  <a:pt x="7097" y="11046"/>
                </a:cubicBezTo>
                <a:cubicBezTo>
                  <a:pt x="7074" y="10617"/>
                  <a:pt x="7074" y="10307"/>
                  <a:pt x="7074" y="10022"/>
                </a:cubicBezTo>
                <a:cubicBezTo>
                  <a:pt x="7074" y="9903"/>
                  <a:pt x="6978" y="9807"/>
                  <a:pt x="6859" y="9807"/>
                </a:cubicBezTo>
                <a:lnTo>
                  <a:pt x="6835" y="9807"/>
                </a:lnTo>
                <a:cubicBezTo>
                  <a:pt x="6716" y="9807"/>
                  <a:pt x="6621" y="9903"/>
                  <a:pt x="6621" y="10022"/>
                </a:cubicBezTo>
                <a:cubicBezTo>
                  <a:pt x="6621" y="10260"/>
                  <a:pt x="6621" y="10522"/>
                  <a:pt x="6645" y="10831"/>
                </a:cubicBezTo>
                <a:lnTo>
                  <a:pt x="3930" y="10831"/>
                </a:lnTo>
                <a:cubicBezTo>
                  <a:pt x="3882" y="10355"/>
                  <a:pt x="3835" y="10022"/>
                  <a:pt x="3573" y="9807"/>
                </a:cubicBezTo>
                <a:cubicBezTo>
                  <a:pt x="3311" y="9593"/>
                  <a:pt x="2906" y="9569"/>
                  <a:pt x="2263" y="9569"/>
                </a:cubicBezTo>
                <a:cubicBezTo>
                  <a:pt x="1858" y="9569"/>
                  <a:pt x="1525" y="9236"/>
                  <a:pt x="1525" y="8831"/>
                </a:cubicBezTo>
                <a:lnTo>
                  <a:pt x="1525" y="8545"/>
                </a:lnTo>
                <a:cubicBezTo>
                  <a:pt x="1668" y="8545"/>
                  <a:pt x="1858" y="8617"/>
                  <a:pt x="2072" y="8736"/>
                </a:cubicBezTo>
                <a:cubicBezTo>
                  <a:pt x="2096" y="8736"/>
                  <a:pt x="2144" y="8760"/>
                  <a:pt x="2192" y="8760"/>
                </a:cubicBezTo>
                <a:cubicBezTo>
                  <a:pt x="2263" y="8760"/>
                  <a:pt x="2358" y="8688"/>
                  <a:pt x="2382" y="8593"/>
                </a:cubicBezTo>
                <a:cubicBezTo>
                  <a:pt x="2430" y="8498"/>
                  <a:pt x="2382" y="8378"/>
                  <a:pt x="2287" y="8331"/>
                </a:cubicBezTo>
                <a:cubicBezTo>
                  <a:pt x="2120" y="8259"/>
                  <a:pt x="1811" y="8093"/>
                  <a:pt x="1525" y="8093"/>
                </a:cubicBezTo>
                <a:lnTo>
                  <a:pt x="1525" y="7664"/>
                </a:lnTo>
                <a:cubicBezTo>
                  <a:pt x="1525" y="7521"/>
                  <a:pt x="1429" y="7426"/>
                  <a:pt x="1310" y="7426"/>
                </a:cubicBezTo>
                <a:cubicBezTo>
                  <a:pt x="906" y="7426"/>
                  <a:pt x="596" y="7354"/>
                  <a:pt x="525" y="7188"/>
                </a:cubicBezTo>
                <a:cubicBezTo>
                  <a:pt x="477" y="7093"/>
                  <a:pt x="525" y="6926"/>
                  <a:pt x="667" y="6711"/>
                </a:cubicBezTo>
                <a:cubicBezTo>
                  <a:pt x="953" y="6330"/>
                  <a:pt x="1310" y="5759"/>
                  <a:pt x="1310" y="5330"/>
                </a:cubicBezTo>
                <a:cubicBezTo>
                  <a:pt x="1310" y="3544"/>
                  <a:pt x="2763" y="2068"/>
                  <a:pt x="4597" y="2020"/>
                </a:cubicBezTo>
                <a:lnTo>
                  <a:pt x="4597" y="2020"/>
                </a:lnTo>
                <a:cubicBezTo>
                  <a:pt x="4502" y="2306"/>
                  <a:pt x="4478" y="2568"/>
                  <a:pt x="4478" y="2877"/>
                </a:cubicBezTo>
                <a:cubicBezTo>
                  <a:pt x="4478" y="3568"/>
                  <a:pt x="4716" y="4235"/>
                  <a:pt x="5145" y="4735"/>
                </a:cubicBezTo>
                <a:lnTo>
                  <a:pt x="5049" y="4830"/>
                </a:lnTo>
                <a:lnTo>
                  <a:pt x="4549" y="4687"/>
                </a:lnTo>
                <a:cubicBezTo>
                  <a:pt x="4478" y="4687"/>
                  <a:pt x="4406" y="4711"/>
                  <a:pt x="4359" y="4759"/>
                </a:cubicBezTo>
                <a:lnTo>
                  <a:pt x="3573" y="5545"/>
                </a:lnTo>
                <a:cubicBezTo>
                  <a:pt x="3501" y="5616"/>
                  <a:pt x="3478" y="5711"/>
                  <a:pt x="3549" y="5807"/>
                </a:cubicBezTo>
                <a:cubicBezTo>
                  <a:pt x="3573" y="5854"/>
                  <a:pt x="3620" y="5902"/>
                  <a:pt x="3692" y="5902"/>
                </a:cubicBezTo>
                <a:lnTo>
                  <a:pt x="4168" y="6021"/>
                </a:lnTo>
                <a:lnTo>
                  <a:pt x="4287" y="6521"/>
                </a:lnTo>
                <a:cubicBezTo>
                  <a:pt x="4311" y="6569"/>
                  <a:pt x="4335" y="6616"/>
                  <a:pt x="4359" y="6640"/>
                </a:cubicBezTo>
                <a:cubicBezTo>
                  <a:pt x="4406" y="6688"/>
                  <a:pt x="4454" y="6688"/>
                  <a:pt x="4502" y="6688"/>
                </a:cubicBezTo>
                <a:cubicBezTo>
                  <a:pt x="4573" y="6688"/>
                  <a:pt x="4621" y="6664"/>
                  <a:pt x="4668" y="6616"/>
                </a:cubicBezTo>
                <a:lnTo>
                  <a:pt x="5430" y="5854"/>
                </a:lnTo>
                <a:cubicBezTo>
                  <a:pt x="5502" y="5783"/>
                  <a:pt x="5526" y="5711"/>
                  <a:pt x="5502" y="5640"/>
                </a:cubicBezTo>
                <a:lnTo>
                  <a:pt x="5359" y="5140"/>
                </a:lnTo>
                <a:lnTo>
                  <a:pt x="5454" y="5044"/>
                </a:lnTo>
                <a:cubicBezTo>
                  <a:pt x="5954" y="5473"/>
                  <a:pt x="6621" y="5735"/>
                  <a:pt x="7312" y="5735"/>
                </a:cubicBezTo>
                <a:cubicBezTo>
                  <a:pt x="7550" y="5735"/>
                  <a:pt x="7764" y="5711"/>
                  <a:pt x="7955" y="5664"/>
                </a:cubicBezTo>
                <a:lnTo>
                  <a:pt x="7955" y="5664"/>
                </a:lnTo>
                <a:cubicBezTo>
                  <a:pt x="7907" y="6140"/>
                  <a:pt x="7764" y="6640"/>
                  <a:pt x="7502" y="7069"/>
                </a:cubicBezTo>
                <a:cubicBezTo>
                  <a:pt x="7288" y="7378"/>
                  <a:pt x="7121" y="7688"/>
                  <a:pt x="7002" y="7997"/>
                </a:cubicBezTo>
                <a:cubicBezTo>
                  <a:pt x="6954" y="8093"/>
                  <a:pt x="6978" y="8212"/>
                  <a:pt x="7074" y="8259"/>
                </a:cubicBezTo>
                <a:cubicBezTo>
                  <a:pt x="7121" y="8307"/>
                  <a:pt x="7169" y="8307"/>
                  <a:pt x="7193" y="8307"/>
                </a:cubicBezTo>
                <a:cubicBezTo>
                  <a:pt x="7288" y="8307"/>
                  <a:pt x="7359" y="8259"/>
                  <a:pt x="7407" y="8164"/>
                </a:cubicBezTo>
                <a:cubicBezTo>
                  <a:pt x="7526" y="7902"/>
                  <a:pt x="7669" y="7616"/>
                  <a:pt x="7859" y="7283"/>
                </a:cubicBezTo>
                <a:cubicBezTo>
                  <a:pt x="8193" y="6759"/>
                  <a:pt x="8383" y="6140"/>
                  <a:pt x="8407" y="5521"/>
                </a:cubicBezTo>
                <a:cubicBezTo>
                  <a:pt x="9550" y="5044"/>
                  <a:pt x="10312" y="3878"/>
                  <a:pt x="10169" y="2544"/>
                </a:cubicBezTo>
                <a:cubicBezTo>
                  <a:pt x="10027" y="1234"/>
                  <a:pt x="8979" y="186"/>
                  <a:pt x="7669" y="20"/>
                </a:cubicBezTo>
                <a:cubicBezTo>
                  <a:pt x="7558" y="7"/>
                  <a:pt x="7448" y="1"/>
                  <a:pt x="73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05" name="Google Shape;4205;p59"/>
          <p:cNvSpPr/>
          <p:nvPr/>
        </p:nvSpPr>
        <p:spPr>
          <a:xfrm>
            <a:off x="944521" y="1828945"/>
            <a:ext cx="18924" cy="14772"/>
          </a:xfrm>
          <a:custGeom>
            <a:rect b="b" l="l" r="r" t="t"/>
            <a:pathLst>
              <a:path extrusionOk="0" h="446" w="537">
                <a:moveTo>
                  <a:pt x="251" y="0"/>
                </a:moveTo>
                <a:cubicBezTo>
                  <a:pt x="179" y="0"/>
                  <a:pt x="108" y="48"/>
                  <a:pt x="60" y="143"/>
                </a:cubicBezTo>
                <a:cubicBezTo>
                  <a:pt x="0" y="303"/>
                  <a:pt x="108" y="446"/>
                  <a:pt x="256" y="446"/>
                </a:cubicBezTo>
                <a:cubicBezTo>
                  <a:pt x="285" y="446"/>
                  <a:pt x="315" y="440"/>
                  <a:pt x="346" y="429"/>
                </a:cubicBezTo>
                <a:cubicBezTo>
                  <a:pt x="394" y="405"/>
                  <a:pt x="441" y="357"/>
                  <a:pt x="465" y="310"/>
                </a:cubicBezTo>
                <a:cubicBezTo>
                  <a:pt x="537" y="143"/>
                  <a:pt x="418" y="0"/>
                  <a:pt x="2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nvGrpSpPr>
          <p:cNvPr id="4206" name="Google Shape;4206;p59"/>
          <p:cNvGrpSpPr/>
          <p:nvPr/>
        </p:nvGrpSpPr>
        <p:grpSpPr>
          <a:xfrm>
            <a:off x="1549998" y="1537890"/>
            <a:ext cx="325653" cy="372335"/>
            <a:chOff x="1549998" y="1537890"/>
            <a:chExt cx="325653" cy="372335"/>
          </a:xfrm>
        </p:grpSpPr>
        <p:sp>
          <p:nvSpPr>
            <p:cNvPr id="4207" name="Google Shape;4207;p59"/>
            <p:cNvSpPr/>
            <p:nvPr/>
          </p:nvSpPr>
          <p:spPr>
            <a:xfrm>
              <a:off x="1549998" y="1537890"/>
              <a:ext cx="325653" cy="372335"/>
            </a:xfrm>
            <a:custGeom>
              <a:rect b="b" l="l" r="r" t="t"/>
              <a:pathLst>
                <a:path extrusionOk="0" h="11242" w="9241">
                  <a:moveTo>
                    <a:pt x="8598" y="429"/>
                  </a:moveTo>
                  <a:cubicBezTo>
                    <a:pt x="8717" y="429"/>
                    <a:pt x="8812" y="525"/>
                    <a:pt x="8812" y="667"/>
                  </a:cubicBezTo>
                  <a:lnTo>
                    <a:pt x="8812" y="8621"/>
                  </a:lnTo>
                  <a:cubicBezTo>
                    <a:pt x="8812" y="8741"/>
                    <a:pt x="8717" y="8836"/>
                    <a:pt x="8598" y="8836"/>
                  </a:cubicBezTo>
                  <a:lnTo>
                    <a:pt x="1454" y="8836"/>
                  </a:lnTo>
                  <a:lnTo>
                    <a:pt x="1454" y="5621"/>
                  </a:lnTo>
                  <a:cubicBezTo>
                    <a:pt x="1454" y="5526"/>
                    <a:pt x="1358" y="5430"/>
                    <a:pt x="1263" y="5407"/>
                  </a:cubicBezTo>
                  <a:cubicBezTo>
                    <a:pt x="1251" y="5404"/>
                    <a:pt x="1238" y="5403"/>
                    <a:pt x="1226" y="5403"/>
                  </a:cubicBezTo>
                  <a:cubicBezTo>
                    <a:pt x="1100" y="5403"/>
                    <a:pt x="1001" y="5512"/>
                    <a:pt x="1001" y="5621"/>
                  </a:cubicBezTo>
                  <a:lnTo>
                    <a:pt x="1001" y="8860"/>
                  </a:lnTo>
                  <a:cubicBezTo>
                    <a:pt x="787" y="8883"/>
                    <a:pt x="620" y="8979"/>
                    <a:pt x="453" y="9098"/>
                  </a:cubicBezTo>
                  <a:lnTo>
                    <a:pt x="453" y="1215"/>
                  </a:lnTo>
                  <a:cubicBezTo>
                    <a:pt x="453" y="858"/>
                    <a:pt x="692" y="572"/>
                    <a:pt x="1001" y="477"/>
                  </a:cubicBezTo>
                  <a:lnTo>
                    <a:pt x="1001" y="3644"/>
                  </a:lnTo>
                  <a:cubicBezTo>
                    <a:pt x="1001" y="3740"/>
                    <a:pt x="1073" y="3835"/>
                    <a:pt x="1192" y="3859"/>
                  </a:cubicBezTo>
                  <a:cubicBezTo>
                    <a:pt x="1204" y="3861"/>
                    <a:pt x="1216" y="3862"/>
                    <a:pt x="1228" y="3862"/>
                  </a:cubicBezTo>
                  <a:cubicBezTo>
                    <a:pt x="1354" y="3862"/>
                    <a:pt x="1454" y="3753"/>
                    <a:pt x="1454" y="3644"/>
                  </a:cubicBezTo>
                  <a:lnTo>
                    <a:pt x="1454" y="429"/>
                  </a:lnTo>
                  <a:close/>
                  <a:moveTo>
                    <a:pt x="7931" y="9264"/>
                  </a:moveTo>
                  <a:lnTo>
                    <a:pt x="7931" y="10812"/>
                  </a:lnTo>
                  <a:lnTo>
                    <a:pt x="1215" y="10812"/>
                  </a:lnTo>
                  <a:cubicBezTo>
                    <a:pt x="787" y="10812"/>
                    <a:pt x="430" y="10431"/>
                    <a:pt x="453" y="10003"/>
                  </a:cubicBezTo>
                  <a:cubicBezTo>
                    <a:pt x="477" y="9574"/>
                    <a:pt x="834" y="9264"/>
                    <a:pt x="1239" y="9264"/>
                  </a:cubicBezTo>
                  <a:close/>
                  <a:moveTo>
                    <a:pt x="8812" y="9241"/>
                  </a:moveTo>
                  <a:lnTo>
                    <a:pt x="8812" y="10598"/>
                  </a:lnTo>
                  <a:cubicBezTo>
                    <a:pt x="8812" y="10717"/>
                    <a:pt x="8717" y="10812"/>
                    <a:pt x="8598" y="10812"/>
                  </a:cubicBezTo>
                  <a:lnTo>
                    <a:pt x="8360" y="10812"/>
                  </a:lnTo>
                  <a:lnTo>
                    <a:pt x="8360" y="9264"/>
                  </a:lnTo>
                  <a:lnTo>
                    <a:pt x="8598" y="9264"/>
                  </a:lnTo>
                  <a:cubicBezTo>
                    <a:pt x="8669" y="9264"/>
                    <a:pt x="8741" y="9264"/>
                    <a:pt x="8812" y="9241"/>
                  </a:cubicBezTo>
                  <a:close/>
                  <a:moveTo>
                    <a:pt x="1215" y="1"/>
                  </a:moveTo>
                  <a:cubicBezTo>
                    <a:pt x="549" y="1"/>
                    <a:pt x="1" y="548"/>
                    <a:pt x="1" y="1215"/>
                  </a:cubicBezTo>
                  <a:lnTo>
                    <a:pt x="1" y="10050"/>
                  </a:lnTo>
                  <a:cubicBezTo>
                    <a:pt x="1" y="10717"/>
                    <a:pt x="549" y="11241"/>
                    <a:pt x="1215" y="11241"/>
                  </a:cubicBezTo>
                  <a:lnTo>
                    <a:pt x="8598" y="11241"/>
                  </a:lnTo>
                  <a:cubicBezTo>
                    <a:pt x="8955" y="11241"/>
                    <a:pt x="9241" y="10955"/>
                    <a:pt x="9241" y="10598"/>
                  </a:cubicBezTo>
                  <a:lnTo>
                    <a:pt x="9241" y="644"/>
                  </a:lnTo>
                  <a:cubicBezTo>
                    <a:pt x="9241" y="286"/>
                    <a:pt x="8955" y="1"/>
                    <a:pt x="85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08" name="Google Shape;4208;p59"/>
            <p:cNvSpPr/>
            <p:nvPr/>
          </p:nvSpPr>
          <p:spPr>
            <a:xfrm>
              <a:off x="1585273" y="1683981"/>
              <a:ext cx="15964" cy="14838"/>
            </a:xfrm>
            <a:custGeom>
              <a:rect b="b" l="l" r="r" t="t"/>
              <a:pathLst>
                <a:path extrusionOk="0" h="448" w="453">
                  <a:moveTo>
                    <a:pt x="221" y="0"/>
                  </a:moveTo>
                  <a:cubicBezTo>
                    <a:pt x="95" y="0"/>
                    <a:pt x="0" y="117"/>
                    <a:pt x="0" y="233"/>
                  </a:cubicBezTo>
                  <a:cubicBezTo>
                    <a:pt x="0" y="329"/>
                    <a:pt x="95" y="424"/>
                    <a:pt x="214" y="448"/>
                  </a:cubicBezTo>
                  <a:cubicBezTo>
                    <a:pt x="334" y="448"/>
                    <a:pt x="453" y="353"/>
                    <a:pt x="453" y="210"/>
                  </a:cubicBezTo>
                  <a:cubicBezTo>
                    <a:pt x="453" y="138"/>
                    <a:pt x="381" y="43"/>
                    <a:pt x="310" y="19"/>
                  </a:cubicBezTo>
                  <a:cubicBezTo>
                    <a:pt x="279" y="6"/>
                    <a:pt x="249" y="0"/>
                    <a:pt x="2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09" name="Google Shape;4209;p59"/>
            <p:cNvSpPr/>
            <p:nvPr/>
          </p:nvSpPr>
          <p:spPr>
            <a:xfrm>
              <a:off x="1678410" y="1647516"/>
              <a:ext cx="105790" cy="101778"/>
            </a:xfrm>
            <a:custGeom>
              <a:rect b="b" l="l" r="r" t="t"/>
              <a:pathLst>
                <a:path extrusionOk="0" h="3073" w="3002">
                  <a:moveTo>
                    <a:pt x="286" y="1"/>
                  </a:moveTo>
                  <a:cubicBezTo>
                    <a:pt x="120" y="1"/>
                    <a:pt x="1" y="96"/>
                    <a:pt x="24" y="263"/>
                  </a:cubicBezTo>
                  <a:cubicBezTo>
                    <a:pt x="48" y="358"/>
                    <a:pt x="120" y="453"/>
                    <a:pt x="239" y="453"/>
                  </a:cubicBezTo>
                  <a:cubicBezTo>
                    <a:pt x="262" y="453"/>
                    <a:pt x="310" y="477"/>
                    <a:pt x="310" y="525"/>
                  </a:cubicBezTo>
                  <a:lnTo>
                    <a:pt x="310" y="1001"/>
                  </a:lnTo>
                  <a:cubicBezTo>
                    <a:pt x="310" y="1549"/>
                    <a:pt x="739" y="1977"/>
                    <a:pt x="1263" y="1977"/>
                  </a:cubicBezTo>
                  <a:lnTo>
                    <a:pt x="1263" y="2644"/>
                  </a:lnTo>
                  <a:lnTo>
                    <a:pt x="1167" y="2644"/>
                  </a:lnTo>
                  <a:cubicBezTo>
                    <a:pt x="1120" y="2644"/>
                    <a:pt x="1096" y="2668"/>
                    <a:pt x="1072" y="2692"/>
                  </a:cubicBezTo>
                  <a:cubicBezTo>
                    <a:pt x="905" y="2882"/>
                    <a:pt x="1048" y="3073"/>
                    <a:pt x="1215" y="3073"/>
                  </a:cubicBezTo>
                  <a:lnTo>
                    <a:pt x="1834" y="3073"/>
                  </a:lnTo>
                  <a:cubicBezTo>
                    <a:pt x="1858" y="3073"/>
                    <a:pt x="1906" y="3073"/>
                    <a:pt x="1930" y="3049"/>
                  </a:cubicBezTo>
                  <a:cubicBezTo>
                    <a:pt x="2072" y="2859"/>
                    <a:pt x="1953" y="2644"/>
                    <a:pt x="1763" y="2644"/>
                  </a:cubicBezTo>
                  <a:lnTo>
                    <a:pt x="1715" y="2644"/>
                  </a:lnTo>
                  <a:lnTo>
                    <a:pt x="1715" y="1977"/>
                  </a:lnTo>
                  <a:cubicBezTo>
                    <a:pt x="2239" y="1977"/>
                    <a:pt x="2692" y="1549"/>
                    <a:pt x="2692" y="1001"/>
                  </a:cubicBezTo>
                  <a:lnTo>
                    <a:pt x="2692" y="525"/>
                  </a:lnTo>
                  <a:cubicBezTo>
                    <a:pt x="2692" y="477"/>
                    <a:pt x="2715" y="453"/>
                    <a:pt x="2763" y="453"/>
                  </a:cubicBezTo>
                  <a:cubicBezTo>
                    <a:pt x="2882" y="453"/>
                    <a:pt x="3001" y="334"/>
                    <a:pt x="2977" y="191"/>
                  </a:cubicBezTo>
                  <a:cubicBezTo>
                    <a:pt x="2977" y="96"/>
                    <a:pt x="2858" y="1"/>
                    <a:pt x="2739" y="1"/>
                  </a:cubicBezTo>
                  <a:cubicBezTo>
                    <a:pt x="2453" y="25"/>
                    <a:pt x="2239" y="239"/>
                    <a:pt x="2239" y="525"/>
                  </a:cubicBezTo>
                  <a:lnTo>
                    <a:pt x="2239" y="1001"/>
                  </a:lnTo>
                  <a:cubicBezTo>
                    <a:pt x="2239" y="1287"/>
                    <a:pt x="2001" y="1549"/>
                    <a:pt x="1715" y="1549"/>
                  </a:cubicBezTo>
                  <a:lnTo>
                    <a:pt x="1715" y="453"/>
                  </a:lnTo>
                  <a:lnTo>
                    <a:pt x="1834" y="453"/>
                  </a:lnTo>
                  <a:cubicBezTo>
                    <a:pt x="1858" y="453"/>
                    <a:pt x="1882" y="430"/>
                    <a:pt x="1906" y="406"/>
                  </a:cubicBezTo>
                  <a:cubicBezTo>
                    <a:pt x="2072" y="215"/>
                    <a:pt x="1953" y="1"/>
                    <a:pt x="1763" y="1"/>
                  </a:cubicBezTo>
                  <a:lnTo>
                    <a:pt x="1144" y="1"/>
                  </a:lnTo>
                  <a:cubicBezTo>
                    <a:pt x="1120" y="1"/>
                    <a:pt x="1096" y="25"/>
                    <a:pt x="1072" y="48"/>
                  </a:cubicBezTo>
                  <a:cubicBezTo>
                    <a:pt x="905" y="239"/>
                    <a:pt x="1025" y="453"/>
                    <a:pt x="1215" y="453"/>
                  </a:cubicBezTo>
                  <a:lnTo>
                    <a:pt x="1263" y="453"/>
                  </a:lnTo>
                  <a:lnTo>
                    <a:pt x="1263" y="1549"/>
                  </a:lnTo>
                  <a:lnTo>
                    <a:pt x="1215" y="1549"/>
                  </a:lnTo>
                  <a:cubicBezTo>
                    <a:pt x="953" y="1549"/>
                    <a:pt x="715" y="1311"/>
                    <a:pt x="715" y="1001"/>
                  </a:cubicBezTo>
                  <a:lnTo>
                    <a:pt x="715" y="525"/>
                  </a:lnTo>
                  <a:cubicBezTo>
                    <a:pt x="715" y="263"/>
                    <a:pt x="524" y="25"/>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10" name="Google Shape;4210;p59"/>
            <p:cNvSpPr/>
            <p:nvPr/>
          </p:nvSpPr>
          <p:spPr>
            <a:xfrm>
              <a:off x="1629744" y="1597042"/>
              <a:ext cx="201432" cy="189347"/>
            </a:xfrm>
            <a:custGeom>
              <a:rect b="b" l="l" r="r" t="t"/>
              <a:pathLst>
                <a:path extrusionOk="0" h="5717" w="5716">
                  <a:moveTo>
                    <a:pt x="2858" y="429"/>
                  </a:moveTo>
                  <a:cubicBezTo>
                    <a:pt x="4192" y="429"/>
                    <a:pt x="5287" y="1525"/>
                    <a:pt x="5287" y="2858"/>
                  </a:cubicBezTo>
                  <a:cubicBezTo>
                    <a:pt x="5287" y="4168"/>
                    <a:pt x="4192" y="5264"/>
                    <a:pt x="2858" y="5264"/>
                  </a:cubicBezTo>
                  <a:cubicBezTo>
                    <a:pt x="1524" y="5264"/>
                    <a:pt x="453" y="4192"/>
                    <a:pt x="453" y="2858"/>
                  </a:cubicBezTo>
                  <a:cubicBezTo>
                    <a:pt x="453" y="1525"/>
                    <a:pt x="1524" y="429"/>
                    <a:pt x="2858" y="429"/>
                  </a:cubicBezTo>
                  <a:close/>
                  <a:moveTo>
                    <a:pt x="2858" y="1"/>
                  </a:moveTo>
                  <a:cubicBezTo>
                    <a:pt x="1286" y="1"/>
                    <a:pt x="0" y="1263"/>
                    <a:pt x="0" y="2858"/>
                  </a:cubicBezTo>
                  <a:cubicBezTo>
                    <a:pt x="0" y="4430"/>
                    <a:pt x="1286" y="5716"/>
                    <a:pt x="2858" y="5716"/>
                  </a:cubicBezTo>
                  <a:cubicBezTo>
                    <a:pt x="4454" y="5716"/>
                    <a:pt x="5716" y="4430"/>
                    <a:pt x="5716" y="2858"/>
                  </a:cubicBezTo>
                  <a:cubicBezTo>
                    <a:pt x="5716" y="1263"/>
                    <a:pt x="4454" y="1"/>
                    <a:pt x="28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211" name="Google Shape;4211;p59"/>
          <p:cNvGrpSpPr/>
          <p:nvPr/>
        </p:nvGrpSpPr>
        <p:grpSpPr>
          <a:xfrm>
            <a:off x="2378293" y="1537890"/>
            <a:ext cx="297144" cy="373097"/>
            <a:chOff x="2378293" y="1537890"/>
            <a:chExt cx="297144" cy="373097"/>
          </a:xfrm>
        </p:grpSpPr>
        <p:sp>
          <p:nvSpPr>
            <p:cNvPr id="4212" name="Google Shape;4212;p59"/>
            <p:cNvSpPr/>
            <p:nvPr/>
          </p:nvSpPr>
          <p:spPr>
            <a:xfrm>
              <a:off x="2378293" y="1537890"/>
              <a:ext cx="297144" cy="373097"/>
            </a:xfrm>
            <a:custGeom>
              <a:rect b="b" l="l" r="r" t="t"/>
              <a:pathLst>
                <a:path extrusionOk="0" h="11265" w="8432">
                  <a:moveTo>
                    <a:pt x="7383" y="429"/>
                  </a:moveTo>
                  <a:lnTo>
                    <a:pt x="6717" y="1691"/>
                  </a:lnTo>
                  <a:cubicBezTo>
                    <a:pt x="6669" y="1739"/>
                    <a:pt x="6669" y="1811"/>
                    <a:pt x="6717" y="1882"/>
                  </a:cubicBezTo>
                  <a:cubicBezTo>
                    <a:pt x="6740" y="1930"/>
                    <a:pt x="6788" y="1977"/>
                    <a:pt x="6859" y="2001"/>
                  </a:cubicBezTo>
                  <a:lnTo>
                    <a:pt x="7455" y="2144"/>
                  </a:lnTo>
                  <a:lnTo>
                    <a:pt x="6264" y="3668"/>
                  </a:lnTo>
                  <a:lnTo>
                    <a:pt x="6502" y="2596"/>
                  </a:lnTo>
                  <a:cubicBezTo>
                    <a:pt x="6526" y="2525"/>
                    <a:pt x="6478" y="2406"/>
                    <a:pt x="6383" y="2358"/>
                  </a:cubicBezTo>
                  <a:lnTo>
                    <a:pt x="6312" y="2358"/>
                  </a:lnTo>
                  <a:lnTo>
                    <a:pt x="5645" y="2287"/>
                  </a:lnTo>
                  <a:lnTo>
                    <a:pt x="6097" y="429"/>
                  </a:lnTo>
                  <a:close/>
                  <a:moveTo>
                    <a:pt x="5907" y="1"/>
                  </a:moveTo>
                  <a:cubicBezTo>
                    <a:pt x="5812" y="1"/>
                    <a:pt x="5716" y="72"/>
                    <a:pt x="5692" y="167"/>
                  </a:cubicBezTo>
                  <a:lnTo>
                    <a:pt x="5359" y="1644"/>
                  </a:lnTo>
                  <a:cubicBezTo>
                    <a:pt x="5121" y="1596"/>
                    <a:pt x="4883" y="1572"/>
                    <a:pt x="4645" y="1572"/>
                  </a:cubicBezTo>
                  <a:cubicBezTo>
                    <a:pt x="3621" y="1572"/>
                    <a:pt x="2692" y="1977"/>
                    <a:pt x="1954" y="2692"/>
                  </a:cubicBezTo>
                  <a:cubicBezTo>
                    <a:pt x="1239" y="3382"/>
                    <a:pt x="858" y="4335"/>
                    <a:pt x="858" y="5335"/>
                  </a:cubicBezTo>
                  <a:cubicBezTo>
                    <a:pt x="858" y="5549"/>
                    <a:pt x="644" y="5978"/>
                    <a:pt x="310" y="6454"/>
                  </a:cubicBezTo>
                  <a:cubicBezTo>
                    <a:pt x="1" y="6883"/>
                    <a:pt x="25" y="7193"/>
                    <a:pt x="120" y="7383"/>
                  </a:cubicBezTo>
                  <a:cubicBezTo>
                    <a:pt x="215" y="7574"/>
                    <a:pt x="477" y="7812"/>
                    <a:pt x="1072" y="7836"/>
                  </a:cubicBezTo>
                  <a:lnTo>
                    <a:pt x="1072" y="8812"/>
                  </a:lnTo>
                  <a:cubicBezTo>
                    <a:pt x="1072" y="9455"/>
                    <a:pt x="1596" y="9979"/>
                    <a:pt x="2263" y="9979"/>
                  </a:cubicBezTo>
                  <a:cubicBezTo>
                    <a:pt x="2835" y="9979"/>
                    <a:pt x="3144" y="10003"/>
                    <a:pt x="3287" y="10122"/>
                  </a:cubicBezTo>
                  <a:cubicBezTo>
                    <a:pt x="3430" y="10241"/>
                    <a:pt x="3454" y="10527"/>
                    <a:pt x="3502" y="11051"/>
                  </a:cubicBezTo>
                  <a:cubicBezTo>
                    <a:pt x="3502" y="11170"/>
                    <a:pt x="3597" y="11265"/>
                    <a:pt x="3716" y="11265"/>
                  </a:cubicBezTo>
                  <a:lnTo>
                    <a:pt x="6859" y="11265"/>
                  </a:lnTo>
                  <a:cubicBezTo>
                    <a:pt x="6883" y="11265"/>
                    <a:pt x="6931" y="11241"/>
                    <a:pt x="6955" y="11241"/>
                  </a:cubicBezTo>
                  <a:cubicBezTo>
                    <a:pt x="7050" y="11193"/>
                    <a:pt x="7098" y="11122"/>
                    <a:pt x="7074" y="11027"/>
                  </a:cubicBezTo>
                  <a:cubicBezTo>
                    <a:pt x="7050" y="10598"/>
                    <a:pt x="7050" y="10288"/>
                    <a:pt x="7050" y="10003"/>
                  </a:cubicBezTo>
                  <a:cubicBezTo>
                    <a:pt x="7050" y="9884"/>
                    <a:pt x="6955" y="9788"/>
                    <a:pt x="6836" y="9788"/>
                  </a:cubicBezTo>
                  <a:cubicBezTo>
                    <a:pt x="6717" y="9788"/>
                    <a:pt x="6597" y="9884"/>
                    <a:pt x="6597" y="10003"/>
                  </a:cubicBezTo>
                  <a:cubicBezTo>
                    <a:pt x="6597" y="10241"/>
                    <a:pt x="6621" y="10503"/>
                    <a:pt x="6621" y="10812"/>
                  </a:cubicBezTo>
                  <a:lnTo>
                    <a:pt x="3906" y="10812"/>
                  </a:lnTo>
                  <a:cubicBezTo>
                    <a:pt x="3883" y="10336"/>
                    <a:pt x="3811" y="10003"/>
                    <a:pt x="3573" y="9788"/>
                  </a:cubicBezTo>
                  <a:cubicBezTo>
                    <a:pt x="3311" y="9550"/>
                    <a:pt x="2906" y="9550"/>
                    <a:pt x="2263" y="9550"/>
                  </a:cubicBezTo>
                  <a:cubicBezTo>
                    <a:pt x="1835" y="9550"/>
                    <a:pt x="1501" y="9217"/>
                    <a:pt x="1501" y="8812"/>
                  </a:cubicBezTo>
                  <a:lnTo>
                    <a:pt x="1501" y="8502"/>
                  </a:lnTo>
                  <a:cubicBezTo>
                    <a:pt x="1644" y="8502"/>
                    <a:pt x="1835" y="8574"/>
                    <a:pt x="2049" y="8693"/>
                  </a:cubicBezTo>
                  <a:cubicBezTo>
                    <a:pt x="2096" y="8717"/>
                    <a:pt x="2120" y="8717"/>
                    <a:pt x="2168" y="8717"/>
                  </a:cubicBezTo>
                  <a:cubicBezTo>
                    <a:pt x="2239" y="8717"/>
                    <a:pt x="2311" y="8693"/>
                    <a:pt x="2358" y="8621"/>
                  </a:cubicBezTo>
                  <a:cubicBezTo>
                    <a:pt x="2430" y="8502"/>
                    <a:pt x="2382" y="8383"/>
                    <a:pt x="2287" y="8312"/>
                  </a:cubicBezTo>
                  <a:cubicBezTo>
                    <a:pt x="2001" y="8145"/>
                    <a:pt x="1739" y="8074"/>
                    <a:pt x="1501" y="8074"/>
                  </a:cubicBezTo>
                  <a:lnTo>
                    <a:pt x="1501" y="7621"/>
                  </a:lnTo>
                  <a:cubicBezTo>
                    <a:pt x="1501" y="7502"/>
                    <a:pt x="1406" y="7407"/>
                    <a:pt x="1287" y="7407"/>
                  </a:cubicBezTo>
                  <a:cubicBezTo>
                    <a:pt x="882" y="7407"/>
                    <a:pt x="596" y="7312"/>
                    <a:pt x="525" y="7169"/>
                  </a:cubicBezTo>
                  <a:cubicBezTo>
                    <a:pt x="477" y="7074"/>
                    <a:pt x="525" y="6907"/>
                    <a:pt x="668" y="6692"/>
                  </a:cubicBezTo>
                  <a:cubicBezTo>
                    <a:pt x="953" y="6288"/>
                    <a:pt x="1287" y="5740"/>
                    <a:pt x="1287" y="5311"/>
                  </a:cubicBezTo>
                  <a:cubicBezTo>
                    <a:pt x="1287" y="3501"/>
                    <a:pt x="2787" y="2025"/>
                    <a:pt x="4621" y="2025"/>
                  </a:cubicBezTo>
                  <a:cubicBezTo>
                    <a:pt x="4835" y="2025"/>
                    <a:pt x="5049" y="2025"/>
                    <a:pt x="5240" y="2073"/>
                  </a:cubicBezTo>
                  <a:lnTo>
                    <a:pt x="5169" y="2406"/>
                  </a:lnTo>
                  <a:cubicBezTo>
                    <a:pt x="5169" y="2430"/>
                    <a:pt x="5145" y="2477"/>
                    <a:pt x="5169" y="2501"/>
                  </a:cubicBezTo>
                  <a:cubicBezTo>
                    <a:pt x="5169" y="2596"/>
                    <a:pt x="5264" y="2668"/>
                    <a:pt x="5359" y="2692"/>
                  </a:cubicBezTo>
                  <a:lnTo>
                    <a:pt x="6026" y="2763"/>
                  </a:lnTo>
                  <a:lnTo>
                    <a:pt x="5645" y="4502"/>
                  </a:lnTo>
                  <a:cubicBezTo>
                    <a:pt x="5621" y="4621"/>
                    <a:pt x="5669" y="4716"/>
                    <a:pt x="5764" y="4764"/>
                  </a:cubicBezTo>
                  <a:lnTo>
                    <a:pt x="5859" y="4764"/>
                  </a:lnTo>
                  <a:cubicBezTo>
                    <a:pt x="5931" y="4764"/>
                    <a:pt x="5978" y="4740"/>
                    <a:pt x="6026" y="4692"/>
                  </a:cubicBezTo>
                  <a:lnTo>
                    <a:pt x="7193" y="3192"/>
                  </a:lnTo>
                  <a:cubicBezTo>
                    <a:pt x="7693" y="3787"/>
                    <a:pt x="7979" y="4549"/>
                    <a:pt x="7979" y="5311"/>
                  </a:cubicBezTo>
                  <a:cubicBezTo>
                    <a:pt x="7979" y="5930"/>
                    <a:pt x="7812" y="6526"/>
                    <a:pt x="7479" y="7026"/>
                  </a:cubicBezTo>
                  <a:cubicBezTo>
                    <a:pt x="7288" y="7359"/>
                    <a:pt x="7121" y="7669"/>
                    <a:pt x="7002" y="7978"/>
                  </a:cubicBezTo>
                  <a:cubicBezTo>
                    <a:pt x="6955" y="8074"/>
                    <a:pt x="6978" y="8193"/>
                    <a:pt x="7098" y="8264"/>
                  </a:cubicBezTo>
                  <a:cubicBezTo>
                    <a:pt x="7121" y="8264"/>
                    <a:pt x="7169" y="8288"/>
                    <a:pt x="7193" y="8288"/>
                  </a:cubicBezTo>
                  <a:cubicBezTo>
                    <a:pt x="7288" y="8288"/>
                    <a:pt x="7359" y="8240"/>
                    <a:pt x="7383" y="8145"/>
                  </a:cubicBezTo>
                  <a:cubicBezTo>
                    <a:pt x="7502" y="7859"/>
                    <a:pt x="7669" y="7574"/>
                    <a:pt x="7860" y="7264"/>
                  </a:cubicBezTo>
                  <a:cubicBezTo>
                    <a:pt x="8217" y="6692"/>
                    <a:pt x="8407" y="6002"/>
                    <a:pt x="8407" y="5311"/>
                  </a:cubicBezTo>
                  <a:cubicBezTo>
                    <a:pt x="8431" y="4406"/>
                    <a:pt x="8074" y="3525"/>
                    <a:pt x="7479" y="2858"/>
                  </a:cubicBezTo>
                  <a:lnTo>
                    <a:pt x="8026" y="2144"/>
                  </a:lnTo>
                  <a:cubicBezTo>
                    <a:pt x="8074" y="2073"/>
                    <a:pt x="8074" y="2001"/>
                    <a:pt x="8050" y="1930"/>
                  </a:cubicBezTo>
                  <a:cubicBezTo>
                    <a:pt x="8026" y="1858"/>
                    <a:pt x="7979" y="1811"/>
                    <a:pt x="7907" y="1787"/>
                  </a:cubicBezTo>
                  <a:lnTo>
                    <a:pt x="7240" y="1644"/>
                  </a:lnTo>
                  <a:lnTo>
                    <a:pt x="7931" y="334"/>
                  </a:lnTo>
                  <a:cubicBezTo>
                    <a:pt x="7979" y="239"/>
                    <a:pt x="7979" y="120"/>
                    <a:pt x="7883" y="48"/>
                  </a:cubicBezTo>
                  <a:cubicBezTo>
                    <a:pt x="7860" y="24"/>
                    <a:pt x="7788" y="1"/>
                    <a:pt x="77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13" name="Google Shape;4213;p59"/>
            <p:cNvSpPr/>
            <p:nvPr/>
          </p:nvSpPr>
          <p:spPr>
            <a:xfrm>
              <a:off x="2440419" y="1723261"/>
              <a:ext cx="18113" cy="14738"/>
            </a:xfrm>
            <a:custGeom>
              <a:rect b="b" l="l" r="r" t="t"/>
              <a:pathLst>
                <a:path extrusionOk="0" h="445" w="514">
                  <a:moveTo>
                    <a:pt x="238" y="0"/>
                  </a:moveTo>
                  <a:cubicBezTo>
                    <a:pt x="95" y="0"/>
                    <a:pt x="0" y="143"/>
                    <a:pt x="48" y="310"/>
                  </a:cubicBezTo>
                  <a:cubicBezTo>
                    <a:pt x="72" y="357"/>
                    <a:pt x="119" y="405"/>
                    <a:pt x="167" y="429"/>
                  </a:cubicBezTo>
                  <a:cubicBezTo>
                    <a:pt x="195" y="439"/>
                    <a:pt x="222" y="444"/>
                    <a:pt x="249" y="444"/>
                  </a:cubicBezTo>
                  <a:cubicBezTo>
                    <a:pt x="401" y="444"/>
                    <a:pt x="513" y="282"/>
                    <a:pt x="453" y="119"/>
                  </a:cubicBezTo>
                  <a:cubicBezTo>
                    <a:pt x="405" y="48"/>
                    <a:pt x="333" y="0"/>
                    <a:pt x="2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14" name="Google Shape;4214;p59"/>
            <p:cNvSpPr/>
            <p:nvPr/>
          </p:nvSpPr>
          <p:spPr>
            <a:xfrm>
              <a:off x="2489084" y="1629399"/>
              <a:ext cx="78902" cy="108865"/>
            </a:xfrm>
            <a:custGeom>
              <a:rect b="b" l="l" r="r" t="t"/>
              <a:pathLst>
                <a:path extrusionOk="0" h="3287" w="2239">
                  <a:moveTo>
                    <a:pt x="1429" y="453"/>
                  </a:moveTo>
                  <a:lnTo>
                    <a:pt x="1191" y="1048"/>
                  </a:lnTo>
                  <a:cubicBezTo>
                    <a:pt x="1191" y="1072"/>
                    <a:pt x="1167" y="1096"/>
                    <a:pt x="1167" y="1143"/>
                  </a:cubicBezTo>
                  <a:cubicBezTo>
                    <a:pt x="1167" y="1238"/>
                    <a:pt x="1262" y="1334"/>
                    <a:pt x="1334" y="1334"/>
                  </a:cubicBezTo>
                  <a:lnTo>
                    <a:pt x="1620" y="1405"/>
                  </a:lnTo>
                  <a:lnTo>
                    <a:pt x="929" y="2239"/>
                  </a:lnTo>
                  <a:lnTo>
                    <a:pt x="1024" y="1810"/>
                  </a:lnTo>
                  <a:cubicBezTo>
                    <a:pt x="1024" y="1786"/>
                    <a:pt x="1024" y="1762"/>
                    <a:pt x="1024" y="1715"/>
                  </a:cubicBezTo>
                  <a:cubicBezTo>
                    <a:pt x="1001" y="1619"/>
                    <a:pt x="929" y="1548"/>
                    <a:pt x="834" y="1548"/>
                  </a:cubicBezTo>
                  <a:lnTo>
                    <a:pt x="477" y="1500"/>
                  </a:lnTo>
                  <a:lnTo>
                    <a:pt x="739" y="453"/>
                  </a:lnTo>
                  <a:close/>
                  <a:moveTo>
                    <a:pt x="572" y="0"/>
                  </a:moveTo>
                  <a:cubicBezTo>
                    <a:pt x="477" y="0"/>
                    <a:pt x="381" y="72"/>
                    <a:pt x="358" y="167"/>
                  </a:cubicBezTo>
                  <a:lnTo>
                    <a:pt x="0" y="1643"/>
                  </a:lnTo>
                  <a:cubicBezTo>
                    <a:pt x="0" y="1667"/>
                    <a:pt x="0" y="1691"/>
                    <a:pt x="0" y="1739"/>
                  </a:cubicBezTo>
                  <a:cubicBezTo>
                    <a:pt x="24" y="1834"/>
                    <a:pt x="96" y="1905"/>
                    <a:pt x="191" y="1905"/>
                  </a:cubicBezTo>
                  <a:lnTo>
                    <a:pt x="548" y="1953"/>
                  </a:lnTo>
                  <a:lnTo>
                    <a:pt x="310" y="3025"/>
                  </a:lnTo>
                  <a:cubicBezTo>
                    <a:pt x="286" y="3120"/>
                    <a:pt x="334" y="3215"/>
                    <a:pt x="429" y="3263"/>
                  </a:cubicBezTo>
                  <a:cubicBezTo>
                    <a:pt x="453" y="3286"/>
                    <a:pt x="500" y="3286"/>
                    <a:pt x="524" y="3286"/>
                  </a:cubicBezTo>
                  <a:cubicBezTo>
                    <a:pt x="596" y="3286"/>
                    <a:pt x="643" y="3263"/>
                    <a:pt x="691" y="3191"/>
                  </a:cubicBezTo>
                  <a:lnTo>
                    <a:pt x="2167" y="1405"/>
                  </a:lnTo>
                  <a:cubicBezTo>
                    <a:pt x="2215" y="1381"/>
                    <a:pt x="2239" y="1310"/>
                    <a:pt x="2239" y="1262"/>
                  </a:cubicBezTo>
                  <a:cubicBezTo>
                    <a:pt x="2239" y="1167"/>
                    <a:pt x="2167" y="1072"/>
                    <a:pt x="2072" y="1048"/>
                  </a:cubicBezTo>
                  <a:lnTo>
                    <a:pt x="1691" y="977"/>
                  </a:lnTo>
                  <a:lnTo>
                    <a:pt x="1977" y="310"/>
                  </a:lnTo>
                  <a:cubicBezTo>
                    <a:pt x="2001" y="214"/>
                    <a:pt x="1977" y="95"/>
                    <a:pt x="1882" y="48"/>
                  </a:cubicBezTo>
                  <a:cubicBezTo>
                    <a:pt x="1858" y="24"/>
                    <a:pt x="1810" y="0"/>
                    <a:pt x="17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15" name="Google Shape;4215;p59"/>
            <p:cNvSpPr/>
            <p:nvPr/>
          </p:nvSpPr>
          <p:spPr>
            <a:xfrm>
              <a:off x="2612809" y="1828945"/>
              <a:ext cx="18113" cy="14738"/>
            </a:xfrm>
            <a:custGeom>
              <a:rect b="b" l="l" r="r" t="t"/>
              <a:pathLst>
                <a:path extrusionOk="0" h="445" w="514">
                  <a:moveTo>
                    <a:pt x="252" y="0"/>
                  </a:moveTo>
                  <a:cubicBezTo>
                    <a:pt x="181" y="0"/>
                    <a:pt x="85" y="48"/>
                    <a:pt x="62" y="119"/>
                  </a:cubicBezTo>
                  <a:cubicBezTo>
                    <a:pt x="1" y="282"/>
                    <a:pt x="113" y="444"/>
                    <a:pt x="265" y="444"/>
                  </a:cubicBezTo>
                  <a:cubicBezTo>
                    <a:pt x="292" y="444"/>
                    <a:pt x="319" y="439"/>
                    <a:pt x="347" y="429"/>
                  </a:cubicBezTo>
                  <a:cubicBezTo>
                    <a:pt x="395" y="405"/>
                    <a:pt x="443" y="357"/>
                    <a:pt x="466" y="310"/>
                  </a:cubicBezTo>
                  <a:cubicBezTo>
                    <a:pt x="514" y="143"/>
                    <a:pt x="419" y="0"/>
                    <a:pt x="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216" name="Google Shape;4216;p59"/>
          <p:cNvGrpSpPr/>
          <p:nvPr/>
        </p:nvGrpSpPr>
        <p:grpSpPr>
          <a:xfrm>
            <a:off x="3167889" y="1537838"/>
            <a:ext cx="355831" cy="372312"/>
            <a:chOff x="3098045" y="1110928"/>
            <a:chExt cx="373576" cy="415898"/>
          </a:xfrm>
        </p:grpSpPr>
        <p:sp>
          <p:nvSpPr>
            <p:cNvPr id="4217" name="Google Shape;4217;p59"/>
            <p:cNvSpPr/>
            <p:nvPr/>
          </p:nvSpPr>
          <p:spPr>
            <a:xfrm>
              <a:off x="3098045" y="1110928"/>
              <a:ext cx="373576" cy="415898"/>
            </a:xfrm>
            <a:custGeom>
              <a:rect b="b" l="l" r="r" t="t"/>
              <a:pathLst>
                <a:path extrusionOk="0" h="11242" w="10098">
                  <a:moveTo>
                    <a:pt x="4120" y="4240"/>
                  </a:moveTo>
                  <a:cubicBezTo>
                    <a:pt x="4287" y="4240"/>
                    <a:pt x="4477" y="4311"/>
                    <a:pt x="4620" y="4454"/>
                  </a:cubicBezTo>
                  <a:cubicBezTo>
                    <a:pt x="4739" y="4573"/>
                    <a:pt x="4888" y="4633"/>
                    <a:pt x="5034" y="4633"/>
                  </a:cubicBezTo>
                  <a:cubicBezTo>
                    <a:pt x="5180" y="4633"/>
                    <a:pt x="5323" y="4573"/>
                    <a:pt x="5430" y="4454"/>
                  </a:cubicBezTo>
                  <a:cubicBezTo>
                    <a:pt x="5573" y="4311"/>
                    <a:pt x="5757" y="4240"/>
                    <a:pt x="5942" y="4240"/>
                  </a:cubicBezTo>
                  <a:cubicBezTo>
                    <a:pt x="6127" y="4240"/>
                    <a:pt x="6311" y="4311"/>
                    <a:pt x="6454" y="4454"/>
                  </a:cubicBezTo>
                  <a:cubicBezTo>
                    <a:pt x="6668" y="4668"/>
                    <a:pt x="6716" y="4930"/>
                    <a:pt x="6644" y="5240"/>
                  </a:cubicBezTo>
                  <a:cubicBezTo>
                    <a:pt x="6549" y="5597"/>
                    <a:pt x="6287" y="6002"/>
                    <a:pt x="5882" y="6383"/>
                  </a:cubicBezTo>
                  <a:cubicBezTo>
                    <a:pt x="5549" y="6716"/>
                    <a:pt x="5216" y="6931"/>
                    <a:pt x="5025" y="7002"/>
                  </a:cubicBezTo>
                  <a:cubicBezTo>
                    <a:pt x="4835" y="6931"/>
                    <a:pt x="4525" y="6716"/>
                    <a:pt x="4168" y="6383"/>
                  </a:cubicBezTo>
                  <a:cubicBezTo>
                    <a:pt x="3787" y="6002"/>
                    <a:pt x="3501" y="5573"/>
                    <a:pt x="3406" y="5240"/>
                  </a:cubicBezTo>
                  <a:cubicBezTo>
                    <a:pt x="3334" y="4930"/>
                    <a:pt x="3382" y="4668"/>
                    <a:pt x="3596" y="4454"/>
                  </a:cubicBezTo>
                  <a:cubicBezTo>
                    <a:pt x="3739" y="4311"/>
                    <a:pt x="3930" y="4240"/>
                    <a:pt x="4120" y="4240"/>
                  </a:cubicBezTo>
                  <a:close/>
                  <a:moveTo>
                    <a:pt x="6026" y="432"/>
                  </a:moveTo>
                  <a:cubicBezTo>
                    <a:pt x="6427" y="432"/>
                    <a:pt x="6757" y="749"/>
                    <a:pt x="6787" y="1144"/>
                  </a:cubicBezTo>
                  <a:cubicBezTo>
                    <a:pt x="6573" y="1287"/>
                    <a:pt x="6383" y="1477"/>
                    <a:pt x="6263" y="1715"/>
                  </a:cubicBezTo>
                  <a:cubicBezTo>
                    <a:pt x="6263" y="1715"/>
                    <a:pt x="6263" y="1739"/>
                    <a:pt x="6263" y="1763"/>
                  </a:cubicBezTo>
                  <a:cubicBezTo>
                    <a:pt x="6311" y="1906"/>
                    <a:pt x="6406" y="1953"/>
                    <a:pt x="6502" y="1953"/>
                  </a:cubicBezTo>
                  <a:cubicBezTo>
                    <a:pt x="6573" y="1953"/>
                    <a:pt x="6644" y="1930"/>
                    <a:pt x="6692" y="1858"/>
                  </a:cubicBezTo>
                  <a:cubicBezTo>
                    <a:pt x="6787" y="1691"/>
                    <a:pt x="6930" y="1549"/>
                    <a:pt x="7097" y="1477"/>
                  </a:cubicBezTo>
                  <a:cubicBezTo>
                    <a:pt x="7212" y="1429"/>
                    <a:pt x="7339" y="1404"/>
                    <a:pt x="7471" y="1404"/>
                  </a:cubicBezTo>
                  <a:cubicBezTo>
                    <a:pt x="7667" y="1404"/>
                    <a:pt x="7874" y="1459"/>
                    <a:pt x="8073" y="1572"/>
                  </a:cubicBezTo>
                  <a:cubicBezTo>
                    <a:pt x="8097" y="1596"/>
                    <a:pt x="8121" y="1596"/>
                    <a:pt x="8145" y="1620"/>
                  </a:cubicBezTo>
                  <a:cubicBezTo>
                    <a:pt x="8383" y="1953"/>
                    <a:pt x="8454" y="2311"/>
                    <a:pt x="8335" y="2620"/>
                  </a:cubicBezTo>
                  <a:cubicBezTo>
                    <a:pt x="8264" y="2835"/>
                    <a:pt x="8097" y="3025"/>
                    <a:pt x="7883" y="3144"/>
                  </a:cubicBezTo>
                  <a:cubicBezTo>
                    <a:pt x="7859" y="3144"/>
                    <a:pt x="7859" y="3168"/>
                    <a:pt x="7835" y="3168"/>
                  </a:cubicBezTo>
                  <a:cubicBezTo>
                    <a:pt x="7788" y="3382"/>
                    <a:pt x="7907" y="3525"/>
                    <a:pt x="8050" y="3525"/>
                  </a:cubicBezTo>
                  <a:cubicBezTo>
                    <a:pt x="8097" y="3525"/>
                    <a:pt x="8121" y="3501"/>
                    <a:pt x="8169" y="3478"/>
                  </a:cubicBezTo>
                  <a:cubicBezTo>
                    <a:pt x="8359" y="3358"/>
                    <a:pt x="8526" y="3192"/>
                    <a:pt x="8645" y="3001"/>
                  </a:cubicBezTo>
                  <a:cubicBezTo>
                    <a:pt x="8978" y="3239"/>
                    <a:pt x="9193" y="3620"/>
                    <a:pt x="9193" y="4025"/>
                  </a:cubicBezTo>
                  <a:cubicBezTo>
                    <a:pt x="9193" y="4335"/>
                    <a:pt x="9074" y="4644"/>
                    <a:pt x="8859" y="4883"/>
                  </a:cubicBezTo>
                  <a:cubicBezTo>
                    <a:pt x="8764" y="4835"/>
                    <a:pt x="8669" y="4811"/>
                    <a:pt x="8573" y="4787"/>
                  </a:cubicBezTo>
                  <a:lnTo>
                    <a:pt x="8526" y="4787"/>
                  </a:lnTo>
                  <a:cubicBezTo>
                    <a:pt x="8270" y="4945"/>
                    <a:pt x="8372" y="5233"/>
                    <a:pt x="8591" y="5233"/>
                  </a:cubicBezTo>
                  <a:cubicBezTo>
                    <a:pt x="8636" y="5233"/>
                    <a:pt x="8687" y="5221"/>
                    <a:pt x="8740" y="5192"/>
                  </a:cubicBezTo>
                  <a:cubicBezTo>
                    <a:pt x="8788" y="5192"/>
                    <a:pt x="8812" y="5216"/>
                    <a:pt x="8812" y="5240"/>
                  </a:cubicBezTo>
                  <a:cubicBezTo>
                    <a:pt x="8812" y="5335"/>
                    <a:pt x="8812" y="5335"/>
                    <a:pt x="8812" y="5335"/>
                  </a:cubicBezTo>
                  <a:cubicBezTo>
                    <a:pt x="9336" y="5597"/>
                    <a:pt x="9645" y="6097"/>
                    <a:pt x="9645" y="6669"/>
                  </a:cubicBezTo>
                  <a:cubicBezTo>
                    <a:pt x="9645" y="7288"/>
                    <a:pt x="9288" y="7836"/>
                    <a:pt x="8716" y="8050"/>
                  </a:cubicBezTo>
                  <a:cubicBezTo>
                    <a:pt x="8526" y="8121"/>
                    <a:pt x="8359" y="8169"/>
                    <a:pt x="8145" y="8169"/>
                  </a:cubicBezTo>
                  <a:cubicBezTo>
                    <a:pt x="8026" y="8169"/>
                    <a:pt x="7883" y="8145"/>
                    <a:pt x="7764" y="8121"/>
                  </a:cubicBezTo>
                  <a:cubicBezTo>
                    <a:pt x="7748" y="8118"/>
                    <a:pt x="7732" y="8117"/>
                    <a:pt x="7717" y="8117"/>
                  </a:cubicBezTo>
                  <a:cubicBezTo>
                    <a:pt x="7615" y="8117"/>
                    <a:pt x="7522" y="8182"/>
                    <a:pt x="7502" y="8264"/>
                  </a:cubicBezTo>
                  <a:cubicBezTo>
                    <a:pt x="7478" y="8383"/>
                    <a:pt x="7549" y="8502"/>
                    <a:pt x="7645" y="8550"/>
                  </a:cubicBezTo>
                  <a:cubicBezTo>
                    <a:pt x="7811" y="8598"/>
                    <a:pt x="7978" y="8598"/>
                    <a:pt x="8145" y="8598"/>
                  </a:cubicBezTo>
                  <a:cubicBezTo>
                    <a:pt x="8312" y="8598"/>
                    <a:pt x="8454" y="8598"/>
                    <a:pt x="8597" y="8550"/>
                  </a:cubicBezTo>
                  <a:lnTo>
                    <a:pt x="8597" y="8550"/>
                  </a:lnTo>
                  <a:cubicBezTo>
                    <a:pt x="8597" y="9169"/>
                    <a:pt x="8169" y="9669"/>
                    <a:pt x="7549" y="9788"/>
                  </a:cubicBezTo>
                  <a:cubicBezTo>
                    <a:pt x="7498" y="9795"/>
                    <a:pt x="7446" y="9798"/>
                    <a:pt x="7392" y="9798"/>
                  </a:cubicBezTo>
                  <a:cubicBezTo>
                    <a:pt x="7246" y="9798"/>
                    <a:pt x="7094" y="9776"/>
                    <a:pt x="6954" y="9741"/>
                  </a:cubicBezTo>
                  <a:cubicBezTo>
                    <a:pt x="6942" y="9729"/>
                    <a:pt x="6930" y="9723"/>
                    <a:pt x="6921" y="9723"/>
                  </a:cubicBezTo>
                  <a:cubicBezTo>
                    <a:pt x="6912" y="9723"/>
                    <a:pt x="6906" y="9729"/>
                    <a:pt x="6906" y="9741"/>
                  </a:cubicBezTo>
                  <a:cubicBezTo>
                    <a:pt x="6668" y="9860"/>
                    <a:pt x="6740" y="10122"/>
                    <a:pt x="6906" y="10169"/>
                  </a:cubicBezTo>
                  <a:cubicBezTo>
                    <a:pt x="7026" y="10217"/>
                    <a:pt x="7145" y="10241"/>
                    <a:pt x="7264" y="10241"/>
                  </a:cubicBezTo>
                  <a:cubicBezTo>
                    <a:pt x="7093" y="10583"/>
                    <a:pt x="6733" y="10815"/>
                    <a:pt x="6325" y="10815"/>
                  </a:cubicBezTo>
                  <a:cubicBezTo>
                    <a:pt x="5994" y="10815"/>
                    <a:pt x="5631" y="10662"/>
                    <a:pt x="5311" y="10288"/>
                  </a:cubicBezTo>
                  <a:cubicBezTo>
                    <a:pt x="5287" y="10241"/>
                    <a:pt x="5263" y="10169"/>
                    <a:pt x="5263" y="10122"/>
                  </a:cubicBezTo>
                  <a:lnTo>
                    <a:pt x="5263" y="7383"/>
                  </a:lnTo>
                  <a:cubicBezTo>
                    <a:pt x="5525" y="7240"/>
                    <a:pt x="5882" y="7002"/>
                    <a:pt x="6192" y="6692"/>
                  </a:cubicBezTo>
                  <a:cubicBezTo>
                    <a:pt x="6454" y="6431"/>
                    <a:pt x="6930" y="5930"/>
                    <a:pt x="7073" y="5335"/>
                  </a:cubicBezTo>
                  <a:cubicBezTo>
                    <a:pt x="7192" y="4883"/>
                    <a:pt x="7097" y="4454"/>
                    <a:pt x="6787" y="4144"/>
                  </a:cubicBezTo>
                  <a:cubicBezTo>
                    <a:pt x="6549" y="3919"/>
                    <a:pt x="6244" y="3804"/>
                    <a:pt x="5943" y="3804"/>
                  </a:cubicBezTo>
                  <a:cubicBezTo>
                    <a:pt x="5702" y="3804"/>
                    <a:pt x="5464" y="3877"/>
                    <a:pt x="5263" y="4025"/>
                  </a:cubicBezTo>
                  <a:lnTo>
                    <a:pt x="5263" y="906"/>
                  </a:lnTo>
                  <a:cubicBezTo>
                    <a:pt x="5263" y="858"/>
                    <a:pt x="5287" y="810"/>
                    <a:pt x="5311" y="787"/>
                  </a:cubicBezTo>
                  <a:cubicBezTo>
                    <a:pt x="5544" y="536"/>
                    <a:pt x="5797" y="432"/>
                    <a:pt x="6026" y="432"/>
                  </a:cubicBezTo>
                  <a:close/>
                  <a:moveTo>
                    <a:pt x="4049" y="1"/>
                  </a:moveTo>
                  <a:cubicBezTo>
                    <a:pt x="3453" y="1"/>
                    <a:pt x="2977" y="429"/>
                    <a:pt x="2858" y="977"/>
                  </a:cubicBezTo>
                  <a:lnTo>
                    <a:pt x="2739" y="977"/>
                  </a:lnTo>
                  <a:cubicBezTo>
                    <a:pt x="2727" y="975"/>
                    <a:pt x="2715" y="974"/>
                    <a:pt x="2703" y="974"/>
                  </a:cubicBezTo>
                  <a:cubicBezTo>
                    <a:pt x="2577" y="974"/>
                    <a:pt x="2479" y="1087"/>
                    <a:pt x="2501" y="1239"/>
                  </a:cubicBezTo>
                  <a:cubicBezTo>
                    <a:pt x="2525" y="1334"/>
                    <a:pt x="2596" y="1406"/>
                    <a:pt x="2691" y="1406"/>
                  </a:cubicBezTo>
                  <a:cubicBezTo>
                    <a:pt x="2787" y="1430"/>
                    <a:pt x="2882" y="1453"/>
                    <a:pt x="2977" y="1477"/>
                  </a:cubicBezTo>
                  <a:cubicBezTo>
                    <a:pt x="3144" y="1572"/>
                    <a:pt x="3287" y="1691"/>
                    <a:pt x="3382" y="1858"/>
                  </a:cubicBezTo>
                  <a:cubicBezTo>
                    <a:pt x="3430" y="1930"/>
                    <a:pt x="3501" y="1977"/>
                    <a:pt x="3572" y="1977"/>
                  </a:cubicBezTo>
                  <a:cubicBezTo>
                    <a:pt x="3620" y="1977"/>
                    <a:pt x="3691" y="1953"/>
                    <a:pt x="3739" y="1906"/>
                  </a:cubicBezTo>
                  <a:cubicBezTo>
                    <a:pt x="3811" y="1834"/>
                    <a:pt x="3811" y="1715"/>
                    <a:pt x="3763" y="1644"/>
                  </a:cubicBezTo>
                  <a:cubicBezTo>
                    <a:pt x="3644" y="1430"/>
                    <a:pt x="3477" y="1263"/>
                    <a:pt x="3287" y="1144"/>
                  </a:cubicBezTo>
                  <a:cubicBezTo>
                    <a:pt x="3306" y="749"/>
                    <a:pt x="3638" y="435"/>
                    <a:pt x="4049" y="435"/>
                  </a:cubicBezTo>
                  <a:cubicBezTo>
                    <a:pt x="4134" y="435"/>
                    <a:pt x="4221" y="449"/>
                    <a:pt x="4311" y="477"/>
                  </a:cubicBezTo>
                  <a:cubicBezTo>
                    <a:pt x="4620" y="572"/>
                    <a:pt x="4811" y="882"/>
                    <a:pt x="4811" y="1191"/>
                  </a:cubicBezTo>
                  <a:lnTo>
                    <a:pt x="4811" y="4049"/>
                  </a:lnTo>
                  <a:cubicBezTo>
                    <a:pt x="4606" y="3887"/>
                    <a:pt x="4361" y="3808"/>
                    <a:pt x="4116" y="3808"/>
                  </a:cubicBezTo>
                  <a:cubicBezTo>
                    <a:pt x="3819" y="3808"/>
                    <a:pt x="3521" y="3923"/>
                    <a:pt x="3287" y="4144"/>
                  </a:cubicBezTo>
                  <a:cubicBezTo>
                    <a:pt x="2977" y="4478"/>
                    <a:pt x="2882" y="4883"/>
                    <a:pt x="3001" y="5359"/>
                  </a:cubicBezTo>
                  <a:cubicBezTo>
                    <a:pt x="3144" y="5930"/>
                    <a:pt x="3620" y="6454"/>
                    <a:pt x="3882" y="6692"/>
                  </a:cubicBezTo>
                  <a:cubicBezTo>
                    <a:pt x="4192" y="7002"/>
                    <a:pt x="4549" y="7264"/>
                    <a:pt x="4811" y="7383"/>
                  </a:cubicBezTo>
                  <a:lnTo>
                    <a:pt x="4811" y="9765"/>
                  </a:lnTo>
                  <a:cubicBezTo>
                    <a:pt x="4811" y="10193"/>
                    <a:pt x="4549" y="10598"/>
                    <a:pt x="4144" y="10741"/>
                  </a:cubicBezTo>
                  <a:cubicBezTo>
                    <a:pt x="4011" y="10793"/>
                    <a:pt x="3877" y="10817"/>
                    <a:pt x="3746" y="10817"/>
                  </a:cubicBezTo>
                  <a:cubicBezTo>
                    <a:pt x="3338" y="10817"/>
                    <a:pt x="2967" y="10583"/>
                    <a:pt x="2787" y="10241"/>
                  </a:cubicBezTo>
                  <a:cubicBezTo>
                    <a:pt x="2929" y="10241"/>
                    <a:pt x="3049" y="10217"/>
                    <a:pt x="3168" y="10193"/>
                  </a:cubicBezTo>
                  <a:cubicBezTo>
                    <a:pt x="3239" y="10169"/>
                    <a:pt x="3310" y="10074"/>
                    <a:pt x="3334" y="9979"/>
                  </a:cubicBezTo>
                  <a:cubicBezTo>
                    <a:pt x="3334" y="9858"/>
                    <a:pt x="3232" y="9754"/>
                    <a:pt x="3114" y="9754"/>
                  </a:cubicBezTo>
                  <a:cubicBezTo>
                    <a:pt x="3092" y="9754"/>
                    <a:pt x="3070" y="9757"/>
                    <a:pt x="3049" y="9765"/>
                  </a:cubicBezTo>
                  <a:cubicBezTo>
                    <a:pt x="2951" y="9792"/>
                    <a:pt x="2845" y="9804"/>
                    <a:pt x="2741" y="9804"/>
                  </a:cubicBezTo>
                  <a:cubicBezTo>
                    <a:pt x="2667" y="9804"/>
                    <a:pt x="2594" y="9798"/>
                    <a:pt x="2525" y="9788"/>
                  </a:cubicBezTo>
                  <a:cubicBezTo>
                    <a:pt x="1905" y="9693"/>
                    <a:pt x="1477" y="9169"/>
                    <a:pt x="1453" y="8574"/>
                  </a:cubicBezTo>
                  <a:lnTo>
                    <a:pt x="1453" y="8574"/>
                  </a:lnTo>
                  <a:cubicBezTo>
                    <a:pt x="1620" y="8598"/>
                    <a:pt x="1763" y="8621"/>
                    <a:pt x="1905" y="8621"/>
                  </a:cubicBezTo>
                  <a:cubicBezTo>
                    <a:pt x="2072" y="8621"/>
                    <a:pt x="2239" y="8598"/>
                    <a:pt x="2406" y="8550"/>
                  </a:cubicBezTo>
                  <a:cubicBezTo>
                    <a:pt x="2501" y="8526"/>
                    <a:pt x="2572" y="8455"/>
                    <a:pt x="2572" y="8359"/>
                  </a:cubicBezTo>
                  <a:cubicBezTo>
                    <a:pt x="2572" y="8210"/>
                    <a:pt x="2476" y="8118"/>
                    <a:pt x="2353" y="8118"/>
                  </a:cubicBezTo>
                  <a:cubicBezTo>
                    <a:pt x="2339" y="8118"/>
                    <a:pt x="2325" y="8119"/>
                    <a:pt x="2310" y="8121"/>
                  </a:cubicBezTo>
                  <a:cubicBezTo>
                    <a:pt x="2167" y="8169"/>
                    <a:pt x="2048" y="8169"/>
                    <a:pt x="1905" y="8169"/>
                  </a:cubicBezTo>
                  <a:cubicBezTo>
                    <a:pt x="1715" y="8169"/>
                    <a:pt x="1524" y="8145"/>
                    <a:pt x="1358" y="8074"/>
                  </a:cubicBezTo>
                  <a:cubicBezTo>
                    <a:pt x="786" y="7836"/>
                    <a:pt x="429" y="7288"/>
                    <a:pt x="429" y="6692"/>
                  </a:cubicBezTo>
                  <a:cubicBezTo>
                    <a:pt x="429" y="6097"/>
                    <a:pt x="738" y="5597"/>
                    <a:pt x="1262" y="5335"/>
                  </a:cubicBezTo>
                  <a:cubicBezTo>
                    <a:pt x="1286" y="5264"/>
                    <a:pt x="1358" y="5240"/>
                    <a:pt x="1429" y="5240"/>
                  </a:cubicBezTo>
                  <a:cubicBezTo>
                    <a:pt x="1441" y="5242"/>
                    <a:pt x="1454" y="5242"/>
                    <a:pt x="1465" y="5242"/>
                  </a:cubicBezTo>
                  <a:cubicBezTo>
                    <a:pt x="1613" y="5242"/>
                    <a:pt x="1713" y="5110"/>
                    <a:pt x="1691" y="4978"/>
                  </a:cubicBezTo>
                  <a:cubicBezTo>
                    <a:pt x="1650" y="4874"/>
                    <a:pt x="1554" y="4807"/>
                    <a:pt x="1467" y="4807"/>
                  </a:cubicBezTo>
                  <a:cubicBezTo>
                    <a:pt x="1454" y="4807"/>
                    <a:pt x="1441" y="4808"/>
                    <a:pt x="1429" y="4811"/>
                  </a:cubicBezTo>
                  <a:cubicBezTo>
                    <a:pt x="1358" y="4835"/>
                    <a:pt x="1286" y="4859"/>
                    <a:pt x="1215" y="4883"/>
                  </a:cubicBezTo>
                  <a:cubicBezTo>
                    <a:pt x="1000" y="4644"/>
                    <a:pt x="881" y="4359"/>
                    <a:pt x="881" y="4025"/>
                  </a:cubicBezTo>
                  <a:cubicBezTo>
                    <a:pt x="881" y="3620"/>
                    <a:pt x="1096" y="3239"/>
                    <a:pt x="1429" y="3001"/>
                  </a:cubicBezTo>
                  <a:cubicBezTo>
                    <a:pt x="1548" y="3216"/>
                    <a:pt x="1715" y="3382"/>
                    <a:pt x="1905" y="3478"/>
                  </a:cubicBezTo>
                  <a:cubicBezTo>
                    <a:pt x="1953" y="3501"/>
                    <a:pt x="1977" y="3525"/>
                    <a:pt x="2024" y="3525"/>
                  </a:cubicBezTo>
                  <a:cubicBezTo>
                    <a:pt x="2120" y="3525"/>
                    <a:pt x="2215" y="3454"/>
                    <a:pt x="2239" y="3335"/>
                  </a:cubicBezTo>
                  <a:cubicBezTo>
                    <a:pt x="2263" y="3239"/>
                    <a:pt x="2215" y="3144"/>
                    <a:pt x="2144" y="3097"/>
                  </a:cubicBezTo>
                  <a:cubicBezTo>
                    <a:pt x="1953" y="3001"/>
                    <a:pt x="1810" y="2835"/>
                    <a:pt x="1739" y="2620"/>
                  </a:cubicBezTo>
                  <a:cubicBezTo>
                    <a:pt x="1715" y="2549"/>
                    <a:pt x="1691" y="2501"/>
                    <a:pt x="1691" y="2430"/>
                  </a:cubicBezTo>
                  <a:cubicBezTo>
                    <a:pt x="1670" y="2323"/>
                    <a:pt x="1591" y="2236"/>
                    <a:pt x="1489" y="2236"/>
                  </a:cubicBezTo>
                  <a:cubicBezTo>
                    <a:pt x="1478" y="2236"/>
                    <a:pt x="1465" y="2237"/>
                    <a:pt x="1453" y="2239"/>
                  </a:cubicBezTo>
                  <a:cubicBezTo>
                    <a:pt x="1310" y="2239"/>
                    <a:pt x="1239" y="2358"/>
                    <a:pt x="1262" y="2477"/>
                  </a:cubicBezTo>
                  <a:cubicBezTo>
                    <a:pt x="1262" y="2501"/>
                    <a:pt x="1262" y="2549"/>
                    <a:pt x="1262" y="2573"/>
                  </a:cubicBezTo>
                  <a:cubicBezTo>
                    <a:pt x="762" y="2882"/>
                    <a:pt x="453" y="3430"/>
                    <a:pt x="453" y="4025"/>
                  </a:cubicBezTo>
                  <a:cubicBezTo>
                    <a:pt x="453" y="4406"/>
                    <a:pt x="596" y="4787"/>
                    <a:pt x="834" y="5073"/>
                  </a:cubicBezTo>
                  <a:cubicBezTo>
                    <a:pt x="310" y="5430"/>
                    <a:pt x="0" y="6026"/>
                    <a:pt x="0" y="6669"/>
                  </a:cubicBezTo>
                  <a:cubicBezTo>
                    <a:pt x="0" y="7407"/>
                    <a:pt x="405" y="8074"/>
                    <a:pt x="1048" y="8383"/>
                  </a:cubicBezTo>
                  <a:cubicBezTo>
                    <a:pt x="1024" y="8431"/>
                    <a:pt x="1024" y="8479"/>
                    <a:pt x="1024" y="8526"/>
                  </a:cubicBezTo>
                  <a:cubicBezTo>
                    <a:pt x="1024" y="8931"/>
                    <a:pt x="1191" y="9336"/>
                    <a:pt x="1453" y="9645"/>
                  </a:cubicBezTo>
                  <a:cubicBezTo>
                    <a:pt x="1667" y="9907"/>
                    <a:pt x="1977" y="10098"/>
                    <a:pt x="2310" y="10169"/>
                  </a:cubicBezTo>
                  <a:cubicBezTo>
                    <a:pt x="2501" y="10812"/>
                    <a:pt x="3096" y="11241"/>
                    <a:pt x="3763" y="11241"/>
                  </a:cubicBezTo>
                  <a:cubicBezTo>
                    <a:pt x="4311" y="11241"/>
                    <a:pt x="4787" y="10955"/>
                    <a:pt x="5049" y="10527"/>
                  </a:cubicBezTo>
                  <a:cubicBezTo>
                    <a:pt x="5311" y="10955"/>
                    <a:pt x="5787" y="11241"/>
                    <a:pt x="6335" y="11241"/>
                  </a:cubicBezTo>
                  <a:cubicBezTo>
                    <a:pt x="7002" y="11241"/>
                    <a:pt x="7573" y="10812"/>
                    <a:pt x="7788" y="10169"/>
                  </a:cubicBezTo>
                  <a:cubicBezTo>
                    <a:pt x="8121" y="10098"/>
                    <a:pt x="8407" y="9907"/>
                    <a:pt x="8645" y="9645"/>
                  </a:cubicBezTo>
                  <a:cubicBezTo>
                    <a:pt x="8907" y="9336"/>
                    <a:pt x="9050" y="8931"/>
                    <a:pt x="9050" y="8526"/>
                  </a:cubicBezTo>
                  <a:cubicBezTo>
                    <a:pt x="9050" y="8479"/>
                    <a:pt x="9050" y="8431"/>
                    <a:pt x="9050" y="8383"/>
                  </a:cubicBezTo>
                  <a:cubicBezTo>
                    <a:pt x="9693" y="8074"/>
                    <a:pt x="10098" y="7407"/>
                    <a:pt x="10098" y="6669"/>
                  </a:cubicBezTo>
                  <a:cubicBezTo>
                    <a:pt x="10098" y="6026"/>
                    <a:pt x="9788" y="5454"/>
                    <a:pt x="9264" y="5073"/>
                  </a:cubicBezTo>
                  <a:cubicBezTo>
                    <a:pt x="9502" y="4787"/>
                    <a:pt x="9621" y="4406"/>
                    <a:pt x="9621" y="4025"/>
                  </a:cubicBezTo>
                  <a:cubicBezTo>
                    <a:pt x="9621" y="3430"/>
                    <a:pt x="9312" y="2882"/>
                    <a:pt x="8812" y="2573"/>
                  </a:cubicBezTo>
                  <a:cubicBezTo>
                    <a:pt x="8835" y="2501"/>
                    <a:pt x="8835" y="2406"/>
                    <a:pt x="8835" y="2311"/>
                  </a:cubicBezTo>
                  <a:cubicBezTo>
                    <a:pt x="8835" y="1572"/>
                    <a:pt x="8216" y="953"/>
                    <a:pt x="7478" y="953"/>
                  </a:cubicBezTo>
                  <a:cubicBezTo>
                    <a:pt x="7383" y="953"/>
                    <a:pt x="7287" y="977"/>
                    <a:pt x="7216" y="977"/>
                  </a:cubicBezTo>
                  <a:cubicBezTo>
                    <a:pt x="7097" y="429"/>
                    <a:pt x="6621" y="1"/>
                    <a:pt x="6025" y="1"/>
                  </a:cubicBezTo>
                  <a:cubicBezTo>
                    <a:pt x="5620" y="1"/>
                    <a:pt x="5263" y="191"/>
                    <a:pt x="5025" y="501"/>
                  </a:cubicBezTo>
                  <a:cubicBezTo>
                    <a:pt x="4811" y="191"/>
                    <a:pt x="4454" y="1"/>
                    <a:pt x="40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18" name="Google Shape;4218;p59"/>
            <p:cNvSpPr/>
            <p:nvPr/>
          </p:nvSpPr>
          <p:spPr>
            <a:xfrm>
              <a:off x="3154426" y="1277480"/>
              <a:ext cx="41434" cy="65185"/>
            </a:xfrm>
            <a:custGeom>
              <a:rect b="b" l="l" r="r" t="t"/>
              <a:pathLst>
                <a:path extrusionOk="0" h="1762" w="1120">
                  <a:moveTo>
                    <a:pt x="779" y="0"/>
                  </a:moveTo>
                  <a:cubicBezTo>
                    <a:pt x="743" y="0"/>
                    <a:pt x="705" y="8"/>
                    <a:pt x="667" y="23"/>
                  </a:cubicBezTo>
                  <a:cubicBezTo>
                    <a:pt x="572" y="95"/>
                    <a:pt x="524" y="238"/>
                    <a:pt x="596" y="333"/>
                  </a:cubicBezTo>
                  <a:cubicBezTo>
                    <a:pt x="643" y="452"/>
                    <a:pt x="691" y="547"/>
                    <a:pt x="691" y="666"/>
                  </a:cubicBezTo>
                  <a:cubicBezTo>
                    <a:pt x="691" y="976"/>
                    <a:pt x="477" y="1262"/>
                    <a:pt x="167" y="1333"/>
                  </a:cubicBezTo>
                  <a:cubicBezTo>
                    <a:pt x="72" y="1357"/>
                    <a:pt x="0" y="1476"/>
                    <a:pt x="24" y="1595"/>
                  </a:cubicBezTo>
                  <a:cubicBezTo>
                    <a:pt x="48" y="1690"/>
                    <a:pt x="143" y="1762"/>
                    <a:pt x="239" y="1762"/>
                  </a:cubicBezTo>
                  <a:lnTo>
                    <a:pt x="286" y="1762"/>
                  </a:lnTo>
                  <a:cubicBezTo>
                    <a:pt x="786" y="1619"/>
                    <a:pt x="1120" y="1190"/>
                    <a:pt x="1120" y="666"/>
                  </a:cubicBezTo>
                  <a:cubicBezTo>
                    <a:pt x="1120" y="476"/>
                    <a:pt x="1072" y="285"/>
                    <a:pt x="977" y="119"/>
                  </a:cubicBezTo>
                  <a:cubicBezTo>
                    <a:pt x="928" y="37"/>
                    <a:pt x="857" y="0"/>
                    <a:pt x="7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19" name="Google Shape;4219;p59"/>
            <p:cNvSpPr/>
            <p:nvPr/>
          </p:nvSpPr>
          <p:spPr>
            <a:xfrm>
              <a:off x="3191421" y="1375221"/>
              <a:ext cx="49388" cy="58193"/>
            </a:xfrm>
            <a:custGeom>
              <a:rect b="b" l="l" r="r" t="t"/>
              <a:pathLst>
                <a:path extrusionOk="0" h="1573" w="1335">
                  <a:moveTo>
                    <a:pt x="215" y="1"/>
                  </a:moveTo>
                  <a:cubicBezTo>
                    <a:pt x="96" y="1"/>
                    <a:pt x="1" y="96"/>
                    <a:pt x="1" y="215"/>
                  </a:cubicBezTo>
                  <a:cubicBezTo>
                    <a:pt x="1" y="334"/>
                    <a:pt x="96" y="430"/>
                    <a:pt x="215" y="430"/>
                  </a:cubicBezTo>
                  <a:cubicBezTo>
                    <a:pt x="596" y="430"/>
                    <a:pt x="906" y="739"/>
                    <a:pt x="906" y="1120"/>
                  </a:cubicBezTo>
                  <a:cubicBezTo>
                    <a:pt x="906" y="1168"/>
                    <a:pt x="882" y="1239"/>
                    <a:pt x="882" y="1287"/>
                  </a:cubicBezTo>
                  <a:cubicBezTo>
                    <a:pt x="834" y="1406"/>
                    <a:pt x="906" y="1525"/>
                    <a:pt x="1025" y="1549"/>
                  </a:cubicBezTo>
                  <a:cubicBezTo>
                    <a:pt x="1048" y="1573"/>
                    <a:pt x="1072" y="1573"/>
                    <a:pt x="1096" y="1573"/>
                  </a:cubicBezTo>
                  <a:cubicBezTo>
                    <a:pt x="1191" y="1573"/>
                    <a:pt x="1263" y="1501"/>
                    <a:pt x="1310" y="1406"/>
                  </a:cubicBezTo>
                  <a:cubicBezTo>
                    <a:pt x="1310" y="1311"/>
                    <a:pt x="1334" y="1215"/>
                    <a:pt x="1334" y="1120"/>
                  </a:cubicBezTo>
                  <a:cubicBezTo>
                    <a:pt x="1334" y="501"/>
                    <a:pt x="834" y="1"/>
                    <a:pt x="2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20" name="Google Shape;4220;p59"/>
            <p:cNvSpPr/>
            <p:nvPr/>
          </p:nvSpPr>
          <p:spPr>
            <a:xfrm>
              <a:off x="3199338" y="1204304"/>
              <a:ext cx="64371" cy="26488"/>
            </a:xfrm>
            <a:custGeom>
              <a:rect b="b" l="l" r="r" t="t"/>
              <a:pathLst>
                <a:path extrusionOk="0" h="716" w="1740">
                  <a:moveTo>
                    <a:pt x="236" y="1"/>
                  </a:moveTo>
                  <a:cubicBezTo>
                    <a:pt x="180" y="1"/>
                    <a:pt x="120" y="25"/>
                    <a:pt x="72" y="72"/>
                  </a:cubicBezTo>
                  <a:cubicBezTo>
                    <a:pt x="1" y="168"/>
                    <a:pt x="1" y="311"/>
                    <a:pt x="72" y="382"/>
                  </a:cubicBezTo>
                  <a:cubicBezTo>
                    <a:pt x="287" y="596"/>
                    <a:pt x="572" y="715"/>
                    <a:pt x="882" y="715"/>
                  </a:cubicBezTo>
                  <a:cubicBezTo>
                    <a:pt x="1168" y="715"/>
                    <a:pt x="1454" y="596"/>
                    <a:pt x="1668" y="382"/>
                  </a:cubicBezTo>
                  <a:cubicBezTo>
                    <a:pt x="1739" y="287"/>
                    <a:pt x="1739" y="168"/>
                    <a:pt x="1668" y="72"/>
                  </a:cubicBezTo>
                  <a:cubicBezTo>
                    <a:pt x="1620" y="25"/>
                    <a:pt x="1561" y="1"/>
                    <a:pt x="1504" y="1"/>
                  </a:cubicBezTo>
                  <a:cubicBezTo>
                    <a:pt x="1448" y="1"/>
                    <a:pt x="1394" y="25"/>
                    <a:pt x="1358" y="72"/>
                  </a:cubicBezTo>
                  <a:cubicBezTo>
                    <a:pt x="1215" y="191"/>
                    <a:pt x="1049" y="263"/>
                    <a:pt x="858" y="263"/>
                  </a:cubicBezTo>
                  <a:cubicBezTo>
                    <a:pt x="692" y="263"/>
                    <a:pt x="525" y="191"/>
                    <a:pt x="382" y="72"/>
                  </a:cubicBezTo>
                  <a:cubicBezTo>
                    <a:pt x="346" y="25"/>
                    <a:pt x="293"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21" name="Google Shape;4221;p59"/>
            <p:cNvSpPr/>
            <p:nvPr/>
          </p:nvSpPr>
          <p:spPr>
            <a:xfrm>
              <a:off x="3372030" y="1277924"/>
              <a:ext cx="42322" cy="64741"/>
            </a:xfrm>
            <a:custGeom>
              <a:rect b="b" l="l" r="r" t="t"/>
              <a:pathLst>
                <a:path extrusionOk="0" h="1750" w="1144">
                  <a:moveTo>
                    <a:pt x="346" y="1"/>
                  </a:moveTo>
                  <a:cubicBezTo>
                    <a:pt x="270" y="1"/>
                    <a:pt x="191" y="43"/>
                    <a:pt x="143" y="107"/>
                  </a:cubicBezTo>
                  <a:cubicBezTo>
                    <a:pt x="48" y="273"/>
                    <a:pt x="1" y="464"/>
                    <a:pt x="1" y="678"/>
                  </a:cubicBezTo>
                  <a:cubicBezTo>
                    <a:pt x="1" y="1178"/>
                    <a:pt x="358" y="1607"/>
                    <a:pt x="834" y="1750"/>
                  </a:cubicBezTo>
                  <a:lnTo>
                    <a:pt x="882" y="1750"/>
                  </a:lnTo>
                  <a:cubicBezTo>
                    <a:pt x="1001" y="1750"/>
                    <a:pt x="1072" y="1702"/>
                    <a:pt x="1096" y="1583"/>
                  </a:cubicBezTo>
                  <a:cubicBezTo>
                    <a:pt x="1144" y="1464"/>
                    <a:pt x="1072" y="1345"/>
                    <a:pt x="953" y="1321"/>
                  </a:cubicBezTo>
                  <a:cubicBezTo>
                    <a:pt x="644" y="1250"/>
                    <a:pt x="453" y="964"/>
                    <a:pt x="453" y="678"/>
                  </a:cubicBezTo>
                  <a:cubicBezTo>
                    <a:pt x="453" y="559"/>
                    <a:pt x="477" y="440"/>
                    <a:pt x="524" y="321"/>
                  </a:cubicBezTo>
                  <a:cubicBezTo>
                    <a:pt x="596" y="226"/>
                    <a:pt x="548" y="83"/>
                    <a:pt x="453" y="35"/>
                  </a:cubicBezTo>
                  <a:cubicBezTo>
                    <a:pt x="421" y="11"/>
                    <a:pt x="384" y="1"/>
                    <a:pt x="3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22" name="Google Shape;4222;p59"/>
            <p:cNvSpPr/>
            <p:nvPr/>
          </p:nvSpPr>
          <p:spPr>
            <a:xfrm>
              <a:off x="3327118" y="1375221"/>
              <a:ext cx="49351" cy="58193"/>
            </a:xfrm>
            <a:custGeom>
              <a:rect b="b" l="l" r="r" t="t"/>
              <a:pathLst>
                <a:path extrusionOk="0" h="1573" w="1334">
                  <a:moveTo>
                    <a:pt x="1119" y="1"/>
                  </a:moveTo>
                  <a:cubicBezTo>
                    <a:pt x="500" y="1"/>
                    <a:pt x="0" y="501"/>
                    <a:pt x="0" y="1120"/>
                  </a:cubicBezTo>
                  <a:cubicBezTo>
                    <a:pt x="0" y="1215"/>
                    <a:pt x="0" y="1311"/>
                    <a:pt x="24" y="1406"/>
                  </a:cubicBezTo>
                  <a:cubicBezTo>
                    <a:pt x="71" y="1501"/>
                    <a:pt x="143" y="1573"/>
                    <a:pt x="238" y="1573"/>
                  </a:cubicBezTo>
                  <a:cubicBezTo>
                    <a:pt x="262" y="1573"/>
                    <a:pt x="286" y="1573"/>
                    <a:pt x="310" y="1549"/>
                  </a:cubicBezTo>
                  <a:cubicBezTo>
                    <a:pt x="429" y="1525"/>
                    <a:pt x="500" y="1406"/>
                    <a:pt x="452" y="1287"/>
                  </a:cubicBezTo>
                  <a:cubicBezTo>
                    <a:pt x="452" y="1239"/>
                    <a:pt x="429" y="1168"/>
                    <a:pt x="429" y="1120"/>
                  </a:cubicBezTo>
                  <a:cubicBezTo>
                    <a:pt x="429" y="739"/>
                    <a:pt x="738" y="430"/>
                    <a:pt x="1119" y="430"/>
                  </a:cubicBezTo>
                  <a:cubicBezTo>
                    <a:pt x="1238" y="430"/>
                    <a:pt x="1334" y="334"/>
                    <a:pt x="1334" y="215"/>
                  </a:cubicBezTo>
                  <a:cubicBezTo>
                    <a:pt x="1334" y="96"/>
                    <a:pt x="1238" y="1"/>
                    <a:pt x="11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23" name="Google Shape;4223;p59"/>
            <p:cNvSpPr/>
            <p:nvPr/>
          </p:nvSpPr>
          <p:spPr>
            <a:xfrm>
              <a:off x="3304181" y="1204304"/>
              <a:ext cx="64371" cy="26488"/>
            </a:xfrm>
            <a:custGeom>
              <a:rect b="b" l="l" r="r" t="t"/>
              <a:pathLst>
                <a:path extrusionOk="0" h="716" w="1740">
                  <a:moveTo>
                    <a:pt x="236" y="1"/>
                  </a:moveTo>
                  <a:cubicBezTo>
                    <a:pt x="179" y="1"/>
                    <a:pt x="120" y="25"/>
                    <a:pt x="72" y="72"/>
                  </a:cubicBezTo>
                  <a:cubicBezTo>
                    <a:pt x="1" y="168"/>
                    <a:pt x="1" y="311"/>
                    <a:pt x="72" y="382"/>
                  </a:cubicBezTo>
                  <a:cubicBezTo>
                    <a:pt x="287" y="596"/>
                    <a:pt x="572" y="715"/>
                    <a:pt x="882" y="715"/>
                  </a:cubicBezTo>
                  <a:cubicBezTo>
                    <a:pt x="1168" y="715"/>
                    <a:pt x="1454" y="596"/>
                    <a:pt x="1668" y="382"/>
                  </a:cubicBezTo>
                  <a:cubicBezTo>
                    <a:pt x="1739" y="311"/>
                    <a:pt x="1739" y="168"/>
                    <a:pt x="1668" y="72"/>
                  </a:cubicBezTo>
                  <a:cubicBezTo>
                    <a:pt x="1620" y="25"/>
                    <a:pt x="1561" y="1"/>
                    <a:pt x="1504" y="1"/>
                  </a:cubicBezTo>
                  <a:cubicBezTo>
                    <a:pt x="1448" y="1"/>
                    <a:pt x="1394" y="25"/>
                    <a:pt x="1358" y="72"/>
                  </a:cubicBezTo>
                  <a:cubicBezTo>
                    <a:pt x="1215" y="191"/>
                    <a:pt x="1049" y="263"/>
                    <a:pt x="882" y="263"/>
                  </a:cubicBezTo>
                  <a:cubicBezTo>
                    <a:pt x="691" y="263"/>
                    <a:pt x="525" y="191"/>
                    <a:pt x="382" y="72"/>
                  </a:cubicBezTo>
                  <a:cubicBezTo>
                    <a:pt x="346" y="25"/>
                    <a:pt x="293"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24" name="Google Shape;4224;p59"/>
            <p:cNvSpPr/>
            <p:nvPr/>
          </p:nvSpPr>
          <p:spPr>
            <a:xfrm>
              <a:off x="3153538" y="1158504"/>
              <a:ext cx="21198" cy="16796"/>
            </a:xfrm>
            <a:custGeom>
              <a:rect b="b" l="l" r="r" t="t"/>
              <a:pathLst>
                <a:path extrusionOk="0" h="454" w="573">
                  <a:moveTo>
                    <a:pt x="263" y="1"/>
                  </a:moveTo>
                  <a:cubicBezTo>
                    <a:pt x="191" y="1"/>
                    <a:pt x="120" y="48"/>
                    <a:pt x="96" y="120"/>
                  </a:cubicBezTo>
                  <a:cubicBezTo>
                    <a:pt x="1" y="286"/>
                    <a:pt x="120" y="453"/>
                    <a:pt x="286" y="453"/>
                  </a:cubicBezTo>
                  <a:cubicBezTo>
                    <a:pt x="453" y="453"/>
                    <a:pt x="572" y="286"/>
                    <a:pt x="477" y="96"/>
                  </a:cubicBezTo>
                  <a:cubicBezTo>
                    <a:pt x="429" y="48"/>
                    <a:pt x="358" y="1"/>
                    <a:pt x="3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9"/>
            <p:cNvSpPr/>
            <p:nvPr/>
          </p:nvSpPr>
          <p:spPr>
            <a:xfrm>
              <a:off x="3268074" y="1294202"/>
              <a:ext cx="32630" cy="49462"/>
            </a:xfrm>
            <a:custGeom>
              <a:rect b="b" l="l" r="r" t="t"/>
              <a:pathLst>
                <a:path extrusionOk="0" h="1337" w="882">
                  <a:moveTo>
                    <a:pt x="453" y="0"/>
                  </a:moveTo>
                  <a:cubicBezTo>
                    <a:pt x="215" y="0"/>
                    <a:pt x="0" y="191"/>
                    <a:pt x="0" y="453"/>
                  </a:cubicBezTo>
                  <a:cubicBezTo>
                    <a:pt x="0" y="619"/>
                    <a:pt x="96" y="762"/>
                    <a:pt x="215" y="834"/>
                  </a:cubicBezTo>
                  <a:lnTo>
                    <a:pt x="215" y="1119"/>
                  </a:lnTo>
                  <a:cubicBezTo>
                    <a:pt x="215" y="1228"/>
                    <a:pt x="314" y="1337"/>
                    <a:pt x="440" y="1337"/>
                  </a:cubicBezTo>
                  <a:cubicBezTo>
                    <a:pt x="452" y="1337"/>
                    <a:pt x="464" y="1336"/>
                    <a:pt x="477" y="1334"/>
                  </a:cubicBezTo>
                  <a:cubicBezTo>
                    <a:pt x="572" y="1310"/>
                    <a:pt x="667" y="1215"/>
                    <a:pt x="667" y="1095"/>
                  </a:cubicBezTo>
                  <a:lnTo>
                    <a:pt x="667" y="834"/>
                  </a:lnTo>
                  <a:cubicBezTo>
                    <a:pt x="786" y="762"/>
                    <a:pt x="882" y="595"/>
                    <a:pt x="882" y="429"/>
                  </a:cubicBezTo>
                  <a:cubicBezTo>
                    <a:pt x="882" y="214"/>
                    <a:pt x="691" y="24"/>
                    <a:pt x="4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226" name="Google Shape;4226;p59"/>
          <p:cNvGrpSpPr/>
          <p:nvPr/>
        </p:nvGrpSpPr>
        <p:grpSpPr>
          <a:xfrm>
            <a:off x="3963557" y="1537890"/>
            <a:ext cx="396979" cy="372335"/>
            <a:chOff x="3963557" y="1537890"/>
            <a:chExt cx="396979" cy="372335"/>
          </a:xfrm>
        </p:grpSpPr>
        <p:sp>
          <p:nvSpPr>
            <p:cNvPr id="4227" name="Google Shape;4227;p59"/>
            <p:cNvSpPr/>
            <p:nvPr/>
          </p:nvSpPr>
          <p:spPr>
            <a:xfrm>
              <a:off x="3963557" y="1537890"/>
              <a:ext cx="396979" cy="372335"/>
            </a:xfrm>
            <a:custGeom>
              <a:rect b="b" l="l" r="r" t="t"/>
              <a:pathLst>
                <a:path extrusionOk="0" h="11242" w="11265">
                  <a:moveTo>
                    <a:pt x="5644" y="429"/>
                  </a:moveTo>
                  <a:cubicBezTo>
                    <a:pt x="6502" y="429"/>
                    <a:pt x="7311" y="644"/>
                    <a:pt x="8050" y="1025"/>
                  </a:cubicBezTo>
                  <a:lnTo>
                    <a:pt x="7359" y="2192"/>
                  </a:lnTo>
                  <a:cubicBezTo>
                    <a:pt x="6859" y="1930"/>
                    <a:pt x="6264" y="1787"/>
                    <a:pt x="5644" y="1787"/>
                  </a:cubicBezTo>
                  <a:cubicBezTo>
                    <a:pt x="5025" y="1787"/>
                    <a:pt x="4430" y="1906"/>
                    <a:pt x="3906" y="2192"/>
                  </a:cubicBezTo>
                  <a:lnTo>
                    <a:pt x="3239" y="1025"/>
                  </a:lnTo>
                  <a:cubicBezTo>
                    <a:pt x="3954" y="644"/>
                    <a:pt x="4787" y="429"/>
                    <a:pt x="5644" y="429"/>
                  </a:cubicBezTo>
                  <a:close/>
                  <a:moveTo>
                    <a:pt x="8407" y="1239"/>
                  </a:moveTo>
                  <a:cubicBezTo>
                    <a:pt x="9050" y="1668"/>
                    <a:pt x="9598" y="2192"/>
                    <a:pt x="10026" y="2835"/>
                  </a:cubicBezTo>
                  <a:lnTo>
                    <a:pt x="8859" y="3501"/>
                  </a:lnTo>
                  <a:cubicBezTo>
                    <a:pt x="8550" y="3073"/>
                    <a:pt x="8193" y="2692"/>
                    <a:pt x="7740" y="2406"/>
                  </a:cubicBezTo>
                  <a:lnTo>
                    <a:pt x="8407" y="1239"/>
                  </a:lnTo>
                  <a:close/>
                  <a:moveTo>
                    <a:pt x="2858" y="1239"/>
                  </a:moveTo>
                  <a:lnTo>
                    <a:pt x="3525" y="2406"/>
                  </a:lnTo>
                  <a:cubicBezTo>
                    <a:pt x="3453" y="2454"/>
                    <a:pt x="3358" y="2525"/>
                    <a:pt x="3287" y="2573"/>
                  </a:cubicBezTo>
                  <a:cubicBezTo>
                    <a:pt x="2953" y="2835"/>
                    <a:pt x="2668" y="3168"/>
                    <a:pt x="2429" y="3525"/>
                  </a:cubicBezTo>
                  <a:lnTo>
                    <a:pt x="1263" y="2835"/>
                  </a:lnTo>
                  <a:cubicBezTo>
                    <a:pt x="1667" y="2192"/>
                    <a:pt x="2215" y="1668"/>
                    <a:pt x="2858" y="1239"/>
                  </a:cubicBezTo>
                  <a:close/>
                  <a:moveTo>
                    <a:pt x="10241" y="3216"/>
                  </a:moveTo>
                  <a:cubicBezTo>
                    <a:pt x="10622" y="3954"/>
                    <a:pt x="10836" y="4764"/>
                    <a:pt x="10836" y="5621"/>
                  </a:cubicBezTo>
                  <a:cubicBezTo>
                    <a:pt x="10836" y="6502"/>
                    <a:pt x="10622" y="7312"/>
                    <a:pt x="10241" y="8026"/>
                  </a:cubicBezTo>
                  <a:lnTo>
                    <a:pt x="9074" y="7359"/>
                  </a:lnTo>
                  <a:cubicBezTo>
                    <a:pt x="9336" y="6835"/>
                    <a:pt x="9479" y="6240"/>
                    <a:pt x="9479" y="5621"/>
                  </a:cubicBezTo>
                  <a:cubicBezTo>
                    <a:pt x="9479" y="5002"/>
                    <a:pt x="9336" y="4406"/>
                    <a:pt x="9074" y="3906"/>
                  </a:cubicBezTo>
                  <a:lnTo>
                    <a:pt x="10241" y="3216"/>
                  </a:lnTo>
                  <a:close/>
                  <a:moveTo>
                    <a:pt x="5644" y="2215"/>
                  </a:moveTo>
                  <a:cubicBezTo>
                    <a:pt x="7526" y="2215"/>
                    <a:pt x="9050" y="3740"/>
                    <a:pt x="9050" y="5621"/>
                  </a:cubicBezTo>
                  <a:cubicBezTo>
                    <a:pt x="9050" y="7502"/>
                    <a:pt x="7526" y="9026"/>
                    <a:pt x="5644" y="9026"/>
                  </a:cubicBezTo>
                  <a:cubicBezTo>
                    <a:pt x="4120" y="9026"/>
                    <a:pt x="2763" y="8002"/>
                    <a:pt x="2358" y="6550"/>
                  </a:cubicBezTo>
                  <a:cubicBezTo>
                    <a:pt x="2339" y="6456"/>
                    <a:pt x="2247" y="6392"/>
                    <a:pt x="2162" y="6392"/>
                  </a:cubicBezTo>
                  <a:cubicBezTo>
                    <a:pt x="2139" y="6392"/>
                    <a:pt x="2116" y="6397"/>
                    <a:pt x="2096" y="6407"/>
                  </a:cubicBezTo>
                  <a:cubicBezTo>
                    <a:pt x="1977" y="6431"/>
                    <a:pt x="1906" y="6550"/>
                    <a:pt x="1929" y="6669"/>
                  </a:cubicBezTo>
                  <a:cubicBezTo>
                    <a:pt x="2001" y="6907"/>
                    <a:pt x="2096" y="7145"/>
                    <a:pt x="2191" y="7359"/>
                  </a:cubicBezTo>
                  <a:lnTo>
                    <a:pt x="1048" y="8026"/>
                  </a:lnTo>
                  <a:cubicBezTo>
                    <a:pt x="667" y="7312"/>
                    <a:pt x="453" y="6502"/>
                    <a:pt x="453" y="5621"/>
                  </a:cubicBezTo>
                  <a:cubicBezTo>
                    <a:pt x="453" y="4764"/>
                    <a:pt x="667" y="3954"/>
                    <a:pt x="1048" y="3216"/>
                  </a:cubicBezTo>
                  <a:lnTo>
                    <a:pt x="2191" y="3882"/>
                  </a:lnTo>
                  <a:cubicBezTo>
                    <a:pt x="2096" y="4121"/>
                    <a:pt x="2001" y="4335"/>
                    <a:pt x="1929" y="4573"/>
                  </a:cubicBezTo>
                  <a:cubicBezTo>
                    <a:pt x="1906" y="4692"/>
                    <a:pt x="1977" y="4811"/>
                    <a:pt x="2096" y="4859"/>
                  </a:cubicBezTo>
                  <a:cubicBezTo>
                    <a:pt x="2108" y="4862"/>
                    <a:pt x="2121" y="4863"/>
                    <a:pt x="2135" y="4863"/>
                  </a:cubicBezTo>
                  <a:cubicBezTo>
                    <a:pt x="2226" y="4863"/>
                    <a:pt x="2337" y="4796"/>
                    <a:pt x="2358" y="4692"/>
                  </a:cubicBezTo>
                  <a:cubicBezTo>
                    <a:pt x="2763" y="3239"/>
                    <a:pt x="4120" y="2215"/>
                    <a:pt x="5644" y="2215"/>
                  </a:cubicBezTo>
                  <a:close/>
                  <a:moveTo>
                    <a:pt x="2429" y="7740"/>
                  </a:moveTo>
                  <a:cubicBezTo>
                    <a:pt x="2668" y="8098"/>
                    <a:pt x="2953" y="8407"/>
                    <a:pt x="3287" y="8669"/>
                  </a:cubicBezTo>
                  <a:cubicBezTo>
                    <a:pt x="3382" y="8741"/>
                    <a:pt x="3453" y="8788"/>
                    <a:pt x="3525" y="8836"/>
                  </a:cubicBezTo>
                  <a:lnTo>
                    <a:pt x="2858" y="10003"/>
                  </a:lnTo>
                  <a:cubicBezTo>
                    <a:pt x="2215" y="9598"/>
                    <a:pt x="1667" y="9050"/>
                    <a:pt x="1263" y="8407"/>
                  </a:cubicBezTo>
                  <a:lnTo>
                    <a:pt x="2429" y="7740"/>
                  </a:lnTo>
                  <a:close/>
                  <a:moveTo>
                    <a:pt x="8859" y="7740"/>
                  </a:moveTo>
                  <a:lnTo>
                    <a:pt x="10026" y="8407"/>
                  </a:lnTo>
                  <a:cubicBezTo>
                    <a:pt x="9598" y="9050"/>
                    <a:pt x="9050" y="9598"/>
                    <a:pt x="8407" y="10003"/>
                  </a:cubicBezTo>
                  <a:lnTo>
                    <a:pt x="7740" y="8836"/>
                  </a:lnTo>
                  <a:cubicBezTo>
                    <a:pt x="8193" y="8550"/>
                    <a:pt x="8574" y="8169"/>
                    <a:pt x="8859" y="7740"/>
                  </a:cubicBezTo>
                  <a:close/>
                  <a:moveTo>
                    <a:pt x="7359" y="9050"/>
                  </a:moveTo>
                  <a:lnTo>
                    <a:pt x="8026" y="10217"/>
                  </a:lnTo>
                  <a:cubicBezTo>
                    <a:pt x="7311" y="10598"/>
                    <a:pt x="6502" y="10812"/>
                    <a:pt x="5644" y="10812"/>
                  </a:cubicBezTo>
                  <a:cubicBezTo>
                    <a:pt x="4763" y="10812"/>
                    <a:pt x="3954" y="10598"/>
                    <a:pt x="3239" y="10217"/>
                  </a:cubicBezTo>
                  <a:lnTo>
                    <a:pt x="3906" y="9050"/>
                  </a:lnTo>
                  <a:cubicBezTo>
                    <a:pt x="4430" y="9336"/>
                    <a:pt x="5025" y="9479"/>
                    <a:pt x="5644" y="9479"/>
                  </a:cubicBezTo>
                  <a:cubicBezTo>
                    <a:pt x="6264" y="9479"/>
                    <a:pt x="6835" y="9312"/>
                    <a:pt x="7359" y="9050"/>
                  </a:cubicBezTo>
                  <a:close/>
                  <a:moveTo>
                    <a:pt x="5644" y="1"/>
                  </a:moveTo>
                  <a:cubicBezTo>
                    <a:pt x="2525" y="1"/>
                    <a:pt x="0" y="2525"/>
                    <a:pt x="0" y="5621"/>
                  </a:cubicBezTo>
                  <a:cubicBezTo>
                    <a:pt x="0" y="8717"/>
                    <a:pt x="2525" y="11241"/>
                    <a:pt x="5644" y="11241"/>
                  </a:cubicBezTo>
                  <a:cubicBezTo>
                    <a:pt x="8740" y="11241"/>
                    <a:pt x="11265" y="8717"/>
                    <a:pt x="11265" y="5621"/>
                  </a:cubicBezTo>
                  <a:cubicBezTo>
                    <a:pt x="11265" y="2525"/>
                    <a:pt x="8740" y="1"/>
                    <a:pt x="56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nvGrpSpPr>
            <p:cNvPr id="4228" name="Google Shape;4228;p59"/>
            <p:cNvGrpSpPr/>
            <p:nvPr/>
          </p:nvGrpSpPr>
          <p:grpSpPr>
            <a:xfrm>
              <a:off x="4069165" y="1627753"/>
              <a:ext cx="185456" cy="193243"/>
              <a:chOff x="4044266" y="1211370"/>
              <a:chExt cx="194705" cy="215866"/>
            </a:xfrm>
          </p:grpSpPr>
          <p:sp>
            <p:nvSpPr>
              <p:cNvPr id="4229" name="Google Shape;4229;p59"/>
              <p:cNvSpPr/>
              <p:nvPr/>
            </p:nvSpPr>
            <p:spPr>
              <a:xfrm>
                <a:off x="4044266" y="1211370"/>
                <a:ext cx="194705" cy="215866"/>
              </a:xfrm>
              <a:custGeom>
                <a:rect b="b" l="l" r="r" t="t"/>
                <a:pathLst>
                  <a:path extrusionOk="0" h="5835" w="5263">
                    <a:moveTo>
                      <a:pt x="2148" y="426"/>
                    </a:moveTo>
                    <a:cubicBezTo>
                      <a:pt x="2229" y="426"/>
                      <a:pt x="2319" y="462"/>
                      <a:pt x="2405" y="548"/>
                    </a:cubicBezTo>
                    <a:cubicBezTo>
                      <a:pt x="2405" y="548"/>
                      <a:pt x="2429" y="572"/>
                      <a:pt x="2429" y="596"/>
                    </a:cubicBezTo>
                    <a:lnTo>
                      <a:pt x="2429" y="1358"/>
                    </a:lnTo>
                    <a:cubicBezTo>
                      <a:pt x="2381" y="1382"/>
                      <a:pt x="2334" y="1382"/>
                      <a:pt x="2310" y="1382"/>
                    </a:cubicBezTo>
                    <a:cubicBezTo>
                      <a:pt x="2262" y="1382"/>
                      <a:pt x="2215" y="1382"/>
                      <a:pt x="2191" y="1358"/>
                    </a:cubicBezTo>
                    <a:lnTo>
                      <a:pt x="2119" y="1358"/>
                    </a:lnTo>
                    <a:cubicBezTo>
                      <a:pt x="1881" y="1477"/>
                      <a:pt x="1953" y="1763"/>
                      <a:pt x="2119" y="1810"/>
                    </a:cubicBezTo>
                    <a:cubicBezTo>
                      <a:pt x="2191" y="1810"/>
                      <a:pt x="2239" y="1834"/>
                      <a:pt x="2310" y="1834"/>
                    </a:cubicBezTo>
                    <a:cubicBezTo>
                      <a:pt x="2334" y="1834"/>
                      <a:pt x="2381" y="1834"/>
                      <a:pt x="2429" y="1810"/>
                    </a:cubicBezTo>
                    <a:lnTo>
                      <a:pt x="2429" y="5121"/>
                    </a:lnTo>
                    <a:cubicBezTo>
                      <a:pt x="2429" y="5144"/>
                      <a:pt x="2405" y="5168"/>
                      <a:pt x="2405" y="5192"/>
                    </a:cubicBezTo>
                    <a:cubicBezTo>
                      <a:pt x="2275" y="5335"/>
                      <a:pt x="2139" y="5393"/>
                      <a:pt x="2014" y="5393"/>
                    </a:cubicBezTo>
                    <a:cubicBezTo>
                      <a:pt x="1910" y="5393"/>
                      <a:pt x="1814" y="5352"/>
                      <a:pt x="1738" y="5287"/>
                    </a:cubicBezTo>
                    <a:cubicBezTo>
                      <a:pt x="1929" y="5240"/>
                      <a:pt x="1977" y="4978"/>
                      <a:pt x="1738" y="4859"/>
                    </a:cubicBezTo>
                    <a:cubicBezTo>
                      <a:pt x="1727" y="4847"/>
                      <a:pt x="1721" y="4841"/>
                      <a:pt x="1715" y="4841"/>
                    </a:cubicBezTo>
                    <a:cubicBezTo>
                      <a:pt x="1709" y="4841"/>
                      <a:pt x="1703" y="4847"/>
                      <a:pt x="1691" y="4859"/>
                    </a:cubicBezTo>
                    <a:cubicBezTo>
                      <a:pt x="1623" y="4875"/>
                      <a:pt x="1556" y="4892"/>
                      <a:pt x="1489" y="4892"/>
                    </a:cubicBezTo>
                    <a:cubicBezTo>
                      <a:pt x="1461" y="4892"/>
                      <a:pt x="1433" y="4889"/>
                      <a:pt x="1405" y="4882"/>
                    </a:cubicBezTo>
                    <a:cubicBezTo>
                      <a:pt x="1215" y="4859"/>
                      <a:pt x="1048" y="4692"/>
                      <a:pt x="1000" y="4501"/>
                    </a:cubicBezTo>
                    <a:lnTo>
                      <a:pt x="1095" y="4501"/>
                    </a:lnTo>
                    <a:cubicBezTo>
                      <a:pt x="1191" y="4501"/>
                      <a:pt x="1286" y="4501"/>
                      <a:pt x="1357" y="4478"/>
                    </a:cubicBezTo>
                    <a:cubicBezTo>
                      <a:pt x="1477" y="4454"/>
                      <a:pt x="1548" y="4335"/>
                      <a:pt x="1524" y="4216"/>
                    </a:cubicBezTo>
                    <a:cubicBezTo>
                      <a:pt x="1483" y="4112"/>
                      <a:pt x="1405" y="4044"/>
                      <a:pt x="1307" y="4044"/>
                    </a:cubicBezTo>
                    <a:cubicBezTo>
                      <a:pt x="1293" y="4044"/>
                      <a:pt x="1278" y="4046"/>
                      <a:pt x="1262" y="4049"/>
                    </a:cubicBezTo>
                    <a:cubicBezTo>
                      <a:pt x="1191" y="4073"/>
                      <a:pt x="1143" y="4073"/>
                      <a:pt x="1095" y="4073"/>
                    </a:cubicBezTo>
                    <a:cubicBezTo>
                      <a:pt x="1000" y="4073"/>
                      <a:pt x="929" y="4049"/>
                      <a:pt x="857" y="4025"/>
                    </a:cubicBezTo>
                    <a:cubicBezTo>
                      <a:pt x="619" y="3930"/>
                      <a:pt x="452" y="3692"/>
                      <a:pt x="452" y="3430"/>
                    </a:cubicBezTo>
                    <a:cubicBezTo>
                      <a:pt x="452" y="3192"/>
                      <a:pt x="572" y="2977"/>
                      <a:pt x="810" y="2858"/>
                    </a:cubicBezTo>
                    <a:cubicBezTo>
                      <a:pt x="810" y="2858"/>
                      <a:pt x="810" y="2858"/>
                      <a:pt x="810" y="2834"/>
                    </a:cubicBezTo>
                    <a:lnTo>
                      <a:pt x="834" y="2834"/>
                    </a:lnTo>
                    <a:cubicBezTo>
                      <a:pt x="1000" y="2834"/>
                      <a:pt x="1119" y="2692"/>
                      <a:pt x="1072" y="2549"/>
                    </a:cubicBezTo>
                    <a:cubicBezTo>
                      <a:pt x="1051" y="2445"/>
                      <a:pt x="958" y="2377"/>
                      <a:pt x="856" y="2377"/>
                    </a:cubicBezTo>
                    <a:cubicBezTo>
                      <a:pt x="840" y="2377"/>
                      <a:pt x="825" y="2379"/>
                      <a:pt x="810" y="2382"/>
                    </a:cubicBezTo>
                    <a:lnTo>
                      <a:pt x="762" y="2406"/>
                    </a:lnTo>
                    <a:cubicBezTo>
                      <a:pt x="714" y="2310"/>
                      <a:pt x="667" y="2215"/>
                      <a:pt x="667" y="2120"/>
                    </a:cubicBezTo>
                    <a:cubicBezTo>
                      <a:pt x="667" y="1977"/>
                      <a:pt x="738" y="1858"/>
                      <a:pt x="810" y="1763"/>
                    </a:cubicBezTo>
                    <a:cubicBezTo>
                      <a:pt x="881" y="1834"/>
                      <a:pt x="953" y="1882"/>
                      <a:pt x="1024" y="1929"/>
                    </a:cubicBezTo>
                    <a:cubicBezTo>
                      <a:pt x="1072" y="1953"/>
                      <a:pt x="1095" y="1953"/>
                      <a:pt x="1143" y="1953"/>
                    </a:cubicBezTo>
                    <a:cubicBezTo>
                      <a:pt x="1286" y="1953"/>
                      <a:pt x="1405" y="1834"/>
                      <a:pt x="1334" y="1620"/>
                    </a:cubicBezTo>
                    <a:cubicBezTo>
                      <a:pt x="1334" y="1596"/>
                      <a:pt x="1334" y="1572"/>
                      <a:pt x="1310" y="1572"/>
                    </a:cubicBezTo>
                    <a:cubicBezTo>
                      <a:pt x="1215" y="1548"/>
                      <a:pt x="1119" y="1477"/>
                      <a:pt x="1095" y="1358"/>
                    </a:cubicBezTo>
                    <a:cubicBezTo>
                      <a:pt x="1048" y="1263"/>
                      <a:pt x="1072" y="1120"/>
                      <a:pt x="1167" y="1001"/>
                    </a:cubicBezTo>
                    <a:cubicBezTo>
                      <a:pt x="1167" y="977"/>
                      <a:pt x="1191" y="977"/>
                      <a:pt x="1191" y="977"/>
                    </a:cubicBezTo>
                    <a:cubicBezTo>
                      <a:pt x="1283" y="931"/>
                      <a:pt x="1365" y="904"/>
                      <a:pt x="1444" y="904"/>
                    </a:cubicBezTo>
                    <a:cubicBezTo>
                      <a:pt x="1487" y="904"/>
                      <a:pt x="1530" y="912"/>
                      <a:pt x="1572" y="929"/>
                    </a:cubicBezTo>
                    <a:cubicBezTo>
                      <a:pt x="1572" y="929"/>
                      <a:pt x="1572" y="935"/>
                      <a:pt x="1578" y="935"/>
                    </a:cubicBezTo>
                    <a:cubicBezTo>
                      <a:pt x="1584" y="935"/>
                      <a:pt x="1596" y="929"/>
                      <a:pt x="1619" y="905"/>
                    </a:cubicBezTo>
                    <a:cubicBezTo>
                      <a:pt x="1632" y="899"/>
                      <a:pt x="1643" y="896"/>
                      <a:pt x="1653" y="896"/>
                    </a:cubicBezTo>
                    <a:cubicBezTo>
                      <a:pt x="1678" y="896"/>
                      <a:pt x="1691" y="918"/>
                      <a:pt x="1691" y="953"/>
                    </a:cubicBezTo>
                    <a:cubicBezTo>
                      <a:pt x="1691" y="1096"/>
                      <a:pt x="1786" y="1191"/>
                      <a:pt x="1905" y="1191"/>
                    </a:cubicBezTo>
                    <a:cubicBezTo>
                      <a:pt x="2000" y="1191"/>
                      <a:pt x="2119" y="1120"/>
                      <a:pt x="2143" y="977"/>
                    </a:cubicBezTo>
                    <a:cubicBezTo>
                      <a:pt x="2143" y="977"/>
                      <a:pt x="2143" y="953"/>
                      <a:pt x="2143" y="953"/>
                    </a:cubicBezTo>
                    <a:cubicBezTo>
                      <a:pt x="2096" y="810"/>
                      <a:pt x="2000" y="715"/>
                      <a:pt x="1881" y="620"/>
                    </a:cubicBezTo>
                    <a:cubicBezTo>
                      <a:pt x="1924" y="506"/>
                      <a:pt x="2026" y="426"/>
                      <a:pt x="2148" y="426"/>
                    </a:cubicBezTo>
                    <a:close/>
                    <a:moveTo>
                      <a:pt x="3144" y="429"/>
                    </a:moveTo>
                    <a:cubicBezTo>
                      <a:pt x="3263" y="429"/>
                      <a:pt x="3358" y="501"/>
                      <a:pt x="3405" y="620"/>
                    </a:cubicBezTo>
                    <a:cubicBezTo>
                      <a:pt x="3286" y="691"/>
                      <a:pt x="3215" y="810"/>
                      <a:pt x="3144" y="929"/>
                    </a:cubicBezTo>
                    <a:cubicBezTo>
                      <a:pt x="3144" y="953"/>
                      <a:pt x="3144" y="977"/>
                      <a:pt x="3144" y="1025"/>
                    </a:cubicBezTo>
                    <a:cubicBezTo>
                      <a:pt x="3191" y="1144"/>
                      <a:pt x="3286" y="1191"/>
                      <a:pt x="3382" y="1191"/>
                    </a:cubicBezTo>
                    <a:cubicBezTo>
                      <a:pt x="3477" y="1191"/>
                      <a:pt x="3572" y="1120"/>
                      <a:pt x="3596" y="1025"/>
                    </a:cubicBezTo>
                    <a:cubicBezTo>
                      <a:pt x="3596" y="953"/>
                      <a:pt x="3667" y="929"/>
                      <a:pt x="3715" y="929"/>
                    </a:cubicBezTo>
                    <a:cubicBezTo>
                      <a:pt x="3761" y="911"/>
                      <a:pt x="3806" y="903"/>
                      <a:pt x="3852" y="903"/>
                    </a:cubicBezTo>
                    <a:cubicBezTo>
                      <a:pt x="3925" y="903"/>
                      <a:pt x="3999" y="924"/>
                      <a:pt x="4072" y="953"/>
                    </a:cubicBezTo>
                    <a:cubicBezTo>
                      <a:pt x="4096" y="977"/>
                      <a:pt x="4120" y="1001"/>
                      <a:pt x="4144" y="1025"/>
                    </a:cubicBezTo>
                    <a:cubicBezTo>
                      <a:pt x="4215" y="1144"/>
                      <a:pt x="4239" y="1263"/>
                      <a:pt x="4191" y="1358"/>
                    </a:cubicBezTo>
                    <a:cubicBezTo>
                      <a:pt x="4168" y="1453"/>
                      <a:pt x="4096" y="1525"/>
                      <a:pt x="4001" y="1572"/>
                    </a:cubicBezTo>
                    <a:cubicBezTo>
                      <a:pt x="3977" y="1596"/>
                      <a:pt x="3953" y="1620"/>
                      <a:pt x="3929" y="1667"/>
                    </a:cubicBezTo>
                    <a:cubicBezTo>
                      <a:pt x="3906" y="1858"/>
                      <a:pt x="4025" y="1977"/>
                      <a:pt x="4144" y="1977"/>
                    </a:cubicBezTo>
                    <a:cubicBezTo>
                      <a:pt x="4191" y="1977"/>
                      <a:pt x="4239" y="1953"/>
                      <a:pt x="4263" y="1929"/>
                    </a:cubicBezTo>
                    <a:cubicBezTo>
                      <a:pt x="4334" y="1882"/>
                      <a:pt x="4406" y="1834"/>
                      <a:pt x="4477" y="1763"/>
                    </a:cubicBezTo>
                    <a:cubicBezTo>
                      <a:pt x="4572" y="1858"/>
                      <a:pt x="4620" y="1977"/>
                      <a:pt x="4620" y="2120"/>
                    </a:cubicBezTo>
                    <a:cubicBezTo>
                      <a:pt x="4620" y="2215"/>
                      <a:pt x="4572" y="2334"/>
                      <a:pt x="4525" y="2406"/>
                    </a:cubicBezTo>
                    <a:lnTo>
                      <a:pt x="4477" y="2406"/>
                    </a:lnTo>
                    <a:cubicBezTo>
                      <a:pt x="4458" y="2400"/>
                      <a:pt x="4439" y="2398"/>
                      <a:pt x="4420" y="2398"/>
                    </a:cubicBezTo>
                    <a:cubicBezTo>
                      <a:pt x="4275" y="2398"/>
                      <a:pt x="4155" y="2552"/>
                      <a:pt x="4239" y="2763"/>
                    </a:cubicBezTo>
                    <a:cubicBezTo>
                      <a:pt x="4263" y="2787"/>
                      <a:pt x="4287" y="2811"/>
                      <a:pt x="4334" y="2811"/>
                    </a:cubicBezTo>
                    <a:cubicBezTo>
                      <a:pt x="4382" y="2834"/>
                      <a:pt x="4430" y="2834"/>
                      <a:pt x="4501" y="2858"/>
                    </a:cubicBezTo>
                    <a:cubicBezTo>
                      <a:pt x="4715" y="2977"/>
                      <a:pt x="4858" y="3192"/>
                      <a:pt x="4858" y="3430"/>
                    </a:cubicBezTo>
                    <a:cubicBezTo>
                      <a:pt x="4858" y="3692"/>
                      <a:pt x="4691" y="3930"/>
                      <a:pt x="4453" y="4025"/>
                    </a:cubicBezTo>
                    <a:cubicBezTo>
                      <a:pt x="4382" y="4049"/>
                      <a:pt x="4287" y="4073"/>
                      <a:pt x="4215" y="4073"/>
                    </a:cubicBezTo>
                    <a:cubicBezTo>
                      <a:pt x="4144" y="4073"/>
                      <a:pt x="4072" y="4073"/>
                      <a:pt x="4001" y="4049"/>
                    </a:cubicBezTo>
                    <a:cubicBezTo>
                      <a:pt x="3989" y="4037"/>
                      <a:pt x="3971" y="4031"/>
                      <a:pt x="3953" y="4031"/>
                    </a:cubicBezTo>
                    <a:cubicBezTo>
                      <a:pt x="3935" y="4031"/>
                      <a:pt x="3917" y="4037"/>
                      <a:pt x="3906" y="4049"/>
                    </a:cubicBezTo>
                    <a:cubicBezTo>
                      <a:pt x="3691" y="4192"/>
                      <a:pt x="3763" y="4430"/>
                      <a:pt x="3929" y="4478"/>
                    </a:cubicBezTo>
                    <a:cubicBezTo>
                      <a:pt x="4025" y="4501"/>
                      <a:pt x="4120" y="4525"/>
                      <a:pt x="4215" y="4525"/>
                    </a:cubicBezTo>
                    <a:cubicBezTo>
                      <a:pt x="4239" y="4525"/>
                      <a:pt x="4263" y="4501"/>
                      <a:pt x="4310" y="4501"/>
                    </a:cubicBezTo>
                    <a:cubicBezTo>
                      <a:pt x="4263" y="4692"/>
                      <a:pt x="4096" y="4859"/>
                      <a:pt x="3882" y="4882"/>
                    </a:cubicBezTo>
                    <a:cubicBezTo>
                      <a:pt x="3882" y="4882"/>
                      <a:pt x="3882" y="4882"/>
                      <a:pt x="3882" y="4954"/>
                    </a:cubicBezTo>
                    <a:cubicBezTo>
                      <a:pt x="3882" y="4983"/>
                      <a:pt x="3873" y="5004"/>
                      <a:pt x="3854" y="5004"/>
                    </a:cubicBezTo>
                    <a:cubicBezTo>
                      <a:pt x="3843" y="5004"/>
                      <a:pt x="3829" y="4996"/>
                      <a:pt x="3810" y="4978"/>
                    </a:cubicBezTo>
                    <a:cubicBezTo>
                      <a:pt x="3750" y="4898"/>
                      <a:pt x="3678" y="4864"/>
                      <a:pt x="3610" y="4864"/>
                    </a:cubicBezTo>
                    <a:cubicBezTo>
                      <a:pt x="3517" y="4864"/>
                      <a:pt x="3433" y="4929"/>
                      <a:pt x="3405" y="5025"/>
                    </a:cubicBezTo>
                    <a:cubicBezTo>
                      <a:pt x="3382" y="5144"/>
                      <a:pt x="3453" y="5263"/>
                      <a:pt x="3548" y="5287"/>
                    </a:cubicBezTo>
                    <a:lnTo>
                      <a:pt x="3572" y="5287"/>
                    </a:lnTo>
                    <a:cubicBezTo>
                      <a:pt x="3492" y="5356"/>
                      <a:pt x="3389" y="5398"/>
                      <a:pt x="3280" y="5398"/>
                    </a:cubicBezTo>
                    <a:cubicBezTo>
                      <a:pt x="3163" y="5398"/>
                      <a:pt x="3040" y="5350"/>
                      <a:pt x="2929" y="5240"/>
                    </a:cubicBezTo>
                    <a:cubicBezTo>
                      <a:pt x="2905" y="5192"/>
                      <a:pt x="2882" y="5144"/>
                      <a:pt x="2882" y="5073"/>
                    </a:cubicBezTo>
                    <a:lnTo>
                      <a:pt x="2882" y="4144"/>
                    </a:lnTo>
                    <a:cubicBezTo>
                      <a:pt x="2929" y="4001"/>
                      <a:pt x="3072" y="3906"/>
                      <a:pt x="3215" y="3906"/>
                    </a:cubicBezTo>
                    <a:lnTo>
                      <a:pt x="3334" y="3906"/>
                    </a:lnTo>
                    <a:cubicBezTo>
                      <a:pt x="3353" y="3912"/>
                      <a:pt x="3373" y="3914"/>
                      <a:pt x="3392" y="3914"/>
                    </a:cubicBezTo>
                    <a:cubicBezTo>
                      <a:pt x="3536" y="3914"/>
                      <a:pt x="3656" y="3762"/>
                      <a:pt x="3572" y="3573"/>
                    </a:cubicBezTo>
                    <a:cubicBezTo>
                      <a:pt x="3548" y="3549"/>
                      <a:pt x="3525" y="3525"/>
                      <a:pt x="3501" y="3501"/>
                    </a:cubicBezTo>
                    <a:cubicBezTo>
                      <a:pt x="3405" y="3477"/>
                      <a:pt x="3310" y="3454"/>
                      <a:pt x="3215" y="3454"/>
                    </a:cubicBezTo>
                    <a:cubicBezTo>
                      <a:pt x="3096" y="3454"/>
                      <a:pt x="2977" y="3477"/>
                      <a:pt x="2882" y="3549"/>
                    </a:cubicBezTo>
                    <a:lnTo>
                      <a:pt x="2882" y="715"/>
                    </a:lnTo>
                    <a:cubicBezTo>
                      <a:pt x="2858" y="548"/>
                      <a:pt x="2977" y="429"/>
                      <a:pt x="3144" y="429"/>
                    </a:cubicBezTo>
                    <a:close/>
                    <a:moveTo>
                      <a:pt x="2143" y="0"/>
                    </a:moveTo>
                    <a:cubicBezTo>
                      <a:pt x="1834" y="0"/>
                      <a:pt x="1572" y="191"/>
                      <a:pt x="1477" y="477"/>
                    </a:cubicBezTo>
                    <a:lnTo>
                      <a:pt x="1405" y="477"/>
                    </a:lnTo>
                    <a:cubicBezTo>
                      <a:pt x="976" y="477"/>
                      <a:pt x="619" y="834"/>
                      <a:pt x="619" y="1263"/>
                    </a:cubicBezTo>
                    <a:cubicBezTo>
                      <a:pt x="619" y="1286"/>
                      <a:pt x="619" y="1310"/>
                      <a:pt x="619" y="1334"/>
                    </a:cubicBezTo>
                    <a:cubicBezTo>
                      <a:pt x="381" y="1525"/>
                      <a:pt x="238" y="1810"/>
                      <a:pt x="238" y="2120"/>
                    </a:cubicBezTo>
                    <a:cubicBezTo>
                      <a:pt x="238" y="2287"/>
                      <a:pt x="286" y="2477"/>
                      <a:pt x="381" y="2620"/>
                    </a:cubicBezTo>
                    <a:cubicBezTo>
                      <a:pt x="143" y="2811"/>
                      <a:pt x="0" y="3120"/>
                      <a:pt x="0" y="3430"/>
                    </a:cubicBezTo>
                    <a:cubicBezTo>
                      <a:pt x="0" y="3811"/>
                      <a:pt x="191" y="4168"/>
                      <a:pt x="524" y="4359"/>
                    </a:cubicBezTo>
                    <a:cubicBezTo>
                      <a:pt x="524" y="4787"/>
                      <a:pt x="786" y="5168"/>
                      <a:pt x="1191" y="5287"/>
                    </a:cubicBezTo>
                    <a:cubicBezTo>
                      <a:pt x="1310" y="5597"/>
                      <a:pt x="1643" y="5835"/>
                      <a:pt x="2000" y="5835"/>
                    </a:cubicBezTo>
                    <a:cubicBezTo>
                      <a:pt x="2239" y="5835"/>
                      <a:pt x="2477" y="5716"/>
                      <a:pt x="2643" y="5549"/>
                    </a:cubicBezTo>
                    <a:cubicBezTo>
                      <a:pt x="2786" y="5716"/>
                      <a:pt x="3024" y="5835"/>
                      <a:pt x="3286" y="5835"/>
                    </a:cubicBezTo>
                    <a:cubicBezTo>
                      <a:pt x="3644" y="5835"/>
                      <a:pt x="3953" y="5621"/>
                      <a:pt x="4096" y="5287"/>
                    </a:cubicBezTo>
                    <a:cubicBezTo>
                      <a:pt x="4477" y="5168"/>
                      <a:pt x="4739" y="4787"/>
                      <a:pt x="4739" y="4359"/>
                    </a:cubicBezTo>
                    <a:cubicBezTo>
                      <a:pt x="5072" y="4168"/>
                      <a:pt x="5263" y="3811"/>
                      <a:pt x="5263" y="3430"/>
                    </a:cubicBezTo>
                    <a:cubicBezTo>
                      <a:pt x="5263" y="3120"/>
                      <a:pt x="5144" y="2811"/>
                      <a:pt x="4906" y="2620"/>
                    </a:cubicBezTo>
                    <a:cubicBezTo>
                      <a:pt x="5001" y="2477"/>
                      <a:pt x="5049" y="2287"/>
                      <a:pt x="5049" y="2120"/>
                    </a:cubicBezTo>
                    <a:cubicBezTo>
                      <a:pt x="5049" y="1810"/>
                      <a:pt x="4882" y="1525"/>
                      <a:pt x="4644" y="1334"/>
                    </a:cubicBezTo>
                    <a:cubicBezTo>
                      <a:pt x="4644" y="1310"/>
                      <a:pt x="4644" y="1286"/>
                      <a:pt x="4644" y="1263"/>
                    </a:cubicBezTo>
                    <a:cubicBezTo>
                      <a:pt x="4644" y="834"/>
                      <a:pt x="4287" y="477"/>
                      <a:pt x="3858" y="477"/>
                    </a:cubicBezTo>
                    <a:lnTo>
                      <a:pt x="3810" y="477"/>
                    </a:lnTo>
                    <a:cubicBezTo>
                      <a:pt x="3715" y="191"/>
                      <a:pt x="3429" y="0"/>
                      <a:pt x="3120" y="0"/>
                    </a:cubicBezTo>
                    <a:cubicBezTo>
                      <a:pt x="2929" y="0"/>
                      <a:pt x="2762" y="72"/>
                      <a:pt x="2643" y="191"/>
                    </a:cubicBezTo>
                    <a:cubicBezTo>
                      <a:pt x="2501" y="72"/>
                      <a:pt x="2334" y="0"/>
                      <a:pt x="21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30" name="Google Shape;4230;p59"/>
              <p:cNvSpPr/>
              <p:nvPr/>
            </p:nvSpPr>
            <p:spPr>
              <a:xfrm>
                <a:off x="4086552" y="1294683"/>
                <a:ext cx="31742" cy="45356"/>
              </a:xfrm>
              <a:custGeom>
                <a:rect b="b" l="l" r="r" t="t"/>
                <a:pathLst>
                  <a:path extrusionOk="0" h="1226" w="858">
                    <a:moveTo>
                      <a:pt x="558" y="0"/>
                    </a:moveTo>
                    <a:cubicBezTo>
                      <a:pt x="521" y="0"/>
                      <a:pt x="484" y="11"/>
                      <a:pt x="453" y="35"/>
                    </a:cubicBezTo>
                    <a:cubicBezTo>
                      <a:pt x="334" y="82"/>
                      <a:pt x="310" y="225"/>
                      <a:pt x="357" y="344"/>
                    </a:cubicBezTo>
                    <a:cubicBezTo>
                      <a:pt x="405" y="368"/>
                      <a:pt x="405" y="440"/>
                      <a:pt x="405" y="487"/>
                    </a:cubicBezTo>
                    <a:cubicBezTo>
                      <a:pt x="405" y="630"/>
                      <a:pt x="310" y="749"/>
                      <a:pt x="167" y="797"/>
                    </a:cubicBezTo>
                    <a:cubicBezTo>
                      <a:pt x="72" y="821"/>
                      <a:pt x="0" y="940"/>
                      <a:pt x="24" y="1059"/>
                    </a:cubicBezTo>
                    <a:cubicBezTo>
                      <a:pt x="48" y="1154"/>
                      <a:pt x="143" y="1225"/>
                      <a:pt x="238" y="1225"/>
                    </a:cubicBezTo>
                    <a:lnTo>
                      <a:pt x="286" y="1225"/>
                    </a:lnTo>
                    <a:cubicBezTo>
                      <a:pt x="619" y="1130"/>
                      <a:pt x="857" y="821"/>
                      <a:pt x="857" y="487"/>
                    </a:cubicBezTo>
                    <a:cubicBezTo>
                      <a:pt x="857" y="368"/>
                      <a:pt x="810" y="225"/>
                      <a:pt x="738" y="106"/>
                    </a:cubicBezTo>
                    <a:cubicBezTo>
                      <a:pt x="707" y="43"/>
                      <a:pt x="633" y="0"/>
                      <a:pt x="5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31" name="Google Shape;4231;p59"/>
              <p:cNvSpPr/>
              <p:nvPr/>
            </p:nvSpPr>
            <p:spPr>
              <a:xfrm>
                <a:off x="4159654" y="1270414"/>
                <a:ext cx="30003" cy="40547"/>
              </a:xfrm>
              <a:custGeom>
                <a:rect b="b" l="l" r="r" t="t"/>
                <a:pathLst>
                  <a:path extrusionOk="0" h="1096" w="811">
                    <a:moveTo>
                      <a:pt x="294" y="1"/>
                    </a:moveTo>
                    <a:cubicBezTo>
                      <a:pt x="216" y="1"/>
                      <a:pt x="145" y="38"/>
                      <a:pt x="96" y="119"/>
                    </a:cubicBezTo>
                    <a:cubicBezTo>
                      <a:pt x="48" y="214"/>
                      <a:pt x="1" y="333"/>
                      <a:pt x="1" y="453"/>
                    </a:cubicBezTo>
                    <a:cubicBezTo>
                      <a:pt x="25" y="762"/>
                      <a:pt x="215" y="1024"/>
                      <a:pt x="501" y="1096"/>
                    </a:cubicBezTo>
                    <a:lnTo>
                      <a:pt x="572" y="1096"/>
                    </a:lnTo>
                    <a:cubicBezTo>
                      <a:pt x="668" y="1096"/>
                      <a:pt x="739" y="1048"/>
                      <a:pt x="787" y="929"/>
                    </a:cubicBezTo>
                    <a:cubicBezTo>
                      <a:pt x="810" y="834"/>
                      <a:pt x="739" y="691"/>
                      <a:pt x="620" y="667"/>
                    </a:cubicBezTo>
                    <a:cubicBezTo>
                      <a:pt x="525" y="643"/>
                      <a:pt x="453" y="548"/>
                      <a:pt x="453" y="453"/>
                    </a:cubicBezTo>
                    <a:cubicBezTo>
                      <a:pt x="453" y="405"/>
                      <a:pt x="453" y="357"/>
                      <a:pt x="477" y="333"/>
                    </a:cubicBezTo>
                    <a:cubicBezTo>
                      <a:pt x="548" y="238"/>
                      <a:pt x="501" y="95"/>
                      <a:pt x="406" y="24"/>
                    </a:cubicBezTo>
                    <a:cubicBezTo>
                      <a:pt x="368" y="9"/>
                      <a:pt x="330" y="1"/>
                      <a:pt x="2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sp>
          <p:nvSpPr>
            <p:cNvPr id="4232" name="Google Shape;4232;p59"/>
            <p:cNvSpPr/>
            <p:nvPr/>
          </p:nvSpPr>
          <p:spPr>
            <a:xfrm>
              <a:off x="4024803" y="1716935"/>
              <a:ext cx="19347" cy="14242"/>
            </a:xfrm>
            <a:custGeom>
              <a:rect b="b" l="l" r="r" t="t"/>
              <a:pathLst>
                <a:path extrusionOk="0" h="430" w="549">
                  <a:moveTo>
                    <a:pt x="263" y="1"/>
                  </a:moveTo>
                  <a:cubicBezTo>
                    <a:pt x="191" y="1"/>
                    <a:pt x="120" y="48"/>
                    <a:pt x="72" y="120"/>
                  </a:cubicBezTo>
                  <a:cubicBezTo>
                    <a:pt x="1" y="286"/>
                    <a:pt x="120" y="429"/>
                    <a:pt x="263" y="429"/>
                  </a:cubicBezTo>
                  <a:cubicBezTo>
                    <a:pt x="430" y="429"/>
                    <a:pt x="549" y="262"/>
                    <a:pt x="453" y="96"/>
                  </a:cubicBezTo>
                  <a:cubicBezTo>
                    <a:pt x="430" y="48"/>
                    <a:pt x="358" y="1"/>
                    <a:pt x="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233" name="Google Shape;4233;p59"/>
          <p:cNvGrpSpPr/>
          <p:nvPr/>
        </p:nvGrpSpPr>
        <p:grpSpPr>
          <a:xfrm>
            <a:off x="4793507" y="1537890"/>
            <a:ext cx="355889" cy="372335"/>
            <a:chOff x="4793507" y="1537890"/>
            <a:chExt cx="355889" cy="372335"/>
          </a:xfrm>
        </p:grpSpPr>
        <p:sp>
          <p:nvSpPr>
            <p:cNvPr id="4234" name="Google Shape;4234;p59"/>
            <p:cNvSpPr/>
            <p:nvPr/>
          </p:nvSpPr>
          <p:spPr>
            <a:xfrm>
              <a:off x="4793507" y="1537890"/>
              <a:ext cx="355889" cy="372335"/>
            </a:xfrm>
            <a:custGeom>
              <a:rect b="b" l="l" r="r" t="t"/>
              <a:pathLst>
                <a:path extrusionOk="0" h="11242" w="10099">
                  <a:moveTo>
                    <a:pt x="5431" y="4073"/>
                  </a:moveTo>
                  <a:cubicBezTo>
                    <a:pt x="5454" y="4073"/>
                    <a:pt x="5502" y="4121"/>
                    <a:pt x="5502" y="4144"/>
                  </a:cubicBezTo>
                  <a:lnTo>
                    <a:pt x="5502" y="4954"/>
                  </a:lnTo>
                  <a:cubicBezTo>
                    <a:pt x="5502" y="5073"/>
                    <a:pt x="5597" y="5168"/>
                    <a:pt x="5716" y="5168"/>
                  </a:cubicBezTo>
                  <a:lnTo>
                    <a:pt x="6526" y="5168"/>
                  </a:lnTo>
                  <a:cubicBezTo>
                    <a:pt x="6574" y="5168"/>
                    <a:pt x="6598" y="5216"/>
                    <a:pt x="6598" y="5264"/>
                  </a:cubicBezTo>
                  <a:lnTo>
                    <a:pt x="6598" y="5978"/>
                  </a:lnTo>
                  <a:cubicBezTo>
                    <a:pt x="6598" y="6026"/>
                    <a:pt x="6574" y="6073"/>
                    <a:pt x="6526" y="6073"/>
                  </a:cubicBezTo>
                  <a:lnTo>
                    <a:pt x="5716" y="6073"/>
                  </a:lnTo>
                  <a:cubicBezTo>
                    <a:pt x="5597" y="6073"/>
                    <a:pt x="5502" y="6169"/>
                    <a:pt x="5502" y="6288"/>
                  </a:cubicBezTo>
                  <a:lnTo>
                    <a:pt x="5502" y="7097"/>
                  </a:lnTo>
                  <a:cubicBezTo>
                    <a:pt x="5502" y="7121"/>
                    <a:pt x="5454" y="7169"/>
                    <a:pt x="5431" y="7169"/>
                  </a:cubicBezTo>
                  <a:lnTo>
                    <a:pt x="4692" y="7169"/>
                  </a:lnTo>
                  <a:cubicBezTo>
                    <a:pt x="4669" y="7169"/>
                    <a:pt x="4645" y="7121"/>
                    <a:pt x="4645" y="7097"/>
                  </a:cubicBezTo>
                  <a:lnTo>
                    <a:pt x="4645" y="6288"/>
                  </a:lnTo>
                  <a:cubicBezTo>
                    <a:pt x="4645" y="6169"/>
                    <a:pt x="4526" y="6073"/>
                    <a:pt x="4407" y="6073"/>
                  </a:cubicBezTo>
                  <a:lnTo>
                    <a:pt x="3597" y="6073"/>
                  </a:lnTo>
                  <a:cubicBezTo>
                    <a:pt x="3549" y="6073"/>
                    <a:pt x="3502" y="6026"/>
                    <a:pt x="3502" y="5978"/>
                  </a:cubicBezTo>
                  <a:lnTo>
                    <a:pt x="3502" y="5264"/>
                  </a:lnTo>
                  <a:cubicBezTo>
                    <a:pt x="3502" y="5216"/>
                    <a:pt x="3549" y="5168"/>
                    <a:pt x="3597" y="5168"/>
                  </a:cubicBezTo>
                  <a:lnTo>
                    <a:pt x="4383" y="5168"/>
                  </a:lnTo>
                  <a:cubicBezTo>
                    <a:pt x="4526" y="5168"/>
                    <a:pt x="4621" y="5073"/>
                    <a:pt x="4621" y="4954"/>
                  </a:cubicBezTo>
                  <a:lnTo>
                    <a:pt x="4621" y="4144"/>
                  </a:lnTo>
                  <a:cubicBezTo>
                    <a:pt x="4621" y="4121"/>
                    <a:pt x="4645" y="4073"/>
                    <a:pt x="4692" y="4073"/>
                  </a:cubicBezTo>
                  <a:close/>
                  <a:moveTo>
                    <a:pt x="6048" y="444"/>
                  </a:moveTo>
                  <a:cubicBezTo>
                    <a:pt x="6451" y="444"/>
                    <a:pt x="6781" y="757"/>
                    <a:pt x="6812" y="1168"/>
                  </a:cubicBezTo>
                  <a:cubicBezTo>
                    <a:pt x="6574" y="1287"/>
                    <a:pt x="6407" y="1477"/>
                    <a:pt x="6288" y="1715"/>
                  </a:cubicBezTo>
                  <a:cubicBezTo>
                    <a:pt x="6288" y="1739"/>
                    <a:pt x="6288" y="1739"/>
                    <a:pt x="6288" y="1763"/>
                  </a:cubicBezTo>
                  <a:cubicBezTo>
                    <a:pt x="6312" y="1906"/>
                    <a:pt x="6431" y="1977"/>
                    <a:pt x="6526" y="1977"/>
                  </a:cubicBezTo>
                  <a:cubicBezTo>
                    <a:pt x="6598" y="1977"/>
                    <a:pt x="6669" y="1930"/>
                    <a:pt x="6717" y="1858"/>
                  </a:cubicBezTo>
                  <a:cubicBezTo>
                    <a:pt x="6812" y="1691"/>
                    <a:pt x="6955" y="1572"/>
                    <a:pt x="7121" y="1501"/>
                  </a:cubicBezTo>
                  <a:cubicBezTo>
                    <a:pt x="7244" y="1440"/>
                    <a:pt x="7380" y="1409"/>
                    <a:pt x="7521" y="1409"/>
                  </a:cubicBezTo>
                  <a:cubicBezTo>
                    <a:pt x="7709" y="1409"/>
                    <a:pt x="7907" y="1464"/>
                    <a:pt x="8098" y="1572"/>
                  </a:cubicBezTo>
                  <a:cubicBezTo>
                    <a:pt x="8122" y="1596"/>
                    <a:pt x="8145" y="1620"/>
                    <a:pt x="8145" y="1644"/>
                  </a:cubicBezTo>
                  <a:cubicBezTo>
                    <a:pt x="8407" y="1953"/>
                    <a:pt x="8479" y="2311"/>
                    <a:pt x="8360" y="2620"/>
                  </a:cubicBezTo>
                  <a:cubicBezTo>
                    <a:pt x="8288" y="2858"/>
                    <a:pt x="8122" y="3049"/>
                    <a:pt x="7907" y="3144"/>
                  </a:cubicBezTo>
                  <a:cubicBezTo>
                    <a:pt x="7884" y="3144"/>
                    <a:pt x="7860" y="3168"/>
                    <a:pt x="7860" y="3192"/>
                  </a:cubicBezTo>
                  <a:cubicBezTo>
                    <a:pt x="7812" y="3382"/>
                    <a:pt x="7931" y="3525"/>
                    <a:pt x="8074" y="3525"/>
                  </a:cubicBezTo>
                  <a:cubicBezTo>
                    <a:pt x="8122" y="3525"/>
                    <a:pt x="8145" y="3501"/>
                    <a:pt x="8193" y="3501"/>
                  </a:cubicBezTo>
                  <a:cubicBezTo>
                    <a:pt x="8384" y="3382"/>
                    <a:pt x="8550" y="3192"/>
                    <a:pt x="8669" y="3001"/>
                  </a:cubicBezTo>
                  <a:cubicBezTo>
                    <a:pt x="9003" y="3239"/>
                    <a:pt x="9217" y="3620"/>
                    <a:pt x="9217" y="4025"/>
                  </a:cubicBezTo>
                  <a:cubicBezTo>
                    <a:pt x="9217" y="4359"/>
                    <a:pt x="9098" y="4644"/>
                    <a:pt x="8884" y="4883"/>
                  </a:cubicBezTo>
                  <a:cubicBezTo>
                    <a:pt x="8788" y="4835"/>
                    <a:pt x="8693" y="4811"/>
                    <a:pt x="8598" y="4787"/>
                  </a:cubicBezTo>
                  <a:cubicBezTo>
                    <a:pt x="8574" y="4787"/>
                    <a:pt x="8574" y="4787"/>
                    <a:pt x="8550" y="4811"/>
                  </a:cubicBezTo>
                  <a:cubicBezTo>
                    <a:pt x="8283" y="4945"/>
                    <a:pt x="8411" y="5244"/>
                    <a:pt x="8643" y="5244"/>
                  </a:cubicBezTo>
                  <a:cubicBezTo>
                    <a:pt x="8659" y="5244"/>
                    <a:pt x="8676" y="5243"/>
                    <a:pt x="8693" y="5240"/>
                  </a:cubicBezTo>
                  <a:cubicBezTo>
                    <a:pt x="8702" y="5236"/>
                    <a:pt x="8711" y="5234"/>
                    <a:pt x="8720" y="5234"/>
                  </a:cubicBezTo>
                  <a:cubicBezTo>
                    <a:pt x="8765" y="5234"/>
                    <a:pt x="8816" y="5276"/>
                    <a:pt x="8836" y="5335"/>
                  </a:cubicBezTo>
                  <a:cubicBezTo>
                    <a:pt x="9360" y="5597"/>
                    <a:pt x="9670" y="6121"/>
                    <a:pt x="9670" y="6692"/>
                  </a:cubicBezTo>
                  <a:cubicBezTo>
                    <a:pt x="9670" y="7288"/>
                    <a:pt x="9312" y="7836"/>
                    <a:pt x="8741" y="8050"/>
                  </a:cubicBezTo>
                  <a:cubicBezTo>
                    <a:pt x="8741" y="8050"/>
                    <a:pt x="8741" y="8050"/>
                    <a:pt x="8741" y="8074"/>
                  </a:cubicBezTo>
                  <a:cubicBezTo>
                    <a:pt x="8550" y="8145"/>
                    <a:pt x="8360" y="8169"/>
                    <a:pt x="8169" y="8169"/>
                  </a:cubicBezTo>
                  <a:cubicBezTo>
                    <a:pt x="8026" y="8169"/>
                    <a:pt x="7860" y="8145"/>
                    <a:pt x="7717" y="8098"/>
                  </a:cubicBezTo>
                  <a:lnTo>
                    <a:pt x="7669" y="8098"/>
                  </a:lnTo>
                  <a:cubicBezTo>
                    <a:pt x="7431" y="8240"/>
                    <a:pt x="7502" y="8502"/>
                    <a:pt x="7669" y="8550"/>
                  </a:cubicBezTo>
                  <a:cubicBezTo>
                    <a:pt x="7836" y="8598"/>
                    <a:pt x="8003" y="8621"/>
                    <a:pt x="8169" y="8621"/>
                  </a:cubicBezTo>
                  <a:cubicBezTo>
                    <a:pt x="8312" y="8621"/>
                    <a:pt x="8479" y="8598"/>
                    <a:pt x="8622" y="8550"/>
                  </a:cubicBezTo>
                  <a:lnTo>
                    <a:pt x="8622" y="8550"/>
                  </a:lnTo>
                  <a:cubicBezTo>
                    <a:pt x="8622" y="9169"/>
                    <a:pt x="8169" y="9693"/>
                    <a:pt x="7574" y="9788"/>
                  </a:cubicBezTo>
                  <a:cubicBezTo>
                    <a:pt x="7516" y="9795"/>
                    <a:pt x="7461" y="9798"/>
                    <a:pt x="7406" y="9798"/>
                  </a:cubicBezTo>
                  <a:cubicBezTo>
                    <a:pt x="7257" y="9798"/>
                    <a:pt x="7118" y="9776"/>
                    <a:pt x="6979" y="9741"/>
                  </a:cubicBezTo>
                  <a:cubicBezTo>
                    <a:pt x="6971" y="9733"/>
                    <a:pt x="6963" y="9730"/>
                    <a:pt x="6956" y="9730"/>
                  </a:cubicBezTo>
                  <a:cubicBezTo>
                    <a:pt x="6942" y="9730"/>
                    <a:pt x="6931" y="9741"/>
                    <a:pt x="6931" y="9741"/>
                  </a:cubicBezTo>
                  <a:cubicBezTo>
                    <a:pt x="6669" y="9884"/>
                    <a:pt x="6740" y="10122"/>
                    <a:pt x="6931" y="10193"/>
                  </a:cubicBezTo>
                  <a:cubicBezTo>
                    <a:pt x="7050" y="10217"/>
                    <a:pt x="7169" y="10241"/>
                    <a:pt x="7288" y="10241"/>
                  </a:cubicBezTo>
                  <a:cubicBezTo>
                    <a:pt x="7104" y="10583"/>
                    <a:pt x="6739" y="10815"/>
                    <a:pt x="6332" y="10815"/>
                  </a:cubicBezTo>
                  <a:cubicBezTo>
                    <a:pt x="6002" y="10815"/>
                    <a:pt x="5645" y="10662"/>
                    <a:pt x="5335" y="10288"/>
                  </a:cubicBezTo>
                  <a:cubicBezTo>
                    <a:pt x="5288" y="10241"/>
                    <a:pt x="5264" y="10169"/>
                    <a:pt x="5264" y="10122"/>
                  </a:cubicBezTo>
                  <a:lnTo>
                    <a:pt x="5264" y="7597"/>
                  </a:lnTo>
                  <a:lnTo>
                    <a:pt x="5812" y="7597"/>
                  </a:lnTo>
                  <a:cubicBezTo>
                    <a:pt x="5883" y="7597"/>
                    <a:pt x="5931" y="7550"/>
                    <a:pt x="5931" y="7478"/>
                  </a:cubicBezTo>
                  <a:lnTo>
                    <a:pt x="5931" y="6502"/>
                  </a:lnTo>
                  <a:lnTo>
                    <a:pt x="6526" y="6502"/>
                  </a:lnTo>
                  <a:cubicBezTo>
                    <a:pt x="6812" y="6502"/>
                    <a:pt x="7026" y="6288"/>
                    <a:pt x="7026" y="6002"/>
                  </a:cubicBezTo>
                  <a:lnTo>
                    <a:pt x="7026" y="5264"/>
                  </a:lnTo>
                  <a:cubicBezTo>
                    <a:pt x="7026" y="5002"/>
                    <a:pt x="6836" y="4787"/>
                    <a:pt x="6598" y="4764"/>
                  </a:cubicBezTo>
                  <a:cubicBezTo>
                    <a:pt x="6574" y="4764"/>
                    <a:pt x="6550" y="4740"/>
                    <a:pt x="6526" y="4740"/>
                  </a:cubicBezTo>
                  <a:lnTo>
                    <a:pt x="5931" y="4740"/>
                  </a:lnTo>
                  <a:lnTo>
                    <a:pt x="5931" y="4168"/>
                  </a:lnTo>
                  <a:lnTo>
                    <a:pt x="5931" y="4144"/>
                  </a:lnTo>
                  <a:cubicBezTo>
                    <a:pt x="5931" y="3859"/>
                    <a:pt x="5693" y="3644"/>
                    <a:pt x="5431" y="3644"/>
                  </a:cubicBezTo>
                  <a:lnTo>
                    <a:pt x="5288" y="3644"/>
                  </a:lnTo>
                  <a:lnTo>
                    <a:pt x="5288" y="929"/>
                  </a:lnTo>
                  <a:cubicBezTo>
                    <a:pt x="5288" y="882"/>
                    <a:pt x="5288" y="810"/>
                    <a:pt x="5335" y="787"/>
                  </a:cubicBezTo>
                  <a:cubicBezTo>
                    <a:pt x="5568" y="545"/>
                    <a:pt x="5820" y="444"/>
                    <a:pt x="6048" y="444"/>
                  </a:cubicBezTo>
                  <a:close/>
                  <a:moveTo>
                    <a:pt x="4073" y="1"/>
                  </a:moveTo>
                  <a:cubicBezTo>
                    <a:pt x="3478" y="1"/>
                    <a:pt x="2978" y="429"/>
                    <a:pt x="2882" y="977"/>
                  </a:cubicBezTo>
                  <a:cubicBezTo>
                    <a:pt x="2811" y="977"/>
                    <a:pt x="2740" y="953"/>
                    <a:pt x="2668" y="953"/>
                  </a:cubicBezTo>
                  <a:cubicBezTo>
                    <a:pt x="2668" y="953"/>
                    <a:pt x="2644" y="953"/>
                    <a:pt x="2644" y="977"/>
                  </a:cubicBezTo>
                  <a:cubicBezTo>
                    <a:pt x="2430" y="1144"/>
                    <a:pt x="2525" y="1382"/>
                    <a:pt x="2716" y="1406"/>
                  </a:cubicBezTo>
                  <a:cubicBezTo>
                    <a:pt x="2811" y="1430"/>
                    <a:pt x="2906" y="1453"/>
                    <a:pt x="3002" y="1477"/>
                  </a:cubicBezTo>
                  <a:cubicBezTo>
                    <a:pt x="3168" y="1572"/>
                    <a:pt x="3311" y="1691"/>
                    <a:pt x="3406" y="1858"/>
                  </a:cubicBezTo>
                  <a:cubicBezTo>
                    <a:pt x="3454" y="1930"/>
                    <a:pt x="3525" y="1977"/>
                    <a:pt x="3597" y="1977"/>
                  </a:cubicBezTo>
                  <a:cubicBezTo>
                    <a:pt x="3645" y="1977"/>
                    <a:pt x="3668" y="1953"/>
                    <a:pt x="3716" y="1930"/>
                  </a:cubicBezTo>
                  <a:cubicBezTo>
                    <a:pt x="3811" y="1882"/>
                    <a:pt x="3835" y="1739"/>
                    <a:pt x="3787" y="1644"/>
                  </a:cubicBezTo>
                  <a:cubicBezTo>
                    <a:pt x="3668" y="1430"/>
                    <a:pt x="3502" y="1263"/>
                    <a:pt x="3311" y="1144"/>
                  </a:cubicBezTo>
                  <a:cubicBezTo>
                    <a:pt x="3341" y="749"/>
                    <a:pt x="3671" y="432"/>
                    <a:pt x="4073" y="432"/>
                  </a:cubicBezTo>
                  <a:cubicBezTo>
                    <a:pt x="4302" y="432"/>
                    <a:pt x="4554" y="536"/>
                    <a:pt x="4788" y="787"/>
                  </a:cubicBezTo>
                  <a:cubicBezTo>
                    <a:pt x="4811" y="810"/>
                    <a:pt x="4835" y="858"/>
                    <a:pt x="4835" y="906"/>
                  </a:cubicBezTo>
                  <a:lnTo>
                    <a:pt x="4835" y="3644"/>
                  </a:lnTo>
                  <a:lnTo>
                    <a:pt x="4692" y="3644"/>
                  </a:lnTo>
                  <a:cubicBezTo>
                    <a:pt x="4407" y="3644"/>
                    <a:pt x="4192" y="3859"/>
                    <a:pt x="4168" y="4121"/>
                  </a:cubicBezTo>
                  <a:lnTo>
                    <a:pt x="4168" y="4168"/>
                  </a:lnTo>
                  <a:lnTo>
                    <a:pt x="4168" y="4740"/>
                  </a:lnTo>
                  <a:lnTo>
                    <a:pt x="3573" y="4740"/>
                  </a:lnTo>
                  <a:cubicBezTo>
                    <a:pt x="3287" y="4764"/>
                    <a:pt x="3073" y="4978"/>
                    <a:pt x="3073" y="5264"/>
                  </a:cubicBezTo>
                  <a:lnTo>
                    <a:pt x="3073" y="5978"/>
                  </a:lnTo>
                  <a:cubicBezTo>
                    <a:pt x="3073" y="6264"/>
                    <a:pt x="3287" y="6478"/>
                    <a:pt x="3573" y="6502"/>
                  </a:cubicBezTo>
                  <a:lnTo>
                    <a:pt x="4168" y="6502"/>
                  </a:lnTo>
                  <a:lnTo>
                    <a:pt x="4168" y="7478"/>
                  </a:lnTo>
                  <a:cubicBezTo>
                    <a:pt x="4168" y="7550"/>
                    <a:pt x="4240" y="7597"/>
                    <a:pt x="4288" y="7597"/>
                  </a:cubicBezTo>
                  <a:lnTo>
                    <a:pt x="4835" y="7597"/>
                  </a:lnTo>
                  <a:lnTo>
                    <a:pt x="4835" y="10122"/>
                  </a:lnTo>
                  <a:cubicBezTo>
                    <a:pt x="4835" y="10169"/>
                    <a:pt x="4811" y="10241"/>
                    <a:pt x="4788" y="10265"/>
                  </a:cubicBezTo>
                  <a:cubicBezTo>
                    <a:pt x="4473" y="10645"/>
                    <a:pt x="4104" y="10802"/>
                    <a:pt x="3763" y="10802"/>
                  </a:cubicBezTo>
                  <a:cubicBezTo>
                    <a:pt x="3357" y="10802"/>
                    <a:pt x="2992" y="10578"/>
                    <a:pt x="2811" y="10241"/>
                  </a:cubicBezTo>
                  <a:cubicBezTo>
                    <a:pt x="2978" y="10217"/>
                    <a:pt x="3121" y="10193"/>
                    <a:pt x="3263" y="10146"/>
                  </a:cubicBezTo>
                  <a:cubicBezTo>
                    <a:pt x="3287" y="10146"/>
                    <a:pt x="3287" y="10146"/>
                    <a:pt x="3287" y="10122"/>
                  </a:cubicBezTo>
                  <a:cubicBezTo>
                    <a:pt x="3409" y="9918"/>
                    <a:pt x="3288" y="9749"/>
                    <a:pt x="3146" y="9749"/>
                  </a:cubicBezTo>
                  <a:cubicBezTo>
                    <a:pt x="3122" y="9749"/>
                    <a:pt x="3097" y="9754"/>
                    <a:pt x="3073" y="9765"/>
                  </a:cubicBezTo>
                  <a:cubicBezTo>
                    <a:pt x="2955" y="9781"/>
                    <a:pt x="2825" y="9798"/>
                    <a:pt x="2700" y="9798"/>
                  </a:cubicBezTo>
                  <a:cubicBezTo>
                    <a:pt x="2649" y="9798"/>
                    <a:pt x="2598" y="9795"/>
                    <a:pt x="2549" y="9788"/>
                  </a:cubicBezTo>
                  <a:lnTo>
                    <a:pt x="2525" y="9788"/>
                  </a:lnTo>
                  <a:cubicBezTo>
                    <a:pt x="1930" y="9693"/>
                    <a:pt x="1501" y="9169"/>
                    <a:pt x="1477" y="8550"/>
                  </a:cubicBezTo>
                  <a:lnTo>
                    <a:pt x="1477" y="8550"/>
                  </a:lnTo>
                  <a:cubicBezTo>
                    <a:pt x="1620" y="8598"/>
                    <a:pt x="1787" y="8621"/>
                    <a:pt x="1930" y="8621"/>
                  </a:cubicBezTo>
                  <a:cubicBezTo>
                    <a:pt x="2144" y="8621"/>
                    <a:pt x="2335" y="8574"/>
                    <a:pt x="2525" y="8526"/>
                  </a:cubicBezTo>
                  <a:cubicBezTo>
                    <a:pt x="2525" y="8526"/>
                    <a:pt x="2549" y="8502"/>
                    <a:pt x="2549" y="8502"/>
                  </a:cubicBezTo>
                  <a:cubicBezTo>
                    <a:pt x="2677" y="8289"/>
                    <a:pt x="2538" y="8114"/>
                    <a:pt x="2370" y="8114"/>
                  </a:cubicBezTo>
                  <a:cubicBezTo>
                    <a:pt x="2351" y="8114"/>
                    <a:pt x="2331" y="8116"/>
                    <a:pt x="2311" y="8121"/>
                  </a:cubicBezTo>
                  <a:cubicBezTo>
                    <a:pt x="2192" y="8145"/>
                    <a:pt x="2073" y="8169"/>
                    <a:pt x="1930" y="8169"/>
                  </a:cubicBezTo>
                  <a:cubicBezTo>
                    <a:pt x="1739" y="8169"/>
                    <a:pt x="1549" y="8145"/>
                    <a:pt x="1382" y="8050"/>
                  </a:cubicBezTo>
                  <a:cubicBezTo>
                    <a:pt x="811" y="7836"/>
                    <a:pt x="453" y="7288"/>
                    <a:pt x="453" y="6669"/>
                  </a:cubicBezTo>
                  <a:cubicBezTo>
                    <a:pt x="453" y="6097"/>
                    <a:pt x="763" y="5573"/>
                    <a:pt x="1287" y="5335"/>
                  </a:cubicBezTo>
                  <a:cubicBezTo>
                    <a:pt x="1335" y="5264"/>
                    <a:pt x="1406" y="5240"/>
                    <a:pt x="1477" y="5240"/>
                  </a:cubicBezTo>
                  <a:cubicBezTo>
                    <a:pt x="1716" y="5240"/>
                    <a:pt x="1835" y="4930"/>
                    <a:pt x="1549" y="4787"/>
                  </a:cubicBezTo>
                  <a:lnTo>
                    <a:pt x="1525" y="4787"/>
                  </a:lnTo>
                  <a:cubicBezTo>
                    <a:pt x="1430" y="4811"/>
                    <a:pt x="1335" y="4835"/>
                    <a:pt x="1239" y="4859"/>
                  </a:cubicBezTo>
                  <a:cubicBezTo>
                    <a:pt x="1025" y="4644"/>
                    <a:pt x="906" y="4335"/>
                    <a:pt x="906" y="4025"/>
                  </a:cubicBezTo>
                  <a:cubicBezTo>
                    <a:pt x="906" y="3597"/>
                    <a:pt x="1120" y="3216"/>
                    <a:pt x="1454" y="3001"/>
                  </a:cubicBezTo>
                  <a:cubicBezTo>
                    <a:pt x="1573" y="3192"/>
                    <a:pt x="1739" y="3358"/>
                    <a:pt x="1930" y="3478"/>
                  </a:cubicBezTo>
                  <a:cubicBezTo>
                    <a:pt x="1978" y="3501"/>
                    <a:pt x="2001" y="3501"/>
                    <a:pt x="2049" y="3501"/>
                  </a:cubicBezTo>
                  <a:cubicBezTo>
                    <a:pt x="2192" y="3501"/>
                    <a:pt x="2311" y="3382"/>
                    <a:pt x="2263" y="3168"/>
                  </a:cubicBezTo>
                  <a:cubicBezTo>
                    <a:pt x="2239" y="3144"/>
                    <a:pt x="2239" y="3144"/>
                    <a:pt x="2216" y="3120"/>
                  </a:cubicBezTo>
                  <a:cubicBezTo>
                    <a:pt x="2001" y="3025"/>
                    <a:pt x="1835" y="2835"/>
                    <a:pt x="1763" y="2596"/>
                  </a:cubicBezTo>
                  <a:cubicBezTo>
                    <a:pt x="1716" y="2525"/>
                    <a:pt x="1716" y="2430"/>
                    <a:pt x="1692" y="2334"/>
                  </a:cubicBezTo>
                  <a:cubicBezTo>
                    <a:pt x="1692" y="2311"/>
                    <a:pt x="1692" y="2311"/>
                    <a:pt x="1692" y="2287"/>
                  </a:cubicBezTo>
                  <a:cubicBezTo>
                    <a:pt x="1625" y="2235"/>
                    <a:pt x="1557" y="2213"/>
                    <a:pt x="1494" y="2213"/>
                  </a:cubicBezTo>
                  <a:cubicBezTo>
                    <a:pt x="1355" y="2213"/>
                    <a:pt x="1247" y="2322"/>
                    <a:pt x="1263" y="2454"/>
                  </a:cubicBezTo>
                  <a:cubicBezTo>
                    <a:pt x="1263" y="2501"/>
                    <a:pt x="1287" y="2525"/>
                    <a:pt x="1287" y="2573"/>
                  </a:cubicBezTo>
                  <a:cubicBezTo>
                    <a:pt x="787" y="2858"/>
                    <a:pt x="477" y="3430"/>
                    <a:pt x="477" y="4001"/>
                  </a:cubicBezTo>
                  <a:cubicBezTo>
                    <a:pt x="477" y="4406"/>
                    <a:pt x="596" y="4764"/>
                    <a:pt x="834" y="5073"/>
                  </a:cubicBezTo>
                  <a:cubicBezTo>
                    <a:pt x="310" y="5430"/>
                    <a:pt x="1" y="6002"/>
                    <a:pt x="1" y="6669"/>
                  </a:cubicBezTo>
                  <a:cubicBezTo>
                    <a:pt x="1" y="7383"/>
                    <a:pt x="406" y="8050"/>
                    <a:pt x="1049" y="8383"/>
                  </a:cubicBezTo>
                  <a:cubicBezTo>
                    <a:pt x="1049" y="8431"/>
                    <a:pt x="1049" y="8479"/>
                    <a:pt x="1049" y="8526"/>
                  </a:cubicBezTo>
                  <a:cubicBezTo>
                    <a:pt x="1049" y="8931"/>
                    <a:pt x="1192" y="9312"/>
                    <a:pt x="1454" y="9622"/>
                  </a:cubicBezTo>
                  <a:cubicBezTo>
                    <a:pt x="1692" y="9884"/>
                    <a:pt x="2001" y="10074"/>
                    <a:pt x="2335" y="10169"/>
                  </a:cubicBezTo>
                  <a:cubicBezTo>
                    <a:pt x="2525" y="10789"/>
                    <a:pt x="3097" y="11241"/>
                    <a:pt x="3764" y="11241"/>
                  </a:cubicBezTo>
                  <a:cubicBezTo>
                    <a:pt x="4311" y="11241"/>
                    <a:pt x="4788" y="10931"/>
                    <a:pt x="5073" y="10503"/>
                  </a:cubicBezTo>
                  <a:cubicBezTo>
                    <a:pt x="5335" y="10955"/>
                    <a:pt x="5812" y="11241"/>
                    <a:pt x="6359" y="11241"/>
                  </a:cubicBezTo>
                  <a:cubicBezTo>
                    <a:pt x="7026" y="11241"/>
                    <a:pt x="7598" y="10789"/>
                    <a:pt x="7788" y="10169"/>
                  </a:cubicBezTo>
                  <a:cubicBezTo>
                    <a:pt x="8122" y="10074"/>
                    <a:pt x="8431" y="9884"/>
                    <a:pt x="8669" y="9622"/>
                  </a:cubicBezTo>
                  <a:cubicBezTo>
                    <a:pt x="8931" y="9312"/>
                    <a:pt x="9074" y="8931"/>
                    <a:pt x="9074" y="8526"/>
                  </a:cubicBezTo>
                  <a:cubicBezTo>
                    <a:pt x="9074" y="8479"/>
                    <a:pt x="9074" y="8431"/>
                    <a:pt x="9074" y="8383"/>
                  </a:cubicBezTo>
                  <a:cubicBezTo>
                    <a:pt x="9693" y="8074"/>
                    <a:pt x="10098" y="7407"/>
                    <a:pt x="10098" y="6669"/>
                  </a:cubicBezTo>
                  <a:cubicBezTo>
                    <a:pt x="10098" y="6026"/>
                    <a:pt x="9789" y="5454"/>
                    <a:pt x="9265" y="5073"/>
                  </a:cubicBezTo>
                  <a:cubicBezTo>
                    <a:pt x="9503" y="4787"/>
                    <a:pt x="9646" y="4406"/>
                    <a:pt x="9646" y="4025"/>
                  </a:cubicBezTo>
                  <a:cubicBezTo>
                    <a:pt x="9646" y="3430"/>
                    <a:pt x="9336" y="2882"/>
                    <a:pt x="8836" y="2573"/>
                  </a:cubicBezTo>
                  <a:cubicBezTo>
                    <a:pt x="8836" y="2501"/>
                    <a:pt x="8860" y="2406"/>
                    <a:pt x="8860" y="2311"/>
                  </a:cubicBezTo>
                  <a:cubicBezTo>
                    <a:pt x="8860" y="1572"/>
                    <a:pt x="8241" y="953"/>
                    <a:pt x="7502" y="953"/>
                  </a:cubicBezTo>
                  <a:cubicBezTo>
                    <a:pt x="7407" y="953"/>
                    <a:pt x="7312" y="977"/>
                    <a:pt x="7217" y="977"/>
                  </a:cubicBezTo>
                  <a:cubicBezTo>
                    <a:pt x="7121" y="429"/>
                    <a:pt x="6621" y="1"/>
                    <a:pt x="6050" y="1"/>
                  </a:cubicBezTo>
                  <a:cubicBezTo>
                    <a:pt x="5645" y="1"/>
                    <a:pt x="5288" y="191"/>
                    <a:pt x="5050" y="501"/>
                  </a:cubicBezTo>
                  <a:cubicBezTo>
                    <a:pt x="4835" y="191"/>
                    <a:pt x="4478" y="1"/>
                    <a:pt x="40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35" name="Google Shape;4235;p59"/>
            <p:cNvSpPr/>
            <p:nvPr/>
          </p:nvSpPr>
          <p:spPr>
            <a:xfrm>
              <a:off x="4855634" y="1679907"/>
              <a:ext cx="40315" cy="58357"/>
            </a:xfrm>
            <a:custGeom>
              <a:rect b="b" l="l" r="r" t="t"/>
              <a:pathLst>
                <a:path extrusionOk="0" h="1762" w="1144">
                  <a:moveTo>
                    <a:pt x="791" y="0"/>
                  </a:moveTo>
                  <a:cubicBezTo>
                    <a:pt x="756" y="0"/>
                    <a:pt x="721" y="8"/>
                    <a:pt x="691" y="23"/>
                  </a:cubicBezTo>
                  <a:cubicBezTo>
                    <a:pt x="572" y="94"/>
                    <a:pt x="548" y="214"/>
                    <a:pt x="596" y="333"/>
                  </a:cubicBezTo>
                  <a:cubicBezTo>
                    <a:pt x="667" y="428"/>
                    <a:pt x="691" y="547"/>
                    <a:pt x="691" y="666"/>
                  </a:cubicBezTo>
                  <a:cubicBezTo>
                    <a:pt x="691" y="976"/>
                    <a:pt x="476" y="1238"/>
                    <a:pt x="191" y="1333"/>
                  </a:cubicBezTo>
                  <a:cubicBezTo>
                    <a:pt x="72" y="1357"/>
                    <a:pt x="0" y="1476"/>
                    <a:pt x="24" y="1595"/>
                  </a:cubicBezTo>
                  <a:cubicBezTo>
                    <a:pt x="72" y="1690"/>
                    <a:pt x="143" y="1761"/>
                    <a:pt x="238" y="1761"/>
                  </a:cubicBezTo>
                  <a:cubicBezTo>
                    <a:pt x="262" y="1761"/>
                    <a:pt x="286" y="1761"/>
                    <a:pt x="310" y="1738"/>
                  </a:cubicBezTo>
                  <a:cubicBezTo>
                    <a:pt x="786" y="1619"/>
                    <a:pt x="1143" y="1166"/>
                    <a:pt x="1143" y="666"/>
                  </a:cubicBezTo>
                  <a:cubicBezTo>
                    <a:pt x="1143" y="476"/>
                    <a:pt x="1072" y="285"/>
                    <a:pt x="977" y="118"/>
                  </a:cubicBezTo>
                  <a:cubicBezTo>
                    <a:pt x="944" y="37"/>
                    <a:pt x="867" y="0"/>
                    <a:pt x="7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36" name="Google Shape;4236;p59"/>
            <p:cNvSpPr/>
            <p:nvPr/>
          </p:nvSpPr>
          <p:spPr>
            <a:xfrm>
              <a:off x="4883332" y="1774497"/>
              <a:ext cx="47856" cy="52098"/>
            </a:xfrm>
            <a:custGeom>
              <a:rect b="b" l="l" r="r" t="t"/>
              <a:pathLst>
                <a:path extrusionOk="0" h="1573" w="1358">
                  <a:moveTo>
                    <a:pt x="238" y="1"/>
                  </a:moveTo>
                  <a:cubicBezTo>
                    <a:pt x="95" y="1"/>
                    <a:pt x="0" y="96"/>
                    <a:pt x="0" y="215"/>
                  </a:cubicBezTo>
                  <a:cubicBezTo>
                    <a:pt x="0" y="334"/>
                    <a:pt x="95" y="430"/>
                    <a:pt x="238" y="430"/>
                  </a:cubicBezTo>
                  <a:cubicBezTo>
                    <a:pt x="595" y="430"/>
                    <a:pt x="905" y="739"/>
                    <a:pt x="905" y="1120"/>
                  </a:cubicBezTo>
                  <a:cubicBezTo>
                    <a:pt x="905" y="1168"/>
                    <a:pt x="905" y="1239"/>
                    <a:pt x="881" y="1287"/>
                  </a:cubicBezTo>
                  <a:cubicBezTo>
                    <a:pt x="857" y="1406"/>
                    <a:pt x="929" y="1525"/>
                    <a:pt x="1048" y="1549"/>
                  </a:cubicBezTo>
                  <a:cubicBezTo>
                    <a:pt x="1048" y="1573"/>
                    <a:pt x="1072" y="1573"/>
                    <a:pt x="1096" y="1573"/>
                  </a:cubicBezTo>
                  <a:cubicBezTo>
                    <a:pt x="1191" y="1573"/>
                    <a:pt x="1286" y="1501"/>
                    <a:pt x="1310" y="1406"/>
                  </a:cubicBezTo>
                  <a:cubicBezTo>
                    <a:pt x="1334" y="1311"/>
                    <a:pt x="1357" y="1215"/>
                    <a:pt x="1357" y="1120"/>
                  </a:cubicBezTo>
                  <a:cubicBezTo>
                    <a:pt x="1357" y="501"/>
                    <a:pt x="834" y="1"/>
                    <a:pt x="2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37" name="Google Shape;4237;p59"/>
            <p:cNvSpPr/>
            <p:nvPr/>
          </p:nvSpPr>
          <p:spPr>
            <a:xfrm>
              <a:off x="4890873" y="1621484"/>
              <a:ext cx="62128" cy="23714"/>
            </a:xfrm>
            <a:custGeom>
              <a:rect b="b" l="l" r="r" t="t"/>
              <a:pathLst>
                <a:path extrusionOk="0" h="716" w="1763">
                  <a:moveTo>
                    <a:pt x="242" y="1"/>
                  </a:moveTo>
                  <a:cubicBezTo>
                    <a:pt x="185" y="1"/>
                    <a:pt x="131" y="25"/>
                    <a:pt x="96" y="72"/>
                  </a:cubicBezTo>
                  <a:cubicBezTo>
                    <a:pt x="0" y="168"/>
                    <a:pt x="0" y="311"/>
                    <a:pt x="96" y="382"/>
                  </a:cubicBezTo>
                  <a:cubicBezTo>
                    <a:pt x="310" y="596"/>
                    <a:pt x="572" y="715"/>
                    <a:pt x="882" y="715"/>
                  </a:cubicBezTo>
                  <a:cubicBezTo>
                    <a:pt x="1167" y="715"/>
                    <a:pt x="1453" y="596"/>
                    <a:pt x="1667" y="382"/>
                  </a:cubicBezTo>
                  <a:cubicBezTo>
                    <a:pt x="1763" y="287"/>
                    <a:pt x="1763" y="168"/>
                    <a:pt x="1667" y="72"/>
                  </a:cubicBezTo>
                  <a:cubicBezTo>
                    <a:pt x="1620" y="25"/>
                    <a:pt x="1566" y="1"/>
                    <a:pt x="1513" y="1"/>
                  </a:cubicBezTo>
                  <a:cubicBezTo>
                    <a:pt x="1459" y="1"/>
                    <a:pt x="1405" y="25"/>
                    <a:pt x="1358" y="72"/>
                  </a:cubicBezTo>
                  <a:cubicBezTo>
                    <a:pt x="1239" y="191"/>
                    <a:pt x="1072" y="263"/>
                    <a:pt x="882" y="263"/>
                  </a:cubicBezTo>
                  <a:cubicBezTo>
                    <a:pt x="691" y="263"/>
                    <a:pt x="524" y="191"/>
                    <a:pt x="405" y="72"/>
                  </a:cubicBezTo>
                  <a:cubicBezTo>
                    <a:pt x="358" y="25"/>
                    <a:pt x="298" y="1"/>
                    <a:pt x="2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38" name="Google Shape;4238;p59"/>
            <p:cNvSpPr/>
            <p:nvPr/>
          </p:nvSpPr>
          <p:spPr>
            <a:xfrm>
              <a:off x="5047793" y="1679907"/>
              <a:ext cx="40315" cy="58357"/>
            </a:xfrm>
            <a:custGeom>
              <a:rect b="b" l="l" r="r" t="t"/>
              <a:pathLst>
                <a:path extrusionOk="0" h="1762" w="1144">
                  <a:moveTo>
                    <a:pt x="352" y="0"/>
                  </a:moveTo>
                  <a:cubicBezTo>
                    <a:pt x="275" y="0"/>
                    <a:pt x="192" y="37"/>
                    <a:pt x="144" y="118"/>
                  </a:cubicBezTo>
                  <a:cubicBezTo>
                    <a:pt x="48" y="285"/>
                    <a:pt x="1" y="476"/>
                    <a:pt x="1" y="666"/>
                  </a:cubicBezTo>
                  <a:cubicBezTo>
                    <a:pt x="1" y="1166"/>
                    <a:pt x="358" y="1619"/>
                    <a:pt x="834" y="1761"/>
                  </a:cubicBezTo>
                  <a:lnTo>
                    <a:pt x="882" y="1761"/>
                  </a:lnTo>
                  <a:cubicBezTo>
                    <a:pt x="1001" y="1761"/>
                    <a:pt x="1072" y="1690"/>
                    <a:pt x="1096" y="1595"/>
                  </a:cubicBezTo>
                  <a:cubicBezTo>
                    <a:pt x="1144" y="1476"/>
                    <a:pt x="1072" y="1357"/>
                    <a:pt x="953" y="1333"/>
                  </a:cubicBezTo>
                  <a:cubicBezTo>
                    <a:pt x="644" y="1238"/>
                    <a:pt x="453" y="976"/>
                    <a:pt x="453" y="666"/>
                  </a:cubicBezTo>
                  <a:cubicBezTo>
                    <a:pt x="453" y="547"/>
                    <a:pt x="477" y="428"/>
                    <a:pt x="525" y="333"/>
                  </a:cubicBezTo>
                  <a:cubicBezTo>
                    <a:pt x="596" y="237"/>
                    <a:pt x="548" y="94"/>
                    <a:pt x="453" y="23"/>
                  </a:cubicBezTo>
                  <a:cubicBezTo>
                    <a:pt x="423" y="8"/>
                    <a:pt x="388" y="0"/>
                    <a:pt x="3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39" name="Google Shape;4239;p59"/>
            <p:cNvSpPr/>
            <p:nvPr/>
          </p:nvSpPr>
          <p:spPr>
            <a:xfrm>
              <a:off x="5012553" y="1774497"/>
              <a:ext cx="47045" cy="52098"/>
            </a:xfrm>
            <a:custGeom>
              <a:rect b="b" l="l" r="r" t="t"/>
              <a:pathLst>
                <a:path extrusionOk="0" h="1573" w="1335">
                  <a:moveTo>
                    <a:pt x="1120" y="1"/>
                  </a:moveTo>
                  <a:cubicBezTo>
                    <a:pt x="501" y="1"/>
                    <a:pt x="0" y="501"/>
                    <a:pt x="0" y="1120"/>
                  </a:cubicBezTo>
                  <a:cubicBezTo>
                    <a:pt x="0" y="1215"/>
                    <a:pt x="24" y="1311"/>
                    <a:pt x="48" y="1406"/>
                  </a:cubicBezTo>
                  <a:cubicBezTo>
                    <a:pt x="72" y="1501"/>
                    <a:pt x="167" y="1573"/>
                    <a:pt x="262" y="1573"/>
                  </a:cubicBezTo>
                  <a:cubicBezTo>
                    <a:pt x="262" y="1573"/>
                    <a:pt x="286" y="1573"/>
                    <a:pt x="310" y="1549"/>
                  </a:cubicBezTo>
                  <a:cubicBezTo>
                    <a:pt x="429" y="1525"/>
                    <a:pt x="501" y="1406"/>
                    <a:pt x="477" y="1287"/>
                  </a:cubicBezTo>
                  <a:cubicBezTo>
                    <a:pt x="453" y="1239"/>
                    <a:pt x="453" y="1168"/>
                    <a:pt x="453" y="1120"/>
                  </a:cubicBezTo>
                  <a:cubicBezTo>
                    <a:pt x="453" y="739"/>
                    <a:pt x="739" y="430"/>
                    <a:pt x="1120" y="430"/>
                  </a:cubicBezTo>
                  <a:cubicBezTo>
                    <a:pt x="1239" y="430"/>
                    <a:pt x="1334" y="334"/>
                    <a:pt x="1334" y="215"/>
                  </a:cubicBezTo>
                  <a:cubicBezTo>
                    <a:pt x="1334" y="96"/>
                    <a:pt x="1239" y="1"/>
                    <a:pt x="11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40" name="Google Shape;4240;p59"/>
            <p:cNvSpPr/>
            <p:nvPr/>
          </p:nvSpPr>
          <p:spPr>
            <a:xfrm>
              <a:off x="4990740" y="1621484"/>
              <a:ext cx="62128" cy="23714"/>
            </a:xfrm>
            <a:custGeom>
              <a:rect b="b" l="l" r="r" t="t"/>
              <a:pathLst>
                <a:path extrusionOk="0" h="716" w="1763">
                  <a:moveTo>
                    <a:pt x="241" y="1"/>
                  </a:moveTo>
                  <a:cubicBezTo>
                    <a:pt x="185" y="1"/>
                    <a:pt x="131" y="25"/>
                    <a:pt x="96" y="72"/>
                  </a:cubicBezTo>
                  <a:cubicBezTo>
                    <a:pt x="0" y="168"/>
                    <a:pt x="0" y="287"/>
                    <a:pt x="96" y="382"/>
                  </a:cubicBezTo>
                  <a:cubicBezTo>
                    <a:pt x="310" y="596"/>
                    <a:pt x="596" y="715"/>
                    <a:pt x="881" y="715"/>
                  </a:cubicBezTo>
                  <a:cubicBezTo>
                    <a:pt x="1191" y="715"/>
                    <a:pt x="1477" y="596"/>
                    <a:pt x="1667" y="382"/>
                  </a:cubicBezTo>
                  <a:cubicBezTo>
                    <a:pt x="1763" y="287"/>
                    <a:pt x="1763" y="168"/>
                    <a:pt x="1667" y="72"/>
                  </a:cubicBezTo>
                  <a:cubicBezTo>
                    <a:pt x="1632" y="25"/>
                    <a:pt x="1578" y="1"/>
                    <a:pt x="1521" y="1"/>
                  </a:cubicBezTo>
                  <a:cubicBezTo>
                    <a:pt x="1465" y="1"/>
                    <a:pt x="1405" y="25"/>
                    <a:pt x="1358" y="72"/>
                  </a:cubicBezTo>
                  <a:cubicBezTo>
                    <a:pt x="1239" y="191"/>
                    <a:pt x="1072" y="263"/>
                    <a:pt x="881" y="263"/>
                  </a:cubicBezTo>
                  <a:cubicBezTo>
                    <a:pt x="691" y="263"/>
                    <a:pt x="524" y="191"/>
                    <a:pt x="405" y="72"/>
                  </a:cubicBezTo>
                  <a:cubicBezTo>
                    <a:pt x="358" y="25"/>
                    <a:pt x="298" y="1"/>
                    <a:pt x="2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241" name="Google Shape;4241;p59"/>
          <p:cNvGrpSpPr/>
          <p:nvPr/>
        </p:nvGrpSpPr>
        <p:grpSpPr>
          <a:xfrm>
            <a:off x="5611758" y="1537890"/>
            <a:ext cx="359201" cy="372335"/>
            <a:chOff x="5611758" y="1537890"/>
            <a:chExt cx="359201" cy="372335"/>
          </a:xfrm>
        </p:grpSpPr>
        <p:sp>
          <p:nvSpPr>
            <p:cNvPr id="4242" name="Google Shape;4242;p59"/>
            <p:cNvSpPr/>
            <p:nvPr/>
          </p:nvSpPr>
          <p:spPr>
            <a:xfrm>
              <a:off x="5673850" y="1724022"/>
              <a:ext cx="18078" cy="14010"/>
            </a:xfrm>
            <a:custGeom>
              <a:rect b="b" l="l" r="r" t="t"/>
              <a:pathLst>
                <a:path extrusionOk="0" h="423" w="513">
                  <a:moveTo>
                    <a:pt x="262" y="1"/>
                  </a:moveTo>
                  <a:cubicBezTo>
                    <a:pt x="119" y="1"/>
                    <a:pt x="0" y="144"/>
                    <a:pt x="48" y="287"/>
                  </a:cubicBezTo>
                  <a:cubicBezTo>
                    <a:pt x="72" y="358"/>
                    <a:pt x="119" y="406"/>
                    <a:pt x="167" y="406"/>
                  </a:cubicBezTo>
                  <a:cubicBezTo>
                    <a:pt x="198" y="417"/>
                    <a:pt x="228" y="423"/>
                    <a:pt x="257" y="423"/>
                  </a:cubicBezTo>
                  <a:cubicBezTo>
                    <a:pt x="405" y="423"/>
                    <a:pt x="513" y="280"/>
                    <a:pt x="453" y="120"/>
                  </a:cubicBezTo>
                  <a:cubicBezTo>
                    <a:pt x="429" y="48"/>
                    <a:pt x="334"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43" name="Google Shape;4243;p59"/>
            <p:cNvSpPr/>
            <p:nvPr/>
          </p:nvSpPr>
          <p:spPr>
            <a:xfrm>
              <a:off x="5611758" y="1537890"/>
              <a:ext cx="359201" cy="372335"/>
            </a:xfrm>
            <a:custGeom>
              <a:rect b="b" l="l" r="r" t="t"/>
              <a:pathLst>
                <a:path extrusionOk="0" h="11242" w="10193">
                  <a:moveTo>
                    <a:pt x="7335" y="453"/>
                  </a:moveTo>
                  <a:cubicBezTo>
                    <a:pt x="8669" y="453"/>
                    <a:pt x="9740" y="1525"/>
                    <a:pt x="9740" y="2858"/>
                  </a:cubicBezTo>
                  <a:cubicBezTo>
                    <a:pt x="9740" y="4192"/>
                    <a:pt x="8645" y="5287"/>
                    <a:pt x="7335" y="5287"/>
                  </a:cubicBezTo>
                  <a:cubicBezTo>
                    <a:pt x="6001" y="5287"/>
                    <a:pt x="4906" y="4192"/>
                    <a:pt x="4906" y="2858"/>
                  </a:cubicBezTo>
                  <a:cubicBezTo>
                    <a:pt x="4906" y="1525"/>
                    <a:pt x="6001" y="453"/>
                    <a:pt x="7335" y="453"/>
                  </a:cubicBezTo>
                  <a:close/>
                  <a:moveTo>
                    <a:pt x="7335" y="1"/>
                  </a:moveTo>
                  <a:cubicBezTo>
                    <a:pt x="6216" y="1"/>
                    <a:pt x="5239" y="644"/>
                    <a:pt x="4763" y="1572"/>
                  </a:cubicBezTo>
                  <a:lnTo>
                    <a:pt x="4644" y="1572"/>
                  </a:lnTo>
                  <a:cubicBezTo>
                    <a:pt x="3644" y="1572"/>
                    <a:pt x="2691" y="1953"/>
                    <a:pt x="1977" y="2668"/>
                  </a:cubicBezTo>
                  <a:cubicBezTo>
                    <a:pt x="1262" y="3382"/>
                    <a:pt x="857" y="4311"/>
                    <a:pt x="857" y="5311"/>
                  </a:cubicBezTo>
                  <a:cubicBezTo>
                    <a:pt x="857" y="5549"/>
                    <a:pt x="667" y="5978"/>
                    <a:pt x="310" y="6431"/>
                  </a:cubicBezTo>
                  <a:cubicBezTo>
                    <a:pt x="0" y="6883"/>
                    <a:pt x="48" y="7193"/>
                    <a:pt x="143" y="7383"/>
                  </a:cubicBezTo>
                  <a:cubicBezTo>
                    <a:pt x="238" y="7574"/>
                    <a:pt x="476" y="7788"/>
                    <a:pt x="1095" y="7836"/>
                  </a:cubicBezTo>
                  <a:lnTo>
                    <a:pt x="1095" y="8812"/>
                  </a:lnTo>
                  <a:cubicBezTo>
                    <a:pt x="1095" y="9455"/>
                    <a:pt x="1619" y="9979"/>
                    <a:pt x="2286" y="9979"/>
                  </a:cubicBezTo>
                  <a:cubicBezTo>
                    <a:pt x="2858" y="9979"/>
                    <a:pt x="3167" y="10003"/>
                    <a:pt x="3310" y="10122"/>
                  </a:cubicBezTo>
                  <a:cubicBezTo>
                    <a:pt x="3429" y="10241"/>
                    <a:pt x="3477" y="10527"/>
                    <a:pt x="3501" y="11051"/>
                  </a:cubicBezTo>
                  <a:cubicBezTo>
                    <a:pt x="3525" y="11170"/>
                    <a:pt x="3620" y="11241"/>
                    <a:pt x="3739" y="11241"/>
                  </a:cubicBezTo>
                  <a:lnTo>
                    <a:pt x="6954" y="11241"/>
                  </a:lnTo>
                  <a:cubicBezTo>
                    <a:pt x="7049" y="11193"/>
                    <a:pt x="7097" y="11098"/>
                    <a:pt x="7097" y="11027"/>
                  </a:cubicBezTo>
                  <a:cubicBezTo>
                    <a:pt x="7073" y="10598"/>
                    <a:pt x="7049" y="10265"/>
                    <a:pt x="7049" y="10003"/>
                  </a:cubicBezTo>
                  <a:cubicBezTo>
                    <a:pt x="7049" y="9884"/>
                    <a:pt x="6954" y="9788"/>
                    <a:pt x="6835" y="9788"/>
                  </a:cubicBezTo>
                  <a:cubicBezTo>
                    <a:pt x="6835" y="9788"/>
                    <a:pt x="6620" y="9884"/>
                    <a:pt x="6620" y="10003"/>
                  </a:cubicBezTo>
                  <a:cubicBezTo>
                    <a:pt x="6620" y="10241"/>
                    <a:pt x="6620" y="10479"/>
                    <a:pt x="6644" y="10812"/>
                  </a:cubicBezTo>
                  <a:lnTo>
                    <a:pt x="3929" y="10812"/>
                  </a:lnTo>
                  <a:cubicBezTo>
                    <a:pt x="3882" y="10336"/>
                    <a:pt x="3810" y="10003"/>
                    <a:pt x="3572" y="9788"/>
                  </a:cubicBezTo>
                  <a:cubicBezTo>
                    <a:pt x="3310" y="9550"/>
                    <a:pt x="2905" y="9550"/>
                    <a:pt x="2262" y="9550"/>
                  </a:cubicBezTo>
                  <a:cubicBezTo>
                    <a:pt x="1858" y="9550"/>
                    <a:pt x="1524" y="9217"/>
                    <a:pt x="1500" y="8788"/>
                  </a:cubicBezTo>
                  <a:lnTo>
                    <a:pt x="1500" y="8502"/>
                  </a:lnTo>
                  <a:cubicBezTo>
                    <a:pt x="1667" y="8502"/>
                    <a:pt x="1858" y="8574"/>
                    <a:pt x="2072" y="8693"/>
                  </a:cubicBezTo>
                  <a:cubicBezTo>
                    <a:pt x="2096" y="8717"/>
                    <a:pt x="2143" y="8717"/>
                    <a:pt x="2167" y="8717"/>
                  </a:cubicBezTo>
                  <a:cubicBezTo>
                    <a:pt x="2262" y="8717"/>
                    <a:pt x="2334" y="8693"/>
                    <a:pt x="2358" y="8621"/>
                  </a:cubicBezTo>
                  <a:cubicBezTo>
                    <a:pt x="2429" y="8502"/>
                    <a:pt x="2381" y="8383"/>
                    <a:pt x="2286" y="8312"/>
                  </a:cubicBezTo>
                  <a:cubicBezTo>
                    <a:pt x="2096" y="8193"/>
                    <a:pt x="1524" y="8074"/>
                    <a:pt x="1524" y="8074"/>
                  </a:cubicBezTo>
                  <a:lnTo>
                    <a:pt x="1524" y="7621"/>
                  </a:lnTo>
                  <a:cubicBezTo>
                    <a:pt x="1524" y="7502"/>
                    <a:pt x="1429" y="7407"/>
                    <a:pt x="1310" y="7407"/>
                  </a:cubicBezTo>
                  <a:cubicBezTo>
                    <a:pt x="905" y="7407"/>
                    <a:pt x="595" y="7312"/>
                    <a:pt x="524" y="7169"/>
                  </a:cubicBezTo>
                  <a:cubicBezTo>
                    <a:pt x="476" y="7074"/>
                    <a:pt x="524" y="6883"/>
                    <a:pt x="667" y="6692"/>
                  </a:cubicBezTo>
                  <a:cubicBezTo>
                    <a:pt x="953" y="6288"/>
                    <a:pt x="1310" y="5740"/>
                    <a:pt x="1310" y="5311"/>
                  </a:cubicBezTo>
                  <a:cubicBezTo>
                    <a:pt x="1310" y="3501"/>
                    <a:pt x="2763" y="2025"/>
                    <a:pt x="4596" y="2001"/>
                  </a:cubicBezTo>
                  <a:lnTo>
                    <a:pt x="4596" y="2001"/>
                  </a:lnTo>
                  <a:cubicBezTo>
                    <a:pt x="4501" y="2263"/>
                    <a:pt x="4477" y="2549"/>
                    <a:pt x="4477" y="2835"/>
                  </a:cubicBezTo>
                  <a:cubicBezTo>
                    <a:pt x="4477" y="4406"/>
                    <a:pt x="5739" y="5692"/>
                    <a:pt x="7335" y="5692"/>
                  </a:cubicBezTo>
                  <a:cubicBezTo>
                    <a:pt x="7549" y="5692"/>
                    <a:pt x="7764" y="5668"/>
                    <a:pt x="7978" y="5621"/>
                  </a:cubicBezTo>
                  <a:lnTo>
                    <a:pt x="7978" y="5621"/>
                  </a:lnTo>
                  <a:cubicBezTo>
                    <a:pt x="7930" y="6121"/>
                    <a:pt x="7764" y="6597"/>
                    <a:pt x="7502" y="7026"/>
                  </a:cubicBezTo>
                  <a:cubicBezTo>
                    <a:pt x="7287" y="7359"/>
                    <a:pt x="7121" y="7669"/>
                    <a:pt x="7001" y="7955"/>
                  </a:cubicBezTo>
                  <a:cubicBezTo>
                    <a:pt x="6954" y="8050"/>
                    <a:pt x="7001" y="8169"/>
                    <a:pt x="7073" y="8240"/>
                  </a:cubicBezTo>
                  <a:cubicBezTo>
                    <a:pt x="7121" y="8264"/>
                    <a:pt x="7168" y="8264"/>
                    <a:pt x="7192" y="8264"/>
                  </a:cubicBezTo>
                  <a:cubicBezTo>
                    <a:pt x="7287" y="8264"/>
                    <a:pt x="7359" y="8217"/>
                    <a:pt x="7406" y="8145"/>
                  </a:cubicBezTo>
                  <a:cubicBezTo>
                    <a:pt x="7525" y="7859"/>
                    <a:pt x="7668" y="7574"/>
                    <a:pt x="7859" y="7264"/>
                  </a:cubicBezTo>
                  <a:cubicBezTo>
                    <a:pt x="8192" y="6716"/>
                    <a:pt x="8383" y="6097"/>
                    <a:pt x="8407" y="5478"/>
                  </a:cubicBezTo>
                  <a:cubicBezTo>
                    <a:pt x="9454" y="5073"/>
                    <a:pt x="10193" y="4049"/>
                    <a:pt x="10193" y="2858"/>
                  </a:cubicBezTo>
                  <a:cubicBezTo>
                    <a:pt x="10193" y="1263"/>
                    <a:pt x="8907" y="1"/>
                    <a:pt x="7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44" name="Google Shape;4244;p59"/>
            <p:cNvSpPr/>
            <p:nvPr/>
          </p:nvSpPr>
          <p:spPr>
            <a:xfrm>
              <a:off x="5799724" y="1567068"/>
              <a:ext cx="109984" cy="102573"/>
            </a:xfrm>
            <a:custGeom>
              <a:rect b="b" l="l" r="r" t="t"/>
              <a:pathLst>
                <a:path extrusionOk="0" h="3097" w="3121">
                  <a:moveTo>
                    <a:pt x="2001" y="429"/>
                  </a:moveTo>
                  <a:cubicBezTo>
                    <a:pt x="2168" y="429"/>
                    <a:pt x="2334" y="477"/>
                    <a:pt x="2501" y="525"/>
                  </a:cubicBezTo>
                  <a:lnTo>
                    <a:pt x="548" y="2501"/>
                  </a:lnTo>
                  <a:cubicBezTo>
                    <a:pt x="477" y="2335"/>
                    <a:pt x="453" y="2144"/>
                    <a:pt x="453" y="1977"/>
                  </a:cubicBezTo>
                  <a:cubicBezTo>
                    <a:pt x="453" y="1120"/>
                    <a:pt x="1144" y="429"/>
                    <a:pt x="2001" y="429"/>
                  </a:cubicBezTo>
                  <a:close/>
                  <a:moveTo>
                    <a:pt x="1977" y="1"/>
                  </a:moveTo>
                  <a:cubicBezTo>
                    <a:pt x="905" y="1"/>
                    <a:pt x="0" y="882"/>
                    <a:pt x="0" y="1977"/>
                  </a:cubicBezTo>
                  <a:cubicBezTo>
                    <a:pt x="0" y="2335"/>
                    <a:pt x="96" y="2692"/>
                    <a:pt x="286" y="2978"/>
                  </a:cubicBezTo>
                  <a:cubicBezTo>
                    <a:pt x="310" y="3049"/>
                    <a:pt x="382" y="3097"/>
                    <a:pt x="429" y="3097"/>
                  </a:cubicBezTo>
                  <a:lnTo>
                    <a:pt x="477" y="3097"/>
                  </a:lnTo>
                  <a:cubicBezTo>
                    <a:pt x="524" y="3097"/>
                    <a:pt x="572" y="3073"/>
                    <a:pt x="620" y="3025"/>
                  </a:cubicBezTo>
                  <a:lnTo>
                    <a:pt x="3025" y="620"/>
                  </a:lnTo>
                  <a:cubicBezTo>
                    <a:pt x="3096" y="572"/>
                    <a:pt x="3120" y="501"/>
                    <a:pt x="3096" y="429"/>
                  </a:cubicBezTo>
                  <a:cubicBezTo>
                    <a:pt x="3096" y="358"/>
                    <a:pt x="3049" y="310"/>
                    <a:pt x="3001" y="287"/>
                  </a:cubicBezTo>
                  <a:cubicBezTo>
                    <a:pt x="2692" y="96"/>
                    <a:pt x="2334" y="1"/>
                    <a:pt x="19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45" name="Google Shape;4245;p59"/>
            <p:cNvSpPr/>
            <p:nvPr/>
          </p:nvSpPr>
          <p:spPr>
            <a:xfrm>
              <a:off x="5829924" y="1595485"/>
              <a:ext cx="109984" cy="102540"/>
            </a:xfrm>
            <a:custGeom>
              <a:rect b="b" l="l" r="r" t="t"/>
              <a:pathLst>
                <a:path extrusionOk="0" h="3096" w="3121">
                  <a:moveTo>
                    <a:pt x="2573" y="595"/>
                  </a:moveTo>
                  <a:cubicBezTo>
                    <a:pt x="2644" y="762"/>
                    <a:pt x="2668" y="929"/>
                    <a:pt x="2668" y="1119"/>
                  </a:cubicBezTo>
                  <a:cubicBezTo>
                    <a:pt x="2668" y="1977"/>
                    <a:pt x="1977" y="2667"/>
                    <a:pt x="1144" y="2667"/>
                  </a:cubicBezTo>
                  <a:cubicBezTo>
                    <a:pt x="953" y="2667"/>
                    <a:pt x="787" y="2620"/>
                    <a:pt x="620" y="2572"/>
                  </a:cubicBezTo>
                  <a:lnTo>
                    <a:pt x="2573" y="595"/>
                  </a:lnTo>
                  <a:close/>
                  <a:moveTo>
                    <a:pt x="2668" y="0"/>
                  </a:moveTo>
                  <a:cubicBezTo>
                    <a:pt x="2597" y="0"/>
                    <a:pt x="2549" y="24"/>
                    <a:pt x="2501" y="72"/>
                  </a:cubicBezTo>
                  <a:lnTo>
                    <a:pt x="72" y="2477"/>
                  </a:lnTo>
                  <a:cubicBezTo>
                    <a:pt x="48" y="2524"/>
                    <a:pt x="1" y="2596"/>
                    <a:pt x="25" y="2667"/>
                  </a:cubicBezTo>
                  <a:cubicBezTo>
                    <a:pt x="25" y="2715"/>
                    <a:pt x="72" y="2786"/>
                    <a:pt x="120" y="2810"/>
                  </a:cubicBezTo>
                  <a:cubicBezTo>
                    <a:pt x="429" y="3001"/>
                    <a:pt x="787" y="3096"/>
                    <a:pt x="1144" y="3096"/>
                  </a:cubicBezTo>
                  <a:cubicBezTo>
                    <a:pt x="2216" y="3096"/>
                    <a:pt x="3120" y="2215"/>
                    <a:pt x="3120" y="1119"/>
                  </a:cubicBezTo>
                  <a:cubicBezTo>
                    <a:pt x="3120" y="762"/>
                    <a:pt x="3025" y="429"/>
                    <a:pt x="2835" y="119"/>
                  </a:cubicBezTo>
                  <a:cubicBezTo>
                    <a:pt x="2811" y="48"/>
                    <a:pt x="2739" y="24"/>
                    <a:pt x="2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46" name="Google Shape;4246;p59"/>
            <p:cNvSpPr/>
            <p:nvPr/>
          </p:nvSpPr>
          <p:spPr>
            <a:xfrm>
              <a:off x="5846239" y="1828945"/>
              <a:ext cx="18959" cy="14738"/>
            </a:xfrm>
            <a:custGeom>
              <a:rect b="b" l="l" r="r" t="t"/>
              <a:pathLst>
                <a:path extrusionOk="0" h="445" w="538">
                  <a:moveTo>
                    <a:pt x="252" y="0"/>
                  </a:moveTo>
                  <a:cubicBezTo>
                    <a:pt x="181" y="0"/>
                    <a:pt x="109" y="48"/>
                    <a:pt x="62" y="119"/>
                  </a:cubicBezTo>
                  <a:cubicBezTo>
                    <a:pt x="1" y="282"/>
                    <a:pt x="113" y="444"/>
                    <a:pt x="266" y="444"/>
                  </a:cubicBezTo>
                  <a:cubicBezTo>
                    <a:pt x="292" y="444"/>
                    <a:pt x="319" y="439"/>
                    <a:pt x="347" y="429"/>
                  </a:cubicBezTo>
                  <a:cubicBezTo>
                    <a:pt x="395" y="405"/>
                    <a:pt x="443" y="357"/>
                    <a:pt x="467" y="310"/>
                  </a:cubicBezTo>
                  <a:cubicBezTo>
                    <a:pt x="538" y="143"/>
                    <a:pt x="419" y="0"/>
                    <a:pt x="2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47" name="Google Shape;4247;p59"/>
            <p:cNvSpPr/>
            <p:nvPr/>
          </p:nvSpPr>
          <p:spPr>
            <a:xfrm>
              <a:off x="5668811" y="1690903"/>
              <a:ext cx="42817" cy="22124"/>
            </a:xfrm>
            <a:custGeom>
              <a:rect b="b" l="l" r="r" t="t"/>
              <a:pathLst>
                <a:path extrusionOk="0" h="668" w="1215">
                  <a:moveTo>
                    <a:pt x="239" y="1"/>
                  </a:moveTo>
                  <a:cubicBezTo>
                    <a:pt x="96" y="1"/>
                    <a:pt x="0" y="96"/>
                    <a:pt x="0" y="215"/>
                  </a:cubicBezTo>
                  <a:cubicBezTo>
                    <a:pt x="0" y="334"/>
                    <a:pt x="96" y="429"/>
                    <a:pt x="239" y="429"/>
                  </a:cubicBezTo>
                  <a:cubicBezTo>
                    <a:pt x="310" y="429"/>
                    <a:pt x="405" y="477"/>
                    <a:pt x="524" y="525"/>
                  </a:cubicBezTo>
                  <a:cubicBezTo>
                    <a:pt x="667" y="596"/>
                    <a:pt x="834" y="667"/>
                    <a:pt x="1001" y="667"/>
                  </a:cubicBezTo>
                  <a:cubicBezTo>
                    <a:pt x="1120" y="667"/>
                    <a:pt x="1215" y="572"/>
                    <a:pt x="1215" y="429"/>
                  </a:cubicBezTo>
                  <a:cubicBezTo>
                    <a:pt x="1215" y="310"/>
                    <a:pt x="1120" y="215"/>
                    <a:pt x="1001" y="215"/>
                  </a:cubicBezTo>
                  <a:cubicBezTo>
                    <a:pt x="929" y="215"/>
                    <a:pt x="810" y="167"/>
                    <a:pt x="691" y="120"/>
                  </a:cubicBezTo>
                  <a:cubicBezTo>
                    <a:pt x="572" y="72"/>
                    <a:pt x="405" y="1"/>
                    <a:pt x="2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248" name="Google Shape;4248;p59"/>
          <p:cNvGrpSpPr/>
          <p:nvPr/>
        </p:nvGrpSpPr>
        <p:grpSpPr>
          <a:xfrm>
            <a:off x="6403122" y="1537890"/>
            <a:ext cx="396979" cy="373097"/>
            <a:chOff x="6403122" y="1537890"/>
            <a:chExt cx="396979" cy="373097"/>
          </a:xfrm>
        </p:grpSpPr>
        <p:sp>
          <p:nvSpPr>
            <p:cNvPr id="4249" name="Google Shape;4249;p59"/>
            <p:cNvSpPr/>
            <p:nvPr/>
          </p:nvSpPr>
          <p:spPr>
            <a:xfrm>
              <a:off x="6403122" y="1537890"/>
              <a:ext cx="396979" cy="373097"/>
            </a:xfrm>
            <a:custGeom>
              <a:rect b="b" l="l" r="r" t="t"/>
              <a:pathLst>
                <a:path extrusionOk="0" h="11265" w="11265">
                  <a:moveTo>
                    <a:pt x="453" y="1"/>
                  </a:moveTo>
                  <a:cubicBezTo>
                    <a:pt x="214" y="1"/>
                    <a:pt x="0" y="191"/>
                    <a:pt x="0" y="429"/>
                  </a:cubicBezTo>
                  <a:lnTo>
                    <a:pt x="0" y="882"/>
                  </a:lnTo>
                  <a:cubicBezTo>
                    <a:pt x="0" y="1120"/>
                    <a:pt x="214" y="1310"/>
                    <a:pt x="453" y="1310"/>
                  </a:cubicBezTo>
                  <a:lnTo>
                    <a:pt x="738" y="1310"/>
                  </a:lnTo>
                  <a:cubicBezTo>
                    <a:pt x="905" y="1310"/>
                    <a:pt x="1024" y="1453"/>
                    <a:pt x="1024" y="1596"/>
                  </a:cubicBezTo>
                  <a:lnTo>
                    <a:pt x="1024" y="4311"/>
                  </a:lnTo>
                  <a:cubicBezTo>
                    <a:pt x="1024" y="4932"/>
                    <a:pt x="1171" y="5525"/>
                    <a:pt x="1453" y="6056"/>
                  </a:cubicBezTo>
                  <a:lnTo>
                    <a:pt x="1453" y="6056"/>
                  </a:lnTo>
                  <a:lnTo>
                    <a:pt x="1453" y="1096"/>
                  </a:lnTo>
                  <a:cubicBezTo>
                    <a:pt x="1453" y="977"/>
                    <a:pt x="1358" y="882"/>
                    <a:pt x="1238" y="882"/>
                  </a:cubicBezTo>
                  <a:lnTo>
                    <a:pt x="453" y="882"/>
                  </a:lnTo>
                  <a:lnTo>
                    <a:pt x="453" y="429"/>
                  </a:lnTo>
                  <a:lnTo>
                    <a:pt x="1691" y="429"/>
                  </a:lnTo>
                  <a:cubicBezTo>
                    <a:pt x="2048" y="429"/>
                    <a:pt x="2334" y="739"/>
                    <a:pt x="2334" y="1096"/>
                  </a:cubicBezTo>
                  <a:lnTo>
                    <a:pt x="2334" y="4335"/>
                  </a:lnTo>
                  <a:cubicBezTo>
                    <a:pt x="2334" y="5668"/>
                    <a:pt x="3429" y="6740"/>
                    <a:pt x="4763" y="6740"/>
                  </a:cubicBezTo>
                  <a:lnTo>
                    <a:pt x="4977" y="6740"/>
                  </a:lnTo>
                  <a:cubicBezTo>
                    <a:pt x="5096" y="6740"/>
                    <a:pt x="5192" y="6645"/>
                    <a:pt x="5192" y="6526"/>
                  </a:cubicBezTo>
                  <a:lnTo>
                    <a:pt x="5192" y="5025"/>
                  </a:lnTo>
                  <a:cubicBezTo>
                    <a:pt x="5192" y="4930"/>
                    <a:pt x="5120" y="4835"/>
                    <a:pt x="5025" y="4811"/>
                  </a:cubicBezTo>
                  <a:cubicBezTo>
                    <a:pt x="5012" y="4809"/>
                    <a:pt x="5000" y="4808"/>
                    <a:pt x="4988" y="4808"/>
                  </a:cubicBezTo>
                  <a:cubicBezTo>
                    <a:pt x="4862" y="4808"/>
                    <a:pt x="4763" y="4917"/>
                    <a:pt x="4763" y="5025"/>
                  </a:cubicBezTo>
                  <a:lnTo>
                    <a:pt x="4763" y="6288"/>
                  </a:lnTo>
                  <a:cubicBezTo>
                    <a:pt x="3668" y="6288"/>
                    <a:pt x="2786" y="5407"/>
                    <a:pt x="2786" y="4311"/>
                  </a:cubicBezTo>
                  <a:lnTo>
                    <a:pt x="2786" y="1096"/>
                  </a:lnTo>
                  <a:cubicBezTo>
                    <a:pt x="2786" y="477"/>
                    <a:pt x="2286" y="1"/>
                    <a:pt x="1691" y="1"/>
                  </a:cubicBezTo>
                  <a:close/>
                  <a:moveTo>
                    <a:pt x="1453" y="6056"/>
                  </a:moveTo>
                  <a:lnTo>
                    <a:pt x="1453" y="6597"/>
                  </a:lnTo>
                  <a:cubicBezTo>
                    <a:pt x="1453" y="7145"/>
                    <a:pt x="1905" y="7597"/>
                    <a:pt x="2477" y="7597"/>
                  </a:cubicBezTo>
                  <a:lnTo>
                    <a:pt x="2974" y="7597"/>
                  </a:lnTo>
                  <a:cubicBezTo>
                    <a:pt x="2665" y="7428"/>
                    <a:pt x="2378" y="7213"/>
                    <a:pt x="2120" y="6954"/>
                  </a:cubicBezTo>
                  <a:cubicBezTo>
                    <a:pt x="1848" y="6683"/>
                    <a:pt x="1625" y="6381"/>
                    <a:pt x="1453" y="6056"/>
                  </a:cubicBezTo>
                  <a:close/>
                  <a:moveTo>
                    <a:pt x="4311" y="1"/>
                  </a:moveTo>
                  <a:cubicBezTo>
                    <a:pt x="4072" y="1"/>
                    <a:pt x="3882" y="191"/>
                    <a:pt x="3882" y="429"/>
                  </a:cubicBezTo>
                  <a:lnTo>
                    <a:pt x="3882" y="882"/>
                  </a:lnTo>
                  <a:cubicBezTo>
                    <a:pt x="3882" y="1120"/>
                    <a:pt x="4072" y="1310"/>
                    <a:pt x="4311" y="1310"/>
                  </a:cubicBezTo>
                  <a:lnTo>
                    <a:pt x="4549" y="1310"/>
                  </a:lnTo>
                  <a:cubicBezTo>
                    <a:pt x="4668" y="1310"/>
                    <a:pt x="4763" y="1406"/>
                    <a:pt x="4763" y="1525"/>
                  </a:cubicBezTo>
                  <a:lnTo>
                    <a:pt x="4763" y="3025"/>
                  </a:lnTo>
                  <a:cubicBezTo>
                    <a:pt x="4763" y="3144"/>
                    <a:pt x="4834" y="3239"/>
                    <a:pt x="4954" y="3239"/>
                  </a:cubicBezTo>
                  <a:cubicBezTo>
                    <a:pt x="4968" y="3242"/>
                    <a:pt x="4982" y="3243"/>
                    <a:pt x="4996" y="3243"/>
                  </a:cubicBezTo>
                  <a:cubicBezTo>
                    <a:pt x="5115" y="3243"/>
                    <a:pt x="5192" y="3153"/>
                    <a:pt x="5192" y="3025"/>
                  </a:cubicBezTo>
                  <a:lnTo>
                    <a:pt x="5192" y="1525"/>
                  </a:lnTo>
                  <a:cubicBezTo>
                    <a:pt x="5192" y="1168"/>
                    <a:pt x="4906" y="882"/>
                    <a:pt x="4549" y="882"/>
                  </a:cubicBezTo>
                  <a:lnTo>
                    <a:pt x="4311" y="882"/>
                  </a:lnTo>
                  <a:lnTo>
                    <a:pt x="4311" y="429"/>
                  </a:lnTo>
                  <a:lnTo>
                    <a:pt x="6954" y="429"/>
                  </a:lnTo>
                  <a:lnTo>
                    <a:pt x="6954" y="882"/>
                  </a:lnTo>
                  <a:lnTo>
                    <a:pt x="6740" y="882"/>
                  </a:lnTo>
                  <a:cubicBezTo>
                    <a:pt x="6382" y="882"/>
                    <a:pt x="6073" y="1168"/>
                    <a:pt x="6073" y="1525"/>
                  </a:cubicBezTo>
                  <a:lnTo>
                    <a:pt x="6073" y="6573"/>
                  </a:lnTo>
                  <a:cubicBezTo>
                    <a:pt x="6073" y="6669"/>
                    <a:pt x="6144" y="6740"/>
                    <a:pt x="6239" y="6740"/>
                  </a:cubicBezTo>
                  <a:lnTo>
                    <a:pt x="7049" y="6740"/>
                  </a:lnTo>
                  <a:cubicBezTo>
                    <a:pt x="8097" y="6740"/>
                    <a:pt x="8931" y="5907"/>
                    <a:pt x="8931" y="4859"/>
                  </a:cubicBezTo>
                  <a:lnTo>
                    <a:pt x="8931" y="953"/>
                  </a:lnTo>
                  <a:cubicBezTo>
                    <a:pt x="8931" y="667"/>
                    <a:pt x="9169" y="429"/>
                    <a:pt x="9454" y="429"/>
                  </a:cubicBezTo>
                  <a:lnTo>
                    <a:pt x="10836" y="429"/>
                  </a:lnTo>
                  <a:lnTo>
                    <a:pt x="10836" y="882"/>
                  </a:lnTo>
                  <a:lnTo>
                    <a:pt x="10550" y="882"/>
                  </a:lnTo>
                  <a:cubicBezTo>
                    <a:pt x="10145" y="882"/>
                    <a:pt x="9812" y="1191"/>
                    <a:pt x="9812" y="1596"/>
                  </a:cubicBezTo>
                  <a:lnTo>
                    <a:pt x="9812" y="4335"/>
                  </a:lnTo>
                  <a:cubicBezTo>
                    <a:pt x="9812" y="6145"/>
                    <a:pt x="8335" y="7621"/>
                    <a:pt x="6501" y="7621"/>
                  </a:cubicBezTo>
                  <a:lnTo>
                    <a:pt x="6287" y="7621"/>
                  </a:lnTo>
                  <a:cubicBezTo>
                    <a:pt x="6168" y="7621"/>
                    <a:pt x="6073" y="7717"/>
                    <a:pt x="6073" y="7836"/>
                  </a:cubicBezTo>
                  <a:lnTo>
                    <a:pt x="6073" y="9717"/>
                  </a:lnTo>
                  <a:cubicBezTo>
                    <a:pt x="6073" y="10074"/>
                    <a:pt x="6359" y="10384"/>
                    <a:pt x="6740" y="10384"/>
                  </a:cubicBezTo>
                  <a:lnTo>
                    <a:pt x="6954" y="10384"/>
                  </a:lnTo>
                  <a:lnTo>
                    <a:pt x="6954" y="10812"/>
                  </a:lnTo>
                  <a:lnTo>
                    <a:pt x="4311" y="10812"/>
                  </a:lnTo>
                  <a:lnTo>
                    <a:pt x="4311" y="10384"/>
                  </a:lnTo>
                  <a:lnTo>
                    <a:pt x="4763" y="10384"/>
                  </a:lnTo>
                  <a:cubicBezTo>
                    <a:pt x="5001" y="10384"/>
                    <a:pt x="5192" y="10169"/>
                    <a:pt x="5192" y="9931"/>
                  </a:cubicBezTo>
                  <a:lnTo>
                    <a:pt x="5192" y="7740"/>
                  </a:lnTo>
                  <a:cubicBezTo>
                    <a:pt x="5192" y="7669"/>
                    <a:pt x="5120" y="7597"/>
                    <a:pt x="5049" y="7597"/>
                  </a:cubicBezTo>
                  <a:lnTo>
                    <a:pt x="2974" y="7597"/>
                  </a:lnTo>
                  <a:cubicBezTo>
                    <a:pt x="3516" y="7895"/>
                    <a:pt x="4125" y="8050"/>
                    <a:pt x="4763" y="8050"/>
                  </a:cubicBezTo>
                  <a:lnTo>
                    <a:pt x="4763" y="9788"/>
                  </a:lnTo>
                  <a:cubicBezTo>
                    <a:pt x="4763" y="9860"/>
                    <a:pt x="4692" y="9931"/>
                    <a:pt x="4620" y="9931"/>
                  </a:cubicBezTo>
                  <a:lnTo>
                    <a:pt x="4168" y="9931"/>
                  </a:lnTo>
                  <a:cubicBezTo>
                    <a:pt x="4025" y="9931"/>
                    <a:pt x="3882" y="10074"/>
                    <a:pt x="3882" y="10217"/>
                  </a:cubicBezTo>
                  <a:lnTo>
                    <a:pt x="3882" y="10812"/>
                  </a:lnTo>
                  <a:cubicBezTo>
                    <a:pt x="3882" y="11051"/>
                    <a:pt x="4072" y="11265"/>
                    <a:pt x="4334" y="11265"/>
                  </a:cubicBezTo>
                  <a:lnTo>
                    <a:pt x="6954" y="11265"/>
                  </a:lnTo>
                  <a:cubicBezTo>
                    <a:pt x="7216" y="11265"/>
                    <a:pt x="7406" y="11051"/>
                    <a:pt x="7406" y="10812"/>
                  </a:cubicBezTo>
                  <a:lnTo>
                    <a:pt x="7406" y="10384"/>
                  </a:lnTo>
                  <a:cubicBezTo>
                    <a:pt x="7406" y="10122"/>
                    <a:pt x="7216" y="9931"/>
                    <a:pt x="6954" y="9931"/>
                  </a:cubicBezTo>
                  <a:lnTo>
                    <a:pt x="6740" y="9931"/>
                  </a:lnTo>
                  <a:cubicBezTo>
                    <a:pt x="6621" y="9931"/>
                    <a:pt x="6525" y="9836"/>
                    <a:pt x="6525" y="9717"/>
                  </a:cubicBezTo>
                  <a:lnTo>
                    <a:pt x="6525" y="8074"/>
                  </a:lnTo>
                  <a:cubicBezTo>
                    <a:pt x="7525" y="8074"/>
                    <a:pt x="8454" y="7669"/>
                    <a:pt x="9169" y="6978"/>
                  </a:cubicBezTo>
                  <a:cubicBezTo>
                    <a:pt x="9859" y="6264"/>
                    <a:pt x="10264" y="5335"/>
                    <a:pt x="10264" y="4335"/>
                  </a:cubicBezTo>
                  <a:lnTo>
                    <a:pt x="10264" y="1572"/>
                  </a:lnTo>
                  <a:cubicBezTo>
                    <a:pt x="10264" y="1430"/>
                    <a:pt x="10383" y="1310"/>
                    <a:pt x="10526" y="1310"/>
                  </a:cubicBezTo>
                  <a:lnTo>
                    <a:pt x="10883" y="1310"/>
                  </a:lnTo>
                  <a:cubicBezTo>
                    <a:pt x="11098" y="1310"/>
                    <a:pt x="11264" y="1144"/>
                    <a:pt x="11264" y="906"/>
                  </a:cubicBezTo>
                  <a:lnTo>
                    <a:pt x="11264" y="429"/>
                  </a:lnTo>
                  <a:cubicBezTo>
                    <a:pt x="11264" y="191"/>
                    <a:pt x="11074" y="1"/>
                    <a:pt x="10836" y="1"/>
                  </a:cubicBezTo>
                  <a:lnTo>
                    <a:pt x="9597" y="1"/>
                  </a:lnTo>
                  <a:cubicBezTo>
                    <a:pt x="8978" y="1"/>
                    <a:pt x="8502" y="477"/>
                    <a:pt x="8502" y="1096"/>
                  </a:cubicBezTo>
                  <a:lnTo>
                    <a:pt x="8502" y="4311"/>
                  </a:lnTo>
                  <a:cubicBezTo>
                    <a:pt x="8502" y="5383"/>
                    <a:pt x="7597" y="6264"/>
                    <a:pt x="6525" y="6264"/>
                  </a:cubicBezTo>
                  <a:lnTo>
                    <a:pt x="6525" y="1525"/>
                  </a:lnTo>
                  <a:cubicBezTo>
                    <a:pt x="6525" y="1406"/>
                    <a:pt x="6621" y="1310"/>
                    <a:pt x="6740" y="1310"/>
                  </a:cubicBezTo>
                  <a:lnTo>
                    <a:pt x="6954" y="1310"/>
                  </a:lnTo>
                  <a:cubicBezTo>
                    <a:pt x="7192" y="1310"/>
                    <a:pt x="7406" y="1120"/>
                    <a:pt x="7406" y="882"/>
                  </a:cubicBezTo>
                  <a:lnTo>
                    <a:pt x="7406" y="429"/>
                  </a:lnTo>
                  <a:cubicBezTo>
                    <a:pt x="7406" y="191"/>
                    <a:pt x="7192" y="1"/>
                    <a:pt x="69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50" name="Google Shape;4250;p59"/>
            <p:cNvSpPr/>
            <p:nvPr/>
          </p:nvSpPr>
          <p:spPr>
            <a:xfrm>
              <a:off x="6569274" y="1664076"/>
              <a:ext cx="19347" cy="14242"/>
            </a:xfrm>
            <a:custGeom>
              <a:rect b="b" l="l" r="r" t="t"/>
              <a:pathLst>
                <a:path extrusionOk="0" h="430" w="549">
                  <a:moveTo>
                    <a:pt x="262" y="1"/>
                  </a:moveTo>
                  <a:cubicBezTo>
                    <a:pt x="191" y="1"/>
                    <a:pt x="119" y="25"/>
                    <a:pt x="72" y="96"/>
                  </a:cubicBezTo>
                  <a:cubicBezTo>
                    <a:pt x="0" y="263"/>
                    <a:pt x="119" y="430"/>
                    <a:pt x="262" y="430"/>
                  </a:cubicBezTo>
                  <a:cubicBezTo>
                    <a:pt x="429" y="430"/>
                    <a:pt x="548" y="263"/>
                    <a:pt x="453" y="96"/>
                  </a:cubicBezTo>
                  <a:cubicBezTo>
                    <a:pt x="429" y="25"/>
                    <a:pt x="358" y="1"/>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251" name="Google Shape;4251;p59"/>
          <p:cNvGrpSpPr/>
          <p:nvPr/>
        </p:nvGrpSpPr>
        <p:grpSpPr>
          <a:xfrm>
            <a:off x="7244578" y="1537838"/>
            <a:ext cx="358333" cy="372312"/>
            <a:chOff x="7378034" y="1110928"/>
            <a:chExt cx="376202" cy="415898"/>
          </a:xfrm>
        </p:grpSpPr>
        <p:sp>
          <p:nvSpPr>
            <p:cNvPr id="4252" name="Google Shape;4252;p59"/>
            <p:cNvSpPr/>
            <p:nvPr/>
          </p:nvSpPr>
          <p:spPr>
            <a:xfrm>
              <a:off x="7442331" y="1317989"/>
              <a:ext cx="19903" cy="16463"/>
            </a:xfrm>
            <a:custGeom>
              <a:rect b="b" l="l" r="r" t="t"/>
              <a:pathLst>
                <a:path extrusionOk="0" h="445" w="538">
                  <a:moveTo>
                    <a:pt x="262" y="0"/>
                  </a:moveTo>
                  <a:cubicBezTo>
                    <a:pt x="120" y="0"/>
                    <a:pt x="0" y="143"/>
                    <a:pt x="72" y="310"/>
                  </a:cubicBezTo>
                  <a:cubicBezTo>
                    <a:pt x="72" y="357"/>
                    <a:pt x="120" y="405"/>
                    <a:pt x="191" y="429"/>
                  </a:cubicBezTo>
                  <a:cubicBezTo>
                    <a:pt x="219" y="439"/>
                    <a:pt x="247" y="444"/>
                    <a:pt x="274" y="444"/>
                  </a:cubicBezTo>
                  <a:cubicBezTo>
                    <a:pt x="426" y="444"/>
                    <a:pt x="538" y="285"/>
                    <a:pt x="477" y="143"/>
                  </a:cubicBezTo>
                  <a:cubicBezTo>
                    <a:pt x="429" y="48"/>
                    <a:pt x="358" y="0"/>
                    <a:pt x="2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53" name="Google Shape;4253;p59"/>
            <p:cNvSpPr/>
            <p:nvPr/>
          </p:nvSpPr>
          <p:spPr>
            <a:xfrm>
              <a:off x="7378034" y="1110928"/>
              <a:ext cx="376202" cy="415898"/>
            </a:xfrm>
            <a:custGeom>
              <a:rect b="b" l="l" r="r" t="t"/>
              <a:pathLst>
                <a:path extrusionOk="0" h="11242" w="10169">
                  <a:moveTo>
                    <a:pt x="7311" y="429"/>
                  </a:moveTo>
                  <a:cubicBezTo>
                    <a:pt x="7906" y="429"/>
                    <a:pt x="8407" y="929"/>
                    <a:pt x="8407" y="1549"/>
                  </a:cubicBezTo>
                  <a:cubicBezTo>
                    <a:pt x="8407" y="2144"/>
                    <a:pt x="7906" y="2644"/>
                    <a:pt x="7311" y="2644"/>
                  </a:cubicBezTo>
                  <a:cubicBezTo>
                    <a:pt x="6454" y="2644"/>
                    <a:pt x="5763" y="3335"/>
                    <a:pt x="5763" y="4168"/>
                  </a:cubicBezTo>
                  <a:cubicBezTo>
                    <a:pt x="5763" y="4406"/>
                    <a:pt x="5835" y="4621"/>
                    <a:pt x="5930" y="4835"/>
                  </a:cubicBezTo>
                  <a:cubicBezTo>
                    <a:pt x="5311" y="4406"/>
                    <a:pt x="4882" y="3668"/>
                    <a:pt x="4882" y="2858"/>
                  </a:cubicBezTo>
                  <a:cubicBezTo>
                    <a:pt x="4882" y="1525"/>
                    <a:pt x="5977" y="429"/>
                    <a:pt x="7311" y="429"/>
                  </a:cubicBezTo>
                  <a:close/>
                  <a:moveTo>
                    <a:pt x="8692" y="882"/>
                  </a:moveTo>
                  <a:cubicBezTo>
                    <a:pt x="9335" y="1310"/>
                    <a:pt x="9740" y="2049"/>
                    <a:pt x="9740" y="2858"/>
                  </a:cubicBezTo>
                  <a:cubicBezTo>
                    <a:pt x="9740" y="4192"/>
                    <a:pt x="8645" y="5264"/>
                    <a:pt x="7311" y="5264"/>
                  </a:cubicBezTo>
                  <a:cubicBezTo>
                    <a:pt x="6716" y="5264"/>
                    <a:pt x="6216" y="4787"/>
                    <a:pt x="6216" y="4168"/>
                  </a:cubicBezTo>
                  <a:cubicBezTo>
                    <a:pt x="6216" y="3573"/>
                    <a:pt x="6716" y="3073"/>
                    <a:pt x="7311" y="3073"/>
                  </a:cubicBezTo>
                  <a:cubicBezTo>
                    <a:pt x="8168" y="3073"/>
                    <a:pt x="8859" y="2382"/>
                    <a:pt x="8859" y="1549"/>
                  </a:cubicBezTo>
                  <a:cubicBezTo>
                    <a:pt x="8859" y="1310"/>
                    <a:pt x="8788" y="1072"/>
                    <a:pt x="8692" y="882"/>
                  </a:cubicBezTo>
                  <a:close/>
                  <a:moveTo>
                    <a:pt x="7311" y="1"/>
                  </a:moveTo>
                  <a:cubicBezTo>
                    <a:pt x="6192" y="1"/>
                    <a:pt x="5215" y="644"/>
                    <a:pt x="4763" y="1572"/>
                  </a:cubicBezTo>
                  <a:lnTo>
                    <a:pt x="4644" y="1572"/>
                  </a:lnTo>
                  <a:cubicBezTo>
                    <a:pt x="3620" y="1572"/>
                    <a:pt x="2691" y="1953"/>
                    <a:pt x="1953" y="2668"/>
                  </a:cubicBezTo>
                  <a:cubicBezTo>
                    <a:pt x="1238" y="3382"/>
                    <a:pt x="857" y="4311"/>
                    <a:pt x="857" y="5311"/>
                  </a:cubicBezTo>
                  <a:cubicBezTo>
                    <a:pt x="857" y="5549"/>
                    <a:pt x="643" y="5954"/>
                    <a:pt x="310" y="6431"/>
                  </a:cubicBezTo>
                  <a:cubicBezTo>
                    <a:pt x="0" y="6883"/>
                    <a:pt x="48" y="7193"/>
                    <a:pt x="119" y="7383"/>
                  </a:cubicBezTo>
                  <a:cubicBezTo>
                    <a:pt x="238" y="7574"/>
                    <a:pt x="476" y="7788"/>
                    <a:pt x="1072" y="7836"/>
                  </a:cubicBezTo>
                  <a:lnTo>
                    <a:pt x="1072" y="8812"/>
                  </a:lnTo>
                  <a:cubicBezTo>
                    <a:pt x="1072" y="9455"/>
                    <a:pt x="1596" y="9979"/>
                    <a:pt x="2262" y="9979"/>
                  </a:cubicBezTo>
                  <a:cubicBezTo>
                    <a:pt x="2834" y="9979"/>
                    <a:pt x="3144" y="10003"/>
                    <a:pt x="3286" y="10122"/>
                  </a:cubicBezTo>
                  <a:cubicBezTo>
                    <a:pt x="3429" y="10241"/>
                    <a:pt x="3453" y="10527"/>
                    <a:pt x="3501" y="11051"/>
                  </a:cubicBezTo>
                  <a:cubicBezTo>
                    <a:pt x="3501" y="11170"/>
                    <a:pt x="3596" y="11241"/>
                    <a:pt x="3715" y="11241"/>
                  </a:cubicBezTo>
                  <a:lnTo>
                    <a:pt x="6954" y="11241"/>
                  </a:lnTo>
                  <a:cubicBezTo>
                    <a:pt x="7049" y="11193"/>
                    <a:pt x="7097" y="11098"/>
                    <a:pt x="7097" y="11027"/>
                  </a:cubicBezTo>
                  <a:cubicBezTo>
                    <a:pt x="7073" y="10598"/>
                    <a:pt x="7049" y="10265"/>
                    <a:pt x="7049" y="10003"/>
                  </a:cubicBezTo>
                  <a:cubicBezTo>
                    <a:pt x="7049" y="9884"/>
                    <a:pt x="6954" y="9788"/>
                    <a:pt x="6835" y="9788"/>
                  </a:cubicBezTo>
                  <a:cubicBezTo>
                    <a:pt x="6716" y="9788"/>
                    <a:pt x="6620" y="9884"/>
                    <a:pt x="6620" y="10003"/>
                  </a:cubicBezTo>
                  <a:cubicBezTo>
                    <a:pt x="6620" y="10241"/>
                    <a:pt x="6620" y="10479"/>
                    <a:pt x="6644" y="10812"/>
                  </a:cubicBezTo>
                  <a:lnTo>
                    <a:pt x="3929" y="10812"/>
                  </a:lnTo>
                  <a:cubicBezTo>
                    <a:pt x="3882" y="10336"/>
                    <a:pt x="3810" y="10003"/>
                    <a:pt x="3572" y="9788"/>
                  </a:cubicBezTo>
                  <a:cubicBezTo>
                    <a:pt x="3310" y="9550"/>
                    <a:pt x="2905" y="9550"/>
                    <a:pt x="2262" y="9550"/>
                  </a:cubicBezTo>
                  <a:cubicBezTo>
                    <a:pt x="1858" y="9550"/>
                    <a:pt x="1500" y="9217"/>
                    <a:pt x="1500" y="8788"/>
                  </a:cubicBezTo>
                  <a:lnTo>
                    <a:pt x="1500" y="8502"/>
                  </a:lnTo>
                  <a:lnTo>
                    <a:pt x="2167" y="8502"/>
                  </a:lnTo>
                  <a:cubicBezTo>
                    <a:pt x="2262" y="8502"/>
                    <a:pt x="2381" y="8431"/>
                    <a:pt x="2381" y="8312"/>
                  </a:cubicBezTo>
                  <a:cubicBezTo>
                    <a:pt x="2405" y="8169"/>
                    <a:pt x="2310" y="8074"/>
                    <a:pt x="2167" y="8074"/>
                  </a:cubicBezTo>
                  <a:lnTo>
                    <a:pt x="1500" y="8074"/>
                  </a:lnTo>
                  <a:lnTo>
                    <a:pt x="1500" y="7621"/>
                  </a:lnTo>
                  <a:cubicBezTo>
                    <a:pt x="1500" y="7502"/>
                    <a:pt x="1405" y="7407"/>
                    <a:pt x="1286" y="7407"/>
                  </a:cubicBezTo>
                  <a:cubicBezTo>
                    <a:pt x="881" y="7407"/>
                    <a:pt x="595" y="7312"/>
                    <a:pt x="524" y="7169"/>
                  </a:cubicBezTo>
                  <a:cubicBezTo>
                    <a:pt x="452" y="7074"/>
                    <a:pt x="524" y="6883"/>
                    <a:pt x="667" y="6692"/>
                  </a:cubicBezTo>
                  <a:cubicBezTo>
                    <a:pt x="953" y="6288"/>
                    <a:pt x="1286" y="5740"/>
                    <a:pt x="1286" y="5311"/>
                  </a:cubicBezTo>
                  <a:cubicBezTo>
                    <a:pt x="1286" y="3501"/>
                    <a:pt x="2762" y="2049"/>
                    <a:pt x="4572" y="2025"/>
                  </a:cubicBezTo>
                  <a:lnTo>
                    <a:pt x="4572" y="2025"/>
                  </a:lnTo>
                  <a:cubicBezTo>
                    <a:pt x="4501" y="2287"/>
                    <a:pt x="4453" y="2549"/>
                    <a:pt x="4453" y="2858"/>
                  </a:cubicBezTo>
                  <a:cubicBezTo>
                    <a:pt x="4453" y="4430"/>
                    <a:pt x="5739" y="5716"/>
                    <a:pt x="7311" y="5716"/>
                  </a:cubicBezTo>
                  <a:cubicBezTo>
                    <a:pt x="7525" y="5716"/>
                    <a:pt x="7740" y="5692"/>
                    <a:pt x="7954" y="5621"/>
                  </a:cubicBezTo>
                  <a:lnTo>
                    <a:pt x="7954" y="5621"/>
                  </a:lnTo>
                  <a:cubicBezTo>
                    <a:pt x="7906" y="6121"/>
                    <a:pt x="7740" y="6597"/>
                    <a:pt x="7478" y="7026"/>
                  </a:cubicBezTo>
                  <a:cubicBezTo>
                    <a:pt x="7263" y="7359"/>
                    <a:pt x="7121" y="7669"/>
                    <a:pt x="6978" y="7978"/>
                  </a:cubicBezTo>
                  <a:cubicBezTo>
                    <a:pt x="6954" y="8074"/>
                    <a:pt x="6978" y="8193"/>
                    <a:pt x="7073" y="8264"/>
                  </a:cubicBezTo>
                  <a:cubicBezTo>
                    <a:pt x="7121" y="8264"/>
                    <a:pt x="7144" y="8288"/>
                    <a:pt x="7192" y="8288"/>
                  </a:cubicBezTo>
                  <a:cubicBezTo>
                    <a:pt x="7263" y="8288"/>
                    <a:pt x="7359" y="8240"/>
                    <a:pt x="7383" y="8145"/>
                  </a:cubicBezTo>
                  <a:cubicBezTo>
                    <a:pt x="7502" y="7859"/>
                    <a:pt x="7668" y="7574"/>
                    <a:pt x="7859" y="7264"/>
                  </a:cubicBezTo>
                  <a:cubicBezTo>
                    <a:pt x="8192" y="6740"/>
                    <a:pt x="8383" y="6121"/>
                    <a:pt x="8407" y="5502"/>
                  </a:cubicBezTo>
                  <a:cubicBezTo>
                    <a:pt x="9454" y="5073"/>
                    <a:pt x="10169" y="4049"/>
                    <a:pt x="10169" y="2858"/>
                  </a:cubicBezTo>
                  <a:cubicBezTo>
                    <a:pt x="10169" y="1287"/>
                    <a:pt x="8883" y="1"/>
                    <a:pt x="73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54" name="Google Shape;4254;p59"/>
            <p:cNvSpPr/>
            <p:nvPr/>
          </p:nvSpPr>
          <p:spPr>
            <a:xfrm>
              <a:off x="7638812" y="1159392"/>
              <a:ext cx="20273" cy="16759"/>
            </a:xfrm>
            <a:custGeom>
              <a:rect b="b" l="l" r="r" t="t"/>
              <a:pathLst>
                <a:path extrusionOk="0" h="453" w="548">
                  <a:moveTo>
                    <a:pt x="262" y="0"/>
                  </a:moveTo>
                  <a:cubicBezTo>
                    <a:pt x="167" y="0"/>
                    <a:pt x="95" y="48"/>
                    <a:pt x="72" y="120"/>
                  </a:cubicBezTo>
                  <a:cubicBezTo>
                    <a:pt x="0" y="286"/>
                    <a:pt x="119" y="453"/>
                    <a:pt x="262" y="453"/>
                  </a:cubicBezTo>
                  <a:cubicBezTo>
                    <a:pt x="429" y="453"/>
                    <a:pt x="548" y="286"/>
                    <a:pt x="453" y="96"/>
                  </a:cubicBezTo>
                  <a:cubicBezTo>
                    <a:pt x="405" y="48"/>
                    <a:pt x="357" y="0"/>
                    <a:pt x="2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9"/>
            <p:cNvSpPr/>
            <p:nvPr/>
          </p:nvSpPr>
          <p:spPr>
            <a:xfrm>
              <a:off x="7638442" y="1257170"/>
              <a:ext cx="19792" cy="16463"/>
            </a:xfrm>
            <a:custGeom>
              <a:rect b="b" l="l" r="r" t="t"/>
              <a:pathLst>
                <a:path extrusionOk="0" h="445" w="535">
                  <a:moveTo>
                    <a:pt x="272" y="1"/>
                  </a:moveTo>
                  <a:cubicBezTo>
                    <a:pt x="177" y="1"/>
                    <a:pt x="105" y="48"/>
                    <a:pt x="82" y="120"/>
                  </a:cubicBezTo>
                  <a:cubicBezTo>
                    <a:pt x="0" y="282"/>
                    <a:pt x="127" y="445"/>
                    <a:pt x="269" y="445"/>
                  </a:cubicBezTo>
                  <a:cubicBezTo>
                    <a:pt x="294" y="445"/>
                    <a:pt x="319" y="440"/>
                    <a:pt x="344" y="429"/>
                  </a:cubicBezTo>
                  <a:cubicBezTo>
                    <a:pt x="415" y="406"/>
                    <a:pt x="463" y="358"/>
                    <a:pt x="486" y="287"/>
                  </a:cubicBezTo>
                  <a:cubicBezTo>
                    <a:pt x="534" y="144"/>
                    <a:pt x="415" y="1"/>
                    <a:pt x="2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56" name="Google Shape;4256;p59"/>
            <p:cNvSpPr/>
            <p:nvPr/>
          </p:nvSpPr>
          <p:spPr>
            <a:xfrm>
              <a:off x="7623459" y="1436040"/>
              <a:ext cx="19792" cy="16463"/>
            </a:xfrm>
            <a:custGeom>
              <a:rect b="b" l="l" r="r" t="t"/>
              <a:pathLst>
                <a:path extrusionOk="0" h="445" w="535">
                  <a:moveTo>
                    <a:pt x="272" y="0"/>
                  </a:moveTo>
                  <a:cubicBezTo>
                    <a:pt x="177" y="0"/>
                    <a:pt x="106" y="48"/>
                    <a:pt x="82" y="119"/>
                  </a:cubicBezTo>
                  <a:cubicBezTo>
                    <a:pt x="0" y="282"/>
                    <a:pt x="127" y="444"/>
                    <a:pt x="269" y="444"/>
                  </a:cubicBezTo>
                  <a:cubicBezTo>
                    <a:pt x="294" y="444"/>
                    <a:pt x="319" y="439"/>
                    <a:pt x="344" y="429"/>
                  </a:cubicBezTo>
                  <a:cubicBezTo>
                    <a:pt x="415" y="405"/>
                    <a:pt x="463" y="357"/>
                    <a:pt x="487" y="310"/>
                  </a:cubicBezTo>
                  <a:cubicBezTo>
                    <a:pt x="534" y="143"/>
                    <a:pt x="415" y="0"/>
                    <a:pt x="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257" name="Google Shape;4257;p59"/>
          <p:cNvGrpSpPr/>
          <p:nvPr/>
        </p:nvGrpSpPr>
        <p:grpSpPr>
          <a:xfrm>
            <a:off x="8037016" y="1587569"/>
            <a:ext cx="397014" cy="272942"/>
            <a:chOff x="8037016" y="1587569"/>
            <a:chExt cx="397014" cy="272942"/>
          </a:xfrm>
        </p:grpSpPr>
        <p:sp>
          <p:nvSpPr>
            <p:cNvPr id="4258" name="Google Shape;4258;p59"/>
            <p:cNvSpPr/>
            <p:nvPr/>
          </p:nvSpPr>
          <p:spPr>
            <a:xfrm>
              <a:off x="8037016" y="1587569"/>
              <a:ext cx="397014" cy="272942"/>
            </a:xfrm>
            <a:custGeom>
              <a:rect b="b" l="l" r="r" t="t"/>
              <a:pathLst>
                <a:path extrusionOk="0" h="8241" w="11266">
                  <a:moveTo>
                    <a:pt x="5383" y="6740"/>
                  </a:moveTo>
                  <a:cubicBezTo>
                    <a:pt x="5740" y="6907"/>
                    <a:pt x="6121" y="7026"/>
                    <a:pt x="6502" y="7050"/>
                  </a:cubicBezTo>
                  <a:cubicBezTo>
                    <a:pt x="6621" y="7264"/>
                    <a:pt x="6764" y="7455"/>
                    <a:pt x="6931" y="7622"/>
                  </a:cubicBezTo>
                  <a:cubicBezTo>
                    <a:pt x="6812" y="7669"/>
                    <a:pt x="6693" y="7717"/>
                    <a:pt x="6598" y="7741"/>
                  </a:cubicBezTo>
                  <a:cubicBezTo>
                    <a:pt x="6448" y="7781"/>
                    <a:pt x="6295" y="7800"/>
                    <a:pt x="6142" y="7800"/>
                  </a:cubicBezTo>
                  <a:cubicBezTo>
                    <a:pt x="5661" y="7800"/>
                    <a:pt x="5184" y="7608"/>
                    <a:pt x="4859" y="7264"/>
                  </a:cubicBezTo>
                  <a:cubicBezTo>
                    <a:pt x="5073" y="7121"/>
                    <a:pt x="5264" y="6931"/>
                    <a:pt x="5383" y="6740"/>
                  </a:cubicBezTo>
                  <a:close/>
                  <a:moveTo>
                    <a:pt x="5026" y="453"/>
                  </a:moveTo>
                  <a:cubicBezTo>
                    <a:pt x="5264" y="453"/>
                    <a:pt x="5502" y="549"/>
                    <a:pt x="5669" y="739"/>
                  </a:cubicBezTo>
                  <a:cubicBezTo>
                    <a:pt x="5645" y="763"/>
                    <a:pt x="5597" y="787"/>
                    <a:pt x="5550" y="834"/>
                  </a:cubicBezTo>
                  <a:cubicBezTo>
                    <a:pt x="5550" y="834"/>
                    <a:pt x="5526" y="858"/>
                    <a:pt x="5526" y="882"/>
                  </a:cubicBezTo>
                  <a:cubicBezTo>
                    <a:pt x="5502" y="1073"/>
                    <a:pt x="5621" y="1168"/>
                    <a:pt x="5740" y="1168"/>
                  </a:cubicBezTo>
                  <a:cubicBezTo>
                    <a:pt x="5835" y="1168"/>
                    <a:pt x="5907" y="1120"/>
                    <a:pt x="5955" y="1025"/>
                  </a:cubicBezTo>
                  <a:cubicBezTo>
                    <a:pt x="5971" y="1008"/>
                    <a:pt x="6000" y="991"/>
                    <a:pt x="6032" y="991"/>
                  </a:cubicBezTo>
                  <a:cubicBezTo>
                    <a:pt x="6046" y="991"/>
                    <a:pt x="6060" y="994"/>
                    <a:pt x="6074" y="1001"/>
                  </a:cubicBezTo>
                  <a:lnTo>
                    <a:pt x="6097" y="1001"/>
                  </a:lnTo>
                  <a:cubicBezTo>
                    <a:pt x="6359" y="858"/>
                    <a:pt x="6645" y="787"/>
                    <a:pt x="6931" y="787"/>
                  </a:cubicBezTo>
                  <a:cubicBezTo>
                    <a:pt x="7574" y="787"/>
                    <a:pt x="8169" y="1144"/>
                    <a:pt x="8479" y="1716"/>
                  </a:cubicBezTo>
                  <a:cubicBezTo>
                    <a:pt x="8598" y="1978"/>
                    <a:pt x="8669" y="2287"/>
                    <a:pt x="8669" y="2597"/>
                  </a:cubicBezTo>
                  <a:cubicBezTo>
                    <a:pt x="8669" y="2621"/>
                    <a:pt x="8669" y="2644"/>
                    <a:pt x="8693" y="2644"/>
                  </a:cubicBezTo>
                  <a:cubicBezTo>
                    <a:pt x="8761" y="2712"/>
                    <a:pt x="8832" y="2741"/>
                    <a:pt x="8895" y="2741"/>
                  </a:cubicBezTo>
                  <a:cubicBezTo>
                    <a:pt x="9009" y="2741"/>
                    <a:pt x="9098" y="2648"/>
                    <a:pt x="9098" y="2525"/>
                  </a:cubicBezTo>
                  <a:cubicBezTo>
                    <a:pt x="9098" y="2263"/>
                    <a:pt x="9074" y="2025"/>
                    <a:pt x="8979" y="1787"/>
                  </a:cubicBezTo>
                  <a:cubicBezTo>
                    <a:pt x="9598" y="1787"/>
                    <a:pt x="10074" y="2287"/>
                    <a:pt x="10074" y="2882"/>
                  </a:cubicBezTo>
                  <a:cubicBezTo>
                    <a:pt x="10074" y="3002"/>
                    <a:pt x="10074" y="3097"/>
                    <a:pt x="10051" y="3192"/>
                  </a:cubicBezTo>
                  <a:cubicBezTo>
                    <a:pt x="9979" y="3383"/>
                    <a:pt x="9884" y="3573"/>
                    <a:pt x="9717" y="3692"/>
                  </a:cubicBezTo>
                  <a:cubicBezTo>
                    <a:pt x="9693" y="3716"/>
                    <a:pt x="9693" y="3740"/>
                    <a:pt x="9693" y="3764"/>
                  </a:cubicBezTo>
                  <a:cubicBezTo>
                    <a:pt x="9693" y="3954"/>
                    <a:pt x="9812" y="4026"/>
                    <a:pt x="9932" y="4026"/>
                  </a:cubicBezTo>
                  <a:cubicBezTo>
                    <a:pt x="9979" y="4026"/>
                    <a:pt x="10027" y="4002"/>
                    <a:pt x="10074" y="3978"/>
                  </a:cubicBezTo>
                  <a:cubicBezTo>
                    <a:pt x="10193" y="3859"/>
                    <a:pt x="10289" y="3716"/>
                    <a:pt x="10360" y="3573"/>
                  </a:cubicBezTo>
                  <a:cubicBezTo>
                    <a:pt x="10860" y="3907"/>
                    <a:pt x="11027" y="4597"/>
                    <a:pt x="10551" y="5192"/>
                  </a:cubicBezTo>
                  <a:cubicBezTo>
                    <a:pt x="10527" y="5240"/>
                    <a:pt x="10503" y="5264"/>
                    <a:pt x="10479" y="5288"/>
                  </a:cubicBezTo>
                  <a:cubicBezTo>
                    <a:pt x="10245" y="5466"/>
                    <a:pt x="9989" y="5551"/>
                    <a:pt x="9742" y="5551"/>
                  </a:cubicBezTo>
                  <a:cubicBezTo>
                    <a:pt x="9463" y="5551"/>
                    <a:pt x="9194" y="5442"/>
                    <a:pt x="8979" y="5240"/>
                  </a:cubicBezTo>
                  <a:cubicBezTo>
                    <a:pt x="8836" y="5097"/>
                    <a:pt x="8717" y="4907"/>
                    <a:pt x="8669" y="4669"/>
                  </a:cubicBezTo>
                  <a:cubicBezTo>
                    <a:pt x="8669" y="4645"/>
                    <a:pt x="8646" y="4621"/>
                    <a:pt x="8622" y="4621"/>
                  </a:cubicBezTo>
                  <a:cubicBezTo>
                    <a:pt x="8569" y="4586"/>
                    <a:pt x="8519" y="4571"/>
                    <a:pt x="8472" y="4571"/>
                  </a:cubicBezTo>
                  <a:cubicBezTo>
                    <a:pt x="8329" y="4571"/>
                    <a:pt x="8229" y="4715"/>
                    <a:pt x="8265" y="4859"/>
                  </a:cubicBezTo>
                  <a:cubicBezTo>
                    <a:pt x="8312" y="5073"/>
                    <a:pt x="8431" y="5264"/>
                    <a:pt x="8574" y="5454"/>
                  </a:cubicBezTo>
                  <a:cubicBezTo>
                    <a:pt x="8526" y="5526"/>
                    <a:pt x="8479" y="5597"/>
                    <a:pt x="8431" y="5669"/>
                  </a:cubicBezTo>
                  <a:cubicBezTo>
                    <a:pt x="8407" y="5693"/>
                    <a:pt x="8407" y="5716"/>
                    <a:pt x="8407" y="5740"/>
                  </a:cubicBezTo>
                  <a:cubicBezTo>
                    <a:pt x="8449" y="5893"/>
                    <a:pt x="8556" y="5965"/>
                    <a:pt x="8656" y="5965"/>
                  </a:cubicBezTo>
                  <a:cubicBezTo>
                    <a:pt x="8728" y="5965"/>
                    <a:pt x="8796" y="5929"/>
                    <a:pt x="8836" y="5859"/>
                  </a:cubicBezTo>
                  <a:cubicBezTo>
                    <a:pt x="8860" y="5812"/>
                    <a:pt x="8884" y="5788"/>
                    <a:pt x="8908" y="5740"/>
                  </a:cubicBezTo>
                  <a:cubicBezTo>
                    <a:pt x="9146" y="5907"/>
                    <a:pt x="9431" y="5978"/>
                    <a:pt x="9741" y="5978"/>
                  </a:cubicBezTo>
                  <a:cubicBezTo>
                    <a:pt x="9884" y="5978"/>
                    <a:pt x="10051" y="5955"/>
                    <a:pt x="10193" y="5907"/>
                  </a:cubicBezTo>
                  <a:cubicBezTo>
                    <a:pt x="10193" y="5955"/>
                    <a:pt x="10193" y="6002"/>
                    <a:pt x="10193" y="6074"/>
                  </a:cubicBezTo>
                  <a:cubicBezTo>
                    <a:pt x="10193" y="7026"/>
                    <a:pt x="9408" y="7812"/>
                    <a:pt x="8455" y="7812"/>
                  </a:cubicBezTo>
                  <a:cubicBezTo>
                    <a:pt x="7860" y="7812"/>
                    <a:pt x="7312" y="7502"/>
                    <a:pt x="7002" y="7026"/>
                  </a:cubicBezTo>
                  <a:cubicBezTo>
                    <a:pt x="7050" y="7002"/>
                    <a:pt x="7098" y="7002"/>
                    <a:pt x="7169" y="6979"/>
                  </a:cubicBezTo>
                  <a:cubicBezTo>
                    <a:pt x="7169" y="6979"/>
                    <a:pt x="7193" y="6955"/>
                    <a:pt x="7193" y="6955"/>
                  </a:cubicBezTo>
                  <a:cubicBezTo>
                    <a:pt x="7328" y="6753"/>
                    <a:pt x="7187" y="6572"/>
                    <a:pt x="7011" y="6572"/>
                  </a:cubicBezTo>
                  <a:cubicBezTo>
                    <a:pt x="7000" y="6572"/>
                    <a:pt x="6989" y="6572"/>
                    <a:pt x="6979" y="6574"/>
                  </a:cubicBezTo>
                  <a:cubicBezTo>
                    <a:pt x="6883" y="6598"/>
                    <a:pt x="6764" y="6598"/>
                    <a:pt x="6645" y="6598"/>
                  </a:cubicBezTo>
                  <a:cubicBezTo>
                    <a:pt x="6216" y="6598"/>
                    <a:pt x="5788" y="6478"/>
                    <a:pt x="5431" y="6240"/>
                  </a:cubicBezTo>
                  <a:cubicBezTo>
                    <a:pt x="5288" y="6145"/>
                    <a:pt x="5169" y="6026"/>
                    <a:pt x="5050" y="5907"/>
                  </a:cubicBezTo>
                  <a:cubicBezTo>
                    <a:pt x="5026" y="5907"/>
                    <a:pt x="5002" y="5883"/>
                    <a:pt x="4978" y="5883"/>
                  </a:cubicBezTo>
                  <a:cubicBezTo>
                    <a:pt x="4716" y="5883"/>
                    <a:pt x="4669" y="6145"/>
                    <a:pt x="4788" y="6264"/>
                  </a:cubicBezTo>
                  <a:cubicBezTo>
                    <a:pt x="4859" y="6359"/>
                    <a:pt x="4954" y="6431"/>
                    <a:pt x="5026" y="6478"/>
                  </a:cubicBezTo>
                  <a:cubicBezTo>
                    <a:pt x="4788" y="6859"/>
                    <a:pt x="4359" y="7098"/>
                    <a:pt x="3906" y="7098"/>
                  </a:cubicBezTo>
                  <a:cubicBezTo>
                    <a:pt x="3263" y="7098"/>
                    <a:pt x="2716" y="6645"/>
                    <a:pt x="2597" y="6026"/>
                  </a:cubicBezTo>
                  <a:cubicBezTo>
                    <a:pt x="2597" y="6026"/>
                    <a:pt x="2597" y="6002"/>
                    <a:pt x="2549" y="6002"/>
                  </a:cubicBezTo>
                  <a:cubicBezTo>
                    <a:pt x="2501" y="6002"/>
                    <a:pt x="2478" y="5955"/>
                    <a:pt x="2501" y="5931"/>
                  </a:cubicBezTo>
                  <a:cubicBezTo>
                    <a:pt x="2643" y="5736"/>
                    <a:pt x="2522" y="5542"/>
                    <a:pt x="2343" y="5542"/>
                  </a:cubicBezTo>
                  <a:cubicBezTo>
                    <a:pt x="2281" y="5542"/>
                    <a:pt x="2212" y="5566"/>
                    <a:pt x="2144" y="5621"/>
                  </a:cubicBezTo>
                  <a:cubicBezTo>
                    <a:pt x="2144" y="5645"/>
                    <a:pt x="2120" y="5669"/>
                    <a:pt x="2120" y="5693"/>
                  </a:cubicBezTo>
                  <a:cubicBezTo>
                    <a:pt x="2120" y="5740"/>
                    <a:pt x="2120" y="5812"/>
                    <a:pt x="2120" y="5859"/>
                  </a:cubicBezTo>
                  <a:cubicBezTo>
                    <a:pt x="1716" y="5859"/>
                    <a:pt x="1382" y="5550"/>
                    <a:pt x="1311" y="5169"/>
                  </a:cubicBezTo>
                  <a:lnTo>
                    <a:pt x="1311" y="5169"/>
                  </a:lnTo>
                  <a:cubicBezTo>
                    <a:pt x="1406" y="5192"/>
                    <a:pt x="1501" y="5192"/>
                    <a:pt x="1620" y="5192"/>
                  </a:cubicBezTo>
                  <a:cubicBezTo>
                    <a:pt x="1644" y="5192"/>
                    <a:pt x="1668" y="5169"/>
                    <a:pt x="1668" y="5169"/>
                  </a:cubicBezTo>
                  <a:cubicBezTo>
                    <a:pt x="1859" y="4978"/>
                    <a:pt x="1734" y="4749"/>
                    <a:pt x="1551" y="4749"/>
                  </a:cubicBezTo>
                  <a:cubicBezTo>
                    <a:pt x="1482" y="4749"/>
                    <a:pt x="1406" y="4781"/>
                    <a:pt x="1335" y="4859"/>
                  </a:cubicBezTo>
                  <a:cubicBezTo>
                    <a:pt x="1308" y="4886"/>
                    <a:pt x="1281" y="4899"/>
                    <a:pt x="1257" y="4899"/>
                  </a:cubicBezTo>
                  <a:cubicBezTo>
                    <a:pt x="1216" y="4899"/>
                    <a:pt x="1183" y="4862"/>
                    <a:pt x="1168" y="4788"/>
                  </a:cubicBezTo>
                  <a:cubicBezTo>
                    <a:pt x="1168" y="4669"/>
                    <a:pt x="1168" y="4669"/>
                    <a:pt x="1144" y="4669"/>
                  </a:cubicBezTo>
                  <a:cubicBezTo>
                    <a:pt x="715" y="4502"/>
                    <a:pt x="453" y="4121"/>
                    <a:pt x="453" y="3668"/>
                  </a:cubicBezTo>
                  <a:cubicBezTo>
                    <a:pt x="453" y="3240"/>
                    <a:pt x="692" y="2882"/>
                    <a:pt x="1049" y="2692"/>
                  </a:cubicBezTo>
                  <a:cubicBezTo>
                    <a:pt x="1073" y="2692"/>
                    <a:pt x="1073" y="2692"/>
                    <a:pt x="1073" y="2668"/>
                  </a:cubicBezTo>
                  <a:cubicBezTo>
                    <a:pt x="1120" y="2621"/>
                    <a:pt x="1192" y="2573"/>
                    <a:pt x="1287" y="2573"/>
                  </a:cubicBezTo>
                  <a:lnTo>
                    <a:pt x="1620" y="2573"/>
                  </a:lnTo>
                  <a:cubicBezTo>
                    <a:pt x="1644" y="2573"/>
                    <a:pt x="1668" y="2573"/>
                    <a:pt x="1692" y="2549"/>
                  </a:cubicBezTo>
                  <a:cubicBezTo>
                    <a:pt x="1858" y="2359"/>
                    <a:pt x="1739" y="2120"/>
                    <a:pt x="1549" y="2120"/>
                  </a:cubicBezTo>
                  <a:cubicBezTo>
                    <a:pt x="1430" y="2120"/>
                    <a:pt x="1311" y="2144"/>
                    <a:pt x="1215" y="2168"/>
                  </a:cubicBezTo>
                  <a:cubicBezTo>
                    <a:pt x="1311" y="1811"/>
                    <a:pt x="1644" y="1525"/>
                    <a:pt x="2049" y="1525"/>
                  </a:cubicBezTo>
                  <a:cubicBezTo>
                    <a:pt x="2097" y="1525"/>
                    <a:pt x="2168" y="1549"/>
                    <a:pt x="2216" y="1549"/>
                  </a:cubicBezTo>
                  <a:cubicBezTo>
                    <a:pt x="2382" y="1597"/>
                    <a:pt x="2549" y="1668"/>
                    <a:pt x="2668" y="1787"/>
                  </a:cubicBezTo>
                  <a:cubicBezTo>
                    <a:pt x="2692" y="1835"/>
                    <a:pt x="2763" y="1858"/>
                    <a:pt x="2811" y="1858"/>
                  </a:cubicBezTo>
                  <a:cubicBezTo>
                    <a:pt x="2930" y="1858"/>
                    <a:pt x="3049" y="1763"/>
                    <a:pt x="3049" y="1597"/>
                  </a:cubicBezTo>
                  <a:cubicBezTo>
                    <a:pt x="3049" y="1573"/>
                    <a:pt x="3049" y="1549"/>
                    <a:pt x="3025" y="1549"/>
                  </a:cubicBezTo>
                  <a:cubicBezTo>
                    <a:pt x="2882" y="1382"/>
                    <a:pt x="2740" y="1263"/>
                    <a:pt x="2549" y="1192"/>
                  </a:cubicBezTo>
                  <a:cubicBezTo>
                    <a:pt x="2740" y="834"/>
                    <a:pt x="3097" y="596"/>
                    <a:pt x="3525" y="596"/>
                  </a:cubicBezTo>
                  <a:cubicBezTo>
                    <a:pt x="3740" y="596"/>
                    <a:pt x="3930" y="644"/>
                    <a:pt x="4121" y="763"/>
                  </a:cubicBezTo>
                  <a:cubicBezTo>
                    <a:pt x="4130" y="759"/>
                    <a:pt x="4139" y="757"/>
                    <a:pt x="4149" y="757"/>
                  </a:cubicBezTo>
                  <a:cubicBezTo>
                    <a:pt x="4193" y="757"/>
                    <a:pt x="4244" y="796"/>
                    <a:pt x="4264" y="834"/>
                  </a:cubicBezTo>
                  <a:cubicBezTo>
                    <a:pt x="4287" y="930"/>
                    <a:pt x="4383" y="977"/>
                    <a:pt x="4454" y="977"/>
                  </a:cubicBezTo>
                  <a:cubicBezTo>
                    <a:pt x="4502" y="977"/>
                    <a:pt x="4573" y="954"/>
                    <a:pt x="4597" y="906"/>
                  </a:cubicBezTo>
                  <a:cubicBezTo>
                    <a:pt x="4692" y="811"/>
                    <a:pt x="4692" y="668"/>
                    <a:pt x="4597" y="596"/>
                  </a:cubicBezTo>
                  <a:cubicBezTo>
                    <a:pt x="4597" y="596"/>
                    <a:pt x="4597" y="573"/>
                    <a:pt x="4573" y="573"/>
                  </a:cubicBezTo>
                  <a:cubicBezTo>
                    <a:pt x="4716" y="477"/>
                    <a:pt x="4859" y="453"/>
                    <a:pt x="5026" y="453"/>
                  </a:cubicBezTo>
                  <a:close/>
                  <a:moveTo>
                    <a:pt x="5026" y="1"/>
                  </a:moveTo>
                  <a:cubicBezTo>
                    <a:pt x="4716" y="1"/>
                    <a:pt x="4430" y="120"/>
                    <a:pt x="4192" y="287"/>
                  </a:cubicBezTo>
                  <a:cubicBezTo>
                    <a:pt x="3978" y="191"/>
                    <a:pt x="3764" y="144"/>
                    <a:pt x="3525" y="144"/>
                  </a:cubicBezTo>
                  <a:cubicBezTo>
                    <a:pt x="2906" y="144"/>
                    <a:pt x="2335" y="525"/>
                    <a:pt x="2097" y="1096"/>
                  </a:cubicBezTo>
                  <a:lnTo>
                    <a:pt x="2049" y="1096"/>
                  </a:lnTo>
                  <a:cubicBezTo>
                    <a:pt x="1335" y="1096"/>
                    <a:pt x="763" y="1668"/>
                    <a:pt x="739" y="2359"/>
                  </a:cubicBezTo>
                  <a:cubicBezTo>
                    <a:pt x="287" y="2644"/>
                    <a:pt x="1" y="3121"/>
                    <a:pt x="1" y="3668"/>
                  </a:cubicBezTo>
                  <a:cubicBezTo>
                    <a:pt x="1" y="4240"/>
                    <a:pt x="334" y="4764"/>
                    <a:pt x="834" y="5026"/>
                  </a:cubicBezTo>
                  <a:cubicBezTo>
                    <a:pt x="858" y="5740"/>
                    <a:pt x="1430" y="6312"/>
                    <a:pt x="2144" y="6312"/>
                  </a:cubicBezTo>
                  <a:lnTo>
                    <a:pt x="2192" y="6312"/>
                  </a:lnTo>
                  <a:cubicBezTo>
                    <a:pt x="2430" y="7026"/>
                    <a:pt x="3121" y="7550"/>
                    <a:pt x="3906" y="7550"/>
                  </a:cubicBezTo>
                  <a:cubicBezTo>
                    <a:pt x="4097" y="7550"/>
                    <a:pt x="4287" y="7502"/>
                    <a:pt x="4454" y="7455"/>
                  </a:cubicBezTo>
                  <a:cubicBezTo>
                    <a:pt x="4692" y="7764"/>
                    <a:pt x="5026" y="7979"/>
                    <a:pt x="5407" y="8122"/>
                  </a:cubicBezTo>
                  <a:cubicBezTo>
                    <a:pt x="5645" y="8193"/>
                    <a:pt x="5883" y="8241"/>
                    <a:pt x="6121" y="8241"/>
                  </a:cubicBezTo>
                  <a:cubicBezTo>
                    <a:pt x="6312" y="8241"/>
                    <a:pt x="6502" y="8217"/>
                    <a:pt x="6693" y="8169"/>
                  </a:cubicBezTo>
                  <a:cubicBezTo>
                    <a:pt x="6907" y="8122"/>
                    <a:pt x="7098" y="8026"/>
                    <a:pt x="7288" y="7907"/>
                  </a:cubicBezTo>
                  <a:cubicBezTo>
                    <a:pt x="7622" y="8122"/>
                    <a:pt x="8026" y="8241"/>
                    <a:pt x="8455" y="8241"/>
                  </a:cubicBezTo>
                  <a:cubicBezTo>
                    <a:pt x="9646" y="8241"/>
                    <a:pt x="10622" y="7264"/>
                    <a:pt x="10622" y="6074"/>
                  </a:cubicBezTo>
                  <a:cubicBezTo>
                    <a:pt x="10622" y="5955"/>
                    <a:pt x="10622" y="5835"/>
                    <a:pt x="10598" y="5716"/>
                  </a:cubicBezTo>
                  <a:cubicBezTo>
                    <a:pt x="11003" y="5431"/>
                    <a:pt x="11265" y="4978"/>
                    <a:pt x="11265" y="4454"/>
                  </a:cubicBezTo>
                  <a:cubicBezTo>
                    <a:pt x="11265" y="3907"/>
                    <a:pt x="10979" y="3406"/>
                    <a:pt x="10503" y="3121"/>
                  </a:cubicBezTo>
                  <a:cubicBezTo>
                    <a:pt x="10503" y="3049"/>
                    <a:pt x="10527" y="2978"/>
                    <a:pt x="10527" y="2882"/>
                  </a:cubicBezTo>
                  <a:cubicBezTo>
                    <a:pt x="10527" y="2049"/>
                    <a:pt x="9836" y="1358"/>
                    <a:pt x="9003" y="1358"/>
                  </a:cubicBezTo>
                  <a:lnTo>
                    <a:pt x="8765" y="1358"/>
                  </a:lnTo>
                  <a:cubicBezTo>
                    <a:pt x="8384" y="739"/>
                    <a:pt x="7693" y="334"/>
                    <a:pt x="6931" y="334"/>
                  </a:cubicBezTo>
                  <a:cubicBezTo>
                    <a:pt x="6621" y="334"/>
                    <a:pt x="6336" y="406"/>
                    <a:pt x="6050" y="525"/>
                  </a:cubicBezTo>
                  <a:cubicBezTo>
                    <a:pt x="5812" y="191"/>
                    <a:pt x="5431" y="1"/>
                    <a:pt x="50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59" name="Google Shape;4259;p59"/>
            <p:cNvSpPr/>
            <p:nvPr/>
          </p:nvSpPr>
          <p:spPr>
            <a:xfrm>
              <a:off x="8307547" y="1793441"/>
              <a:ext cx="19030" cy="14507"/>
            </a:xfrm>
            <a:custGeom>
              <a:rect b="b" l="l" r="r" t="t"/>
              <a:pathLst>
                <a:path extrusionOk="0" h="438" w="540">
                  <a:moveTo>
                    <a:pt x="254" y="1"/>
                  </a:moveTo>
                  <a:cubicBezTo>
                    <a:pt x="183" y="1"/>
                    <a:pt x="111" y="48"/>
                    <a:pt x="64" y="120"/>
                  </a:cubicBezTo>
                  <a:cubicBezTo>
                    <a:pt x="1" y="288"/>
                    <a:pt x="123" y="437"/>
                    <a:pt x="284" y="437"/>
                  </a:cubicBezTo>
                  <a:cubicBezTo>
                    <a:pt x="305" y="437"/>
                    <a:pt x="327" y="435"/>
                    <a:pt x="349" y="429"/>
                  </a:cubicBezTo>
                  <a:cubicBezTo>
                    <a:pt x="421" y="405"/>
                    <a:pt x="445" y="358"/>
                    <a:pt x="468" y="286"/>
                  </a:cubicBezTo>
                  <a:cubicBezTo>
                    <a:pt x="540" y="143"/>
                    <a:pt x="421" y="1"/>
                    <a:pt x="2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60" name="Google Shape;4260;p59"/>
            <p:cNvSpPr/>
            <p:nvPr/>
          </p:nvSpPr>
          <p:spPr>
            <a:xfrm>
              <a:off x="8173814" y="1717730"/>
              <a:ext cx="111640" cy="41831"/>
            </a:xfrm>
            <a:custGeom>
              <a:rect b="b" l="l" r="r" t="t"/>
              <a:pathLst>
                <a:path extrusionOk="0" h="1263" w="3168">
                  <a:moveTo>
                    <a:pt x="1572" y="453"/>
                  </a:moveTo>
                  <a:cubicBezTo>
                    <a:pt x="1882" y="453"/>
                    <a:pt x="2192" y="596"/>
                    <a:pt x="2454" y="834"/>
                  </a:cubicBezTo>
                  <a:lnTo>
                    <a:pt x="715" y="834"/>
                  </a:lnTo>
                  <a:cubicBezTo>
                    <a:pt x="977" y="596"/>
                    <a:pt x="1263" y="453"/>
                    <a:pt x="1572" y="453"/>
                  </a:cubicBezTo>
                  <a:close/>
                  <a:moveTo>
                    <a:pt x="1572" y="0"/>
                  </a:moveTo>
                  <a:cubicBezTo>
                    <a:pt x="1001" y="0"/>
                    <a:pt x="453" y="358"/>
                    <a:pt x="48" y="929"/>
                  </a:cubicBezTo>
                  <a:cubicBezTo>
                    <a:pt x="1" y="1024"/>
                    <a:pt x="1" y="1143"/>
                    <a:pt x="96" y="1215"/>
                  </a:cubicBezTo>
                  <a:cubicBezTo>
                    <a:pt x="120" y="1262"/>
                    <a:pt x="191" y="1262"/>
                    <a:pt x="239" y="1262"/>
                  </a:cubicBezTo>
                  <a:lnTo>
                    <a:pt x="2906" y="1262"/>
                  </a:lnTo>
                  <a:cubicBezTo>
                    <a:pt x="2977" y="1262"/>
                    <a:pt x="3025" y="1262"/>
                    <a:pt x="3073" y="1215"/>
                  </a:cubicBezTo>
                  <a:cubicBezTo>
                    <a:pt x="3144" y="1143"/>
                    <a:pt x="3168" y="1024"/>
                    <a:pt x="3097" y="929"/>
                  </a:cubicBezTo>
                  <a:cubicBezTo>
                    <a:pt x="2716" y="358"/>
                    <a:pt x="2168" y="0"/>
                    <a:pt x="15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61" name="Google Shape;4261;p59"/>
            <p:cNvSpPr/>
            <p:nvPr/>
          </p:nvSpPr>
          <p:spPr>
            <a:xfrm>
              <a:off x="8158697" y="1668481"/>
              <a:ext cx="44543" cy="29543"/>
            </a:xfrm>
            <a:custGeom>
              <a:rect b="b" l="l" r="r" t="t"/>
              <a:pathLst>
                <a:path extrusionOk="0" h="892" w="1264">
                  <a:moveTo>
                    <a:pt x="252" y="0"/>
                  </a:moveTo>
                  <a:cubicBezTo>
                    <a:pt x="178" y="0"/>
                    <a:pt x="104" y="43"/>
                    <a:pt x="72" y="106"/>
                  </a:cubicBezTo>
                  <a:cubicBezTo>
                    <a:pt x="1" y="225"/>
                    <a:pt x="49" y="344"/>
                    <a:pt x="144" y="416"/>
                  </a:cubicBezTo>
                  <a:lnTo>
                    <a:pt x="906" y="844"/>
                  </a:lnTo>
                  <a:cubicBezTo>
                    <a:pt x="930" y="868"/>
                    <a:pt x="977" y="892"/>
                    <a:pt x="1025" y="892"/>
                  </a:cubicBezTo>
                  <a:cubicBezTo>
                    <a:pt x="1096" y="892"/>
                    <a:pt x="1168" y="844"/>
                    <a:pt x="1216" y="773"/>
                  </a:cubicBezTo>
                  <a:cubicBezTo>
                    <a:pt x="1263" y="678"/>
                    <a:pt x="1239" y="535"/>
                    <a:pt x="1120" y="463"/>
                  </a:cubicBezTo>
                  <a:lnTo>
                    <a:pt x="358" y="35"/>
                  </a:lnTo>
                  <a:cubicBezTo>
                    <a:pt x="326" y="11"/>
                    <a:pt x="289" y="0"/>
                    <a:pt x="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62" name="Google Shape;4262;p59"/>
            <p:cNvSpPr/>
            <p:nvPr/>
          </p:nvSpPr>
          <p:spPr>
            <a:xfrm>
              <a:off x="8256062" y="1668481"/>
              <a:ext cx="44508" cy="29543"/>
            </a:xfrm>
            <a:custGeom>
              <a:rect b="b" l="l" r="r" t="t"/>
              <a:pathLst>
                <a:path extrusionOk="0" h="892" w="1263">
                  <a:moveTo>
                    <a:pt x="1011" y="0"/>
                  </a:moveTo>
                  <a:cubicBezTo>
                    <a:pt x="974" y="0"/>
                    <a:pt x="937" y="11"/>
                    <a:pt x="905" y="35"/>
                  </a:cubicBezTo>
                  <a:lnTo>
                    <a:pt x="143" y="463"/>
                  </a:lnTo>
                  <a:cubicBezTo>
                    <a:pt x="24" y="535"/>
                    <a:pt x="0" y="678"/>
                    <a:pt x="48" y="773"/>
                  </a:cubicBezTo>
                  <a:cubicBezTo>
                    <a:pt x="96" y="844"/>
                    <a:pt x="167" y="892"/>
                    <a:pt x="239" y="892"/>
                  </a:cubicBezTo>
                  <a:cubicBezTo>
                    <a:pt x="286" y="892"/>
                    <a:pt x="310" y="868"/>
                    <a:pt x="358" y="844"/>
                  </a:cubicBezTo>
                  <a:lnTo>
                    <a:pt x="1120" y="416"/>
                  </a:lnTo>
                  <a:cubicBezTo>
                    <a:pt x="1215" y="368"/>
                    <a:pt x="1263" y="225"/>
                    <a:pt x="1191" y="106"/>
                  </a:cubicBezTo>
                  <a:cubicBezTo>
                    <a:pt x="1159" y="43"/>
                    <a:pt x="1085" y="0"/>
                    <a:pt x="10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263" name="Google Shape;4263;p59"/>
          <p:cNvGrpSpPr/>
          <p:nvPr/>
        </p:nvGrpSpPr>
        <p:grpSpPr>
          <a:xfrm>
            <a:off x="725068" y="2098591"/>
            <a:ext cx="328134" cy="373073"/>
            <a:chOff x="533404" y="1737328"/>
            <a:chExt cx="344497" cy="416749"/>
          </a:xfrm>
        </p:grpSpPr>
        <p:sp>
          <p:nvSpPr>
            <p:cNvPr id="4264" name="Google Shape;4264;p59"/>
            <p:cNvSpPr/>
            <p:nvPr/>
          </p:nvSpPr>
          <p:spPr>
            <a:xfrm>
              <a:off x="533404" y="1737328"/>
              <a:ext cx="344497" cy="416749"/>
            </a:xfrm>
            <a:custGeom>
              <a:rect b="b" l="l" r="r" t="t"/>
              <a:pathLst>
                <a:path extrusionOk="0" h="11265" w="9312">
                  <a:moveTo>
                    <a:pt x="6406" y="453"/>
                  </a:moveTo>
                  <a:cubicBezTo>
                    <a:pt x="6740" y="453"/>
                    <a:pt x="7049" y="620"/>
                    <a:pt x="7240" y="906"/>
                  </a:cubicBezTo>
                  <a:cubicBezTo>
                    <a:pt x="7279" y="964"/>
                    <a:pt x="7334" y="1007"/>
                    <a:pt x="7393" y="1007"/>
                  </a:cubicBezTo>
                  <a:cubicBezTo>
                    <a:pt x="7405" y="1007"/>
                    <a:pt x="7418" y="1005"/>
                    <a:pt x="7430" y="1001"/>
                  </a:cubicBezTo>
                  <a:lnTo>
                    <a:pt x="7502" y="1001"/>
                  </a:lnTo>
                  <a:cubicBezTo>
                    <a:pt x="7811" y="1001"/>
                    <a:pt x="8097" y="1263"/>
                    <a:pt x="8121" y="1572"/>
                  </a:cubicBezTo>
                  <a:cubicBezTo>
                    <a:pt x="8121" y="1691"/>
                    <a:pt x="8216" y="1787"/>
                    <a:pt x="8335" y="1787"/>
                  </a:cubicBezTo>
                  <a:lnTo>
                    <a:pt x="8359" y="1787"/>
                  </a:lnTo>
                  <a:cubicBezTo>
                    <a:pt x="8621" y="1787"/>
                    <a:pt x="8859" y="2001"/>
                    <a:pt x="8859" y="2263"/>
                  </a:cubicBezTo>
                  <a:cubicBezTo>
                    <a:pt x="8883" y="2549"/>
                    <a:pt x="8645" y="2787"/>
                    <a:pt x="8383" y="2787"/>
                  </a:cubicBezTo>
                  <a:lnTo>
                    <a:pt x="4287" y="2787"/>
                  </a:lnTo>
                  <a:cubicBezTo>
                    <a:pt x="4120" y="2787"/>
                    <a:pt x="4001" y="2644"/>
                    <a:pt x="4001" y="2477"/>
                  </a:cubicBezTo>
                  <a:lnTo>
                    <a:pt x="4025" y="2430"/>
                  </a:lnTo>
                  <a:cubicBezTo>
                    <a:pt x="4120" y="2311"/>
                    <a:pt x="4239" y="2215"/>
                    <a:pt x="4382" y="2168"/>
                  </a:cubicBezTo>
                  <a:cubicBezTo>
                    <a:pt x="4454" y="2120"/>
                    <a:pt x="4525" y="2049"/>
                    <a:pt x="4525" y="1953"/>
                  </a:cubicBezTo>
                  <a:cubicBezTo>
                    <a:pt x="4525" y="1596"/>
                    <a:pt x="4787" y="1334"/>
                    <a:pt x="5144" y="1334"/>
                  </a:cubicBezTo>
                  <a:lnTo>
                    <a:pt x="5239" y="1334"/>
                  </a:lnTo>
                  <a:cubicBezTo>
                    <a:pt x="5252" y="1337"/>
                    <a:pt x="5264" y="1339"/>
                    <a:pt x="5277" y="1339"/>
                  </a:cubicBezTo>
                  <a:cubicBezTo>
                    <a:pt x="5364" y="1339"/>
                    <a:pt x="5457" y="1271"/>
                    <a:pt x="5478" y="1168"/>
                  </a:cubicBezTo>
                  <a:cubicBezTo>
                    <a:pt x="5573" y="739"/>
                    <a:pt x="5978" y="453"/>
                    <a:pt x="6406" y="453"/>
                  </a:cubicBezTo>
                  <a:close/>
                  <a:moveTo>
                    <a:pt x="6406" y="1"/>
                  </a:moveTo>
                  <a:cubicBezTo>
                    <a:pt x="5835" y="1"/>
                    <a:pt x="5311" y="358"/>
                    <a:pt x="5097" y="882"/>
                  </a:cubicBezTo>
                  <a:cubicBezTo>
                    <a:pt x="4644" y="906"/>
                    <a:pt x="4263" y="1191"/>
                    <a:pt x="4120" y="1620"/>
                  </a:cubicBezTo>
                  <a:cubicBezTo>
                    <a:pt x="3263" y="1739"/>
                    <a:pt x="2453" y="2168"/>
                    <a:pt x="1858" y="2811"/>
                  </a:cubicBezTo>
                  <a:cubicBezTo>
                    <a:pt x="1215" y="3501"/>
                    <a:pt x="881" y="4383"/>
                    <a:pt x="881" y="5311"/>
                  </a:cubicBezTo>
                  <a:cubicBezTo>
                    <a:pt x="881" y="5549"/>
                    <a:pt x="667" y="5978"/>
                    <a:pt x="334" y="6454"/>
                  </a:cubicBezTo>
                  <a:cubicBezTo>
                    <a:pt x="0" y="6883"/>
                    <a:pt x="48" y="7193"/>
                    <a:pt x="143" y="7383"/>
                  </a:cubicBezTo>
                  <a:cubicBezTo>
                    <a:pt x="238" y="7574"/>
                    <a:pt x="1096" y="7836"/>
                    <a:pt x="1096" y="7836"/>
                  </a:cubicBezTo>
                  <a:lnTo>
                    <a:pt x="1096" y="8812"/>
                  </a:lnTo>
                  <a:cubicBezTo>
                    <a:pt x="1096" y="9455"/>
                    <a:pt x="1620" y="9979"/>
                    <a:pt x="2286" y="9979"/>
                  </a:cubicBezTo>
                  <a:cubicBezTo>
                    <a:pt x="2858" y="9979"/>
                    <a:pt x="3168" y="10003"/>
                    <a:pt x="3310" y="10122"/>
                  </a:cubicBezTo>
                  <a:cubicBezTo>
                    <a:pt x="3430" y="10241"/>
                    <a:pt x="3477" y="10527"/>
                    <a:pt x="3525" y="11051"/>
                  </a:cubicBezTo>
                  <a:cubicBezTo>
                    <a:pt x="3525" y="11170"/>
                    <a:pt x="3620" y="11265"/>
                    <a:pt x="3739" y="11265"/>
                  </a:cubicBezTo>
                  <a:lnTo>
                    <a:pt x="6883" y="11265"/>
                  </a:lnTo>
                  <a:cubicBezTo>
                    <a:pt x="6906" y="11265"/>
                    <a:pt x="6954" y="11265"/>
                    <a:pt x="6978" y="11241"/>
                  </a:cubicBezTo>
                  <a:cubicBezTo>
                    <a:pt x="7073" y="11217"/>
                    <a:pt x="7121" y="11122"/>
                    <a:pt x="7121" y="11027"/>
                  </a:cubicBezTo>
                  <a:cubicBezTo>
                    <a:pt x="7073" y="10598"/>
                    <a:pt x="7073" y="10288"/>
                    <a:pt x="7073" y="10003"/>
                  </a:cubicBezTo>
                  <a:cubicBezTo>
                    <a:pt x="7073" y="9884"/>
                    <a:pt x="6978" y="9788"/>
                    <a:pt x="6859" y="9788"/>
                  </a:cubicBezTo>
                  <a:cubicBezTo>
                    <a:pt x="6740" y="9788"/>
                    <a:pt x="6645" y="9884"/>
                    <a:pt x="6645" y="10003"/>
                  </a:cubicBezTo>
                  <a:cubicBezTo>
                    <a:pt x="6621" y="10241"/>
                    <a:pt x="6645" y="10503"/>
                    <a:pt x="6668" y="10812"/>
                  </a:cubicBezTo>
                  <a:lnTo>
                    <a:pt x="3930" y="10812"/>
                  </a:lnTo>
                  <a:cubicBezTo>
                    <a:pt x="3906" y="10336"/>
                    <a:pt x="3834" y="10003"/>
                    <a:pt x="3596" y="9788"/>
                  </a:cubicBezTo>
                  <a:cubicBezTo>
                    <a:pt x="3334" y="9550"/>
                    <a:pt x="2929" y="9550"/>
                    <a:pt x="2286" y="9550"/>
                  </a:cubicBezTo>
                  <a:cubicBezTo>
                    <a:pt x="1858" y="9550"/>
                    <a:pt x="1524" y="9217"/>
                    <a:pt x="1524" y="8812"/>
                  </a:cubicBezTo>
                  <a:lnTo>
                    <a:pt x="1524" y="8502"/>
                  </a:lnTo>
                  <a:cubicBezTo>
                    <a:pt x="1524" y="8502"/>
                    <a:pt x="1882" y="8574"/>
                    <a:pt x="2072" y="8693"/>
                  </a:cubicBezTo>
                  <a:cubicBezTo>
                    <a:pt x="2120" y="8717"/>
                    <a:pt x="2144" y="8741"/>
                    <a:pt x="2191" y="8741"/>
                  </a:cubicBezTo>
                  <a:cubicBezTo>
                    <a:pt x="2263" y="8741"/>
                    <a:pt x="2334" y="8693"/>
                    <a:pt x="2382" y="8621"/>
                  </a:cubicBezTo>
                  <a:cubicBezTo>
                    <a:pt x="2429" y="8526"/>
                    <a:pt x="2406" y="8383"/>
                    <a:pt x="2310" y="8312"/>
                  </a:cubicBezTo>
                  <a:cubicBezTo>
                    <a:pt x="2144" y="8217"/>
                    <a:pt x="1834" y="8074"/>
                    <a:pt x="1524" y="8074"/>
                  </a:cubicBezTo>
                  <a:lnTo>
                    <a:pt x="1524" y="7621"/>
                  </a:lnTo>
                  <a:cubicBezTo>
                    <a:pt x="1524" y="7502"/>
                    <a:pt x="1429" y="7407"/>
                    <a:pt x="1310" y="7407"/>
                  </a:cubicBezTo>
                  <a:cubicBezTo>
                    <a:pt x="905" y="7407"/>
                    <a:pt x="619" y="7312"/>
                    <a:pt x="548" y="7169"/>
                  </a:cubicBezTo>
                  <a:cubicBezTo>
                    <a:pt x="477" y="7074"/>
                    <a:pt x="548" y="6907"/>
                    <a:pt x="691" y="6692"/>
                  </a:cubicBezTo>
                  <a:cubicBezTo>
                    <a:pt x="977" y="6311"/>
                    <a:pt x="1310" y="5740"/>
                    <a:pt x="1310" y="5311"/>
                  </a:cubicBezTo>
                  <a:cubicBezTo>
                    <a:pt x="1310" y="3859"/>
                    <a:pt x="2263" y="2620"/>
                    <a:pt x="3596" y="2192"/>
                  </a:cubicBezTo>
                  <a:lnTo>
                    <a:pt x="3596" y="2192"/>
                  </a:lnTo>
                  <a:cubicBezTo>
                    <a:pt x="3572" y="2263"/>
                    <a:pt x="3549" y="2382"/>
                    <a:pt x="3549" y="2477"/>
                  </a:cubicBezTo>
                  <a:cubicBezTo>
                    <a:pt x="3549" y="2882"/>
                    <a:pt x="3882" y="3216"/>
                    <a:pt x="4287" y="3216"/>
                  </a:cubicBezTo>
                  <a:lnTo>
                    <a:pt x="7216" y="3216"/>
                  </a:lnTo>
                  <a:cubicBezTo>
                    <a:pt x="7383" y="3406"/>
                    <a:pt x="7502" y="3597"/>
                    <a:pt x="7621" y="3811"/>
                  </a:cubicBezTo>
                  <a:cubicBezTo>
                    <a:pt x="7597" y="3811"/>
                    <a:pt x="7597" y="3835"/>
                    <a:pt x="7597" y="3859"/>
                  </a:cubicBezTo>
                  <a:lnTo>
                    <a:pt x="7478" y="4263"/>
                  </a:lnTo>
                  <a:cubicBezTo>
                    <a:pt x="7454" y="4383"/>
                    <a:pt x="7526" y="4502"/>
                    <a:pt x="7645" y="4549"/>
                  </a:cubicBezTo>
                  <a:lnTo>
                    <a:pt x="7692" y="4549"/>
                  </a:lnTo>
                  <a:cubicBezTo>
                    <a:pt x="7764" y="4549"/>
                    <a:pt x="7835" y="4525"/>
                    <a:pt x="7883" y="4454"/>
                  </a:cubicBezTo>
                  <a:cubicBezTo>
                    <a:pt x="7954" y="4740"/>
                    <a:pt x="8002" y="5025"/>
                    <a:pt x="8002" y="5311"/>
                  </a:cubicBezTo>
                  <a:cubicBezTo>
                    <a:pt x="8002" y="5930"/>
                    <a:pt x="7835" y="6526"/>
                    <a:pt x="7502" y="7026"/>
                  </a:cubicBezTo>
                  <a:cubicBezTo>
                    <a:pt x="7288" y="7359"/>
                    <a:pt x="7145" y="7669"/>
                    <a:pt x="7002" y="7978"/>
                  </a:cubicBezTo>
                  <a:cubicBezTo>
                    <a:pt x="6954" y="8098"/>
                    <a:pt x="7026" y="8217"/>
                    <a:pt x="7121" y="8264"/>
                  </a:cubicBezTo>
                  <a:cubicBezTo>
                    <a:pt x="7145" y="8288"/>
                    <a:pt x="7192" y="8288"/>
                    <a:pt x="7216" y="8288"/>
                  </a:cubicBezTo>
                  <a:cubicBezTo>
                    <a:pt x="7288" y="8288"/>
                    <a:pt x="7383" y="8240"/>
                    <a:pt x="7407" y="8145"/>
                  </a:cubicBezTo>
                  <a:cubicBezTo>
                    <a:pt x="7526" y="7883"/>
                    <a:pt x="7692" y="7574"/>
                    <a:pt x="7883" y="7264"/>
                  </a:cubicBezTo>
                  <a:cubicBezTo>
                    <a:pt x="8240" y="6692"/>
                    <a:pt x="8431" y="6002"/>
                    <a:pt x="8431" y="5335"/>
                  </a:cubicBezTo>
                  <a:cubicBezTo>
                    <a:pt x="8431" y="4573"/>
                    <a:pt x="8192" y="3835"/>
                    <a:pt x="7764" y="3239"/>
                  </a:cubicBezTo>
                  <a:lnTo>
                    <a:pt x="8383" y="3239"/>
                  </a:lnTo>
                  <a:cubicBezTo>
                    <a:pt x="8907" y="3216"/>
                    <a:pt x="9312" y="2811"/>
                    <a:pt x="9312" y="2287"/>
                  </a:cubicBezTo>
                  <a:cubicBezTo>
                    <a:pt x="9312" y="1811"/>
                    <a:pt x="8978" y="1430"/>
                    <a:pt x="8526" y="1358"/>
                  </a:cubicBezTo>
                  <a:cubicBezTo>
                    <a:pt x="8407" y="906"/>
                    <a:pt x="8002" y="572"/>
                    <a:pt x="7526" y="572"/>
                  </a:cubicBezTo>
                  <a:cubicBezTo>
                    <a:pt x="7264" y="215"/>
                    <a:pt x="6859" y="1"/>
                    <a:pt x="64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65" name="Google Shape;4265;p59"/>
            <p:cNvSpPr/>
            <p:nvPr/>
          </p:nvSpPr>
          <p:spPr>
            <a:xfrm>
              <a:off x="598589" y="1945240"/>
              <a:ext cx="19866" cy="15649"/>
            </a:xfrm>
            <a:custGeom>
              <a:rect b="b" l="l" r="r" t="t"/>
              <a:pathLst>
                <a:path extrusionOk="0" h="423" w="537">
                  <a:moveTo>
                    <a:pt x="263" y="1"/>
                  </a:moveTo>
                  <a:cubicBezTo>
                    <a:pt x="120" y="1"/>
                    <a:pt x="1" y="144"/>
                    <a:pt x="72" y="287"/>
                  </a:cubicBezTo>
                  <a:cubicBezTo>
                    <a:pt x="72" y="358"/>
                    <a:pt x="120" y="406"/>
                    <a:pt x="191" y="406"/>
                  </a:cubicBezTo>
                  <a:cubicBezTo>
                    <a:pt x="222" y="417"/>
                    <a:pt x="252" y="423"/>
                    <a:pt x="281" y="423"/>
                  </a:cubicBezTo>
                  <a:cubicBezTo>
                    <a:pt x="429" y="423"/>
                    <a:pt x="537" y="280"/>
                    <a:pt x="477" y="120"/>
                  </a:cubicBezTo>
                  <a:cubicBezTo>
                    <a:pt x="429" y="48"/>
                    <a:pt x="358" y="1"/>
                    <a:pt x="2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66" name="Google Shape;4266;p59"/>
            <p:cNvSpPr/>
            <p:nvPr/>
          </p:nvSpPr>
          <p:spPr>
            <a:xfrm>
              <a:off x="780086" y="2063291"/>
              <a:ext cx="20310" cy="15908"/>
            </a:xfrm>
            <a:custGeom>
              <a:rect b="b" l="l" r="r" t="t"/>
              <a:pathLst>
                <a:path extrusionOk="0" h="430" w="549">
                  <a:moveTo>
                    <a:pt x="262" y="1"/>
                  </a:moveTo>
                  <a:cubicBezTo>
                    <a:pt x="167" y="1"/>
                    <a:pt x="96" y="25"/>
                    <a:pt x="72" y="96"/>
                  </a:cubicBezTo>
                  <a:cubicBezTo>
                    <a:pt x="0" y="263"/>
                    <a:pt x="119" y="430"/>
                    <a:pt x="262" y="430"/>
                  </a:cubicBezTo>
                  <a:cubicBezTo>
                    <a:pt x="429" y="430"/>
                    <a:pt x="548" y="263"/>
                    <a:pt x="453" y="96"/>
                  </a:cubicBezTo>
                  <a:cubicBezTo>
                    <a:pt x="405" y="25"/>
                    <a:pt x="358" y="1"/>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67" name="Google Shape;4267;p59"/>
            <p:cNvSpPr/>
            <p:nvPr/>
          </p:nvSpPr>
          <p:spPr>
            <a:xfrm>
              <a:off x="594187" y="1908245"/>
              <a:ext cx="44986" cy="24713"/>
            </a:xfrm>
            <a:custGeom>
              <a:rect b="b" l="l" r="r" t="t"/>
              <a:pathLst>
                <a:path extrusionOk="0" h="668" w="1216">
                  <a:moveTo>
                    <a:pt x="215" y="1"/>
                  </a:moveTo>
                  <a:cubicBezTo>
                    <a:pt x="96" y="1"/>
                    <a:pt x="0" y="96"/>
                    <a:pt x="0" y="215"/>
                  </a:cubicBezTo>
                  <a:cubicBezTo>
                    <a:pt x="0" y="334"/>
                    <a:pt x="96" y="429"/>
                    <a:pt x="215" y="429"/>
                  </a:cubicBezTo>
                  <a:cubicBezTo>
                    <a:pt x="310" y="429"/>
                    <a:pt x="405" y="477"/>
                    <a:pt x="524" y="525"/>
                  </a:cubicBezTo>
                  <a:cubicBezTo>
                    <a:pt x="667" y="596"/>
                    <a:pt x="810" y="667"/>
                    <a:pt x="1001" y="667"/>
                  </a:cubicBezTo>
                  <a:cubicBezTo>
                    <a:pt x="1120" y="667"/>
                    <a:pt x="1215" y="572"/>
                    <a:pt x="1215" y="429"/>
                  </a:cubicBezTo>
                  <a:cubicBezTo>
                    <a:pt x="1215" y="310"/>
                    <a:pt x="1120" y="215"/>
                    <a:pt x="1001" y="215"/>
                  </a:cubicBezTo>
                  <a:cubicBezTo>
                    <a:pt x="905" y="215"/>
                    <a:pt x="810" y="167"/>
                    <a:pt x="691" y="120"/>
                  </a:cubicBezTo>
                  <a:cubicBezTo>
                    <a:pt x="548" y="72"/>
                    <a:pt x="405" y="1"/>
                    <a:pt x="2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68" name="Google Shape;4268;p59"/>
            <p:cNvSpPr/>
            <p:nvPr/>
          </p:nvSpPr>
          <p:spPr>
            <a:xfrm>
              <a:off x="687562" y="1873728"/>
              <a:ext cx="22086" cy="31927"/>
            </a:xfrm>
            <a:custGeom>
              <a:rect b="b" l="l" r="r" t="t"/>
              <a:pathLst>
                <a:path extrusionOk="0" h="863" w="597">
                  <a:moveTo>
                    <a:pt x="360" y="0"/>
                  </a:moveTo>
                  <a:cubicBezTo>
                    <a:pt x="257" y="0"/>
                    <a:pt x="164" y="68"/>
                    <a:pt x="144" y="172"/>
                  </a:cubicBezTo>
                  <a:lnTo>
                    <a:pt x="25" y="600"/>
                  </a:lnTo>
                  <a:cubicBezTo>
                    <a:pt x="1" y="719"/>
                    <a:pt x="72" y="838"/>
                    <a:pt x="191" y="862"/>
                  </a:cubicBezTo>
                  <a:lnTo>
                    <a:pt x="239" y="862"/>
                  </a:lnTo>
                  <a:cubicBezTo>
                    <a:pt x="334" y="862"/>
                    <a:pt x="429" y="815"/>
                    <a:pt x="453" y="696"/>
                  </a:cubicBezTo>
                  <a:lnTo>
                    <a:pt x="572" y="291"/>
                  </a:lnTo>
                  <a:cubicBezTo>
                    <a:pt x="596" y="172"/>
                    <a:pt x="525" y="53"/>
                    <a:pt x="406" y="5"/>
                  </a:cubicBezTo>
                  <a:cubicBezTo>
                    <a:pt x="390" y="2"/>
                    <a:pt x="375" y="0"/>
                    <a:pt x="3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69" name="Google Shape;4269;p59"/>
            <p:cNvSpPr/>
            <p:nvPr/>
          </p:nvSpPr>
          <p:spPr>
            <a:xfrm>
              <a:off x="674355" y="1920897"/>
              <a:ext cx="22937" cy="32334"/>
            </a:xfrm>
            <a:custGeom>
              <a:rect b="b" l="l" r="r" t="t"/>
              <a:pathLst>
                <a:path extrusionOk="0" h="874" w="620">
                  <a:moveTo>
                    <a:pt x="354" y="1"/>
                  </a:moveTo>
                  <a:cubicBezTo>
                    <a:pt x="263" y="1"/>
                    <a:pt x="181" y="65"/>
                    <a:pt x="143" y="159"/>
                  </a:cubicBezTo>
                  <a:lnTo>
                    <a:pt x="48" y="587"/>
                  </a:lnTo>
                  <a:cubicBezTo>
                    <a:pt x="1" y="706"/>
                    <a:pt x="72" y="826"/>
                    <a:pt x="191" y="849"/>
                  </a:cubicBezTo>
                  <a:cubicBezTo>
                    <a:pt x="215" y="873"/>
                    <a:pt x="239" y="873"/>
                    <a:pt x="239" y="873"/>
                  </a:cubicBezTo>
                  <a:cubicBezTo>
                    <a:pt x="358" y="873"/>
                    <a:pt x="429" y="802"/>
                    <a:pt x="453" y="706"/>
                  </a:cubicBezTo>
                  <a:lnTo>
                    <a:pt x="572" y="278"/>
                  </a:lnTo>
                  <a:cubicBezTo>
                    <a:pt x="620" y="159"/>
                    <a:pt x="548" y="40"/>
                    <a:pt x="429" y="16"/>
                  </a:cubicBezTo>
                  <a:cubicBezTo>
                    <a:pt x="404" y="6"/>
                    <a:pt x="378" y="1"/>
                    <a:pt x="3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70" name="Google Shape;4270;p59"/>
            <p:cNvSpPr/>
            <p:nvPr/>
          </p:nvSpPr>
          <p:spPr>
            <a:xfrm>
              <a:off x="728109" y="1873728"/>
              <a:ext cx="22049" cy="31927"/>
            </a:xfrm>
            <a:custGeom>
              <a:rect b="b" l="l" r="r" t="t"/>
              <a:pathLst>
                <a:path extrusionOk="0" h="863" w="596">
                  <a:moveTo>
                    <a:pt x="359" y="0"/>
                  </a:moveTo>
                  <a:cubicBezTo>
                    <a:pt x="257" y="0"/>
                    <a:pt x="164" y="68"/>
                    <a:pt x="143" y="172"/>
                  </a:cubicBezTo>
                  <a:lnTo>
                    <a:pt x="24" y="600"/>
                  </a:lnTo>
                  <a:cubicBezTo>
                    <a:pt x="0" y="719"/>
                    <a:pt x="72" y="838"/>
                    <a:pt x="191" y="862"/>
                  </a:cubicBezTo>
                  <a:lnTo>
                    <a:pt x="238" y="862"/>
                  </a:lnTo>
                  <a:cubicBezTo>
                    <a:pt x="334" y="862"/>
                    <a:pt x="429" y="815"/>
                    <a:pt x="453" y="696"/>
                  </a:cubicBezTo>
                  <a:lnTo>
                    <a:pt x="572" y="291"/>
                  </a:lnTo>
                  <a:cubicBezTo>
                    <a:pt x="596" y="172"/>
                    <a:pt x="524" y="53"/>
                    <a:pt x="405" y="5"/>
                  </a:cubicBezTo>
                  <a:cubicBezTo>
                    <a:pt x="390" y="2"/>
                    <a:pt x="374" y="0"/>
                    <a:pt x="3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71" name="Google Shape;4271;p59"/>
            <p:cNvSpPr/>
            <p:nvPr/>
          </p:nvSpPr>
          <p:spPr>
            <a:xfrm>
              <a:off x="714901" y="1920897"/>
              <a:ext cx="22937" cy="32334"/>
            </a:xfrm>
            <a:custGeom>
              <a:rect b="b" l="l" r="r" t="t"/>
              <a:pathLst>
                <a:path extrusionOk="0" h="874" w="620">
                  <a:moveTo>
                    <a:pt x="353" y="1"/>
                  </a:moveTo>
                  <a:cubicBezTo>
                    <a:pt x="263" y="1"/>
                    <a:pt x="185" y="65"/>
                    <a:pt x="167" y="159"/>
                  </a:cubicBezTo>
                  <a:lnTo>
                    <a:pt x="48" y="587"/>
                  </a:lnTo>
                  <a:cubicBezTo>
                    <a:pt x="0" y="706"/>
                    <a:pt x="95" y="826"/>
                    <a:pt x="191" y="849"/>
                  </a:cubicBezTo>
                  <a:cubicBezTo>
                    <a:pt x="214" y="873"/>
                    <a:pt x="238" y="873"/>
                    <a:pt x="262" y="873"/>
                  </a:cubicBezTo>
                  <a:cubicBezTo>
                    <a:pt x="357" y="873"/>
                    <a:pt x="453" y="802"/>
                    <a:pt x="476" y="706"/>
                  </a:cubicBezTo>
                  <a:lnTo>
                    <a:pt x="572" y="278"/>
                  </a:lnTo>
                  <a:cubicBezTo>
                    <a:pt x="619" y="159"/>
                    <a:pt x="548" y="40"/>
                    <a:pt x="429" y="16"/>
                  </a:cubicBezTo>
                  <a:cubicBezTo>
                    <a:pt x="403" y="6"/>
                    <a:pt x="378" y="1"/>
                    <a:pt x="3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72" name="Google Shape;4272;p59"/>
            <p:cNvSpPr/>
            <p:nvPr/>
          </p:nvSpPr>
          <p:spPr>
            <a:xfrm>
              <a:off x="768618" y="1873728"/>
              <a:ext cx="22086" cy="31927"/>
            </a:xfrm>
            <a:custGeom>
              <a:rect b="b" l="l" r="r" t="t"/>
              <a:pathLst>
                <a:path extrusionOk="0" h="863" w="597">
                  <a:moveTo>
                    <a:pt x="360" y="0"/>
                  </a:moveTo>
                  <a:cubicBezTo>
                    <a:pt x="257" y="0"/>
                    <a:pt x="164" y="68"/>
                    <a:pt x="144" y="172"/>
                  </a:cubicBezTo>
                  <a:lnTo>
                    <a:pt x="25" y="600"/>
                  </a:lnTo>
                  <a:cubicBezTo>
                    <a:pt x="1" y="719"/>
                    <a:pt x="72" y="838"/>
                    <a:pt x="191" y="862"/>
                  </a:cubicBezTo>
                  <a:lnTo>
                    <a:pt x="239" y="862"/>
                  </a:lnTo>
                  <a:cubicBezTo>
                    <a:pt x="334" y="862"/>
                    <a:pt x="429" y="815"/>
                    <a:pt x="453" y="696"/>
                  </a:cubicBezTo>
                  <a:lnTo>
                    <a:pt x="572" y="291"/>
                  </a:lnTo>
                  <a:cubicBezTo>
                    <a:pt x="596" y="172"/>
                    <a:pt x="525" y="53"/>
                    <a:pt x="406" y="5"/>
                  </a:cubicBezTo>
                  <a:cubicBezTo>
                    <a:pt x="390" y="2"/>
                    <a:pt x="375" y="0"/>
                    <a:pt x="3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73" name="Google Shape;4273;p59"/>
            <p:cNvSpPr/>
            <p:nvPr/>
          </p:nvSpPr>
          <p:spPr>
            <a:xfrm>
              <a:off x="756299" y="1920897"/>
              <a:ext cx="22049" cy="32334"/>
            </a:xfrm>
            <a:custGeom>
              <a:rect b="b" l="l" r="r" t="t"/>
              <a:pathLst>
                <a:path extrusionOk="0" h="874" w="596">
                  <a:moveTo>
                    <a:pt x="330" y="1"/>
                  </a:moveTo>
                  <a:cubicBezTo>
                    <a:pt x="240" y="1"/>
                    <a:pt x="162" y="65"/>
                    <a:pt x="143" y="159"/>
                  </a:cubicBezTo>
                  <a:lnTo>
                    <a:pt x="24" y="587"/>
                  </a:lnTo>
                  <a:cubicBezTo>
                    <a:pt x="0" y="706"/>
                    <a:pt x="72" y="826"/>
                    <a:pt x="191" y="849"/>
                  </a:cubicBezTo>
                  <a:cubicBezTo>
                    <a:pt x="191" y="873"/>
                    <a:pt x="215" y="873"/>
                    <a:pt x="238" y="873"/>
                  </a:cubicBezTo>
                  <a:cubicBezTo>
                    <a:pt x="334" y="873"/>
                    <a:pt x="429" y="802"/>
                    <a:pt x="453" y="706"/>
                  </a:cubicBezTo>
                  <a:lnTo>
                    <a:pt x="572" y="278"/>
                  </a:lnTo>
                  <a:cubicBezTo>
                    <a:pt x="596" y="159"/>
                    <a:pt x="524" y="40"/>
                    <a:pt x="405" y="16"/>
                  </a:cubicBezTo>
                  <a:cubicBezTo>
                    <a:pt x="380" y="6"/>
                    <a:pt x="354" y="1"/>
                    <a:pt x="3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74" name="Google Shape;4274;p59"/>
            <p:cNvSpPr/>
            <p:nvPr/>
          </p:nvSpPr>
          <p:spPr>
            <a:xfrm>
              <a:off x="796808" y="1920897"/>
              <a:ext cx="22086" cy="32334"/>
            </a:xfrm>
            <a:custGeom>
              <a:rect b="b" l="l" r="r" t="t"/>
              <a:pathLst>
                <a:path extrusionOk="0" h="874" w="597">
                  <a:moveTo>
                    <a:pt x="330" y="1"/>
                  </a:moveTo>
                  <a:cubicBezTo>
                    <a:pt x="240" y="1"/>
                    <a:pt x="162" y="65"/>
                    <a:pt x="144" y="159"/>
                  </a:cubicBezTo>
                  <a:lnTo>
                    <a:pt x="25" y="587"/>
                  </a:lnTo>
                  <a:cubicBezTo>
                    <a:pt x="1" y="706"/>
                    <a:pt x="72" y="826"/>
                    <a:pt x="191" y="849"/>
                  </a:cubicBezTo>
                  <a:cubicBezTo>
                    <a:pt x="191" y="873"/>
                    <a:pt x="215" y="873"/>
                    <a:pt x="239" y="873"/>
                  </a:cubicBezTo>
                  <a:cubicBezTo>
                    <a:pt x="334" y="873"/>
                    <a:pt x="429" y="802"/>
                    <a:pt x="453" y="706"/>
                  </a:cubicBezTo>
                  <a:lnTo>
                    <a:pt x="572" y="278"/>
                  </a:lnTo>
                  <a:cubicBezTo>
                    <a:pt x="596" y="159"/>
                    <a:pt x="525" y="40"/>
                    <a:pt x="406" y="16"/>
                  </a:cubicBezTo>
                  <a:cubicBezTo>
                    <a:pt x="380" y="6"/>
                    <a:pt x="355" y="1"/>
                    <a:pt x="3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275" name="Google Shape;4275;p59"/>
          <p:cNvGrpSpPr/>
          <p:nvPr/>
        </p:nvGrpSpPr>
        <p:grpSpPr>
          <a:xfrm>
            <a:off x="1512257" y="2118411"/>
            <a:ext cx="402018" cy="320237"/>
            <a:chOff x="1512257" y="2118411"/>
            <a:chExt cx="402018" cy="320237"/>
          </a:xfrm>
        </p:grpSpPr>
        <p:sp>
          <p:nvSpPr>
            <p:cNvPr id="4276" name="Google Shape;4276;p59"/>
            <p:cNvSpPr/>
            <p:nvPr/>
          </p:nvSpPr>
          <p:spPr>
            <a:xfrm>
              <a:off x="1573891" y="2251685"/>
              <a:ext cx="18959" cy="14507"/>
            </a:xfrm>
            <a:custGeom>
              <a:rect b="b" l="l" r="r" t="t"/>
              <a:pathLst>
                <a:path extrusionOk="0" h="438" w="538">
                  <a:moveTo>
                    <a:pt x="275" y="1"/>
                  </a:moveTo>
                  <a:cubicBezTo>
                    <a:pt x="180" y="1"/>
                    <a:pt x="109" y="48"/>
                    <a:pt x="85" y="120"/>
                  </a:cubicBezTo>
                  <a:cubicBezTo>
                    <a:pt x="1" y="288"/>
                    <a:pt x="121" y="438"/>
                    <a:pt x="281" y="438"/>
                  </a:cubicBezTo>
                  <a:cubicBezTo>
                    <a:pt x="303" y="438"/>
                    <a:pt x="325" y="435"/>
                    <a:pt x="347" y="429"/>
                  </a:cubicBezTo>
                  <a:cubicBezTo>
                    <a:pt x="418" y="405"/>
                    <a:pt x="466" y="358"/>
                    <a:pt x="490" y="286"/>
                  </a:cubicBezTo>
                  <a:cubicBezTo>
                    <a:pt x="537" y="144"/>
                    <a:pt x="418" y="1"/>
                    <a:pt x="2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77" name="Google Shape;4277;p59"/>
            <p:cNvSpPr/>
            <p:nvPr/>
          </p:nvSpPr>
          <p:spPr>
            <a:xfrm>
              <a:off x="1512257" y="2118411"/>
              <a:ext cx="402018" cy="320237"/>
            </a:xfrm>
            <a:custGeom>
              <a:rect b="b" l="l" r="r" t="t"/>
              <a:pathLst>
                <a:path extrusionOk="0" h="9669" w="11408">
                  <a:moveTo>
                    <a:pt x="4644" y="429"/>
                  </a:moveTo>
                  <a:cubicBezTo>
                    <a:pt x="4739" y="429"/>
                    <a:pt x="4858" y="452"/>
                    <a:pt x="4954" y="452"/>
                  </a:cubicBezTo>
                  <a:cubicBezTo>
                    <a:pt x="4644" y="619"/>
                    <a:pt x="4358" y="834"/>
                    <a:pt x="4096" y="1095"/>
                  </a:cubicBezTo>
                  <a:cubicBezTo>
                    <a:pt x="3358" y="1810"/>
                    <a:pt x="2977" y="2739"/>
                    <a:pt x="2977" y="3739"/>
                  </a:cubicBezTo>
                  <a:cubicBezTo>
                    <a:pt x="2977" y="4429"/>
                    <a:pt x="3168" y="5096"/>
                    <a:pt x="3525" y="5692"/>
                  </a:cubicBezTo>
                  <a:cubicBezTo>
                    <a:pt x="4335" y="6954"/>
                    <a:pt x="4406" y="7811"/>
                    <a:pt x="4311" y="9240"/>
                  </a:cubicBezTo>
                  <a:lnTo>
                    <a:pt x="3930" y="9240"/>
                  </a:lnTo>
                  <a:cubicBezTo>
                    <a:pt x="3906" y="8764"/>
                    <a:pt x="3834" y="8406"/>
                    <a:pt x="3596" y="8216"/>
                  </a:cubicBezTo>
                  <a:cubicBezTo>
                    <a:pt x="3334" y="7978"/>
                    <a:pt x="2906" y="7954"/>
                    <a:pt x="2286" y="7954"/>
                  </a:cubicBezTo>
                  <a:cubicBezTo>
                    <a:pt x="1858" y="7954"/>
                    <a:pt x="1524" y="7621"/>
                    <a:pt x="1524" y="7216"/>
                  </a:cubicBezTo>
                  <a:lnTo>
                    <a:pt x="1524" y="6930"/>
                  </a:lnTo>
                  <a:cubicBezTo>
                    <a:pt x="1763" y="6930"/>
                    <a:pt x="2001" y="6835"/>
                    <a:pt x="2286" y="6692"/>
                  </a:cubicBezTo>
                  <a:cubicBezTo>
                    <a:pt x="2382" y="6620"/>
                    <a:pt x="2429" y="6501"/>
                    <a:pt x="2382" y="6406"/>
                  </a:cubicBezTo>
                  <a:cubicBezTo>
                    <a:pt x="2346" y="6318"/>
                    <a:pt x="2259" y="6269"/>
                    <a:pt x="2167" y="6269"/>
                  </a:cubicBezTo>
                  <a:cubicBezTo>
                    <a:pt x="2135" y="6269"/>
                    <a:pt x="2103" y="6275"/>
                    <a:pt x="2072" y="6287"/>
                  </a:cubicBezTo>
                  <a:cubicBezTo>
                    <a:pt x="1858" y="6430"/>
                    <a:pt x="1667" y="6478"/>
                    <a:pt x="1524" y="6478"/>
                  </a:cubicBezTo>
                  <a:lnTo>
                    <a:pt x="1524" y="6049"/>
                  </a:lnTo>
                  <a:cubicBezTo>
                    <a:pt x="1524" y="5930"/>
                    <a:pt x="1429" y="5835"/>
                    <a:pt x="1310" y="5835"/>
                  </a:cubicBezTo>
                  <a:cubicBezTo>
                    <a:pt x="905" y="5835"/>
                    <a:pt x="619" y="5739"/>
                    <a:pt x="524" y="5596"/>
                  </a:cubicBezTo>
                  <a:cubicBezTo>
                    <a:pt x="477" y="5477"/>
                    <a:pt x="524" y="5311"/>
                    <a:pt x="667" y="5120"/>
                  </a:cubicBezTo>
                  <a:cubicBezTo>
                    <a:pt x="953" y="4715"/>
                    <a:pt x="1310" y="4168"/>
                    <a:pt x="1310" y="3739"/>
                  </a:cubicBezTo>
                  <a:cubicBezTo>
                    <a:pt x="1310" y="1905"/>
                    <a:pt x="2810" y="429"/>
                    <a:pt x="4644" y="429"/>
                  </a:cubicBezTo>
                  <a:close/>
                  <a:moveTo>
                    <a:pt x="6764" y="429"/>
                  </a:moveTo>
                  <a:cubicBezTo>
                    <a:pt x="8597" y="429"/>
                    <a:pt x="10098" y="1905"/>
                    <a:pt x="10098" y="3715"/>
                  </a:cubicBezTo>
                  <a:cubicBezTo>
                    <a:pt x="10098" y="4144"/>
                    <a:pt x="10455" y="4715"/>
                    <a:pt x="10741" y="5096"/>
                  </a:cubicBezTo>
                  <a:cubicBezTo>
                    <a:pt x="10883" y="5311"/>
                    <a:pt x="10931" y="5477"/>
                    <a:pt x="10883" y="5596"/>
                  </a:cubicBezTo>
                  <a:cubicBezTo>
                    <a:pt x="10788" y="5739"/>
                    <a:pt x="10502" y="5811"/>
                    <a:pt x="10098" y="5811"/>
                  </a:cubicBezTo>
                  <a:cubicBezTo>
                    <a:pt x="9979" y="5811"/>
                    <a:pt x="9883" y="5906"/>
                    <a:pt x="9883" y="6049"/>
                  </a:cubicBezTo>
                  <a:lnTo>
                    <a:pt x="9883" y="6478"/>
                  </a:lnTo>
                  <a:cubicBezTo>
                    <a:pt x="9645" y="6478"/>
                    <a:pt x="9407" y="6573"/>
                    <a:pt x="9121" y="6716"/>
                  </a:cubicBezTo>
                  <a:cubicBezTo>
                    <a:pt x="9026" y="6787"/>
                    <a:pt x="8978" y="6906"/>
                    <a:pt x="9026" y="7001"/>
                  </a:cubicBezTo>
                  <a:cubicBezTo>
                    <a:pt x="9050" y="7097"/>
                    <a:pt x="9145" y="7144"/>
                    <a:pt x="9216" y="7144"/>
                  </a:cubicBezTo>
                  <a:cubicBezTo>
                    <a:pt x="9264" y="7144"/>
                    <a:pt x="9288" y="7144"/>
                    <a:pt x="9336" y="7121"/>
                  </a:cubicBezTo>
                  <a:cubicBezTo>
                    <a:pt x="9550" y="6978"/>
                    <a:pt x="9740" y="6930"/>
                    <a:pt x="9883" y="6930"/>
                  </a:cubicBezTo>
                  <a:lnTo>
                    <a:pt x="9883" y="7216"/>
                  </a:lnTo>
                  <a:cubicBezTo>
                    <a:pt x="9883" y="7621"/>
                    <a:pt x="9550" y="7954"/>
                    <a:pt x="9121" y="7954"/>
                  </a:cubicBezTo>
                  <a:cubicBezTo>
                    <a:pt x="8478" y="7954"/>
                    <a:pt x="8073" y="7978"/>
                    <a:pt x="7811" y="8192"/>
                  </a:cubicBezTo>
                  <a:cubicBezTo>
                    <a:pt x="7573" y="8406"/>
                    <a:pt x="7502" y="8740"/>
                    <a:pt x="7478" y="9240"/>
                  </a:cubicBezTo>
                  <a:lnTo>
                    <a:pt x="7097" y="9240"/>
                  </a:lnTo>
                  <a:cubicBezTo>
                    <a:pt x="7073" y="8907"/>
                    <a:pt x="7049" y="8645"/>
                    <a:pt x="7073" y="8406"/>
                  </a:cubicBezTo>
                  <a:cubicBezTo>
                    <a:pt x="7073" y="8287"/>
                    <a:pt x="6954" y="8192"/>
                    <a:pt x="6835" y="8192"/>
                  </a:cubicBezTo>
                  <a:cubicBezTo>
                    <a:pt x="6716" y="8192"/>
                    <a:pt x="6621" y="8287"/>
                    <a:pt x="6621" y="8406"/>
                  </a:cubicBezTo>
                  <a:cubicBezTo>
                    <a:pt x="6621" y="8645"/>
                    <a:pt x="6621" y="8907"/>
                    <a:pt x="6645" y="9240"/>
                  </a:cubicBezTo>
                  <a:lnTo>
                    <a:pt x="4763" y="9240"/>
                  </a:lnTo>
                  <a:cubicBezTo>
                    <a:pt x="4787" y="8526"/>
                    <a:pt x="4787" y="7954"/>
                    <a:pt x="4692" y="7406"/>
                  </a:cubicBezTo>
                  <a:cubicBezTo>
                    <a:pt x="4573" y="6739"/>
                    <a:pt x="4335" y="6144"/>
                    <a:pt x="3906" y="5454"/>
                  </a:cubicBezTo>
                  <a:cubicBezTo>
                    <a:pt x="3572" y="4930"/>
                    <a:pt x="3406" y="4334"/>
                    <a:pt x="3406" y="3739"/>
                  </a:cubicBezTo>
                  <a:cubicBezTo>
                    <a:pt x="3406" y="2262"/>
                    <a:pt x="4382" y="1024"/>
                    <a:pt x="5692" y="595"/>
                  </a:cubicBezTo>
                  <a:cubicBezTo>
                    <a:pt x="7026" y="1024"/>
                    <a:pt x="7978" y="2262"/>
                    <a:pt x="7978" y="3739"/>
                  </a:cubicBezTo>
                  <a:cubicBezTo>
                    <a:pt x="7978" y="4334"/>
                    <a:pt x="7811" y="4930"/>
                    <a:pt x="7502" y="5454"/>
                  </a:cubicBezTo>
                  <a:cubicBezTo>
                    <a:pt x="7288" y="5787"/>
                    <a:pt x="7121" y="6073"/>
                    <a:pt x="7002" y="6382"/>
                  </a:cubicBezTo>
                  <a:cubicBezTo>
                    <a:pt x="6954" y="6478"/>
                    <a:pt x="7002" y="6620"/>
                    <a:pt x="7097" y="6668"/>
                  </a:cubicBezTo>
                  <a:cubicBezTo>
                    <a:pt x="7135" y="6691"/>
                    <a:pt x="7176" y="6702"/>
                    <a:pt x="7215" y="6702"/>
                  </a:cubicBezTo>
                  <a:cubicBezTo>
                    <a:pt x="7298" y="6702"/>
                    <a:pt x="7374" y="6654"/>
                    <a:pt x="7407" y="6573"/>
                  </a:cubicBezTo>
                  <a:cubicBezTo>
                    <a:pt x="7526" y="6287"/>
                    <a:pt x="7669" y="6001"/>
                    <a:pt x="7859" y="5668"/>
                  </a:cubicBezTo>
                  <a:cubicBezTo>
                    <a:pt x="8240" y="5096"/>
                    <a:pt x="8431" y="4406"/>
                    <a:pt x="8431" y="3739"/>
                  </a:cubicBezTo>
                  <a:cubicBezTo>
                    <a:pt x="8431" y="2739"/>
                    <a:pt x="8026" y="1786"/>
                    <a:pt x="7311" y="1072"/>
                  </a:cubicBezTo>
                  <a:cubicBezTo>
                    <a:pt x="7049" y="810"/>
                    <a:pt x="6764" y="595"/>
                    <a:pt x="6454" y="429"/>
                  </a:cubicBezTo>
                  <a:close/>
                  <a:moveTo>
                    <a:pt x="4644" y="0"/>
                  </a:moveTo>
                  <a:cubicBezTo>
                    <a:pt x="3644" y="0"/>
                    <a:pt x="2691" y="381"/>
                    <a:pt x="1977" y="1095"/>
                  </a:cubicBezTo>
                  <a:cubicBezTo>
                    <a:pt x="1262" y="1810"/>
                    <a:pt x="858" y="2739"/>
                    <a:pt x="858" y="3739"/>
                  </a:cubicBezTo>
                  <a:cubicBezTo>
                    <a:pt x="858" y="3977"/>
                    <a:pt x="667" y="4382"/>
                    <a:pt x="310" y="4858"/>
                  </a:cubicBezTo>
                  <a:cubicBezTo>
                    <a:pt x="0" y="5311"/>
                    <a:pt x="48" y="5620"/>
                    <a:pt x="143" y="5787"/>
                  </a:cubicBezTo>
                  <a:cubicBezTo>
                    <a:pt x="238" y="5977"/>
                    <a:pt x="477" y="6216"/>
                    <a:pt x="1072" y="6263"/>
                  </a:cubicBezTo>
                  <a:lnTo>
                    <a:pt x="1072" y="7216"/>
                  </a:lnTo>
                  <a:cubicBezTo>
                    <a:pt x="1072" y="7883"/>
                    <a:pt x="1620" y="8406"/>
                    <a:pt x="2263" y="8406"/>
                  </a:cubicBezTo>
                  <a:cubicBezTo>
                    <a:pt x="2858" y="8406"/>
                    <a:pt x="3168" y="8430"/>
                    <a:pt x="3287" y="8526"/>
                  </a:cubicBezTo>
                  <a:cubicBezTo>
                    <a:pt x="3430" y="8645"/>
                    <a:pt x="3477" y="8930"/>
                    <a:pt x="3501" y="9454"/>
                  </a:cubicBezTo>
                  <a:cubicBezTo>
                    <a:pt x="3525" y="9573"/>
                    <a:pt x="3620" y="9669"/>
                    <a:pt x="3715" y="9669"/>
                  </a:cubicBezTo>
                  <a:lnTo>
                    <a:pt x="7669" y="9669"/>
                  </a:lnTo>
                  <a:cubicBezTo>
                    <a:pt x="7788" y="9669"/>
                    <a:pt x="7883" y="9573"/>
                    <a:pt x="7883" y="9454"/>
                  </a:cubicBezTo>
                  <a:cubicBezTo>
                    <a:pt x="7930" y="8930"/>
                    <a:pt x="7978" y="8645"/>
                    <a:pt x="8097" y="8526"/>
                  </a:cubicBezTo>
                  <a:cubicBezTo>
                    <a:pt x="8240" y="8430"/>
                    <a:pt x="8550" y="8406"/>
                    <a:pt x="9121" y="8406"/>
                  </a:cubicBezTo>
                  <a:cubicBezTo>
                    <a:pt x="9788" y="8406"/>
                    <a:pt x="10312" y="7883"/>
                    <a:pt x="10312" y="7216"/>
                  </a:cubicBezTo>
                  <a:lnTo>
                    <a:pt x="10312" y="6263"/>
                  </a:lnTo>
                  <a:cubicBezTo>
                    <a:pt x="10907" y="6216"/>
                    <a:pt x="11169" y="5977"/>
                    <a:pt x="11265" y="5787"/>
                  </a:cubicBezTo>
                  <a:cubicBezTo>
                    <a:pt x="11360" y="5620"/>
                    <a:pt x="11407" y="5311"/>
                    <a:pt x="11074" y="4858"/>
                  </a:cubicBezTo>
                  <a:cubicBezTo>
                    <a:pt x="10741" y="4382"/>
                    <a:pt x="10550" y="3977"/>
                    <a:pt x="10550" y="3739"/>
                  </a:cubicBezTo>
                  <a:cubicBezTo>
                    <a:pt x="10550" y="2739"/>
                    <a:pt x="10145" y="1810"/>
                    <a:pt x="9431" y="1095"/>
                  </a:cubicBezTo>
                  <a:cubicBezTo>
                    <a:pt x="8716" y="381"/>
                    <a:pt x="7764" y="0"/>
                    <a:pt x="6764" y="0"/>
                  </a:cubicBezTo>
                  <a:cubicBezTo>
                    <a:pt x="6406" y="0"/>
                    <a:pt x="6049" y="48"/>
                    <a:pt x="5692" y="143"/>
                  </a:cubicBezTo>
                  <a:cubicBezTo>
                    <a:pt x="5359" y="48"/>
                    <a:pt x="5001" y="0"/>
                    <a:pt x="46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78" name="Google Shape;4278;p59"/>
            <p:cNvSpPr/>
            <p:nvPr/>
          </p:nvSpPr>
          <p:spPr>
            <a:xfrm>
              <a:off x="1832827" y="2251685"/>
              <a:ext cx="19347" cy="14242"/>
            </a:xfrm>
            <a:custGeom>
              <a:rect b="b" l="l" r="r" t="t"/>
              <a:pathLst>
                <a:path extrusionOk="0" h="430" w="549">
                  <a:moveTo>
                    <a:pt x="286" y="1"/>
                  </a:moveTo>
                  <a:cubicBezTo>
                    <a:pt x="119" y="1"/>
                    <a:pt x="0" y="167"/>
                    <a:pt x="96" y="334"/>
                  </a:cubicBezTo>
                  <a:cubicBezTo>
                    <a:pt x="143" y="405"/>
                    <a:pt x="191" y="429"/>
                    <a:pt x="262" y="429"/>
                  </a:cubicBezTo>
                  <a:lnTo>
                    <a:pt x="286" y="429"/>
                  </a:lnTo>
                  <a:cubicBezTo>
                    <a:pt x="381" y="429"/>
                    <a:pt x="453" y="382"/>
                    <a:pt x="477" y="310"/>
                  </a:cubicBezTo>
                  <a:cubicBezTo>
                    <a:pt x="548" y="167"/>
                    <a:pt x="429" y="1"/>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79" name="Google Shape;4279;p59"/>
            <p:cNvSpPr/>
            <p:nvPr/>
          </p:nvSpPr>
          <p:spPr>
            <a:xfrm>
              <a:off x="1746668" y="2357369"/>
              <a:ext cx="19065" cy="14507"/>
            </a:xfrm>
            <a:custGeom>
              <a:rect b="b" l="l" r="r" t="t"/>
              <a:pathLst>
                <a:path extrusionOk="0" h="438" w="541">
                  <a:moveTo>
                    <a:pt x="278" y="1"/>
                  </a:moveTo>
                  <a:cubicBezTo>
                    <a:pt x="183" y="1"/>
                    <a:pt x="112" y="48"/>
                    <a:pt x="64" y="120"/>
                  </a:cubicBezTo>
                  <a:cubicBezTo>
                    <a:pt x="1" y="288"/>
                    <a:pt x="123" y="438"/>
                    <a:pt x="284" y="438"/>
                  </a:cubicBezTo>
                  <a:cubicBezTo>
                    <a:pt x="305" y="438"/>
                    <a:pt x="327" y="435"/>
                    <a:pt x="350" y="429"/>
                  </a:cubicBezTo>
                  <a:cubicBezTo>
                    <a:pt x="421" y="406"/>
                    <a:pt x="469" y="358"/>
                    <a:pt x="469" y="287"/>
                  </a:cubicBezTo>
                  <a:cubicBezTo>
                    <a:pt x="540" y="144"/>
                    <a:pt x="421" y="1"/>
                    <a:pt x="2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280" name="Google Shape;4280;p59"/>
          <p:cNvGrpSpPr/>
          <p:nvPr/>
        </p:nvGrpSpPr>
        <p:grpSpPr>
          <a:xfrm>
            <a:off x="2329627" y="2142059"/>
            <a:ext cx="396168" cy="272942"/>
            <a:chOff x="2329627" y="2142059"/>
            <a:chExt cx="396168" cy="272942"/>
          </a:xfrm>
        </p:grpSpPr>
        <p:sp>
          <p:nvSpPr>
            <p:cNvPr id="4281" name="Google Shape;4281;p59"/>
            <p:cNvSpPr/>
            <p:nvPr/>
          </p:nvSpPr>
          <p:spPr>
            <a:xfrm>
              <a:off x="2329627" y="2142059"/>
              <a:ext cx="396168" cy="272942"/>
            </a:xfrm>
            <a:custGeom>
              <a:rect b="b" l="l" r="r" t="t"/>
              <a:pathLst>
                <a:path extrusionOk="0" h="8241" w="11242">
                  <a:moveTo>
                    <a:pt x="5002" y="429"/>
                  </a:moveTo>
                  <a:cubicBezTo>
                    <a:pt x="5264" y="429"/>
                    <a:pt x="5502" y="524"/>
                    <a:pt x="5668" y="715"/>
                  </a:cubicBezTo>
                  <a:cubicBezTo>
                    <a:pt x="5621" y="763"/>
                    <a:pt x="5573" y="786"/>
                    <a:pt x="5526" y="810"/>
                  </a:cubicBezTo>
                  <a:cubicBezTo>
                    <a:pt x="5526" y="834"/>
                    <a:pt x="5526" y="834"/>
                    <a:pt x="5526" y="858"/>
                  </a:cubicBezTo>
                  <a:cubicBezTo>
                    <a:pt x="5478" y="1048"/>
                    <a:pt x="5597" y="1167"/>
                    <a:pt x="5740" y="1167"/>
                  </a:cubicBezTo>
                  <a:cubicBezTo>
                    <a:pt x="5787" y="1167"/>
                    <a:pt x="5835" y="1144"/>
                    <a:pt x="5859" y="1120"/>
                  </a:cubicBezTo>
                  <a:cubicBezTo>
                    <a:pt x="5930" y="1072"/>
                    <a:pt x="6002" y="1024"/>
                    <a:pt x="6073" y="977"/>
                  </a:cubicBezTo>
                  <a:cubicBezTo>
                    <a:pt x="6335" y="834"/>
                    <a:pt x="6621" y="763"/>
                    <a:pt x="6907" y="763"/>
                  </a:cubicBezTo>
                  <a:cubicBezTo>
                    <a:pt x="7550" y="763"/>
                    <a:pt x="8145" y="1120"/>
                    <a:pt x="8455" y="1691"/>
                  </a:cubicBezTo>
                  <a:cubicBezTo>
                    <a:pt x="8598" y="1977"/>
                    <a:pt x="8669" y="2287"/>
                    <a:pt x="8645" y="2596"/>
                  </a:cubicBezTo>
                  <a:cubicBezTo>
                    <a:pt x="8645" y="2596"/>
                    <a:pt x="8645" y="2620"/>
                    <a:pt x="8669" y="2620"/>
                  </a:cubicBezTo>
                  <a:cubicBezTo>
                    <a:pt x="8737" y="2696"/>
                    <a:pt x="8810" y="2727"/>
                    <a:pt x="8877" y="2727"/>
                  </a:cubicBezTo>
                  <a:cubicBezTo>
                    <a:pt x="8998" y="2727"/>
                    <a:pt x="9098" y="2624"/>
                    <a:pt x="9098" y="2501"/>
                  </a:cubicBezTo>
                  <a:cubicBezTo>
                    <a:pt x="9098" y="2263"/>
                    <a:pt x="9050" y="2025"/>
                    <a:pt x="8955" y="1787"/>
                  </a:cubicBezTo>
                  <a:cubicBezTo>
                    <a:pt x="9574" y="1787"/>
                    <a:pt x="10074" y="2263"/>
                    <a:pt x="10074" y="2882"/>
                  </a:cubicBezTo>
                  <a:cubicBezTo>
                    <a:pt x="10074" y="2977"/>
                    <a:pt x="10050" y="3073"/>
                    <a:pt x="10026" y="3168"/>
                  </a:cubicBezTo>
                  <a:cubicBezTo>
                    <a:pt x="9955" y="3382"/>
                    <a:pt x="9860" y="3549"/>
                    <a:pt x="9693" y="3692"/>
                  </a:cubicBezTo>
                  <a:cubicBezTo>
                    <a:pt x="9669" y="3692"/>
                    <a:pt x="9669" y="3715"/>
                    <a:pt x="9669" y="3739"/>
                  </a:cubicBezTo>
                  <a:cubicBezTo>
                    <a:pt x="9669" y="3930"/>
                    <a:pt x="9788" y="4025"/>
                    <a:pt x="9907" y="4025"/>
                  </a:cubicBezTo>
                  <a:cubicBezTo>
                    <a:pt x="9955" y="4025"/>
                    <a:pt x="10026" y="4001"/>
                    <a:pt x="10050" y="3954"/>
                  </a:cubicBezTo>
                  <a:cubicBezTo>
                    <a:pt x="10169" y="3835"/>
                    <a:pt x="10265" y="3692"/>
                    <a:pt x="10360" y="3549"/>
                  </a:cubicBezTo>
                  <a:cubicBezTo>
                    <a:pt x="10646" y="3739"/>
                    <a:pt x="10812" y="4073"/>
                    <a:pt x="10812" y="4430"/>
                  </a:cubicBezTo>
                  <a:cubicBezTo>
                    <a:pt x="10812" y="5049"/>
                    <a:pt x="10312" y="5525"/>
                    <a:pt x="9717" y="5525"/>
                  </a:cubicBezTo>
                  <a:cubicBezTo>
                    <a:pt x="9431" y="5525"/>
                    <a:pt x="9169" y="5430"/>
                    <a:pt x="8979" y="5240"/>
                  </a:cubicBezTo>
                  <a:cubicBezTo>
                    <a:pt x="8836" y="5097"/>
                    <a:pt x="8717" y="4906"/>
                    <a:pt x="8669" y="4716"/>
                  </a:cubicBezTo>
                  <a:cubicBezTo>
                    <a:pt x="8650" y="4622"/>
                    <a:pt x="8573" y="4558"/>
                    <a:pt x="8482" y="4558"/>
                  </a:cubicBezTo>
                  <a:cubicBezTo>
                    <a:pt x="8458" y="4558"/>
                    <a:pt x="8433" y="4563"/>
                    <a:pt x="8407" y="4573"/>
                  </a:cubicBezTo>
                  <a:cubicBezTo>
                    <a:pt x="8288" y="4597"/>
                    <a:pt x="8217" y="4716"/>
                    <a:pt x="8240" y="4835"/>
                  </a:cubicBezTo>
                  <a:cubicBezTo>
                    <a:pt x="8312" y="5049"/>
                    <a:pt x="8407" y="5263"/>
                    <a:pt x="8550" y="5430"/>
                  </a:cubicBezTo>
                  <a:cubicBezTo>
                    <a:pt x="8502" y="5525"/>
                    <a:pt x="8455" y="5597"/>
                    <a:pt x="8407" y="5668"/>
                  </a:cubicBezTo>
                  <a:cubicBezTo>
                    <a:pt x="8407" y="5692"/>
                    <a:pt x="8407" y="5692"/>
                    <a:pt x="8407" y="5716"/>
                  </a:cubicBezTo>
                  <a:cubicBezTo>
                    <a:pt x="8436" y="5874"/>
                    <a:pt x="8543" y="5946"/>
                    <a:pt x="8644" y="5946"/>
                  </a:cubicBezTo>
                  <a:cubicBezTo>
                    <a:pt x="8711" y="5946"/>
                    <a:pt x="8774" y="5915"/>
                    <a:pt x="8812" y="5859"/>
                  </a:cubicBezTo>
                  <a:cubicBezTo>
                    <a:pt x="8836" y="5811"/>
                    <a:pt x="8883" y="5764"/>
                    <a:pt x="8883" y="5716"/>
                  </a:cubicBezTo>
                  <a:cubicBezTo>
                    <a:pt x="9145" y="5883"/>
                    <a:pt x="9431" y="5978"/>
                    <a:pt x="9717" y="5978"/>
                  </a:cubicBezTo>
                  <a:cubicBezTo>
                    <a:pt x="9884" y="5978"/>
                    <a:pt x="10026" y="5954"/>
                    <a:pt x="10169" y="5906"/>
                  </a:cubicBezTo>
                  <a:cubicBezTo>
                    <a:pt x="10169" y="5954"/>
                    <a:pt x="10169" y="6002"/>
                    <a:pt x="10169" y="6049"/>
                  </a:cubicBezTo>
                  <a:cubicBezTo>
                    <a:pt x="10169" y="7002"/>
                    <a:pt x="9407" y="7788"/>
                    <a:pt x="8431" y="7788"/>
                  </a:cubicBezTo>
                  <a:cubicBezTo>
                    <a:pt x="7859" y="7788"/>
                    <a:pt x="7312" y="7478"/>
                    <a:pt x="6978" y="7002"/>
                  </a:cubicBezTo>
                  <a:cubicBezTo>
                    <a:pt x="7050" y="7002"/>
                    <a:pt x="7097" y="6978"/>
                    <a:pt x="7169" y="6954"/>
                  </a:cubicBezTo>
                  <a:cubicBezTo>
                    <a:pt x="7298" y="6760"/>
                    <a:pt x="7193" y="6567"/>
                    <a:pt x="7031" y="6567"/>
                  </a:cubicBezTo>
                  <a:cubicBezTo>
                    <a:pt x="7014" y="6567"/>
                    <a:pt x="6996" y="6569"/>
                    <a:pt x="6978" y="6573"/>
                  </a:cubicBezTo>
                  <a:cubicBezTo>
                    <a:pt x="6859" y="6573"/>
                    <a:pt x="6740" y="6597"/>
                    <a:pt x="6621" y="6597"/>
                  </a:cubicBezTo>
                  <a:cubicBezTo>
                    <a:pt x="6192" y="6597"/>
                    <a:pt x="5787" y="6454"/>
                    <a:pt x="5430" y="6216"/>
                  </a:cubicBezTo>
                  <a:cubicBezTo>
                    <a:pt x="5406" y="6216"/>
                    <a:pt x="5406" y="6216"/>
                    <a:pt x="5121" y="6478"/>
                  </a:cubicBezTo>
                  <a:cubicBezTo>
                    <a:pt x="5113" y="6493"/>
                    <a:pt x="5106" y="6498"/>
                    <a:pt x="5099" y="6498"/>
                  </a:cubicBezTo>
                  <a:cubicBezTo>
                    <a:pt x="5084" y="6498"/>
                    <a:pt x="5073" y="6471"/>
                    <a:pt x="5073" y="6454"/>
                  </a:cubicBezTo>
                  <a:cubicBezTo>
                    <a:pt x="5255" y="6077"/>
                    <a:pt x="5092" y="5888"/>
                    <a:pt x="4926" y="5888"/>
                  </a:cubicBezTo>
                  <a:cubicBezTo>
                    <a:pt x="4810" y="5888"/>
                    <a:pt x="4692" y="5981"/>
                    <a:pt x="4692" y="6168"/>
                  </a:cubicBezTo>
                  <a:cubicBezTo>
                    <a:pt x="4692" y="6168"/>
                    <a:pt x="4692" y="6192"/>
                    <a:pt x="4716" y="6192"/>
                  </a:cubicBezTo>
                  <a:cubicBezTo>
                    <a:pt x="4787" y="6287"/>
                    <a:pt x="4906" y="6383"/>
                    <a:pt x="5002" y="6478"/>
                  </a:cubicBezTo>
                  <a:cubicBezTo>
                    <a:pt x="4763" y="6859"/>
                    <a:pt x="4335" y="7097"/>
                    <a:pt x="3882" y="7097"/>
                  </a:cubicBezTo>
                  <a:cubicBezTo>
                    <a:pt x="3239" y="7097"/>
                    <a:pt x="2692" y="6621"/>
                    <a:pt x="2573" y="6002"/>
                  </a:cubicBezTo>
                  <a:cubicBezTo>
                    <a:pt x="2573" y="6002"/>
                    <a:pt x="2573" y="6002"/>
                    <a:pt x="2525" y="5978"/>
                  </a:cubicBezTo>
                  <a:cubicBezTo>
                    <a:pt x="2477" y="5978"/>
                    <a:pt x="2477" y="5930"/>
                    <a:pt x="2501" y="5906"/>
                  </a:cubicBezTo>
                  <a:cubicBezTo>
                    <a:pt x="2622" y="5717"/>
                    <a:pt x="2493" y="5527"/>
                    <a:pt x="2322" y="5527"/>
                  </a:cubicBezTo>
                  <a:cubicBezTo>
                    <a:pt x="2257" y="5527"/>
                    <a:pt x="2186" y="5555"/>
                    <a:pt x="2120" y="5621"/>
                  </a:cubicBezTo>
                  <a:cubicBezTo>
                    <a:pt x="2120" y="5621"/>
                    <a:pt x="2096" y="5644"/>
                    <a:pt x="2096" y="5644"/>
                  </a:cubicBezTo>
                  <a:cubicBezTo>
                    <a:pt x="2096" y="5716"/>
                    <a:pt x="2096" y="5787"/>
                    <a:pt x="2096" y="5859"/>
                  </a:cubicBezTo>
                  <a:cubicBezTo>
                    <a:pt x="1691" y="5835"/>
                    <a:pt x="1358" y="5549"/>
                    <a:pt x="1287" y="5144"/>
                  </a:cubicBezTo>
                  <a:lnTo>
                    <a:pt x="1287" y="5144"/>
                  </a:lnTo>
                  <a:cubicBezTo>
                    <a:pt x="1382" y="5168"/>
                    <a:pt x="1501" y="5168"/>
                    <a:pt x="1620" y="5168"/>
                  </a:cubicBezTo>
                  <a:lnTo>
                    <a:pt x="1644" y="5168"/>
                  </a:lnTo>
                  <a:cubicBezTo>
                    <a:pt x="1834" y="4978"/>
                    <a:pt x="1715" y="4740"/>
                    <a:pt x="1525" y="4740"/>
                  </a:cubicBezTo>
                  <a:cubicBezTo>
                    <a:pt x="1382" y="4740"/>
                    <a:pt x="1263" y="4716"/>
                    <a:pt x="1120" y="4668"/>
                  </a:cubicBezTo>
                  <a:cubicBezTo>
                    <a:pt x="715" y="4501"/>
                    <a:pt x="429" y="4097"/>
                    <a:pt x="429" y="3644"/>
                  </a:cubicBezTo>
                  <a:cubicBezTo>
                    <a:pt x="429" y="3239"/>
                    <a:pt x="667" y="2858"/>
                    <a:pt x="1025" y="2668"/>
                  </a:cubicBezTo>
                  <a:lnTo>
                    <a:pt x="1048" y="2668"/>
                  </a:lnTo>
                  <a:cubicBezTo>
                    <a:pt x="1096" y="2596"/>
                    <a:pt x="1144" y="2549"/>
                    <a:pt x="1215" y="2549"/>
                  </a:cubicBezTo>
                  <a:lnTo>
                    <a:pt x="1644" y="2549"/>
                  </a:lnTo>
                  <a:cubicBezTo>
                    <a:pt x="1858" y="2358"/>
                    <a:pt x="1715" y="2120"/>
                    <a:pt x="1525" y="2120"/>
                  </a:cubicBezTo>
                  <a:cubicBezTo>
                    <a:pt x="1406" y="2120"/>
                    <a:pt x="1310" y="2120"/>
                    <a:pt x="1191" y="2144"/>
                  </a:cubicBezTo>
                  <a:cubicBezTo>
                    <a:pt x="1287" y="1787"/>
                    <a:pt x="1620" y="1525"/>
                    <a:pt x="2025" y="1525"/>
                  </a:cubicBezTo>
                  <a:lnTo>
                    <a:pt x="2215" y="1525"/>
                  </a:lnTo>
                  <a:cubicBezTo>
                    <a:pt x="2382" y="1572"/>
                    <a:pt x="2525" y="1644"/>
                    <a:pt x="2644" y="1787"/>
                  </a:cubicBezTo>
                  <a:cubicBezTo>
                    <a:pt x="2692" y="1810"/>
                    <a:pt x="2739" y="1834"/>
                    <a:pt x="2811" y="1834"/>
                  </a:cubicBezTo>
                  <a:cubicBezTo>
                    <a:pt x="2906" y="1834"/>
                    <a:pt x="3025" y="1739"/>
                    <a:pt x="3025" y="1572"/>
                  </a:cubicBezTo>
                  <a:cubicBezTo>
                    <a:pt x="3025" y="1548"/>
                    <a:pt x="3025" y="1548"/>
                    <a:pt x="3025" y="1525"/>
                  </a:cubicBezTo>
                  <a:cubicBezTo>
                    <a:pt x="2882" y="1382"/>
                    <a:pt x="2715" y="1263"/>
                    <a:pt x="2525" y="1191"/>
                  </a:cubicBezTo>
                  <a:cubicBezTo>
                    <a:pt x="2715" y="810"/>
                    <a:pt x="3096" y="572"/>
                    <a:pt x="3525" y="572"/>
                  </a:cubicBezTo>
                  <a:cubicBezTo>
                    <a:pt x="3716" y="572"/>
                    <a:pt x="3930" y="620"/>
                    <a:pt x="4097" y="739"/>
                  </a:cubicBezTo>
                  <a:cubicBezTo>
                    <a:pt x="4097" y="739"/>
                    <a:pt x="4097" y="739"/>
                    <a:pt x="4168" y="691"/>
                  </a:cubicBezTo>
                  <a:cubicBezTo>
                    <a:pt x="4180" y="679"/>
                    <a:pt x="4192" y="673"/>
                    <a:pt x="4201" y="673"/>
                  </a:cubicBezTo>
                  <a:cubicBezTo>
                    <a:pt x="4210" y="673"/>
                    <a:pt x="4216" y="679"/>
                    <a:pt x="4216" y="691"/>
                  </a:cubicBezTo>
                  <a:cubicBezTo>
                    <a:pt x="4216" y="858"/>
                    <a:pt x="4335" y="953"/>
                    <a:pt x="4430" y="953"/>
                  </a:cubicBezTo>
                  <a:cubicBezTo>
                    <a:pt x="4502" y="953"/>
                    <a:pt x="4549" y="929"/>
                    <a:pt x="4597" y="882"/>
                  </a:cubicBezTo>
                  <a:cubicBezTo>
                    <a:pt x="4668" y="810"/>
                    <a:pt x="4668" y="667"/>
                    <a:pt x="4597" y="572"/>
                  </a:cubicBezTo>
                  <a:cubicBezTo>
                    <a:pt x="4573" y="572"/>
                    <a:pt x="4573" y="548"/>
                    <a:pt x="4573" y="548"/>
                  </a:cubicBezTo>
                  <a:cubicBezTo>
                    <a:pt x="4692" y="477"/>
                    <a:pt x="4859" y="429"/>
                    <a:pt x="5002" y="429"/>
                  </a:cubicBezTo>
                  <a:close/>
                  <a:moveTo>
                    <a:pt x="5383" y="6716"/>
                  </a:moveTo>
                  <a:cubicBezTo>
                    <a:pt x="5716" y="6907"/>
                    <a:pt x="6097" y="7026"/>
                    <a:pt x="6478" y="7026"/>
                  </a:cubicBezTo>
                  <a:cubicBezTo>
                    <a:pt x="6597" y="7264"/>
                    <a:pt x="6740" y="7454"/>
                    <a:pt x="6907" y="7621"/>
                  </a:cubicBezTo>
                  <a:cubicBezTo>
                    <a:pt x="6812" y="7669"/>
                    <a:pt x="6692" y="7716"/>
                    <a:pt x="6573" y="7740"/>
                  </a:cubicBezTo>
                  <a:cubicBezTo>
                    <a:pt x="6425" y="7780"/>
                    <a:pt x="6275" y="7799"/>
                    <a:pt x="6125" y="7799"/>
                  </a:cubicBezTo>
                  <a:cubicBezTo>
                    <a:pt x="5649" y="7799"/>
                    <a:pt x="5185" y="7602"/>
                    <a:pt x="4859" y="7240"/>
                  </a:cubicBezTo>
                  <a:cubicBezTo>
                    <a:pt x="5049" y="7121"/>
                    <a:pt x="5240" y="6930"/>
                    <a:pt x="5383" y="6716"/>
                  </a:cubicBezTo>
                  <a:close/>
                  <a:moveTo>
                    <a:pt x="5002" y="0"/>
                  </a:moveTo>
                  <a:cubicBezTo>
                    <a:pt x="4716" y="0"/>
                    <a:pt x="4406" y="96"/>
                    <a:pt x="4168" y="286"/>
                  </a:cubicBezTo>
                  <a:cubicBezTo>
                    <a:pt x="3978" y="191"/>
                    <a:pt x="3739" y="143"/>
                    <a:pt x="3501" y="143"/>
                  </a:cubicBezTo>
                  <a:cubicBezTo>
                    <a:pt x="2882" y="143"/>
                    <a:pt x="2334" y="524"/>
                    <a:pt x="2096" y="1096"/>
                  </a:cubicBezTo>
                  <a:lnTo>
                    <a:pt x="2025" y="1096"/>
                  </a:lnTo>
                  <a:cubicBezTo>
                    <a:pt x="1310" y="1096"/>
                    <a:pt x="739" y="1667"/>
                    <a:pt x="715" y="2358"/>
                  </a:cubicBezTo>
                  <a:cubicBezTo>
                    <a:pt x="263" y="2644"/>
                    <a:pt x="1" y="3120"/>
                    <a:pt x="1" y="3668"/>
                  </a:cubicBezTo>
                  <a:cubicBezTo>
                    <a:pt x="1" y="4239"/>
                    <a:pt x="310" y="4763"/>
                    <a:pt x="834" y="5025"/>
                  </a:cubicBezTo>
                  <a:cubicBezTo>
                    <a:pt x="834" y="5716"/>
                    <a:pt x="1429" y="6311"/>
                    <a:pt x="2144" y="6311"/>
                  </a:cubicBezTo>
                  <a:lnTo>
                    <a:pt x="2192" y="6311"/>
                  </a:lnTo>
                  <a:cubicBezTo>
                    <a:pt x="2430" y="7026"/>
                    <a:pt x="3096" y="7550"/>
                    <a:pt x="3882" y="7550"/>
                  </a:cubicBezTo>
                  <a:cubicBezTo>
                    <a:pt x="4073" y="7550"/>
                    <a:pt x="4263" y="7502"/>
                    <a:pt x="4430" y="7454"/>
                  </a:cubicBezTo>
                  <a:cubicBezTo>
                    <a:pt x="4692" y="7764"/>
                    <a:pt x="5025" y="7978"/>
                    <a:pt x="5383" y="8121"/>
                  </a:cubicBezTo>
                  <a:cubicBezTo>
                    <a:pt x="5621" y="8193"/>
                    <a:pt x="5883" y="8240"/>
                    <a:pt x="6121" y="8240"/>
                  </a:cubicBezTo>
                  <a:cubicBezTo>
                    <a:pt x="6311" y="8240"/>
                    <a:pt x="6502" y="8216"/>
                    <a:pt x="6692" y="8169"/>
                  </a:cubicBezTo>
                  <a:cubicBezTo>
                    <a:pt x="6883" y="8121"/>
                    <a:pt x="7097" y="8026"/>
                    <a:pt x="7288" y="7907"/>
                  </a:cubicBezTo>
                  <a:cubicBezTo>
                    <a:pt x="7621" y="8121"/>
                    <a:pt x="8026" y="8240"/>
                    <a:pt x="8431" y="8240"/>
                  </a:cubicBezTo>
                  <a:cubicBezTo>
                    <a:pt x="9645" y="8240"/>
                    <a:pt x="10622" y="7264"/>
                    <a:pt x="10622" y="6073"/>
                  </a:cubicBezTo>
                  <a:cubicBezTo>
                    <a:pt x="10622" y="5954"/>
                    <a:pt x="10598" y="5835"/>
                    <a:pt x="10574" y="5716"/>
                  </a:cubicBezTo>
                  <a:cubicBezTo>
                    <a:pt x="10979" y="5430"/>
                    <a:pt x="11241" y="4978"/>
                    <a:pt x="11241" y="4454"/>
                  </a:cubicBezTo>
                  <a:cubicBezTo>
                    <a:pt x="11241" y="3906"/>
                    <a:pt x="10955" y="3406"/>
                    <a:pt x="10479" y="3120"/>
                  </a:cubicBezTo>
                  <a:cubicBezTo>
                    <a:pt x="10503" y="3049"/>
                    <a:pt x="10503" y="2953"/>
                    <a:pt x="10503" y="2882"/>
                  </a:cubicBezTo>
                  <a:cubicBezTo>
                    <a:pt x="10503" y="2048"/>
                    <a:pt x="9812" y="1358"/>
                    <a:pt x="8979" y="1358"/>
                  </a:cubicBezTo>
                  <a:lnTo>
                    <a:pt x="8764" y="1358"/>
                  </a:lnTo>
                  <a:cubicBezTo>
                    <a:pt x="8359" y="715"/>
                    <a:pt x="7669" y="334"/>
                    <a:pt x="6907" y="334"/>
                  </a:cubicBezTo>
                  <a:cubicBezTo>
                    <a:pt x="6621" y="334"/>
                    <a:pt x="6311" y="405"/>
                    <a:pt x="6049" y="524"/>
                  </a:cubicBezTo>
                  <a:cubicBezTo>
                    <a:pt x="5811" y="191"/>
                    <a:pt x="5406" y="0"/>
                    <a:pt x="50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82" name="Google Shape;4282;p59"/>
            <p:cNvSpPr/>
            <p:nvPr/>
          </p:nvSpPr>
          <p:spPr>
            <a:xfrm>
              <a:off x="2599559" y="2347135"/>
              <a:ext cx="18783" cy="14772"/>
            </a:xfrm>
            <a:custGeom>
              <a:rect b="b" l="l" r="r" t="t"/>
              <a:pathLst>
                <a:path extrusionOk="0" h="446" w="533">
                  <a:moveTo>
                    <a:pt x="271" y="0"/>
                  </a:moveTo>
                  <a:cubicBezTo>
                    <a:pt x="176" y="0"/>
                    <a:pt x="104" y="72"/>
                    <a:pt x="80" y="143"/>
                  </a:cubicBezTo>
                  <a:cubicBezTo>
                    <a:pt x="0" y="303"/>
                    <a:pt x="121" y="446"/>
                    <a:pt x="275" y="446"/>
                  </a:cubicBezTo>
                  <a:cubicBezTo>
                    <a:pt x="304" y="446"/>
                    <a:pt x="335" y="440"/>
                    <a:pt x="366" y="429"/>
                  </a:cubicBezTo>
                  <a:cubicBezTo>
                    <a:pt x="414" y="429"/>
                    <a:pt x="461" y="357"/>
                    <a:pt x="485" y="310"/>
                  </a:cubicBezTo>
                  <a:cubicBezTo>
                    <a:pt x="533" y="167"/>
                    <a:pt x="414" y="0"/>
                    <a:pt x="2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83" name="Google Shape;4283;p59"/>
            <p:cNvSpPr/>
            <p:nvPr/>
          </p:nvSpPr>
          <p:spPr>
            <a:xfrm>
              <a:off x="2465580" y="2272782"/>
              <a:ext cx="111640" cy="32590"/>
            </a:xfrm>
            <a:custGeom>
              <a:rect b="b" l="l" r="r" t="t"/>
              <a:pathLst>
                <a:path extrusionOk="0" h="984" w="3168">
                  <a:moveTo>
                    <a:pt x="251" y="1"/>
                  </a:moveTo>
                  <a:cubicBezTo>
                    <a:pt x="197" y="1"/>
                    <a:pt x="143" y="19"/>
                    <a:pt x="96" y="54"/>
                  </a:cubicBezTo>
                  <a:cubicBezTo>
                    <a:pt x="1" y="150"/>
                    <a:pt x="1" y="292"/>
                    <a:pt x="96" y="364"/>
                  </a:cubicBezTo>
                  <a:cubicBezTo>
                    <a:pt x="501" y="769"/>
                    <a:pt x="1025" y="983"/>
                    <a:pt x="1596" y="983"/>
                  </a:cubicBezTo>
                  <a:cubicBezTo>
                    <a:pt x="2168" y="983"/>
                    <a:pt x="2692" y="769"/>
                    <a:pt x="3096" y="364"/>
                  </a:cubicBezTo>
                  <a:cubicBezTo>
                    <a:pt x="3168" y="292"/>
                    <a:pt x="3168" y="150"/>
                    <a:pt x="3096" y="54"/>
                  </a:cubicBezTo>
                  <a:cubicBezTo>
                    <a:pt x="3049" y="19"/>
                    <a:pt x="2989" y="1"/>
                    <a:pt x="2933" y="1"/>
                  </a:cubicBezTo>
                  <a:cubicBezTo>
                    <a:pt x="2876" y="1"/>
                    <a:pt x="2823" y="19"/>
                    <a:pt x="2787" y="54"/>
                  </a:cubicBezTo>
                  <a:cubicBezTo>
                    <a:pt x="2453" y="388"/>
                    <a:pt x="2049" y="554"/>
                    <a:pt x="1596" y="554"/>
                  </a:cubicBezTo>
                  <a:cubicBezTo>
                    <a:pt x="1144" y="554"/>
                    <a:pt x="715" y="388"/>
                    <a:pt x="405" y="54"/>
                  </a:cubicBezTo>
                  <a:cubicBezTo>
                    <a:pt x="358" y="19"/>
                    <a:pt x="304" y="1"/>
                    <a:pt x="2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84" name="Google Shape;4284;p59"/>
            <p:cNvSpPr/>
            <p:nvPr/>
          </p:nvSpPr>
          <p:spPr>
            <a:xfrm>
              <a:off x="2448806" y="2229594"/>
              <a:ext cx="52049" cy="21329"/>
            </a:xfrm>
            <a:custGeom>
              <a:rect b="b" l="l" r="r" t="t"/>
              <a:pathLst>
                <a:path extrusionOk="0" h="644" w="1477">
                  <a:moveTo>
                    <a:pt x="738" y="1"/>
                  </a:moveTo>
                  <a:cubicBezTo>
                    <a:pt x="500" y="1"/>
                    <a:pt x="262" y="96"/>
                    <a:pt x="95" y="263"/>
                  </a:cubicBezTo>
                  <a:cubicBezTo>
                    <a:pt x="0" y="358"/>
                    <a:pt x="0" y="501"/>
                    <a:pt x="95" y="572"/>
                  </a:cubicBezTo>
                  <a:cubicBezTo>
                    <a:pt x="143" y="620"/>
                    <a:pt x="203" y="644"/>
                    <a:pt x="259" y="644"/>
                  </a:cubicBezTo>
                  <a:cubicBezTo>
                    <a:pt x="316" y="644"/>
                    <a:pt x="369" y="620"/>
                    <a:pt x="405" y="572"/>
                  </a:cubicBezTo>
                  <a:cubicBezTo>
                    <a:pt x="500" y="501"/>
                    <a:pt x="619" y="453"/>
                    <a:pt x="738" y="453"/>
                  </a:cubicBezTo>
                  <a:cubicBezTo>
                    <a:pt x="858" y="453"/>
                    <a:pt x="977" y="501"/>
                    <a:pt x="1072" y="572"/>
                  </a:cubicBezTo>
                  <a:cubicBezTo>
                    <a:pt x="1120" y="620"/>
                    <a:pt x="1167" y="644"/>
                    <a:pt x="1239" y="644"/>
                  </a:cubicBezTo>
                  <a:cubicBezTo>
                    <a:pt x="1286" y="644"/>
                    <a:pt x="1334" y="620"/>
                    <a:pt x="1381" y="572"/>
                  </a:cubicBezTo>
                  <a:cubicBezTo>
                    <a:pt x="1477" y="501"/>
                    <a:pt x="1477" y="358"/>
                    <a:pt x="1381" y="263"/>
                  </a:cubicBezTo>
                  <a:cubicBezTo>
                    <a:pt x="1215" y="96"/>
                    <a:pt x="977" y="1"/>
                    <a:pt x="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85" name="Google Shape;4285;p59"/>
            <p:cNvSpPr/>
            <p:nvPr/>
          </p:nvSpPr>
          <p:spPr>
            <a:xfrm>
              <a:off x="2542789" y="2229594"/>
              <a:ext cx="51239" cy="21329"/>
            </a:xfrm>
            <a:custGeom>
              <a:rect b="b" l="l" r="r" t="t"/>
              <a:pathLst>
                <a:path extrusionOk="0" h="644" w="1454">
                  <a:moveTo>
                    <a:pt x="739" y="1"/>
                  </a:moveTo>
                  <a:cubicBezTo>
                    <a:pt x="477" y="1"/>
                    <a:pt x="262" y="96"/>
                    <a:pt x="96" y="263"/>
                  </a:cubicBezTo>
                  <a:cubicBezTo>
                    <a:pt x="0" y="358"/>
                    <a:pt x="0" y="501"/>
                    <a:pt x="96" y="572"/>
                  </a:cubicBezTo>
                  <a:cubicBezTo>
                    <a:pt x="131" y="620"/>
                    <a:pt x="185" y="644"/>
                    <a:pt x="242" y="644"/>
                  </a:cubicBezTo>
                  <a:cubicBezTo>
                    <a:pt x="298" y="644"/>
                    <a:pt x="358" y="620"/>
                    <a:pt x="405" y="572"/>
                  </a:cubicBezTo>
                  <a:cubicBezTo>
                    <a:pt x="477" y="501"/>
                    <a:pt x="596" y="453"/>
                    <a:pt x="715" y="453"/>
                  </a:cubicBezTo>
                  <a:cubicBezTo>
                    <a:pt x="858" y="453"/>
                    <a:pt x="977" y="501"/>
                    <a:pt x="1048" y="572"/>
                  </a:cubicBezTo>
                  <a:cubicBezTo>
                    <a:pt x="1096" y="620"/>
                    <a:pt x="1144" y="644"/>
                    <a:pt x="1215" y="644"/>
                  </a:cubicBezTo>
                  <a:cubicBezTo>
                    <a:pt x="1263" y="644"/>
                    <a:pt x="1334" y="620"/>
                    <a:pt x="1358" y="572"/>
                  </a:cubicBezTo>
                  <a:cubicBezTo>
                    <a:pt x="1453" y="501"/>
                    <a:pt x="1453" y="358"/>
                    <a:pt x="1358" y="263"/>
                  </a:cubicBezTo>
                  <a:cubicBezTo>
                    <a:pt x="1191" y="96"/>
                    <a:pt x="977" y="1"/>
                    <a:pt x="7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286" name="Google Shape;4286;p59"/>
          <p:cNvGrpSpPr/>
          <p:nvPr/>
        </p:nvGrpSpPr>
        <p:grpSpPr>
          <a:xfrm>
            <a:off x="3171348" y="2092379"/>
            <a:ext cx="344964" cy="372302"/>
            <a:chOff x="3171348" y="2092379"/>
            <a:chExt cx="344964" cy="372302"/>
          </a:xfrm>
        </p:grpSpPr>
        <p:sp>
          <p:nvSpPr>
            <p:cNvPr id="4287" name="Google Shape;4287;p59"/>
            <p:cNvSpPr/>
            <p:nvPr/>
          </p:nvSpPr>
          <p:spPr>
            <a:xfrm>
              <a:off x="3171348" y="2092379"/>
              <a:ext cx="344964" cy="372302"/>
            </a:xfrm>
            <a:custGeom>
              <a:rect b="b" l="l" r="r" t="t"/>
              <a:pathLst>
                <a:path extrusionOk="0" h="11241" w="9789">
                  <a:moveTo>
                    <a:pt x="5406" y="0"/>
                  </a:moveTo>
                  <a:cubicBezTo>
                    <a:pt x="4239" y="0"/>
                    <a:pt x="3144" y="453"/>
                    <a:pt x="2287" y="1262"/>
                  </a:cubicBezTo>
                  <a:cubicBezTo>
                    <a:pt x="1453" y="2096"/>
                    <a:pt x="1001" y="3191"/>
                    <a:pt x="1001" y="4334"/>
                  </a:cubicBezTo>
                  <a:cubicBezTo>
                    <a:pt x="1001" y="4620"/>
                    <a:pt x="763" y="5096"/>
                    <a:pt x="358" y="5668"/>
                  </a:cubicBezTo>
                  <a:cubicBezTo>
                    <a:pt x="1" y="6168"/>
                    <a:pt x="48" y="6525"/>
                    <a:pt x="167" y="6740"/>
                  </a:cubicBezTo>
                  <a:cubicBezTo>
                    <a:pt x="262" y="6954"/>
                    <a:pt x="548" y="7216"/>
                    <a:pt x="1263" y="7264"/>
                  </a:cubicBezTo>
                  <a:lnTo>
                    <a:pt x="1263" y="8407"/>
                  </a:lnTo>
                  <a:cubicBezTo>
                    <a:pt x="1263" y="9169"/>
                    <a:pt x="1882" y="9764"/>
                    <a:pt x="2620" y="9764"/>
                  </a:cubicBezTo>
                  <a:cubicBezTo>
                    <a:pt x="3311" y="9764"/>
                    <a:pt x="3692" y="9788"/>
                    <a:pt x="3858" y="9931"/>
                  </a:cubicBezTo>
                  <a:cubicBezTo>
                    <a:pt x="4025" y="10074"/>
                    <a:pt x="4073" y="10407"/>
                    <a:pt x="4097" y="11050"/>
                  </a:cubicBezTo>
                  <a:cubicBezTo>
                    <a:pt x="4120" y="11169"/>
                    <a:pt x="4216" y="11241"/>
                    <a:pt x="4335" y="11241"/>
                  </a:cubicBezTo>
                  <a:lnTo>
                    <a:pt x="8050" y="11241"/>
                  </a:lnTo>
                  <a:cubicBezTo>
                    <a:pt x="8169" y="11217"/>
                    <a:pt x="8240" y="11121"/>
                    <a:pt x="8240" y="11026"/>
                  </a:cubicBezTo>
                  <a:cubicBezTo>
                    <a:pt x="8193" y="10431"/>
                    <a:pt x="8193" y="10026"/>
                    <a:pt x="8193" y="9669"/>
                  </a:cubicBezTo>
                  <a:cubicBezTo>
                    <a:pt x="8193" y="9526"/>
                    <a:pt x="8097" y="9431"/>
                    <a:pt x="7978" y="9431"/>
                  </a:cubicBezTo>
                  <a:cubicBezTo>
                    <a:pt x="7859" y="9431"/>
                    <a:pt x="7764" y="9526"/>
                    <a:pt x="7764" y="9645"/>
                  </a:cubicBezTo>
                  <a:cubicBezTo>
                    <a:pt x="7740" y="9978"/>
                    <a:pt x="7764" y="10336"/>
                    <a:pt x="7788" y="10812"/>
                  </a:cubicBezTo>
                  <a:lnTo>
                    <a:pt x="4525" y="10812"/>
                  </a:lnTo>
                  <a:cubicBezTo>
                    <a:pt x="4478" y="10240"/>
                    <a:pt x="4406" y="9835"/>
                    <a:pt x="4144" y="9597"/>
                  </a:cubicBezTo>
                  <a:cubicBezTo>
                    <a:pt x="3835" y="9335"/>
                    <a:pt x="3358" y="9335"/>
                    <a:pt x="2620" y="9335"/>
                  </a:cubicBezTo>
                  <a:cubicBezTo>
                    <a:pt x="2120" y="9335"/>
                    <a:pt x="1715" y="8931"/>
                    <a:pt x="1715" y="8430"/>
                  </a:cubicBezTo>
                  <a:lnTo>
                    <a:pt x="1715" y="8026"/>
                  </a:lnTo>
                  <a:cubicBezTo>
                    <a:pt x="1715" y="8049"/>
                    <a:pt x="1739" y="8049"/>
                    <a:pt x="1739" y="8049"/>
                  </a:cubicBezTo>
                  <a:cubicBezTo>
                    <a:pt x="1834" y="8049"/>
                    <a:pt x="1929" y="8073"/>
                    <a:pt x="2049" y="8121"/>
                  </a:cubicBezTo>
                  <a:cubicBezTo>
                    <a:pt x="2184" y="8179"/>
                    <a:pt x="2335" y="8253"/>
                    <a:pt x="2502" y="8253"/>
                  </a:cubicBezTo>
                  <a:cubicBezTo>
                    <a:pt x="2541" y="8253"/>
                    <a:pt x="2580" y="8249"/>
                    <a:pt x="2620" y="8240"/>
                  </a:cubicBezTo>
                  <a:lnTo>
                    <a:pt x="2644" y="8240"/>
                  </a:lnTo>
                  <a:cubicBezTo>
                    <a:pt x="2834" y="8049"/>
                    <a:pt x="2715" y="7811"/>
                    <a:pt x="2525" y="7811"/>
                  </a:cubicBezTo>
                  <a:cubicBezTo>
                    <a:pt x="2430" y="7811"/>
                    <a:pt x="2334" y="7764"/>
                    <a:pt x="2215" y="7716"/>
                  </a:cubicBezTo>
                  <a:cubicBezTo>
                    <a:pt x="2072" y="7668"/>
                    <a:pt x="1929" y="7597"/>
                    <a:pt x="1739" y="7597"/>
                  </a:cubicBezTo>
                  <a:lnTo>
                    <a:pt x="1715" y="7597"/>
                  </a:lnTo>
                  <a:lnTo>
                    <a:pt x="1715" y="6859"/>
                  </a:lnTo>
                  <a:cubicBezTo>
                    <a:pt x="1715" y="6835"/>
                    <a:pt x="1691" y="6811"/>
                    <a:pt x="1668" y="6811"/>
                  </a:cubicBezTo>
                  <a:cubicBezTo>
                    <a:pt x="1580" y="6818"/>
                    <a:pt x="1495" y="6821"/>
                    <a:pt x="1415" y="6821"/>
                  </a:cubicBezTo>
                  <a:cubicBezTo>
                    <a:pt x="953" y="6821"/>
                    <a:pt x="629" y="6708"/>
                    <a:pt x="548" y="6525"/>
                  </a:cubicBezTo>
                  <a:cubicBezTo>
                    <a:pt x="477" y="6382"/>
                    <a:pt x="548" y="6192"/>
                    <a:pt x="715" y="5930"/>
                  </a:cubicBezTo>
                  <a:cubicBezTo>
                    <a:pt x="1048" y="5477"/>
                    <a:pt x="1453" y="4811"/>
                    <a:pt x="1453" y="4334"/>
                  </a:cubicBezTo>
                  <a:cubicBezTo>
                    <a:pt x="1453" y="2191"/>
                    <a:pt x="3215" y="429"/>
                    <a:pt x="5406" y="429"/>
                  </a:cubicBezTo>
                  <a:cubicBezTo>
                    <a:pt x="7574" y="429"/>
                    <a:pt x="9360" y="2191"/>
                    <a:pt x="9360" y="4334"/>
                  </a:cubicBezTo>
                  <a:cubicBezTo>
                    <a:pt x="9360" y="5049"/>
                    <a:pt x="9145" y="5763"/>
                    <a:pt x="8764" y="6359"/>
                  </a:cubicBezTo>
                  <a:cubicBezTo>
                    <a:pt x="8478" y="6859"/>
                    <a:pt x="8240" y="7287"/>
                    <a:pt x="8097" y="7716"/>
                  </a:cubicBezTo>
                  <a:cubicBezTo>
                    <a:pt x="8097" y="7740"/>
                    <a:pt x="8097" y="7740"/>
                    <a:pt x="8097" y="7740"/>
                  </a:cubicBezTo>
                  <a:cubicBezTo>
                    <a:pt x="8159" y="7874"/>
                    <a:pt x="8257" y="7933"/>
                    <a:pt x="8349" y="7933"/>
                  </a:cubicBezTo>
                  <a:cubicBezTo>
                    <a:pt x="8435" y="7933"/>
                    <a:pt x="8515" y="7880"/>
                    <a:pt x="8550" y="7787"/>
                  </a:cubicBezTo>
                  <a:cubicBezTo>
                    <a:pt x="8693" y="7406"/>
                    <a:pt x="8883" y="7025"/>
                    <a:pt x="9145" y="6597"/>
                  </a:cubicBezTo>
                  <a:cubicBezTo>
                    <a:pt x="9574" y="5930"/>
                    <a:pt x="9788" y="5144"/>
                    <a:pt x="9788" y="4334"/>
                  </a:cubicBezTo>
                  <a:cubicBezTo>
                    <a:pt x="9788" y="3191"/>
                    <a:pt x="9336" y="2096"/>
                    <a:pt x="8502" y="1262"/>
                  </a:cubicBezTo>
                  <a:cubicBezTo>
                    <a:pt x="7669" y="453"/>
                    <a:pt x="6573" y="0"/>
                    <a:pt x="54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88" name="Google Shape;4288;p59"/>
            <p:cNvSpPr/>
            <p:nvPr/>
          </p:nvSpPr>
          <p:spPr>
            <a:xfrm>
              <a:off x="3244363" y="2247743"/>
              <a:ext cx="18113" cy="14738"/>
            </a:xfrm>
            <a:custGeom>
              <a:rect b="b" l="l" r="r" t="t"/>
              <a:pathLst>
                <a:path extrusionOk="0" h="445" w="514">
                  <a:moveTo>
                    <a:pt x="262" y="1"/>
                  </a:moveTo>
                  <a:cubicBezTo>
                    <a:pt x="119" y="1"/>
                    <a:pt x="0" y="143"/>
                    <a:pt x="48" y="310"/>
                  </a:cubicBezTo>
                  <a:cubicBezTo>
                    <a:pt x="72" y="358"/>
                    <a:pt x="119" y="405"/>
                    <a:pt x="167" y="429"/>
                  </a:cubicBezTo>
                  <a:cubicBezTo>
                    <a:pt x="195" y="440"/>
                    <a:pt x="223" y="445"/>
                    <a:pt x="249" y="445"/>
                  </a:cubicBezTo>
                  <a:cubicBezTo>
                    <a:pt x="401" y="445"/>
                    <a:pt x="514" y="282"/>
                    <a:pt x="453" y="120"/>
                  </a:cubicBezTo>
                  <a:cubicBezTo>
                    <a:pt x="429" y="48"/>
                    <a:pt x="334"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89" name="Google Shape;4289;p59"/>
            <p:cNvSpPr/>
            <p:nvPr/>
          </p:nvSpPr>
          <p:spPr>
            <a:xfrm>
              <a:off x="3293874" y="2151928"/>
              <a:ext cx="179618" cy="140793"/>
            </a:xfrm>
            <a:custGeom>
              <a:rect b="b" l="l" r="r" t="t"/>
              <a:pathLst>
                <a:path extrusionOk="0" h="4251" w="5097">
                  <a:moveTo>
                    <a:pt x="1453" y="441"/>
                  </a:moveTo>
                  <a:cubicBezTo>
                    <a:pt x="1691" y="441"/>
                    <a:pt x="1929" y="536"/>
                    <a:pt x="2096" y="703"/>
                  </a:cubicBezTo>
                  <a:cubicBezTo>
                    <a:pt x="2144" y="774"/>
                    <a:pt x="2215" y="798"/>
                    <a:pt x="2263" y="846"/>
                  </a:cubicBezTo>
                  <a:lnTo>
                    <a:pt x="2096" y="1298"/>
                  </a:lnTo>
                  <a:cubicBezTo>
                    <a:pt x="2072" y="1369"/>
                    <a:pt x="2096" y="1465"/>
                    <a:pt x="2144" y="1512"/>
                  </a:cubicBezTo>
                  <a:lnTo>
                    <a:pt x="2572" y="2036"/>
                  </a:lnTo>
                  <a:lnTo>
                    <a:pt x="2168" y="2727"/>
                  </a:lnTo>
                  <a:cubicBezTo>
                    <a:pt x="2144" y="2775"/>
                    <a:pt x="2144" y="2822"/>
                    <a:pt x="2144" y="2870"/>
                  </a:cubicBezTo>
                  <a:lnTo>
                    <a:pt x="2263" y="3679"/>
                  </a:lnTo>
                  <a:cubicBezTo>
                    <a:pt x="1691" y="3322"/>
                    <a:pt x="810" y="2489"/>
                    <a:pt x="596" y="1679"/>
                  </a:cubicBezTo>
                  <a:cubicBezTo>
                    <a:pt x="477" y="1298"/>
                    <a:pt x="548" y="965"/>
                    <a:pt x="810" y="703"/>
                  </a:cubicBezTo>
                  <a:cubicBezTo>
                    <a:pt x="1001" y="536"/>
                    <a:pt x="1215" y="441"/>
                    <a:pt x="1453" y="441"/>
                  </a:cubicBezTo>
                  <a:close/>
                  <a:moveTo>
                    <a:pt x="3644" y="453"/>
                  </a:moveTo>
                  <a:cubicBezTo>
                    <a:pt x="3876" y="453"/>
                    <a:pt x="4108" y="536"/>
                    <a:pt x="4287" y="703"/>
                  </a:cubicBezTo>
                  <a:cubicBezTo>
                    <a:pt x="4549" y="965"/>
                    <a:pt x="4620" y="1298"/>
                    <a:pt x="4525" y="1679"/>
                  </a:cubicBezTo>
                  <a:cubicBezTo>
                    <a:pt x="4287" y="2536"/>
                    <a:pt x="3287" y="3417"/>
                    <a:pt x="2739" y="3727"/>
                  </a:cubicBezTo>
                  <a:lnTo>
                    <a:pt x="2596" y="2870"/>
                  </a:lnTo>
                  <a:lnTo>
                    <a:pt x="3025" y="2108"/>
                  </a:lnTo>
                  <a:cubicBezTo>
                    <a:pt x="3072" y="2012"/>
                    <a:pt x="3049" y="1917"/>
                    <a:pt x="3001" y="1846"/>
                  </a:cubicBezTo>
                  <a:lnTo>
                    <a:pt x="2549" y="1322"/>
                  </a:lnTo>
                  <a:lnTo>
                    <a:pt x="2715" y="869"/>
                  </a:lnTo>
                  <a:cubicBezTo>
                    <a:pt x="2811" y="846"/>
                    <a:pt x="2930" y="798"/>
                    <a:pt x="3001" y="703"/>
                  </a:cubicBezTo>
                  <a:cubicBezTo>
                    <a:pt x="3180" y="536"/>
                    <a:pt x="3412" y="453"/>
                    <a:pt x="3644" y="453"/>
                  </a:cubicBezTo>
                  <a:close/>
                  <a:moveTo>
                    <a:pt x="1453" y="0"/>
                  </a:moveTo>
                  <a:cubicBezTo>
                    <a:pt x="1108" y="0"/>
                    <a:pt x="762" y="131"/>
                    <a:pt x="501" y="393"/>
                  </a:cubicBezTo>
                  <a:cubicBezTo>
                    <a:pt x="119" y="750"/>
                    <a:pt x="0" y="1227"/>
                    <a:pt x="167" y="1774"/>
                  </a:cubicBezTo>
                  <a:cubicBezTo>
                    <a:pt x="453" y="2917"/>
                    <a:pt x="1882" y="4084"/>
                    <a:pt x="2477" y="4251"/>
                  </a:cubicBezTo>
                  <a:lnTo>
                    <a:pt x="2596" y="4251"/>
                  </a:lnTo>
                  <a:cubicBezTo>
                    <a:pt x="3215" y="4084"/>
                    <a:pt x="4620" y="2917"/>
                    <a:pt x="4930" y="1774"/>
                  </a:cubicBezTo>
                  <a:cubicBezTo>
                    <a:pt x="5097" y="1250"/>
                    <a:pt x="4978" y="750"/>
                    <a:pt x="4597" y="393"/>
                  </a:cubicBezTo>
                  <a:cubicBezTo>
                    <a:pt x="4335" y="131"/>
                    <a:pt x="3989" y="0"/>
                    <a:pt x="3644" y="0"/>
                  </a:cubicBezTo>
                  <a:cubicBezTo>
                    <a:pt x="3299" y="0"/>
                    <a:pt x="2953" y="131"/>
                    <a:pt x="2691" y="393"/>
                  </a:cubicBezTo>
                  <a:cubicBezTo>
                    <a:pt x="2647" y="437"/>
                    <a:pt x="2598" y="456"/>
                    <a:pt x="2550" y="456"/>
                  </a:cubicBezTo>
                  <a:cubicBezTo>
                    <a:pt x="2496" y="456"/>
                    <a:pt x="2444" y="431"/>
                    <a:pt x="2406" y="393"/>
                  </a:cubicBezTo>
                  <a:cubicBezTo>
                    <a:pt x="2144" y="131"/>
                    <a:pt x="1798" y="0"/>
                    <a:pt x="14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90" name="Google Shape;4290;p59"/>
            <p:cNvSpPr/>
            <p:nvPr/>
          </p:nvSpPr>
          <p:spPr>
            <a:xfrm>
              <a:off x="3235976" y="2211477"/>
              <a:ext cx="42817" cy="22091"/>
            </a:xfrm>
            <a:custGeom>
              <a:rect b="b" l="l" r="r" t="t"/>
              <a:pathLst>
                <a:path extrusionOk="0" h="667" w="1215">
                  <a:moveTo>
                    <a:pt x="215" y="0"/>
                  </a:moveTo>
                  <a:cubicBezTo>
                    <a:pt x="95" y="0"/>
                    <a:pt x="0" y="95"/>
                    <a:pt x="0" y="238"/>
                  </a:cubicBezTo>
                  <a:cubicBezTo>
                    <a:pt x="0" y="357"/>
                    <a:pt x="95" y="453"/>
                    <a:pt x="215" y="453"/>
                  </a:cubicBezTo>
                  <a:cubicBezTo>
                    <a:pt x="286" y="453"/>
                    <a:pt x="405" y="500"/>
                    <a:pt x="500" y="548"/>
                  </a:cubicBezTo>
                  <a:cubicBezTo>
                    <a:pt x="643" y="595"/>
                    <a:pt x="810" y="667"/>
                    <a:pt x="977" y="667"/>
                  </a:cubicBezTo>
                  <a:cubicBezTo>
                    <a:pt x="1096" y="667"/>
                    <a:pt x="1215" y="572"/>
                    <a:pt x="1215" y="453"/>
                  </a:cubicBezTo>
                  <a:cubicBezTo>
                    <a:pt x="1215" y="334"/>
                    <a:pt x="1096" y="238"/>
                    <a:pt x="977" y="238"/>
                  </a:cubicBezTo>
                  <a:cubicBezTo>
                    <a:pt x="905" y="238"/>
                    <a:pt x="786" y="191"/>
                    <a:pt x="691" y="143"/>
                  </a:cubicBezTo>
                  <a:cubicBezTo>
                    <a:pt x="548" y="72"/>
                    <a:pt x="381" y="0"/>
                    <a:pt x="2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91" name="Google Shape;4291;p59"/>
            <p:cNvSpPr/>
            <p:nvPr/>
          </p:nvSpPr>
          <p:spPr>
            <a:xfrm>
              <a:off x="3445754" y="2371578"/>
              <a:ext cx="20193" cy="15003"/>
            </a:xfrm>
            <a:custGeom>
              <a:rect b="b" l="l" r="r" t="t"/>
              <a:pathLst>
                <a:path extrusionOk="0" h="453" w="573">
                  <a:moveTo>
                    <a:pt x="263" y="0"/>
                  </a:moveTo>
                  <a:cubicBezTo>
                    <a:pt x="191" y="0"/>
                    <a:pt x="120" y="48"/>
                    <a:pt x="96" y="120"/>
                  </a:cubicBezTo>
                  <a:cubicBezTo>
                    <a:pt x="1" y="286"/>
                    <a:pt x="120" y="453"/>
                    <a:pt x="287" y="453"/>
                  </a:cubicBezTo>
                  <a:cubicBezTo>
                    <a:pt x="453" y="453"/>
                    <a:pt x="572" y="262"/>
                    <a:pt x="477" y="96"/>
                  </a:cubicBezTo>
                  <a:cubicBezTo>
                    <a:pt x="430" y="48"/>
                    <a:pt x="358" y="0"/>
                    <a:pt x="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292" name="Google Shape;4292;p59"/>
          <p:cNvGrpSpPr/>
          <p:nvPr/>
        </p:nvGrpSpPr>
        <p:grpSpPr>
          <a:xfrm>
            <a:off x="3988718" y="2092379"/>
            <a:ext cx="346656" cy="372468"/>
            <a:chOff x="3988718" y="2092379"/>
            <a:chExt cx="346656" cy="372468"/>
          </a:xfrm>
        </p:grpSpPr>
        <p:sp>
          <p:nvSpPr>
            <p:cNvPr id="4293" name="Google Shape;4293;p59"/>
            <p:cNvSpPr/>
            <p:nvPr/>
          </p:nvSpPr>
          <p:spPr>
            <a:xfrm>
              <a:off x="3988718" y="2092379"/>
              <a:ext cx="346656" cy="372468"/>
            </a:xfrm>
            <a:custGeom>
              <a:rect b="b" l="l" r="r" t="t"/>
              <a:pathLst>
                <a:path extrusionOk="0" h="11246" w="9837">
                  <a:moveTo>
                    <a:pt x="4930" y="429"/>
                  </a:moveTo>
                  <a:cubicBezTo>
                    <a:pt x="5478" y="429"/>
                    <a:pt x="5883" y="738"/>
                    <a:pt x="6193" y="1405"/>
                  </a:cubicBezTo>
                  <a:cubicBezTo>
                    <a:pt x="6193" y="1572"/>
                    <a:pt x="6097" y="1691"/>
                    <a:pt x="5954" y="1858"/>
                  </a:cubicBezTo>
                  <a:cubicBezTo>
                    <a:pt x="5931" y="1905"/>
                    <a:pt x="5907" y="1929"/>
                    <a:pt x="5883" y="1977"/>
                  </a:cubicBezTo>
                  <a:lnTo>
                    <a:pt x="5621" y="2286"/>
                  </a:lnTo>
                  <a:cubicBezTo>
                    <a:pt x="5407" y="2167"/>
                    <a:pt x="5169" y="2096"/>
                    <a:pt x="4930" y="2096"/>
                  </a:cubicBezTo>
                  <a:cubicBezTo>
                    <a:pt x="4668" y="2096"/>
                    <a:pt x="4430" y="2167"/>
                    <a:pt x="4216" y="2286"/>
                  </a:cubicBezTo>
                  <a:lnTo>
                    <a:pt x="3978" y="1977"/>
                  </a:lnTo>
                  <a:cubicBezTo>
                    <a:pt x="3954" y="1929"/>
                    <a:pt x="3906" y="1905"/>
                    <a:pt x="3883" y="1858"/>
                  </a:cubicBezTo>
                  <a:cubicBezTo>
                    <a:pt x="3740" y="1691"/>
                    <a:pt x="3668" y="1572"/>
                    <a:pt x="3644" y="1405"/>
                  </a:cubicBezTo>
                  <a:cubicBezTo>
                    <a:pt x="3954" y="738"/>
                    <a:pt x="4359" y="429"/>
                    <a:pt x="4930" y="429"/>
                  </a:cubicBezTo>
                  <a:close/>
                  <a:moveTo>
                    <a:pt x="4930" y="2524"/>
                  </a:moveTo>
                  <a:cubicBezTo>
                    <a:pt x="5073" y="2524"/>
                    <a:pt x="5216" y="2572"/>
                    <a:pt x="5359" y="2620"/>
                  </a:cubicBezTo>
                  <a:lnTo>
                    <a:pt x="4930" y="3167"/>
                  </a:lnTo>
                  <a:lnTo>
                    <a:pt x="4502" y="2620"/>
                  </a:lnTo>
                  <a:cubicBezTo>
                    <a:pt x="4621" y="2572"/>
                    <a:pt x="4788" y="2524"/>
                    <a:pt x="4930" y="2524"/>
                  </a:cubicBezTo>
                  <a:close/>
                  <a:moveTo>
                    <a:pt x="6431" y="1953"/>
                  </a:moveTo>
                  <a:lnTo>
                    <a:pt x="7050" y="3334"/>
                  </a:lnTo>
                  <a:cubicBezTo>
                    <a:pt x="7217" y="3715"/>
                    <a:pt x="7098" y="4025"/>
                    <a:pt x="7002" y="4144"/>
                  </a:cubicBezTo>
                  <a:lnTo>
                    <a:pt x="6383" y="5001"/>
                  </a:lnTo>
                  <a:lnTo>
                    <a:pt x="5192" y="3525"/>
                  </a:lnTo>
                  <a:lnTo>
                    <a:pt x="6216" y="2239"/>
                  </a:lnTo>
                  <a:cubicBezTo>
                    <a:pt x="6240" y="2215"/>
                    <a:pt x="6264" y="2167"/>
                    <a:pt x="6288" y="2143"/>
                  </a:cubicBezTo>
                  <a:cubicBezTo>
                    <a:pt x="6335" y="2096"/>
                    <a:pt x="6383" y="2024"/>
                    <a:pt x="6431" y="1953"/>
                  </a:cubicBezTo>
                  <a:close/>
                  <a:moveTo>
                    <a:pt x="3454" y="5739"/>
                  </a:moveTo>
                  <a:lnTo>
                    <a:pt x="4645" y="7359"/>
                  </a:lnTo>
                  <a:lnTo>
                    <a:pt x="2168" y="10740"/>
                  </a:lnTo>
                  <a:cubicBezTo>
                    <a:pt x="2144" y="10788"/>
                    <a:pt x="2096" y="10812"/>
                    <a:pt x="2049" y="10812"/>
                  </a:cubicBezTo>
                  <a:cubicBezTo>
                    <a:pt x="1977" y="10812"/>
                    <a:pt x="1906" y="10788"/>
                    <a:pt x="1858" y="10740"/>
                  </a:cubicBezTo>
                  <a:lnTo>
                    <a:pt x="596" y="9669"/>
                  </a:lnTo>
                  <a:cubicBezTo>
                    <a:pt x="501" y="9574"/>
                    <a:pt x="525" y="9454"/>
                    <a:pt x="572" y="9359"/>
                  </a:cubicBezTo>
                  <a:lnTo>
                    <a:pt x="3454" y="5739"/>
                  </a:lnTo>
                  <a:close/>
                  <a:moveTo>
                    <a:pt x="4907" y="0"/>
                  </a:moveTo>
                  <a:cubicBezTo>
                    <a:pt x="4168" y="0"/>
                    <a:pt x="3597" y="429"/>
                    <a:pt x="3216" y="1286"/>
                  </a:cubicBezTo>
                  <a:lnTo>
                    <a:pt x="2382" y="3167"/>
                  </a:lnTo>
                  <a:cubicBezTo>
                    <a:pt x="2168" y="3644"/>
                    <a:pt x="2287" y="4144"/>
                    <a:pt x="2478" y="4406"/>
                  </a:cubicBezTo>
                  <a:lnTo>
                    <a:pt x="3168" y="5358"/>
                  </a:lnTo>
                  <a:lnTo>
                    <a:pt x="239" y="9073"/>
                  </a:lnTo>
                  <a:cubicBezTo>
                    <a:pt x="1" y="9359"/>
                    <a:pt x="25" y="9764"/>
                    <a:pt x="287" y="10002"/>
                  </a:cubicBezTo>
                  <a:lnTo>
                    <a:pt x="1573" y="11074"/>
                  </a:lnTo>
                  <a:cubicBezTo>
                    <a:pt x="1697" y="11178"/>
                    <a:pt x="1858" y="11245"/>
                    <a:pt x="2023" y="11245"/>
                  </a:cubicBezTo>
                  <a:cubicBezTo>
                    <a:pt x="2047" y="11245"/>
                    <a:pt x="2072" y="11244"/>
                    <a:pt x="2096" y="11241"/>
                  </a:cubicBezTo>
                  <a:cubicBezTo>
                    <a:pt x="2263" y="11217"/>
                    <a:pt x="2406" y="11145"/>
                    <a:pt x="2501" y="11002"/>
                  </a:cubicBezTo>
                  <a:lnTo>
                    <a:pt x="4907" y="7740"/>
                  </a:lnTo>
                  <a:lnTo>
                    <a:pt x="7312" y="11002"/>
                  </a:lnTo>
                  <a:cubicBezTo>
                    <a:pt x="7407" y="11145"/>
                    <a:pt x="7550" y="11217"/>
                    <a:pt x="7741" y="11241"/>
                  </a:cubicBezTo>
                  <a:lnTo>
                    <a:pt x="7812" y="11241"/>
                  </a:lnTo>
                  <a:cubicBezTo>
                    <a:pt x="7979" y="11241"/>
                    <a:pt x="8145" y="11193"/>
                    <a:pt x="8264" y="11074"/>
                  </a:cubicBezTo>
                  <a:lnTo>
                    <a:pt x="9527" y="10002"/>
                  </a:lnTo>
                  <a:cubicBezTo>
                    <a:pt x="9812" y="9764"/>
                    <a:pt x="9836" y="9383"/>
                    <a:pt x="9598" y="9073"/>
                  </a:cubicBezTo>
                  <a:lnTo>
                    <a:pt x="8550" y="7740"/>
                  </a:lnTo>
                  <a:cubicBezTo>
                    <a:pt x="8510" y="7686"/>
                    <a:pt x="8447" y="7655"/>
                    <a:pt x="8383" y="7655"/>
                  </a:cubicBezTo>
                  <a:cubicBezTo>
                    <a:pt x="8333" y="7655"/>
                    <a:pt x="8282" y="7674"/>
                    <a:pt x="8241" y="7716"/>
                  </a:cubicBezTo>
                  <a:cubicBezTo>
                    <a:pt x="8145" y="7787"/>
                    <a:pt x="8122" y="7930"/>
                    <a:pt x="8193" y="8026"/>
                  </a:cubicBezTo>
                  <a:lnTo>
                    <a:pt x="9265" y="9359"/>
                  </a:lnTo>
                  <a:cubicBezTo>
                    <a:pt x="9336" y="9454"/>
                    <a:pt x="9360" y="9574"/>
                    <a:pt x="9241" y="9669"/>
                  </a:cubicBezTo>
                  <a:lnTo>
                    <a:pt x="7979" y="10740"/>
                  </a:lnTo>
                  <a:cubicBezTo>
                    <a:pt x="7931" y="10788"/>
                    <a:pt x="7860" y="10812"/>
                    <a:pt x="7788" y="10812"/>
                  </a:cubicBezTo>
                  <a:cubicBezTo>
                    <a:pt x="7764" y="10812"/>
                    <a:pt x="7717" y="10788"/>
                    <a:pt x="7669" y="10740"/>
                  </a:cubicBezTo>
                  <a:lnTo>
                    <a:pt x="2835" y="4144"/>
                  </a:lnTo>
                  <a:cubicBezTo>
                    <a:pt x="2739" y="4025"/>
                    <a:pt x="2644" y="3715"/>
                    <a:pt x="2787" y="3334"/>
                  </a:cubicBezTo>
                  <a:lnTo>
                    <a:pt x="3406" y="1953"/>
                  </a:lnTo>
                  <a:cubicBezTo>
                    <a:pt x="3454" y="2024"/>
                    <a:pt x="3502" y="2096"/>
                    <a:pt x="3549" y="2143"/>
                  </a:cubicBezTo>
                  <a:cubicBezTo>
                    <a:pt x="3573" y="2167"/>
                    <a:pt x="3597" y="2215"/>
                    <a:pt x="3621" y="2239"/>
                  </a:cubicBezTo>
                  <a:lnTo>
                    <a:pt x="6978" y="6454"/>
                  </a:lnTo>
                  <a:cubicBezTo>
                    <a:pt x="7022" y="6512"/>
                    <a:pt x="7091" y="6543"/>
                    <a:pt x="7160" y="6543"/>
                  </a:cubicBezTo>
                  <a:cubicBezTo>
                    <a:pt x="7205" y="6543"/>
                    <a:pt x="7250" y="6530"/>
                    <a:pt x="7288" y="6501"/>
                  </a:cubicBezTo>
                  <a:cubicBezTo>
                    <a:pt x="7383" y="6430"/>
                    <a:pt x="7383" y="6287"/>
                    <a:pt x="7312" y="6192"/>
                  </a:cubicBezTo>
                  <a:lnTo>
                    <a:pt x="6669" y="5358"/>
                  </a:lnTo>
                  <a:lnTo>
                    <a:pt x="7359" y="4406"/>
                  </a:lnTo>
                  <a:cubicBezTo>
                    <a:pt x="7550" y="4144"/>
                    <a:pt x="7645" y="3644"/>
                    <a:pt x="7455" y="3167"/>
                  </a:cubicBezTo>
                  <a:lnTo>
                    <a:pt x="6621" y="1286"/>
                  </a:lnTo>
                  <a:cubicBezTo>
                    <a:pt x="6240" y="429"/>
                    <a:pt x="5669" y="0"/>
                    <a:pt x="49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94" name="Google Shape;4294;p59"/>
            <p:cNvSpPr/>
            <p:nvPr/>
          </p:nvSpPr>
          <p:spPr>
            <a:xfrm>
              <a:off x="4252235" y="2320308"/>
              <a:ext cx="20193" cy="14242"/>
            </a:xfrm>
            <a:custGeom>
              <a:rect b="b" l="l" r="r" t="t"/>
              <a:pathLst>
                <a:path extrusionOk="0" h="430" w="573">
                  <a:moveTo>
                    <a:pt x="263" y="0"/>
                  </a:moveTo>
                  <a:cubicBezTo>
                    <a:pt x="191" y="0"/>
                    <a:pt x="120" y="48"/>
                    <a:pt x="96" y="120"/>
                  </a:cubicBezTo>
                  <a:cubicBezTo>
                    <a:pt x="1" y="286"/>
                    <a:pt x="120" y="429"/>
                    <a:pt x="286" y="429"/>
                  </a:cubicBezTo>
                  <a:cubicBezTo>
                    <a:pt x="453" y="429"/>
                    <a:pt x="572" y="262"/>
                    <a:pt x="477" y="96"/>
                  </a:cubicBezTo>
                  <a:cubicBezTo>
                    <a:pt x="429" y="48"/>
                    <a:pt x="358" y="0"/>
                    <a:pt x="2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295" name="Google Shape;4295;p59"/>
          <p:cNvGrpSpPr/>
          <p:nvPr/>
        </p:nvGrpSpPr>
        <p:grpSpPr>
          <a:xfrm>
            <a:off x="4773386" y="2142059"/>
            <a:ext cx="396133" cy="272942"/>
            <a:chOff x="4773386" y="2142059"/>
            <a:chExt cx="396133" cy="272942"/>
          </a:xfrm>
        </p:grpSpPr>
        <p:sp>
          <p:nvSpPr>
            <p:cNvPr id="4296" name="Google Shape;4296;p59"/>
            <p:cNvSpPr/>
            <p:nvPr/>
          </p:nvSpPr>
          <p:spPr>
            <a:xfrm>
              <a:off x="4773386" y="2142059"/>
              <a:ext cx="396133" cy="272942"/>
            </a:xfrm>
            <a:custGeom>
              <a:rect b="b" l="l" r="r" t="t"/>
              <a:pathLst>
                <a:path extrusionOk="0" h="8241" w="11241">
                  <a:moveTo>
                    <a:pt x="5001" y="429"/>
                  </a:moveTo>
                  <a:cubicBezTo>
                    <a:pt x="5263" y="429"/>
                    <a:pt x="5478" y="548"/>
                    <a:pt x="5644" y="739"/>
                  </a:cubicBezTo>
                  <a:cubicBezTo>
                    <a:pt x="5621" y="763"/>
                    <a:pt x="5573" y="786"/>
                    <a:pt x="5549" y="810"/>
                  </a:cubicBezTo>
                  <a:cubicBezTo>
                    <a:pt x="5525" y="834"/>
                    <a:pt x="5502" y="858"/>
                    <a:pt x="5502" y="882"/>
                  </a:cubicBezTo>
                  <a:cubicBezTo>
                    <a:pt x="5502" y="1072"/>
                    <a:pt x="5621" y="1167"/>
                    <a:pt x="5740" y="1167"/>
                  </a:cubicBezTo>
                  <a:cubicBezTo>
                    <a:pt x="5811" y="1167"/>
                    <a:pt x="5883" y="1120"/>
                    <a:pt x="5930" y="1048"/>
                  </a:cubicBezTo>
                  <a:cubicBezTo>
                    <a:pt x="5954" y="1001"/>
                    <a:pt x="6002" y="977"/>
                    <a:pt x="6049" y="977"/>
                  </a:cubicBezTo>
                  <a:lnTo>
                    <a:pt x="6073" y="977"/>
                  </a:lnTo>
                  <a:cubicBezTo>
                    <a:pt x="6335" y="834"/>
                    <a:pt x="6621" y="763"/>
                    <a:pt x="6907" y="763"/>
                  </a:cubicBezTo>
                  <a:cubicBezTo>
                    <a:pt x="7550" y="763"/>
                    <a:pt x="8145" y="1120"/>
                    <a:pt x="8455" y="1691"/>
                  </a:cubicBezTo>
                  <a:cubicBezTo>
                    <a:pt x="8455" y="1691"/>
                    <a:pt x="8455" y="1715"/>
                    <a:pt x="8455" y="1715"/>
                  </a:cubicBezTo>
                  <a:cubicBezTo>
                    <a:pt x="8574" y="1977"/>
                    <a:pt x="8645" y="2263"/>
                    <a:pt x="8645" y="2549"/>
                  </a:cubicBezTo>
                  <a:cubicBezTo>
                    <a:pt x="8645" y="2596"/>
                    <a:pt x="8645" y="2620"/>
                    <a:pt x="8669" y="2644"/>
                  </a:cubicBezTo>
                  <a:cubicBezTo>
                    <a:pt x="8732" y="2699"/>
                    <a:pt x="8798" y="2723"/>
                    <a:pt x="8858" y="2723"/>
                  </a:cubicBezTo>
                  <a:cubicBezTo>
                    <a:pt x="8978" y="2723"/>
                    <a:pt x="9074" y="2628"/>
                    <a:pt x="9074" y="2501"/>
                  </a:cubicBezTo>
                  <a:cubicBezTo>
                    <a:pt x="9074" y="2263"/>
                    <a:pt x="9050" y="2025"/>
                    <a:pt x="8955" y="1787"/>
                  </a:cubicBezTo>
                  <a:cubicBezTo>
                    <a:pt x="9574" y="1787"/>
                    <a:pt x="10050" y="2263"/>
                    <a:pt x="10050" y="2882"/>
                  </a:cubicBezTo>
                  <a:cubicBezTo>
                    <a:pt x="10050" y="2977"/>
                    <a:pt x="10050" y="3073"/>
                    <a:pt x="10026" y="3168"/>
                  </a:cubicBezTo>
                  <a:cubicBezTo>
                    <a:pt x="9955" y="3382"/>
                    <a:pt x="9860" y="3549"/>
                    <a:pt x="9717" y="3692"/>
                  </a:cubicBezTo>
                  <a:cubicBezTo>
                    <a:pt x="9669" y="3715"/>
                    <a:pt x="9669" y="3739"/>
                    <a:pt x="9669" y="3763"/>
                  </a:cubicBezTo>
                  <a:cubicBezTo>
                    <a:pt x="9669" y="3930"/>
                    <a:pt x="9788" y="4025"/>
                    <a:pt x="9907" y="4025"/>
                  </a:cubicBezTo>
                  <a:cubicBezTo>
                    <a:pt x="9955" y="4025"/>
                    <a:pt x="10002" y="4001"/>
                    <a:pt x="10050" y="3954"/>
                  </a:cubicBezTo>
                  <a:cubicBezTo>
                    <a:pt x="10169" y="3835"/>
                    <a:pt x="10264" y="3692"/>
                    <a:pt x="10336" y="3549"/>
                  </a:cubicBezTo>
                  <a:cubicBezTo>
                    <a:pt x="10622" y="3763"/>
                    <a:pt x="10812" y="4097"/>
                    <a:pt x="10812" y="4454"/>
                  </a:cubicBezTo>
                  <a:cubicBezTo>
                    <a:pt x="10812" y="5049"/>
                    <a:pt x="10312" y="5525"/>
                    <a:pt x="9717" y="5525"/>
                  </a:cubicBezTo>
                  <a:cubicBezTo>
                    <a:pt x="9431" y="5525"/>
                    <a:pt x="9169" y="5430"/>
                    <a:pt x="8955" y="5240"/>
                  </a:cubicBezTo>
                  <a:cubicBezTo>
                    <a:pt x="8812" y="5073"/>
                    <a:pt x="8693" y="4882"/>
                    <a:pt x="8645" y="4668"/>
                  </a:cubicBezTo>
                  <a:cubicBezTo>
                    <a:pt x="8645" y="4644"/>
                    <a:pt x="8621" y="4620"/>
                    <a:pt x="8597" y="4597"/>
                  </a:cubicBezTo>
                  <a:cubicBezTo>
                    <a:pt x="8546" y="4571"/>
                    <a:pt x="8497" y="4559"/>
                    <a:pt x="8453" y="4559"/>
                  </a:cubicBezTo>
                  <a:cubicBezTo>
                    <a:pt x="8297" y="4559"/>
                    <a:pt x="8203" y="4704"/>
                    <a:pt x="8240" y="4835"/>
                  </a:cubicBezTo>
                  <a:cubicBezTo>
                    <a:pt x="8288" y="5049"/>
                    <a:pt x="8407" y="5263"/>
                    <a:pt x="8550" y="5430"/>
                  </a:cubicBezTo>
                  <a:cubicBezTo>
                    <a:pt x="8526" y="5502"/>
                    <a:pt x="8478" y="5549"/>
                    <a:pt x="8455" y="5621"/>
                  </a:cubicBezTo>
                  <a:cubicBezTo>
                    <a:pt x="8383" y="5716"/>
                    <a:pt x="8407" y="5859"/>
                    <a:pt x="8502" y="5906"/>
                  </a:cubicBezTo>
                  <a:cubicBezTo>
                    <a:pt x="8549" y="5935"/>
                    <a:pt x="8596" y="5948"/>
                    <a:pt x="8640" y="5948"/>
                  </a:cubicBezTo>
                  <a:cubicBezTo>
                    <a:pt x="8708" y="5948"/>
                    <a:pt x="8768" y="5916"/>
                    <a:pt x="8812" y="5859"/>
                  </a:cubicBezTo>
                  <a:cubicBezTo>
                    <a:pt x="8836" y="5811"/>
                    <a:pt x="8859" y="5764"/>
                    <a:pt x="8883" y="5740"/>
                  </a:cubicBezTo>
                  <a:cubicBezTo>
                    <a:pt x="9121" y="5883"/>
                    <a:pt x="9407" y="5978"/>
                    <a:pt x="9717" y="5978"/>
                  </a:cubicBezTo>
                  <a:cubicBezTo>
                    <a:pt x="9860" y="5978"/>
                    <a:pt x="10026" y="5954"/>
                    <a:pt x="10169" y="5906"/>
                  </a:cubicBezTo>
                  <a:cubicBezTo>
                    <a:pt x="10169" y="5954"/>
                    <a:pt x="10169" y="6002"/>
                    <a:pt x="10169" y="6049"/>
                  </a:cubicBezTo>
                  <a:cubicBezTo>
                    <a:pt x="10169" y="7002"/>
                    <a:pt x="9407" y="7788"/>
                    <a:pt x="8431" y="7788"/>
                  </a:cubicBezTo>
                  <a:cubicBezTo>
                    <a:pt x="7835" y="7788"/>
                    <a:pt x="7288" y="7478"/>
                    <a:pt x="6978" y="7002"/>
                  </a:cubicBezTo>
                  <a:cubicBezTo>
                    <a:pt x="7026" y="7002"/>
                    <a:pt x="7097" y="7002"/>
                    <a:pt x="7145" y="6978"/>
                  </a:cubicBezTo>
                  <a:cubicBezTo>
                    <a:pt x="7145" y="6954"/>
                    <a:pt x="7169" y="6954"/>
                    <a:pt x="7192" y="6930"/>
                  </a:cubicBezTo>
                  <a:cubicBezTo>
                    <a:pt x="7305" y="6728"/>
                    <a:pt x="7163" y="6547"/>
                    <a:pt x="7006" y="6547"/>
                  </a:cubicBezTo>
                  <a:cubicBezTo>
                    <a:pt x="6997" y="6547"/>
                    <a:pt x="6988" y="6548"/>
                    <a:pt x="6978" y="6549"/>
                  </a:cubicBezTo>
                  <a:cubicBezTo>
                    <a:pt x="6859" y="6573"/>
                    <a:pt x="6740" y="6597"/>
                    <a:pt x="6621" y="6597"/>
                  </a:cubicBezTo>
                  <a:cubicBezTo>
                    <a:pt x="6192" y="6597"/>
                    <a:pt x="5763" y="6454"/>
                    <a:pt x="5430" y="6216"/>
                  </a:cubicBezTo>
                  <a:cubicBezTo>
                    <a:pt x="5406" y="6216"/>
                    <a:pt x="5406" y="6216"/>
                    <a:pt x="5382" y="6264"/>
                  </a:cubicBezTo>
                  <a:cubicBezTo>
                    <a:pt x="5333" y="6296"/>
                    <a:pt x="5290" y="6312"/>
                    <a:pt x="5254" y="6312"/>
                  </a:cubicBezTo>
                  <a:cubicBezTo>
                    <a:pt x="5185" y="6312"/>
                    <a:pt x="5144" y="6254"/>
                    <a:pt x="5144" y="6145"/>
                  </a:cubicBezTo>
                  <a:cubicBezTo>
                    <a:pt x="5144" y="5972"/>
                    <a:pt x="5029" y="5882"/>
                    <a:pt x="4915" y="5882"/>
                  </a:cubicBezTo>
                  <a:cubicBezTo>
                    <a:pt x="4809" y="5882"/>
                    <a:pt x="4703" y="5960"/>
                    <a:pt x="4692" y="6121"/>
                  </a:cubicBezTo>
                  <a:cubicBezTo>
                    <a:pt x="4692" y="6168"/>
                    <a:pt x="4692" y="6192"/>
                    <a:pt x="4716" y="6216"/>
                  </a:cubicBezTo>
                  <a:cubicBezTo>
                    <a:pt x="4811" y="6311"/>
                    <a:pt x="4906" y="6383"/>
                    <a:pt x="5001" y="6478"/>
                  </a:cubicBezTo>
                  <a:cubicBezTo>
                    <a:pt x="4763" y="6859"/>
                    <a:pt x="4335" y="7097"/>
                    <a:pt x="3882" y="7097"/>
                  </a:cubicBezTo>
                  <a:cubicBezTo>
                    <a:pt x="3239" y="7097"/>
                    <a:pt x="2691" y="6621"/>
                    <a:pt x="2572" y="6002"/>
                  </a:cubicBezTo>
                  <a:lnTo>
                    <a:pt x="2549" y="6002"/>
                  </a:lnTo>
                  <a:cubicBezTo>
                    <a:pt x="2501" y="5978"/>
                    <a:pt x="2477" y="5906"/>
                    <a:pt x="2501" y="5883"/>
                  </a:cubicBezTo>
                  <a:cubicBezTo>
                    <a:pt x="2607" y="5705"/>
                    <a:pt x="2476" y="5528"/>
                    <a:pt x="2313" y="5528"/>
                  </a:cubicBezTo>
                  <a:cubicBezTo>
                    <a:pt x="2257" y="5528"/>
                    <a:pt x="2198" y="5548"/>
                    <a:pt x="2144" y="5597"/>
                  </a:cubicBezTo>
                  <a:cubicBezTo>
                    <a:pt x="2120" y="5621"/>
                    <a:pt x="2096" y="5644"/>
                    <a:pt x="2096" y="5692"/>
                  </a:cubicBezTo>
                  <a:cubicBezTo>
                    <a:pt x="2096" y="5740"/>
                    <a:pt x="2096" y="5787"/>
                    <a:pt x="2096" y="5859"/>
                  </a:cubicBezTo>
                  <a:cubicBezTo>
                    <a:pt x="1691" y="5835"/>
                    <a:pt x="1358" y="5549"/>
                    <a:pt x="1286" y="5144"/>
                  </a:cubicBezTo>
                  <a:lnTo>
                    <a:pt x="1286" y="5144"/>
                  </a:lnTo>
                  <a:cubicBezTo>
                    <a:pt x="1382" y="5168"/>
                    <a:pt x="1477" y="5168"/>
                    <a:pt x="1572" y="5168"/>
                  </a:cubicBezTo>
                  <a:cubicBezTo>
                    <a:pt x="1620" y="5168"/>
                    <a:pt x="1644" y="5168"/>
                    <a:pt x="1667" y="5121"/>
                  </a:cubicBezTo>
                  <a:cubicBezTo>
                    <a:pt x="1834" y="4954"/>
                    <a:pt x="1691" y="4740"/>
                    <a:pt x="1524" y="4740"/>
                  </a:cubicBezTo>
                  <a:cubicBezTo>
                    <a:pt x="1382" y="4740"/>
                    <a:pt x="1239" y="4716"/>
                    <a:pt x="1120" y="4668"/>
                  </a:cubicBezTo>
                  <a:cubicBezTo>
                    <a:pt x="691" y="4501"/>
                    <a:pt x="429" y="4097"/>
                    <a:pt x="429" y="3644"/>
                  </a:cubicBezTo>
                  <a:cubicBezTo>
                    <a:pt x="429" y="3239"/>
                    <a:pt x="667" y="2858"/>
                    <a:pt x="1024" y="2668"/>
                  </a:cubicBezTo>
                  <a:lnTo>
                    <a:pt x="1048" y="2668"/>
                  </a:lnTo>
                  <a:cubicBezTo>
                    <a:pt x="1120" y="2596"/>
                    <a:pt x="1239" y="2549"/>
                    <a:pt x="1334" y="2549"/>
                  </a:cubicBezTo>
                  <a:lnTo>
                    <a:pt x="1572" y="2549"/>
                  </a:lnTo>
                  <a:cubicBezTo>
                    <a:pt x="1620" y="2549"/>
                    <a:pt x="1644" y="2549"/>
                    <a:pt x="1667" y="2525"/>
                  </a:cubicBezTo>
                  <a:cubicBezTo>
                    <a:pt x="1834" y="2334"/>
                    <a:pt x="1691" y="2120"/>
                    <a:pt x="1524" y="2120"/>
                  </a:cubicBezTo>
                  <a:cubicBezTo>
                    <a:pt x="1405" y="2120"/>
                    <a:pt x="1286" y="2120"/>
                    <a:pt x="1191" y="2168"/>
                  </a:cubicBezTo>
                  <a:cubicBezTo>
                    <a:pt x="1286" y="1787"/>
                    <a:pt x="1620" y="1525"/>
                    <a:pt x="2025" y="1525"/>
                  </a:cubicBezTo>
                  <a:cubicBezTo>
                    <a:pt x="2072" y="1525"/>
                    <a:pt x="2144" y="1525"/>
                    <a:pt x="2191" y="1548"/>
                  </a:cubicBezTo>
                  <a:cubicBezTo>
                    <a:pt x="2358" y="1572"/>
                    <a:pt x="2525" y="1667"/>
                    <a:pt x="2644" y="1787"/>
                  </a:cubicBezTo>
                  <a:cubicBezTo>
                    <a:pt x="2668" y="1810"/>
                    <a:pt x="2739" y="1834"/>
                    <a:pt x="2787" y="1834"/>
                  </a:cubicBezTo>
                  <a:cubicBezTo>
                    <a:pt x="2906" y="1834"/>
                    <a:pt x="3001" y="1763"/>
                    <a:pt x="3025" y="1596"/>
                  </a:cubicBezTo>
                  <a:cubicBezTo>
                    <a:pt x="3025" y="1572"/>
                    <a:pt x="3001" y="1548"/>
                    <a:pt x="3001" y="1525"/>
                  </a:cubicBezTo>
                  <a:cubicBezTo>
                    <a:pt x="2858" y="1382"/>
                    <a:pt x="2691" y="1263"/>
                    <a:pt x="2525" y="1191"/>
                  </a:cubicBezTo>
                  <a:cubicBezTo>
                    <a:pt x="2715" y="810"/>
                    <a:pt x="3072" y="572"/>
                    <a:pt x="3501" y="572"/>
                  </a:cubicBezTo>
                  <a:cubicBezTo>
                    <a:pt x="3715" y="572"/>
                    <a:pt x="3906" y="643"/>
                    <a:pt x="4096" y="739"/>
                  </a:cubicBezTo>
                  <a:cubicBezTo>
                    <a:pt x="4144" y="763"/>
                    <a:pt x="4216" y="786"/>
                    <a:pt x="4239" y="834"/>
                  </a:cubicBezTo>
                  <a:cubicBezTo>
                    <a:pt x="4263" y="905"/>
                    <a:pt x="4358" y="953"/>
                    <a:pt x="4430" y="953"/>
                  </a:cubicBezTo>
                  <a:cubicBezTo>
                    <a:pt x="4477" y="953"/>
                    <a:pt x="4549" y="929"/>
                    <a:pt x="4597" y="905"/>
                  </a:cubicBezTo>
                  <a:cubicBezTo>
                    <a:pt x="4668" y="810"/>
                    <a:pt x="4668" y="667"/>
                    <a:pt x="4597" y="596"/>
                  </a:cubicBezTo>
                  <a:cubicBezTo>
                    <a:pt x="4573" y="572"/>
                    <a:pt x="4573" y="572"/>
                    <a:pt x="4549" y="548"/>
                  </a:cubicBezTo>
                  <a:cubicBezTo>
                    <a:pt x="4692" y="477"/>
                    <a:pt x="4835" y="429"/>
                    <a:pt x="5001" y="429"/>
                  </a:cubicBezTo>
                  <a:close/>
                  <a:moveTo>
                    <a:pt x="5382" y="6716"/>
                  </a:moveTo>
                  <a:cubicBezTo>
                    <a:pt x="5716" y="6907"/>
                    <a:pt x="6097" y="7026"/>
                    <a:pt x="6478" y="7026"/>
                  </a:cubicBezTo>
                  <a:cubicBezTo>
                    <a:pt x="6597" y="7264"/>
                    <a:pt x="6740" y="7454"/>
                    <a:pt x="6907" y="7621"/>
                  </a:cubicBezTo>
                  <a:cubicBezTo>
                    <a:pt x="6811" y="7669"/>
                    <a:pt x="6692" y="7716"/>
                    <a:pt x="6573" y="7740"/>
                  </a:cubicBezTo>
                  <a:cubicBezTo>
                    <a:pt x="6425" y="7780"/>
                    <a:pt x="6274" y="7799"/>
                    <a:pt x="6125" y="7799"/>
                  </a:cubicBezTo>
                  <a:cubicBezTo>
                    <a:pt x="5649" y="7799"/>
                    <a:pt x="5185" y="7602"/>
                    <a:pt x="4859" y="7240"/>
                  </a:cubicBezTo>
                  <a:cubicBezTo>
                    <a:pt x="5049" y="7121"/>
                    <a:pt x="5240" y="6930"/>
                    <a:pt x="5382" y="6716"/>
                  </a:cubicBezTo>
                  <a:close/>
                  <a:moveTo>
                    <a:pt x="5001" y="0"/>
                  </a:moveTo>
                  <a:cubicBezTo>
                    <a:pt x="4716" y="0"/>
                    <a:pt x="4406" y="96"/>
                    <a:pt x="4168" y="286"/>
                  </a:cubicBezTo>
                  <a:cubicBezTo>
                    <a:pt x="3977" y="191"/>
                    <a:pt x="3739" y="143"/>
                    <a:pt x="3501" y="143"/>
                  </a:cubicBezTo>
                  <a:cubicBezTo>
                    <a:pt x="2882" y="143"/>
                    <a:pt x="2334" y="524"/>
                    <a:pt x="2096" y="1096"/>
                  </a:cubicBezTo>
                  <a:lnTo>
                    <a:pt x="2025" y="1096"/>
                  </a:lnTo>
                  <a:cubicBezTo>
                    <a:pt x="1310" y="1096"/>
                    <a:pt x="739" y="1667"/>
                    <a:pt x="715" y="2358"/>
                  </a:cubicBezTo>
                  <a:cubicBezTo>
                    <a:pt x="262" y="2644"/>
                    <a:pt x="0" y="3120"/>
                    <a:pt x="0" y="3668"/>
                  </a:cubicBezTo>
                  <a:cubicBezTo>
                    <a:pt x="0" y="4239"/>
                    <a:pt x="310" y="4763"/>
                    <a:pt x="834" y="5025"/>
                  </a:cubicBezTo>
                  <a:cubicBezTo>
                    <a:pt x="834" y="5716"/>
                    <a:pt x="1429" y="6311"/>
                    <a:pt x="2144" y="6311"/>
                  </a:cubicBezTo>
                  <a:lnTo>
                    <a:pt x="2191" y="6311"/>
                  </a:lnTo>
                  <a:cubicBezTo>
                    <a:pt x="2429" y="7026"/>
                    <a:pt x="3096" y="7550"/>
                    <a:pt x="3882" y="7550"/>
                  </a:cubicBezTo>
                  <a:cubicBezTo>
                    <a:pt x="4073" y="7550"/>
                    <a:pt x="4263" y="7502"/>
                    <a:pt x="4430" y="7454"/>
                  </a:cubicBezTo>
                  <a:cubicBezTo>
                    <a:pt x="4692" y="7764"/>
                    <a:pt x="5025" y="7978"/>
                    <a:pt x="5382" y="8121"/>
                  </a:cubicBezTo>
                  <a:cubicBezTo>
                    <a:pt x="5621" y="8193"/>
                    <a:pt x="5883" y="8240"/>
                    <a:pt x="6121" y="8240"/>
                  </a:cubicBezTo>
                  <a:cubicBezTo>
                    <a:pt x="6311" y="8240"/>
                    <a:pt x="6502" y="8216"/>
                    <a:pt x="6692" y="8169"/>
                  </a:cubicBezTo>
                  <a:cubicBezTo>
                    <a:pt x="6907" y="8121"/>
                    <a:pt x="7097" y="8026"/>
                    <a:pt x="7288" y="7907"/>
                  </a:cubicBezTo>
                  <a:cubicBezTo>
                    <a:pt x="7621" y="8121"/>
                    <a:pt x="8026" y="8240"/>
                    <a:pt x="8431" y="8240"/>
                  </a:cubicBezTo>
                  <a:cubicBezTo>
                    <a:pt x="9645" y="8240"/>
                    <a:pt x="10622" y="7264"/>
                    <a:pt x="10622" y="6073"/>
                  </a:cubicBezTo>
                  <a:cubicBezTo>
                    <a:pt x="10622" y="5954"/>
                    <a:pt x="10598" y="5835"/>
                    <a:pt x="10598" y="5716"/>
                  </a:cubicBezTo>
                  <a:cubicBezTo>
                    <a:pt x="10979" y="5430"/>
                    <a:pt x="11241" y="4978"/>
                    <a:pt x="11241" y="4454"/>
                  </a:cubicBezTo>
                  <a:cubicBezTo>
                    <a:pt x="11241" y="3906"/>
                    <a:pt x="10955" y="3406"/>
                    <a:pt x="10479" y="3120"/>
                  </a:cubicBezTo>
                  <a:cubicBezTo>
                    <a:pt x="10503" y="3049"/>
                    <a:pt x="10503" y="2953"/>
                    <a:pt x="10503" y="2882"/>
                  </a:cubicBezTo>
                  <a:cubicBezTo>
                    <a:pt x="10503" y="2048"/>
                    <a:pt x="9836" y="1358"/>
                    <a:pt x="8978" y="1358"/>
                  </a:cubicBezTo>
                  <a:lnTo>
                    <a:pt x="8764" y="1358"/>
                  </a:lnTo>
                  <a:cubicBezTo>
                    <a:pt x="8359" y="715"/>
                    <a:pt x="7669" y="334"/>
                    <a:pt x="6907" y="334"/>
                  </a:cubicBezTo>
                  <a:cubicBezTo>
                    <a:pt x="6621" y="334"/>
                    <a:pt x="6311" y="405"/>
                    <a:pt x="6049" y="524"/>
                  </a:cubicBezTo>
                  <a:cubicBezTo>
                    <a:pt x="5811" y="191"/>
                    <a:pt x="5430" y="0"/>
                    <a:pt x="50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97" name="Google Shape;4297;p59"/>
            <p:cNvSpPr/>
            <p:nvPr/>
          </p:nvSpPr>
          <p:spPr>
            <a:xfrm>
              <a:off x="5043317" y="2347135"/>
              <a:ext cx="18783" cy="14772"/>
            </a:xfrm>
            <a:custGeom>
              <a:rect b="b" l="l" r="r" t="t"/>
              <a:pathLst>
                <a:path extrusionOk="0" h="446" w="533">
                  <a:moveTo>
                    <a:pt x="271" y="0"/>
                  </a:moveTo>
                  <a:cubicBezTo>
                    <a:pt x="175" y="0"/>
                    <a:pt x="104" y="72"/>
                    <a:pt x="80" y="143"/>
                  </a:cubicBezTo>
                  <a:cubicBezTo>
                    <a:pt x="0" y="303"/>
                    <a:pt x="104" y="446"/>
                    <a:pt x="252" y="446"/>
                  </a:cubicBezTo>
                  <a:cubicBezTo>
                    <a:pt x="281" y="446"/>
                    <a:pt x="311" y="440"/>
                    <a:pt x="342" y="429"/>
                  </a:cubicBezTo>
                  <a:cubicBezTo>
                    <a:pt x="413" y="429"/>
                    <a:pt x="461" y="357"/>
                    <a:pt x="485" y="310"/>
                  </a:cubicBezTo>
                  <a:cubicBezTo>
                    <a:pt x="533" y="167"/>
                    <a:pt x="413" y="0"/>
                    <a:pt x="2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98" name="Google Shape;4298;p59"/>
            <p:cNvSpPr/>
            <p:nvPr/>
          </p:nvSpPr>
          <p:spPr>
            <a:xfrm>
              <a:off x="4909338" y="2272981"/>
              <a:ext cx="111640" cy="32557"/>
            </a:xfrm>
            <a:custGeom>
              <a:rect b="b" l="l" r="r" t="t"/>
              <a:pathLst>
                <a:path extrusionOk="0" h="983" w="3168">
                  <a:moveTo>
                    <a:pt x="1596" y="1"/>
                  </a:moveTo>
                  <a:cubicBezTo>
                    <a:pt x="1024" y="1"/>
                    <a:pt x="500" y="215"/>
                    <a:pt x="96" y="620"/>
                  </a:cubicBezTo>
                  <a:cubicBezTo>
                    <a:pt x="0" y="691"/>
                    <a:pt x="0" y="834"/>
                    <a:pt x="96" y="929"/>
                  </a:cubicBezTo>
                  <a:cubicBezTo>
                    <a:pt x="143" y="953"/>
                    <a:pt x="191" y="977"/>
                    <a:pt x="238" y="977"/>
                  </a:cubicBezTo>
                  <a:cubicBezTo>
                    <a:pt x="310" y="977"/>
                    <a:pt x="358" y="953"/>
                    <a:pt x="405" y="929"/>
                  </a:cubicBezTo>
                  <a:cubicBezTo>
                    <a:pt x="715" y="596"/>
                    <a:pt x="1143" y="429"/>
                    <a:pt x="1596" y="429"/>
                  </a:cubicBezTo>
                  <a:cubicBezTo>
                    <a:pt x="2025" y="429"/>
                    <a:pt x="2453" y="596"/>
                    <a:pt x="2763" y="929"/>
                  </a:cubicBezTo>
                  <a:cubicBezTo>
                    <a:pt x="2810" y="965"/>
                    <a:pt x="2870" y="983"/>
                    <a:pt x="2927" y="983"/>
                  </a:cubicBezTo>
                  <a:cubicBezTo>
                    <a:pt x="2983" y="983"/>
                    <a:pt x="3037" y="965"/>
                    <a:pt x="3072" y="929"/>
                  </a:cubicBezTo>
                  <a:cubicBezTo>
                    <a:pt x="3168" y="834"/>
                    <a:pt x="3168" y="691"/>
                    <a:pt x="3072" y="620"/>
                  </a:cubicBezTo>
                  <a:cubicBezTo>
                    <a:pt x="2691" y="215"/>
                    <a:pt x="2167" y="1"/>
                    <a:pt x="15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299" name="Google Shape;4299;p59"/>
            <p:cNvSpPr/>
            <p:nvPr/>
          </p:nvSpPr>
          <p:spPr>
            <a:xfrm>
              <a:off x="4893375" y="2222341"/>
              <a:ext cx="47045" cy="31762"/>
            </a:xfrm>
            <a:custGeom>
              <a:rect b="b" l="l" r="r" t="t"/>
              <a:pathLst>
                <a:path extrusionOk="0" h="959" w="1335">
                  <a:moveTo>
                    <a:pt x="1098" y="1"/>
                  </a:moveTo>
                  <a:cubicBezTo>
                    <a:pt x="996" y="1"/>
                    <a:pt x="903" y="69"/>
                    <a:pt x="882" y="172"/>
                  </a:cubicBezTo>
                  <a:cubicBezTo>
                    <a:pt x="858" y="291"/>
                    <a:pt x="763" y="387"/>
                    <a:pt x="668" y="458"/>
                  </a:cubicBezTo>
                  <a:cubicBezTo>
                    <a:pt x="580" y="493"/>
                    <a:pt x="493" y="515"/>
                    <a:pt x="406" y="515"/>
                  </a:cubicBezTo>
                  <a:cubicBezTo>
                    <a:pt x="374" y="515"/>
                    <a:pt x="342" y="512"/>
                    <a:pt x="310" y="506"/>
                  </a:cubicBezTo>
                  <a:cubicBezTo>
                    <a:pt x="285" y="495"/>
                    <a:pt x="260" y="491"/>
                    <a:pt x="235" y="491"/>
                  </a:cubicBezTo>
                  <a:cubicBezTo>
                    <a:pt x="145" y="491"/>
                    <a:pt x="67" y="555"/>
                    <a:pt x="48" y="649"/>
                  </a:cubicBezTo>
                  <a:cubicBezTo>
                    <a:pt x="1" y="768"/>
                    <a:pt x="72" y="887"/>
                    <a:pt x="191" y="910"/>
                  </a:cubicBezTo>
                  <a:cubicBezTo>
                    <a:pt x="263" y="934"/>
                    <a:pt x="358" y="958"/>
                    <a:pt x="429" y="958"/>
                  </a:cubicBezTo>
                  <a:cubicBezTo>
                    <a:pt x="596" y="958"/>
                    <a:pt x="739" y="910"/>
                    <a:pt x="882" y="815"/>
                  </a:cubicBezTo>
                  <a:cubicBezTo>
                    <a:pt x="1096" y="696"/>
                    <a:pt x="1239" y="506"/>
                    <a:pt x="1311" y="267"/>
                  </a:cubicBezTo>
                  <a:cubicBezTo>
                    <a:pt x="1334" y="148"/>
                    <a:pt x="1263" y="29"/>
                    <a:pt x="1144" y="6"/>
                  </a:cubicBezTo>
                  <a:cubicBezTo>
                    <a:pt x="1129" y="2"/>
                    <a:pt x="1113" y="1"/>
                    <a:pt x="1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00" name="Google Shape;4300;p59"/>
            <p:cNvSpPr/>
            <p:nvPr/>
          </p:nvSpPr>
          <p:spPr>
            <a:xfrm>
              <a:off x="4990740" y="2222341"/>
              <a:ext cx="46200" cy="30967"/>
            </a:xfrm>
            <a:custGeom>
              <a:rect b="b" l="l" r="r" t="t"/>
              <a:pathLst>
                <a:path extrusionOk="0" h="935" w="1311">
                  <a:moveTo>
                    <a:pt x="229" y="1"/>
                  </a:moveTo>
                  <a:cubicBezTo>
                    <a:pt x="216" y="1"/>
                    <a:pt x="203" y="2"/>
                    <a:pt x="191" y="6"/>
                  </a:cubicBezTo>
                  <a:cubicBezTo>
                    <a:pt x="72" y="29"/>
                    <a:pt x="0" y="148"/>
                    <a:pt x="24" y="267"/>
                  </a:cubicBezTo>
                  <a:cubicBezTo>
                    <a:pt x="96" y="506"/>
                    <a:pt x="238" y="696"/>
                    <a:pt x="453" y="815"/>
                  </a:cubicBezTo>
                  <a:cubicBezTo>
                    <a:pt x="596" y="910"/>
                    <a:pt x="739" y="934"/>
                    <a:pt x="905" y="934"/>
                  </a:cubicBezTo>
                  <a:cubicBezTo>
                    <a:pt x="977" y="934"/>
                    <a:pt x="1048" y="934"/>
                    <a:pt x="1143" y="910"/>
                  </a:cubicBezTo>
                  <a:cubicBezTo>
                    <a:pt x="1239" y="887"/>
                    <a:pt x="1310" y="768"/>
                    <a:pt x="1286" y="649"/>
                  </a:cubicBezTo>
                  <a:cubicBezTo>
                    <a:pt x="1266" y="545"/>
                    <a:pt x="1173" y="477"/>
                    <a:pt x="1070" y="477"/>
                  </a:cubicBezTo>
                  <a:cubicBezTo>
                    <a:pt x="1055" y="477"/>
                    <a:pt x="1040" y="479"/>
                    <a:pt x="1024" y="482"/>
                  </a:cubicBezTo>
                  <a:cubicBezTo>
                    <a:pt x="982" y="499"/>
                    <a:pt x="940" y="507"/>
                    <a:pt x="898" y="507"/>
                  </a:cubicBezTo>
                  <a:cubicBezTo>
                    <a:pt x="821" y="507"/>
                    <a:pt x="744" y="480"/>
                    <a:pt x="667" y="434"/>
                  </a:cubicBezTo>
                  <a:cubicBezTo>
                    <a:pt x="548" y="387"/>
                    <a:pt x="477" y="291"/>
                    <a:pt x="453" y="148"/>
                  </a:cubicBezTo>
                  <a:cubicBezTo>
                    <a:pt x="411" y="66"/>
                    <a:pt x="316" y="1"/>
                    <a:pt x="2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301" name="Google Shape;4301;p59"/>
          <p:cNvGrpSpPr/>
          <p:nvPr/>
        </p:nvGrpSpPr>
        <p:grpSpPr>
          <a:xfrm>
            <a:off x="5642804" y="2091584"/>
            <a:ext cx="297108" cy="373892"/>
            <a:chOff x="5642804" y="2091584"/>
            <a:chExt cx="297108" cy="373892"/>
          </a:xfrm>
        </p:grpSpPr>
        <p:sp>
          <p:nvSpPr>
            <p:cNvPr id="4302" name="Google Shape;4302;p59"/>
            <p:cNvSpPr/>
            <p:nvPr/>
          </p:nvSpPr>
          <p:spPr>
            <a:xfrm>
              <a:off x="5705741" y="2277717"/>
              <a:ext cx="18078" cy="14805"/>
            </a:xfrm>
            <a:custGeom>
              <a:rect b="b" l="l" r="r" t="t"/>
              <a:pathLst>
                <a:path extrusionOk="0" h="447" w="513">
                  <a:moveTo>
                    <a:pt x="238" y="1"/>
                  </a:moveTo>
                  <a:cubicBezTo>
                    <a:pt x="96" y="1"/>
                    <a:pt x="0" y="143"/>
                    <a:pt x="48" y="310"/>
                  </a:cubicBezTo>
                  <a:cubicBezTo>
                    <a:pt x="72" y="358"/>
                    <a:pt x="119" y="405"/>
                    <a:pt x="167" y="429"/>
                  </a:cubicBezTo>
                  <a:cubicBezTo>
                    <a:pt x="198" y="441"/>
                    <a:pt x="228" y="446"/>
                    <a:pt x="257" y="446"/>
                  </a:cubicBezTo>
                  <a:cubicBezTo>
                    <a:pt x="405" y="446"/>
                    <a:pt x="513" y="303"/>
                    <a:pt x="453" y="143"/>
                  </a:cubicBezTo>
                  <a:cubicBezTo>
                    <a:pt x="405" y="48"/>
                    <a:pt x="334"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03" name="Google Shape;4303;p59"/>
            <p:cNvSpPr/>
            <p:nvPr/>
          </p:nvSpPr>
          <p:spPr>
            <a:xfrm>
              <a:off x="5642804" y="2091584"/>
              <a:ext cx="297108" cy="373892"/>
            </a:xfrm>
            <a:custGeom>
              <a:rect b="b" l="l" r="r" t="t"/>
              <a:pathLst>
                <a:path extrusionOk="0" h="11289" w="8431">
                  <a:moveTo>
                    <a:pt x="6430" y="1334"/>
                  </a:moveTo>
                  <a:cubicBezTo>
                    <a:pt x="6835" y="1334"/>
                    <a:pt x="7121" y="1596"/>
                    <a:pt x="7121" y="1977"/>
                  </a:cubicBezTo>
                  <a:cubicBezTo>
                    <a:pt x="7121" y="2120"/>
                    <a:pt x="7073" y="2263"/>
                    <a:pt x="7002" y="2406"/>
                  </a:cubicBezTo>
                  <a:cubicBezTo>
                    <a:pt x="6621" y="2120"/>
                    <a:pt x="6216" y="1905"/>
                    <a:pt x="5763" y="1763"/>
                  </a:cubicBezTo>
                  <a:cubicBezTo>
                    <a:pt x="5882" y="1501"/>
                    <a:pt x="6120" y="1334"/>
                    <a:pt x="6430" y="1334"/>
                  </a:cubicBezTo>
                  <a:close/>
                  <a:moveTo>
                    <a:pt x="6430" y="453"/>
                  </a:moveTo>
                  <a:cubicBezTo>
                    <a:pt x="7311" y="453"/>
                    <a:pt x="8002" y="1120"/>
                    <a:pt x="8002" y="1977"/>
                  </a:cubicBezTo>
                  <a:cubicBezTo>
                    <a:pt x="8002" y="2620"/>
                    <a:pt x="7573" y="3168"/>
                    <a:pt x="7192" y="3715"/>
                  </a:cubicBezTo>
                  <a:lnTo>
                    <a:pt x="7168" y="3763"/>
                  </a:lnTo>
                  <a:cubicBezTo>
                    <a:pt x="6859" y="4168"/>
                    <a:pt x="6644" y="4454"/>
                    <a:pt x="6644" y="5073"/>
                  </a:cubicBezTo>
                  <a:cubicBezTo>
                    <a:pt x="6644" y="5216"/>
                    <a:pt x="6549" y="5311"/>
                    <a:pt x="6430" y="5311"/>
                  </a:cubicBezTo>
                  <a:cubicBezTo>
                    <a:pt x="6311" y="5311"/>
                    <a:pt x="6216" y="5216"/>
                    <a:pt x="6216" y="5073"/>
                  </a:cubicBezTo>
                  <a:cubicBezTo>
                    <a:pt x="6216" y="4311"/>
                    <a:pt x="6430" y="4025"/>
                    <a:pt x="6811" y="3501"/>
                  </a:cubicBezTo>
                  <a:cubicBezTo>
                    <a:pt x="6835" y="3477"/>
                    <a:pt x="6859" y="3430"/>
                    <a:pt x="6883" y="3406"/>
                  </a:cubicBezTo>
                  <a:cubicBezTo>
                    <a:pt x="7168" y="3025"/>
                    <a:pt x="7549" y="2477"/>
                    <a:pt x="7549" y="1977"/>
                  </a:cubicBezTo>
                  <a:cubicBezTo>
                    <a:pt x="7549" y="1358"/>
                    <a:pt x="7073" y="905"/>
                    <a:pt x="6430" y="905"/>
                  </a:cubicBezTo>
                  <a:cubicBezTo>
                    <a:pt x="5763" y="905"/>
                    <a:pt x="5239" y="1429"/>
                    <a:pt x="5239" y="2144"/>
                  </a:cubicBezTo>
                  <a:cubicBezTo>
                    <a:pt x="5239" y="2263"/>
                    <a:pt x="5144" y="2358"/>
                    <a:pt x="5025" y="2358"/>
                  </a:cubicBezTo>
                  <a:cubicBezTo>
                    <a:pt x="4906" y="2358"/>
                    <a:pt x="4811" y="2263"/>
                    <a:pt x="4811" y="2144"/>
                  </a:cubicBezTo>
                  <a:cubicBezTo>
                    <a:pt x="4811" y="1191"/>
                    <a:pt x="5525" y="453"/>
                    <a:pt x="6430" y="453"/>
                  </a:cubicBezTo>
                  <a:close/>
                  <a:moveTo>
                    <a:pt x="6430" y="0"/>
                  </a:moveTo>
                  <a:cubicBezTo>
                    <a:pt x="5454" y="0"/>
                    <a:pt x="4644" y="667"/>
                    <a:pt x="4430" y="1596"/>
                  </a:cubicBezTo>
                  <a:cubicBezTo>
                    <a:pt x="3501" y="1644"/>
                    <a:pt x="2620" y="2048"/>
                    <a:pt x="1953" y="2715"/>
                  </a:cubicBezTo>
                  <a:cubicBezTo>
                    <a:pt x="1262" y="3430"/>
                    <a:pt x="857" y="4358"/>
                    <a:pt x="857" y="5335"/>
                  </a:cubicBezTo>
                  <a:cubicBezTo>
                    <a:pt x="857" y="5573"/>
                    <a:pt x="667" y="5978"/>
                    <a:pt x="334" y="6454"/>
                  </a:cubicBezTo>
                  <a:cubicBezTo>
                    <a:pt x="0" y="6906"/>
                    <a:pt x="48" y="7216"/>
                    <a:pt x="143" y="7407"/>
                  </a:cubicBezTo>
                  <a:cubicBezTo>
                    <a:pt x="238" y="7597"/>
                    <a:pt x="476" y="7811"/>
                    <a:pt x="1096" y="7859"/>
                  </a:cubicBezTo>
                  <a:lnTo>
                    <a:pt x="1096" y="8835"/>
                  </a:lnTo>
                  <a:cubicBezTo>
                    <a:pt x="1096" y="9478"/>
                    <a:pt x="1620" y="10002"/>
                    <a:pt x="2286" y="10002"/>
                  </a:cubicBezTo>
                  <a:cubicBezTo>
                    <a:pt x="2858" y="10002"/>
                    <a:pt x="3167" y="10026"/>
                    <a:pt x="3310" y="10145"/>
                  </a:cubicBezTo>
                  <a:cubicBezTo>
                    <a:pt x="3429" y="10264"/>
                    <a:pt x="3477" y="10550"/>
                    <a:pt x="3525" y="11074"/>
                  </a:cubicBezTo>
                  <a:cubicBezTo>
                    <a:pt x="3525" y="11193"/>
                    <a:pt x="3620" y="11288"/>
                    <a:pt x="3739" y="11288"/>
                  </a:cubicBezTo>
                  <a:lnTo>
                    <a:pt x="6883" y="11288"/>
                  </a:lnTo>
                  <a:cubicBezTo>
                    <a:pt x="6906" y="11288"/>
                    <a:pt x="6954" y="11265"/>
                    <a:pt x="6978" y="11265"/>
                  </a:cubicBezTo>
                  <a:cubicBezTo>
                    <a:pt x="7073" y="11217"/>
                    <a:pt x="7121" y="11122"/>
                    <a:pt x="7097" y="11050"/>
                  </a:cubicBezTo>
                  <a:cubicBezTo>
                    <a:pt x="7073" y="10622"/>
                    <a:pt x="7073" y="10288"/>
                    <a:pt x="7073" y="10026"/>
                  </a:cubicBezTo>
                  <a:cubicBezTo>
                    <a:pt x="7073" y="9907"/>
                    <a:pt x="6978" y="9812"/>
                    <a:pt x="6859" y="9812"/>
                  </a:cubicBezTo>
                  <a:lnTo>
                    <a:pt x="6835" y="9812"/>
                  </a:lnTo>
                  <a:cubicBezTo>
                    <a:pt x="6716" y="9812"/>
                    <a:pt x="6621" y="9907"/>
                    <a:pt x="6621" y="10026"/>
                  </a:cubicBezTo>
                  <a:cubicBezTo>
                    <a:pt x="6621" y="10264"/>
                    <a:pt x="6621" y="10502"/>
                    <a:pt x="6644" y="10836"/>
                  </a:cubicBezTo>
                  <a:lnTo>
                    <a:pt x="3930" y="10836"/>
                  </a:lnTo>
                  <a:cubicBezTo>
                    <a:pt x="3882" y="10360"/>
                    <a:pt x="3834" y="10026"/>
                    <a:pt x="3596" y="9812"/>
                  </a:cubicBezTo>
                  <a:cubicBezTo>
                    <a:pt x="3310" y="9574"/>
                    <a:pt x="2906" y="9574"/>
                    <a:pt x="2263" y="9574"/>
                  </a:cubicBezTo>
                  <a:cubicBezTo>
                    <a:pt x="1858" y="9574"/>
                    <a:pt x="1524" y="9240"/>
                    <a:pt x="1524" y="8835"/>
                  </a:cubicBezTo>
                  <a:lnTo>
                    <a:pt x="1524" y="8526"/>
                  </a:lnTo>
                  <a:cubicBezTo>
                    <a:pt x="1667" y="8526"/>
                    <a:pt x="1858" y="8597"/>
                    <a:pt x="2072" y="8716"/>
                  </a:cubicBezTo>
                  <a:cubicBezTo>
                    <a:pt x="2120" y="8740"/>
                    <a:pt x="2143" y="8740"/>
                    <a:pt x="2191" y="8740"/>
                  </a:cubicBezTo>
                  <a:cubicBezTo>
                    <a:pt x="2263" y="8740"/>
                    <a:pt x="2334" y="8716"/>
                    <a:pt x="2382" y="8645"/>
                  </a:cubicBezTo>
                  <a:cubicBezTo>
                    <a:pt x="2429" y="8526"/>
                    <a:pt x="2405" y="8407"/>
                    <a:pt x="2286" y="8335"/>
                  </a:cubicBezTo>
                  <a:cubicBezTo>
                    <a:pt x="2001" y="8169"/>
                    <a:pt x="1739" y="8097"/>
                    <a:pt x="1524" y="8097"/>
                  </a:cubicBezTo>
                  <a:lnTo>
                    <a:pt x="1524" y="7645"/>
                  </a:lnTo>
                  <a:cubicBezTo>
                    <a:pt x="1524" y="7526"/>
                    <a:pt x="1429" y="7430"/>
                    <a:pt x="1310" y="7430"/>
                  </a:cubicBezTo>
                  <a:cubicBezTo>
                    <a:pt x="905" y="7430"/>
                    <a:pt x="619" y="7335"/>
                    <a:pt x="524" y="7192"/>
                  </a:cubicBezTo>
                  <a:cubicBezTo>
                    <a:pt x="476" y="7097"/>
                    <a:pt x="524" y="6930"/>
                    <a:pt x="667" y="6716"/>
                  </a:cubicBezTo>
                  <a:cubicBezTo>
                    <a:pt x="953" y="6311"/>
                    <a:pt x="1310" y="5763"/>
                    <a:pt x="1310" y="5335"/>
                  </a:cubicBezTo>
                  <a:cubicBezTo>
                    <a:pt x="1310" y="3620"/>
                    <a:pt x="2644" y="2191"/>
                    <a:pt x="4358" y="2048"/>
                  </a:cubicBezTo>
                  <a:cubicBezTo>
                    <a:pt x="4358" y="2072"/>
                    <a:pt x="4358" y="2096"/>
                    <a:pt x="4358" y="2120"/>
                  </a:cubicBezTo>
                  <a:cubicBezTo>
                    <a:pt x="4358" y="2453"/>
                    <a:pt x="4620" y="2763"/>
                    <a:pt x="4954" y="2787"/>
                  </a:cubicBezTo>
                  <a:cubicBezTo>
                    <a:pt x="4980" y="2790"/>
                    <a:pt x="5006" y="2792"/>
                    <a:pt x="5032" y="2792"/>
                  </a:cubicBezTo>
                  <a:cubicBezTo>
                    <a:pt x="5358" y="2792"/>
                    <a:pt x="5646" y="2522"/>
                    <a:pt x="5668" y="2191"/>
                  </a:cubicBezTo>
                  <a:cubicBezTo>
                    <a:pt x="6073" y="2310"/>
                    <a:pt x="6430" y="2525"/>
                    <a:pt x="6763" y="2787"/>
                  </a:cubicBezTo>
                  <a:cubicBezTo>
                    <a:pt x="6668" y="2906"/>
                    <a:pt x="6597" y="3025"/>
                    <a:pt x="6502" y="3120"/>
                  </a:cubicBezTo>
                  <a:cubicBezTo>
                    <a:pt x="6478" y="3168"/>
                    <a:pt x="6454" y="3191"/>
                    <a:pt x="6454" y="3215"/>
                  </a:cubicBezTo>
                  <a:cubicBezTo>
                    <a:pt x="6049" y="3763"/>
                    <a:pt x="5763" y="4144"/>
                    <a:pt x="5763" y="5049"/>
                  </a:cubicBezTo>
                  <a:cubicBezTo>
                    <a:pt x="5763" y="5382"/>
                    <a:pt x="6001" y="5692"/>
                    <a:pt x="6335" y="5716"/>
                  </a:cubicBezTo>
                  <a:cubicBezTo>
                    <a:pt x="6363" y="5719"/>
                    <a:pt x="6390" y="5721"/>
                    <a:pt x="6417" y="5721"/>
                  </a:cubicBezTo>
                  <a:cubicBezTo>
                    <a:pt x="6784" y="5721"/>
                    <a:pt x="7073" y="5428"/>
                    <a:pt x="7073" y="5073"/>
                  </a:cubicBezTo>
                  <a:cubicBezTo>
                    <a:pt x="7073" y="4573"/>
                    <a:pt x="7240" y="4382"/>
                    <a:pt x="7502" y="4001"/>
                  </a:cubicBezTo>
                  <a:lnTo>
                    <a:pt x="7526" y="3977"/>
                  </a:lnTo>
                  <a:cubicBezTo>
                    <a:pt x="7573" y="3930"/>
                    <a:pt x="7597" y="3882"/>
                    <a:pt x="7621" y="3834"/>
                  </a:cubicBezTo>
                  <a:cubicBezTo>
                    <a:pt x="7859" y="4311"/>
                    <a:pt x="7978" y="4811"/>
                    <a:pt x="7978" y="5335"/>
                  </a:cubicBezTo>
                  <a:cubicBezTo>
                    <a:pt x="7978" y="5930"/>
                    <a:pt x="7811" y="6525"/>
                    <a:pt x="7502" y="7049"/>
                  </a:cubicBezTo>
                  <a:cubicBezTo>
                    <a:pt x="7287" y="7383"/>
                    <a:pt x="7121" y="7692"/>
                    <a:pt x="7002" y="8002"/>
                  </a:cubicBezTo>
                  <a:cubicBezTo>
                    <a:pt x="6954" y="8097"/>
                    <a:pt x="7002" y="8216"/>
                    <a:pt x="7073" y="8264"/>
                  </a:cubicBezTo>
                  <a:cubicBezTo>
                    <a:pt x="7121" y="8288"/>
                    <a:pt x="7168" y="8312"/>
                    <a:pt x="7216" y="8312"/>
                  </a:cubicBezTo>
                  <a:cubicBezTo>
                    <a:pt x="7287" y="8312"/>
                    <a:pt x="7383" y="8240"/>
                    <a:pt x="7406" y="8169"/>
                  </a:cubicBezTo>
                  <a:cubicBezTo>
                    <a:pt x="7526" y="7883"/>
                    <a:pt x="7668" y="7597"/>
                    <a:pt x="7883" y="7288"/>
                  </a:cubicBezTo>
                  <a:cubicBezTo>
                    <a:pt x="8240" y="6692"/>
                    <a:pt x="8430" y="6025"/>
                    <a:pt x="8430" y="5335"/>
                  </a:cubicBezTo>
                  <a:cubicBezTo>
                    <a:pt x="8430" y="4668"/>
                    <a:pt x="8240" y="4001"/>
                    <a:pt x="7907" y="3430"/>
                  </a:cubicBezTo>
                  <a:cubicBezTo>
                    <a:pt x="8192" y="3001"/>
                    <a:pt x="8430" y="2525"/>
                    <a:pt x="8430" y="1953"/>
                  </a:cubicBezTo>
                  <a:cubicBezTo>
                    <a:pt x="8430" y="1429"/>
                    <a:pt x="8216" y="929"/>
                    <a:pt x="7835" y="572"/>
                  </a:cubicBezTo>
                  <a:cubicBezTo>
                    <a:pt x="7454" y="215"/>
                    <a:pt x="6954" y="0"/>
                    <a:pt x="64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04" name="Google Shape;4304;p59"/>
            <p:cNvSpPr/>
            <p:nvPr/>
          </p:nvSpPr>
          <p:spPr>
            <a:xfrm>
              <a:off x="5845887" y="2288745"/>
              <a:ext cx="47010" cy="44215"/>
            </a:xfrm>
            <a:custGeom>
              <a:rect b="b" l="l" r="r" t="t"/>
              <a:pathLst>
                <a:path extrusionOk="0" h="1335" w="1334">
                  <a:moveTo>
                    <a:pt x="667" y="453"/>
                  </a:moveTo>
                  <a:cubicBezTo>
                    <a:pt x="786" y="453"/>
                    <a:pt x="881" y="549"/>
                    <a:pt x="881" y="668"/>
                  </a:cubicBezTo>
                  <a:cubicBezTo>
                    <a:pt x="881" y="787"/>
                    <a:pt x="786" y="882"/>
                    <a:pt x="667" y="882"/>
                  </a:cubicBezTo>
                  <a:cubicBezTo>
                    <a:pt x="548" y="882"/>
                    <a:pt x="453" y="787"/>
                    <a:pt x="453" y="668"/>
                  </a:cubicBezTo>
                  <a:cubicBezTo>
                    <a:pt x="453" y="549"/>
                    <a:pt x="548" y="453"/>
                    <a:pt x="667" y="453"/>
                  </a:cubicBezTo>
                  <a:close/>
                  <a:moveTo>
                    <a:pt x="667" y="1"/>
                  </a:moveTo>
                  <a:cubicBezTo>
                    <a:pt x="310" y="1"/>
                    <a:pt x="0" y="311"/>
                    <a:pt x="0" y="668"/>
                  </a:cubicBezTo>
                  <a:cubicBezTo>
                    <a:pt x="0" y="1025"/>
                    <a:pt x="310" y="1335"/>
                    <a:pt x="667" y="1335"/>
                  </a:cubicBezTo>
                  <a:cubicBezTo>
                    <a:pt x="1024" y="1335"/>
                    <a:pt x="1334" y="1025"/>
                    <a:pt x="1334" y="668"/>
                  </a:cubicBezTo>
                  <a:cubicBezTo>
                    <a:pt x="1334" y="311"/>
                    <a:pt x="1024" y="1"/>
                    <a:pt x="6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05" name="Google Shape;4305;p59"/>
            <p:cNvSpPr/>
            <p:nvPr/>
          </p:nvSpPr>
          <p:spPr>
            <a:xfrm>
              <a:off x="5877778" y="2383401"/>
              <a:ext cx="19312" cy="15036"/>
            </a:xfrm>
            <a:custGeom>
              <a:rect b="b" l="l" r="r" t="t"/>
              <a:pathLst>
                <a:path extrusionOk="0" h="454" w="548">
                  <a:moveTo>
                    <a:pt x="262" y="1"/>
                  </a:moveTo>
                  <a:cubicBezTo>
                    <a:pt x="191" y="1"/>
                    <a:pt x="95" y="48"/>
                    <a:pt x="72" y="120"/>
                  </a:cubicBezTo>
                  <a:cubicBezTo>
                    <a:pt x="0" y="286"/>
                    <a:pt x="119" y="453"/>
                    <a:pt x="262" y="453"/>
                  </a:cubicBezTo>
                  <a:cubicBezTo>
                    <a:pt x="429" y="453"/>
                    <a:pt x="548" y="286"/>
                    <a:pt x="453" y="96"/>
                  </a:cubicBezTo>
                  <a:cubicBezTo>
                    <a:pt x="429" y="48"/>
                    <a:pt x="357" y="1"/>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306" name="Google Shape;4306;p59"/>
          <p:cNvGrpSpPr/>
          <p:nvPr/>
        </p:nvGrpSpPr>
        <p:grpSpPr>
          <a:xfrm>
            <a:off x="6403122" y="2092379"/>
            <a:ext cx="396979" cy="372302"/>
            <a:chOff x="6403122" y="2092379"/>
            <a:chExt cx="396979" cy="372302"/>
          </a:xfrm>
        </p:grpSpPr>
        <p:sp>
          <p:nvSpPr>
            <p:cNvPr id="4307" name="Google Shape;4307;p59"/>
            <p:cNvSpPr/>
            <p:nvPr/>
          </p:nvSpPr>
          <p:spPr>
            <a:xfrm>
              <a:off x="6490374" y="2369988"/>
              <a:ext cx="74744" cy="26065"/>
            </a:xfrm>
            <a:custGeom>
              <a:rect b="b" l="l" r="r" t="t"/>
              <a:pathLst>
                <a:path extrusionOk="0" h="787" w="2121">
                  <a:moveTo>
                    <a:pt x="1049" y="1"/>
                  </a:moveTo>
                  <a:cubicBezTo>
                    <a:pt x="691" y="1"/>
                    <a:pt x="334" y="144"/>
                    <a:pt x="72" y="406"/>
                  </a:cubicBezTo>
                  <a:cubicBezTo>
                    <a:pt x="1" y="501"/>
                    <a:pt x="1" y="644"/>
                    <a:pt x="72" y="715"/>
                  </a:cubicBezTo>
                  <a:cubicBezTo>
                    <a:pt x="120" y="763"/>
                    <a:pt x="179" y="787"/>
                    <a:pt x="236" y="787"/>
                  </a:cubicBezTo>
                  <a:cubicBezTo>
                    <a:pt x="293" y="787"/>
                    <a:pt x="346" y="763"/>
                    <a:pt x="382" y="715"/>
                  </a:cubicBezTo>
                  <a:cubicBezTo>
                    <a:pt x="572" y="549"/>
                    <a:pt x="810" y="429"/>
                    <a:pt x="1049" y="429"/>
                  </a:cubicBezTo>
                  <a:cubicBezTo>
                    <a:pt x="1311" y="429"/>
                    <a:pt x="1549" y="549"/>
                    <a:pt x="1715" y="715"/>
                  </a:cubicBezTo>
                  <a:cubicBezTo>
                    <a:pt x="1763" y="763"/>
                    <a:pt x="1835" y="787"/>
                    <a:pt x="1882" y="787"/>
                  </a:cubicBezTo>
                  <a:cubicBezTo>
                    <a:pt x="1930" y="787"/>
                    <a:pt x="2001" y="763"/>
                    <a:pt x="2025" y="715"/>
                  </a:cubicBezTo>
                  <a:cubicBezTo>
                    <a:pt x="2120" y="620"/>
                    <a:pt x="2120" y="501"/>
                    <a:pt x="2025" y="406"/>
                  </a:cubicBezTo>
                  <a:cubicBezTo>
                    <a:pt x="1763" y="144"/>
                    <a:pt x="1430" y="1"/>
                    <a:pt x="10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08" name="Google Shape;4308;p59"/>
            <p:cNvSpPr/>
            <p:nvPr/>
          </p:nvSpPr>
          <p:spPr>
            <a:xfrm>
              <a:off x="6403122" y="2092379"/>
              <a:ext cx="396979" cy="372302"/>
            </a:xfrm>
            <a:custGeom>
              <a:rect b="b" l="l" r="r" t="t"/>
              <a:pathLst>
                <a:path extrusionOk="0" h="11241" w="11265">
                  <a:moveTo>
                    <a:pt x="7740" y="429"/>
                  </a:moveTo>
                  <a:cubicBezTo>
                    <a:pt x="9454" y="429"/>
                    <a:pt x="10836" y="1810"/>
                    <a:pt x="10836" y="3501"/>
                  </a:cubicBezTo>
                  <a:cubicBezTo>
                    <a:pt x="10836" y="5215"/>
                    <a:pt x="9454" y="6597"/>
                    <a:pt x="7740" y="6597"/>
                  </a:cubicBezTo>
                  <a:cubicBezTo>
                    <a:pt x="7430" y="6597"/>
                    <a:pt x="7097" y="6525"/>
                    <a:pt x="6787" y="6430"/>
                  </a:cubicBezTo>
                  <a:cubicBezTo>
                    <a:pt x="6430" y="5525"/>
                    <a:pt x="5716" y="4811"/>
                    <a:pt x="4811" y="4453"/>
                  </a:cubicBezTo>
                  <a:cubicBezTo>
                    <a:pt x="4715" y="4144"/>
                    <a:pt x="4668" y="3834"/>
                    <a:pt x="4668" y="3501"/>
                  </a:cubicBezTo>
                  <a:cubicBezTo>
                    <a:pt x="4668" y="1810"/>
                    <a:pt x="6049" y="429"/>
                    <a:pt x="7740" y="429"/>
                  </a:cubicBezTo>
                  <a:close/>
                  <a:moveTo>
                    <a:pt x="7740" y="0"/>
                  </a:moveTo>
                  <a:cubicBezTo>
                    <a:pt x="5811" y="0"/>
                    <a:pt x="4239" y="1572"/>
                    <a:pt x="4239" y="3501"/>
                  </a:cubicBezTo>
                  <a:cubicBezTo>
                    <a:pt x="4239" y="3787"/>
                    <a:pt x="4263" y="4049"/>
                    <a:pt x="4334" y="4311"/>
                  </a:cubicBezTo>
                  <a:cubicBezTo>
                    <a:pt x="4072" y="4239"/>
                    <a:pt x="3810" y="4215"/>
                    <a:pt x="3525" y="4215"/>
                  </a:cubicBezTo>
                  <a:cubicBezTo>
                    <a:pt x="2953" y="4215"/>
                    <a:pt x="2382" y="4358"/>
                    <a:pt x="1881" y="4620"/>
                  </a:cubicBezTo>
                  <a:cubicBezTo>
                    <a:pt x="1786" y="4668"/>
                    <a:pt x="1739" y="4811"/>
                    <a:pt x="1810" y="4906"/>
                  </a:cubicBezTo>
                  <a:cubicBezTo>
                    <a:pt x="1842" y="4987"/>
                    <a:pt x="1919" y="5035"/>
                    <a:pt x="1994" y="5035"/>
                  </a:cubicBezTo>
                  <a:cubicBezTo>
                    <a:pt x="2030" y="5035"/>
                    <a:pt x="2065" y="5024"/>
                    <a:pt x="2096" y="5001"/>
                  </a:cubicBezTo>
                  <a:cubicBezTo>
                    <a:pt x="2524" y="4787"/>
                    <a:pt x="3025" y="4644"/>
                    <a:pt x="3525" y="4644"/>
                  </a:cubicBezTo>
                  <a:cubicBezTo>
                    <a:pt x="5215" y="4644"/>
                    <a:pt x="6597" y="6025"/>
                    <a:pt x="6597" y="7740"/>
                  </a:cubicBezTo>
                  <a:cubicBezTo>
                    <a:pt x="6597" y="9431"/>
                    <a:pt x="5215" y="10812"/>
                    <a:pt x="3525" y="10812"/>
                  </a:cubicBezTo>
                  <a:cubicBezTo>
                    <a:pt x="1834" y="10812"/>
                    <a:pt x="453" y="9431"/>
                    <a:pt x="453" y="7740"/>
                  </a:cubicBezTo>
                  <a:cubicBezTo>
                    <a:pt x="453" y="7240"/>
                    <a:pt x="572" y="6740"/>
                    <a:pt x="810" y="6311"/>
                  </a:cubicBezTo>
                  <a:cubicBezTo>
                    <a:pt x="857" y="6192"/>
                    <a:pt x="810" y="6049"/>
                    <a:pt x="715" y="6001"/>
                  </a:cubicBezTo>
                  <a:cubicBezTo>
                    <a:pt x="677" y="5986"/>
                    <a:pt x="639" y="5978"/>
                    <a:pt x="603" y="5978"/>
                  </a:cubicBezTo>
                  <a:cubicBezTo>
                    <a:pt x="525" y="5978"/>
                    <a:pt x="454" y="6015"/>
                    <a:pt x="405" y="6097"/>
                  </a:cubicBezTo>
                  <a:cubicBezTo>
                    <a:pt x="143" y="6597"/>
                    <a:pt x="0" y="7168"/>
                    <a:pt x="0" y="7740"/>
                  </a:cubicBezTo>
                  <a:cubicBezTo>
                    <a:pt x="0" y="9669"/>
                    <a:pt x="1596" y="11241"/>
                    <a:pt x="3525" y="11241"/>
                  </a:cubicBezTo>
                  <a:cubicBezTo>
                    <a:pt x="5454" y="11241"/>
                    <a:pt x="7049" y="9669"/>
                    <a:pt x="7049" y="7740"/>
                  </a:cubicBezTo>
                  <a:cubicBezTo>
                    <a:pt x="7049" y="7454"/>
                    <a:pt x="7002" y="7192"/>
                    <a:pt x="6954" y="6930"/>
                  </a:cubicBezTo>
                  <a:lnTo>
                    <a:pt x="6954" y="6930"/>
                  </a:lnTo>
                  <a:cubicBezTo>
                    <a:pt x="7216" y="7002"/>
                    <a:pt x="7478" y="7025"/>
                    <a:pt x="7740" y="7025"/>
                  </a:cubicBezTo>
                  <a:cubicBezTo>
                    <a:pt x="9693" y="7025"/>
                    <a:pt x="11264" y="5454"/>
                    <a:pt x="11264" y="3501"/>
                  </a:cubicBezTo>
                  <a:cubicBezTo>
                    <a:pt x="11264" y="1572"/>
                    <a:pt x="9693" y="0"/>
                    <a:pt x="77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09" name="Google Shape;4309;p59"/>
            <p:cNvSpPr/>
            <p:nvPr/>
          </p:nvSpPr>
          <p:spPr>
            <a:xfrm>
              <a:off x="6436670" y="2263806"/>
              <a:ext cx="16809" cy="14738"/>
            </a:xfrm>
            <a:custGeom>
              <a:rect b="b" l="l" r="r" t="t"/>
              <a:pathLst>
                <a:path extrusionOk="0" h="445" w="477">
                  <a:moveTo>
                    <a:pt x="254" y="0"/>
                  </a:moveTo>
                  <a:cubicBezTo>
                    <a:pt x="193" y="0"/>
                    <a:pt x="134" y="25"/>
                    <a:pt x="96" y="63"/>
                  </a:cubicBezTo>
                  <a:cubicBezTo>
                    <a:pt x="1" y="159"/>
                    <a:pt x="1" y="301"/>
                    <a:pt x="96" y="397"/>
                  </a:cubicBezTo>
                  <a:cubicBezTo>
                    <a:pt x="144" y="421"/>
                    <a:pt x="191" y="444"/>
                    <a:pt x="239" y="444"/>
                  </a:cubicBezTo>
                  <a:cubicBezTo>
                    <a:pt x="310" y="444"/>
                    <a:pt x="358" y="421"/>
                    <a:pt x="406" y="373"/>
                  </a:cubicBezTo>
                  <a:cubicBezTo>
                    <a:pt x="477" y="278"/>
                    <a:pt x="477" y="135"/>
                    <a:pt x="406" y="63"/>
                  </a:cubicBezTo>
                  <a:cubicBezTo>
                    <a:pt x="361" y="19"/>
                    <a:pt x="307" y="0"/>
                    <a:pt x="2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10" name="Google Shape;4310;p59"/>
            <p:cNvSpPr/>
            <p:nvPr/>
          </p:nvSpPr>
          <p:spPr>
            <a:xfrm>
              <a:off x="6455981" y="2316798"/>
              <a:ext cx="47010" cy="30371"/>
            </a:xfrm>
            <a:custGeom>
              <a:rect b="b" l="l" r="r" t="t"/>
              <a:pathLst>
                <a:path extrusionOk="0" h="917" w="1334">
                  <a:moveTo>
                    <a:pt x="251" y="1"/>
                  </a:moveTo>
                  <a:cubicBezTo>
                    <a:pt x="175" y="1"/>
                    <a:pt x="96" y="43"/>
                    <a:pt x="48" y="106"/>
                  </a:cubicBezTo>
                  <a:cubicBezTo>
                    <a:pt x="0" y="202"/>
                    <a:pt x="24" y="345"/>
                    <a:pt x="143" y="416"/>
                  </a:cubicBezTo>
                  <a:lnTo>
                    <a:pt x="977" y="892"/>
                  </a:lnTo>
                  <a:cubicBezTo>
                    <a:pt x="1001" y="916"/>
                    <a:pt x="1048" y="916"/>
                    <a:pt x="1072" y="916"/>
                  </a:cubicBezTo>
                  <a:cubicBezTo>
                    <a:pt x="1167" y="916"/>
                    <a:pt x="1239" y="869"/>
                    <a:pt x="1263" y="797"/>
                  </a:cubicBezTo>
                  <a:cubicBezTo>
                    <a:pt x="1334" y="702"/>
                    <a:pt x="1310" y="559"/>
                    <a:pt x="1191" y="511"/>
                  </a:cubicBezTo>
                  <a:lnTo>
                    <a:pt x="358" y="35"/>
                  </a:lnTo>
                  <a:cubicBezTo>
                    <a:pt x="326" y="11"/>
                    <a:pt x="289" y="1"/>
                    <a:pt x="2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11" name="Google Shape;4311;p59"/>
            <p:cNvSpPr/>
            <p:nvPr/>
          </p:nvSpPr>
          <p:spPr>
            <a:xfrm>
              <a:off x="6551655" y="2316599"/>
              <a:ext cx="47010" cy="30570"/>
            </a:xfrm>
            <a:custGeom>
              <a:rect b="b" l="l" r="r" t="t"/>
              <a:pathLst>
                <a:path extrusionOk="0" h="923" w="1334">
                  <a:moveTo>
                    <a:pt x="1108" y="1"/>
                  </a:moveTo>
                  <a:cubicBezTo>
                    <a:pt x="1066" y="1"/>
                    <a:pt x="1021" y="14"/>
                    <a:pt x="977" y="41"/>
                  </a:cubicBezTo>
                  <a:lnTo>
                    <a:pt x="143" y="517"/>
                  </a:lnTo>
                  <a:cubicBezTo>
                    <a:pt x="48" y="565"/>
                    <a:pt x="0" y="708"/>
                    <a:pt x="72" y="803"/>
                  </a:cubicBezTo>
                  <a:cubicBezTo>
                    <a:pt x="119" y="875"/>
                    <a:pt x="191" y="922"/>
                    <a:pt x="262" y="922"/>
                  </a:cubicBezTo>
                  <a:cubicBezTo>
                    <a:pt x="310" y="922"/>
                    <a:pt x="334" y="922"/>
                    <a:pt x="381" y="898"/>
                  </a:cubicBezTo>
                  <a:lnTo>
                    <a:pt x="1215" y="422"/>
                  </a:lnTo>
                  <a:cubicBezTo>
                    <a:pt x="1310" y="351"/>
                    <a:pt x="1334" y="208"/>
                    <a:pt x="1286" y="112"/>
                  </a:cubicBezTo>
                  <a:cubicBezTo>
                    <a:pt x="1242" y="38"/>
                    <a:pt x="1178" y="1"/>
                    <a:pt x="11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12" name="Google Shape;4312;p59"/>
            <p:cNvSpPr/>
            <p:nvPr/>
          </p:nvSpPr>
          <p:spPr>
            <a:xfrm>
              <a:off x="6638096" y="2237576"/>
              <a:ext cx="75555" cy="22820"/>
            </a:xfrm>
            <a:custGeom>
              <a:rect b="b" l="l" r="r" t="t"/>
              <a:pathLst>
                <a:path extrusionOk="0" h="689" w="2144">
                  <a:moveTo>
                    <a:pt x="637" y="0"/>
                  </a:moveTo>
                  <a:cubicBezTo>
                    <a:pt x="496" y="0"/>
                    <a:pt x="333" y="37"/>
                    <a:pt x="143" y="141"/>
                  </a:cubicBezTo>
                  <a:cubicBezTo>
                    <a:pt x="48" y="212"/>
                    <a:pt x="0" y="355"/>
                    <a:pt x="72" y="450"/>
                  </a:cubicBezTo>
                  <a:cubicBezTo>
                    <a:pt x="103" y="514"/>
                    <a:pt x="177" y="556"/>
                    <a:pt x="252" y="556"/>
                  </a:cubicBezTo>
                  <a:cubicBezTo>
                    <a:pt x="289" y="556"/>
                    <a:pt x="326" y="546"/>
                    <a:pt x="357" y="522"/>
                  </a:cubicBezTo>
                  <a:cubicBezTo>
                    <a:pt x="464" y="464"/>
                    <a:pt x="551" y="441"/>
                    <a:pt x="629" y="441"/>
                  </a:cubicBezTo>
                  <a:cubicBezTo>
                    <a:pt x="743" y="441"/>
                    <a:pt x="840" y="489"/>
                    <a:pt x="953" y="546"/>
                  </a:cubicBezTo>
                  <a:cubicBezTo>
                    <a:pt x="1096" y="617"/>
                    <a:pt x="1262" y="689"/>
                    <a:pt x="1477" y="689"/>
                  </a:cubicBezTo>
                  <a:cubicBezTo>
                    <a:pt x="1620" y="689"/>
                    <a:pt x="1810" y="665"/>
                    <a:pt x="2024" y="522"/>
                  </a:cubicBezTo>
                  <a:cubicBezTo>
                    <a:pt x="2120" y="474"/>
                    <a:pt x="2143" y="331"/>
                    <a:pt x="2096" y="236"/>
                  </a:cubicBezTo>
                  <a:cubicBezTo>
                    <a:pt x="2047" y="155"/>
                    <a:pt x="1976" y="118"/>
                    <a:pt x="1898" y="118"/>
                  </a:cubicBezTo>
                  <a:cubicBezTo>
                    <a:pt x="1862" y="118"/>
                    <a:pt x="1824" y="126"/>
                    <a:pt x="1786" y="141"/>
                  </a:cubicBezTo>
                  <a:cubicBezTo>
                    <a:pt x="1659" y="226"/>
                    <a:pt x="1560" y="258"/>
                    <a:pt x="1471" y="258"/>
                  </a:cubicBezTo>
                  <a:cubicBezTo>
                    <a:pt x="1359" y="258"/>
                    <a:pt x="1262" y="207"/>
                    <a:pt x="1143" y="141"/>
                  </a:cubicBezTo>
                  <a:cubicBezTo>
                    <a:pt x="1014" y="84"/>
                    <a:pt x="851" y="0"/>
                    <a:pt x="6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13" name="Google Shape;4313;p59"/>
            <p:cNvSpPr/>
            <p:nvPr/>
          </p:nvSpPr>
          <p:spPr>
            <a:xfrm>
              <a:off x="6604513" y="2176801"/>
              <a:ext cx="47045" cy="30768"/>
            </a:xfrm>
            <a:custGeom>
              <a:rect b="b" l="l" r="r" t="t"/>
              <a:pathLst>
                <a:path extrusionOk="0" h="929" w="1335">
                  <a:moveTo>
                    <a:pt x="1089" y="0"/>
                  </a:moveTo>
                  <a:cubicBezTo>
                    <a:pt x="1052" y="0"/>
                    <a:pt x="1015" y="8"/>
                    <a:pt x="977" y="23"/>
                  </a:cubicBezTo>
                  <a:lnTo>
                    <a:pt x="143" y="523"/>
                  </a:lnTo>
                  <a:cubicBezTo>
                    <a:pt x="48" y="571"/>
                    <a:pt x="1" y="714"/>
                    <a:pt x="72" y="809"/>
                  </a:cubicBezTo>
                  <a:cubicBezTo>
                    <a:pt x="96" y="880"/>
                    <a:pt x="167" y="928"/>
                    <a:pt x="263" y="928"/>
                  </a:cubicBezTo>
                  <a:cubicBezTo>
                    <a:pt x="286" y="928"/>
                    <a:pt x="334" y="904"/>
                    <a:pt x="358" y="904"/>
                  </a:cubicBezTo>
                  <a:lnTo>
                    <a:pt x="1191" y="404"/>
                  </a:lnTo>
                  <a:cubicBezTo>
                    <a:pt x="1310" y="356"/>
                    <a:pt x="1334" y="214"/>
                    <a:pt x="1287" y="118"/>
                  </a:cubicBezTo>
                  <a:cubicBezTo>
                    <a:pt x="1238" y="37"/>
                    <a:pt x="1167" y="0"/>
                    <a:pt x="10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14" name="Google Shape;4314;p59"/>
            <p:cNvSpPr/>
            <p:nvPr/>
          </p:nvSpPr>
          <p:spPr>
            <a:xfrm>
              <a:off x="6701033" y="2176801"/>
              <a:ext cx="47010" cy="30768"/>
            </a:xfrm>
            <a:custGeom>
              <a:rect b="b" l="l" r="r" t="t"/>
              <a:pathLst>
                <a:path extrusionOk="0" h="929" w="1334">
                  <a:moveTo>
                    <a:pt x="246" y="0"/>
                  </a:moveTo>
                  <a:cubicBezTo>
                    <a:pt x="168" y="0"/>
                    <a:pt x="97" y="37"/>
                    <a:pt x="48" y="118"/>
                  </a:cubicBezTo>
                  <a:cubicBezTo>
                    <a:pt x="0" y="214"/>
                    <a:pt x="24" y="356"/>
                    <a:pt x="143" y="404"/>
                  </a:cubicBezTo>
                  <a:lnTo>
                    <a:pt x="977" y="904"/>
                  </a:lnTo>
                  <a:cubicBezTo>
                    <a:pt x="1000" y="904"/>
                    <a:pt x="1048" y="928"/>
                    <a:pt x="1072" y="928"/>
                  </a:cubicBezTo>
                  <a:cubicBezTo>
                    <a:pt x="1167" y="928"/>
                    <a:pt x="1239" y="880"/>
                    <a:pt x="1262" y="809"/>
                  </a:cubicBezTo>
                  <a:cubicBezTo>
                    <a:pt x="1334" y="714"/>
                    <a:pt x="1286" y="571"/>
                    <a:pt x="1191" y="523"/>
                  </a:cubicBezTo>
                  <a:lnTo>
                    <a:pt x="357" y="23"/>
                  </a:lnTo>
                  <a:cubicBezTo>
                    <a:pt x="320" y="8"/>
                    <a:pt x="282" y="0"/>
                    <a:pt x="2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315" name="Google Shape;4315;p59"/>
          <p:cNvGrpSpPr/>
          <p:nvPr/>
        </p:nvGrpSpPr>
        <p:grpSpPr>
          <a:xfrm>
            <a:off x="7259925" y="2092379"/>
            <a:ext cx="328190" cy="372302"/>
            <a:chOff x="7259925" y="2092379"/>
            <a:chExt cx="328190" cy="372302"/>
          </a:xfrm>
        </p:grpSpPr>
        <p:sp>
          <p:nvSpPr>
            <p:cNvPr id="4316" name="Google Shape;4316;p59"/>
            <p:cNvSpPr/>
            <p:nvPr/>
          </p:nvSpPr>
          <p:spPr>
            <a:xfrm>
              <a:off x="7322016" y="2277717"/>
              <a:ext cx="18853" cy="14738"/>
            </a:xfrm>
            <a:custGeom>
              <a:rect b="b" l="l" r="r" t="t"/>
              <a:pathLst>
                <a:path extrusionOk="0" h="445" w="535">
                  <a:moveTo>
                    <a:pt x="263" y="1"/>
                  </a:moveTo>
                  <a:cubicBezTo>
                    <a:pt x="120" y="1"/>
                    <a:pt x="1" y="143"/>
                    <a:pt x="49" y="310"/>
                  </a:cubicBezTo>
                  <a:cubicBezTo>
                    <a:pt x="72" y="358"/>
                    <a:pt x="120" y="405"/>
                    <a:pt x="168" y="429"/>
                  </a:cubicBezTo>
                  <a:cubicBezTo>
                    <a:pt x="196" y="440"/>
                    <a:pt x="224" y="445"/>
                    <a:pt x="251" y="445"/>
                  </a:cubicBezTo>
                  <a:cubicBezTo>
                    <a:pt x="408" y="445"/>
                    <a:pt x="535" y="282"/>
                    <a:pt x="453" y="120"/>
                  </a:cubicBezTo>
                  <a:cubicBezTo>
                    <a:pt x="430" y="48"/>
                    <a:pt x="358" y="1"/>
                    <a:pt x="2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17" name="Google Shape;4317;p59"/>
            <p:cNvSpPr/>
            <p:nvPr/>
          </p:nvSpPr>
          <p:spPr>
            <a:xfrm>
              <a:off x="7494441" y="2383401"/>
              <a:ext cx="18959" cy="14738"/>
            </a:xfrm>
            <a:custGeom>
              <a:rect b="b" l="l" r="r" t="t"/>
              <a:pathLst>
                <a:path extrusionOk="0" h="445" w="538">
                  <a:moveTo>
                    <a:pt x="252" y="1"/>
                  </a:moveTo>
                  <a:cubicBezTo>
                    <a:pt x="180" y="1"/>
                    <a:pt x="109" y="48"/>
                    <a:pt x="61" y="120"/>
                  </a:cubicBezTo>
                  <a:cubicBezTo>
                    <a:pt x="0" y="282"/>
                    <a:pt x="113" y="445"/>
                    <a:pt x="265" y="445"/>
                  </a:cubicBezTo>
                  <a:cubicBezTo>
                    <a:pt x="292" y="445"/>
                    <a:pt x="319" y="440"/>
                    <a:pt x="347" y="429"/>
                  </a:cubicBezTo>
                  <a:cubicBezTo>
                    <a:pt x="419" y="405"/>
                    <a:pt x="442" y="358"/>
                    <a:pt x="466" y="286"/>
                  </a:cubicBezTo>
                  <a:cubicBezTo>
                    <a:pt x="538" y="144"/>
                    <a:pt x="419" y="1"/>
                    <a:pt x="2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18" name="Google Shape;4318;p59"/>
            <p:cNvSpPr/>
            <p:nvPr/>
          </p:nvSpPr>
          <p:spPr>
            <a:xfrm>
              <a:off x="7259925" y="2092379"/>
              <a:ext cx="328190" cy="372302"/>
            </a:xfrm>
            <a:custGeom>
              <a:rect b="b" l="l" r="r" t="t"/>
              <a:pathLst>
                <a:path extrusionOk="0" h="11241" w="9313">
                  <a:moveTo>
                    <a:pt x="7788" y="429"/>
                  </a:moveTo>
                  <a:cubicBezTo>
                    <a:pt x="7883" y="977"/>
                    <a:pt x="8312" y="1405"/>
                    <a:pt x="8860" y="1500"/>
                  </a:cubicBezTo>
                  <a:cubicBezTo>
                    <a:pt x="8836" y="2858"/>
                    <a:pt x="8455" y="4477"/>
                    <a:pt x="6883" y="4930"/>
                  </a:cubicBezTo>
                  <a:cubicBezTo>
                    <a:pt x="5335" y="4477"/>
                    <a:pt x="4954" y="2858"/>
                    <a:pt x="4906" y="1500"/>
                  </a:cubicBezTo>
                  <a:cubicBezTo>
                    <a:pt x="5454" y="1405"/>
                    <a:pt x="5907" y="977"/>
                    <a:pt x="5978" y="429"/>
                  </a:cubicBezTo>
                  <a:close/>
                  <a:moveTo>
                    <a:pt x="5788" y="0"/>
                  </a:moveTo>
                  <a:cubicBezTo>
                    <a:pt x="5669" y="0"/>
                    <a:pt x="5573" y="95"/>
                    <a:pt x="5573" y="214"/>
                  </a:cubicBezTo>
                  <a:cubicBezTo>
                    <a:pt x="5573" y="691"/>
                    <a:pt x="5168" y="1096"/>
                    <a:pt x="4692" y="1096"/>
                  </a:cubicBezTo>
                  <a:cubicBezTo>
                    <a:pt x="4573" y="1096"/>
                    <a:pt x="4478" y="1191"/>
                    <a:pt x="4478" y="1310"/>
                  </a:cubicBezTo>
                  <a:cubicBezTo>
                    <a:pt x="4478" y="1405"/>
                    <a:pt x="4478" y="1500"/>
                    <a:pt x="4478" y="1572"/>
                  </a:cubicBezTo>
                  <a:cubicBezTo>
                    <a:pt x="3525" y="1620"/>
                    <a:pt x="2644" y="2001"/>
                    <a:pt x="1977" y="2667"/>
                  </a:cubicBezTo>
                  <a:cubicBezTo>
                    <a:pt x="1263" y="3382"/>
                    <a:pt x="858" y="4334"/>
                    <a:pt x="858" y="5311"/>
                  </a:cubicBezTo>
                  <a:cubicBezTo>
                    <a:pt x="858" y="5549"/>
                    <a:pt x="667" y="5978"/>
                    <a:pt x="310" y="6430"/>
                  </a:cubicBezTo>
                  <a:cubicBezTo>
                    <a:pt x="1" y="6882"/>
                    <a:pt x="48" y="7192"/>
                    <a:pt x="144" y="7383"/>
                  </a:cubicBezTo>
                  <a:cubicBezTo>
                    <a:pt x="239" y="7573"/>
                    <a:pt x="477" y="7787"/>
                    <a:pt x="1096" y="7835"/>
                  </a:cubicBezTo>
                  <a:lnTo>
                    <a:pt x="1096" y="8811"/>
                  </a:lnTo>
                  <a:cubicBezTo>
                    <a:pt x="1096" y="9454"/>
                    <a:pt x="1620" y="9978"/>
                    <a:pt x="2287" y="9978"/>
                  </a:cubicBezTo>
                  <a:cubicBezTo>
                    <a:pt x="2858" y="9978"/>
                    <a:pt x="3168" y="10002"/>
                    <a:pt x="3311" y="10121"/>
                  </a:cubicBezTo>
                  <a:cubicBezTo>
                    <a:pt x="3430" y="10240"/>
                    <a:pt x="3478" y="10526"/>
                    <a:pt x="3501" y="11050"/>
                  </a:cubicBezTo>
                  <a:cubicBezTo>
                    <a:pt x="3525" y="11169"/>
                    <a:pt x="3620" y="11241"/>
                    <a:pt x="3740" y="11241"/>
                  </a:cubicBezTo>
                  <a:lnTo>
                    <a:pt x="6955" y="11241"/>
                  </a:lnTo>
                  <a:cubicBezTo>
                    <a:pt x="7074" y="11193"/>
                    <a:pt x="7121" y="11098"/>
                    <a:pt x="7097" y="11026"/>
                  </a:cubicBezTo>
                  <a:cubicBezTo>
                    <a:pt x="7074" y="10598"/>
                    <a:pt x="7074" y="10264"/>
                    <a:pt x="7074" y="10002"/>
                  </a:cubicBezTo>
                  <a:cubicBezTo>
                    <a:pt x="7074" y="9883"/>
                    <a:pt x="6978" y="9764"/>
                    <a:pt x="6859" y="9764"/>
                  </a:cubicBezTo>
                  <a:lnTo>
                    <a:pt x="6835" y="9764"/>
                  </a:lnTo>
                  <a:cubicBezTo>
                    <a:pt x="6716" y="9764"/>
                    <a:pt x="6621" y="9883"/>
                    <a:pt x="6621" y="10002"/>
                  </a:cubicBezTo>
                  <a:cubicBezTo>
                    <a:pt x="6621" y="10240"/>
                    <a:pt x="6621" y="10478"/>
                    <a:pt x="6645" y="10812"/>
                  </a:cubicBezTo>
                  <a:lnTo>
                    <a:pt x="3930" y="10812"/>
                  </a:lnTo>
                  <a:cubicBezTo>
                    <a:pt x="3882" y="10336"/>
                    <a:pt x="3835" y="10002"/>
                    <a:pt x="3597" y="9788"/>
                  </a:cubicBezTo>
                  <a:cubicBezTo>
                    <a:pt x="3311" y="9550"/>
                    <a:pt x="2906" y="9550"/>
                    <a:pt x="2263" y="9550"/>
                  </a:cubicBezTo>
                  <a:cubicBezTo>
                    <a:pt x="1858" y="9550"/>
                    <a:pt x="1525" y="9216"/>
                    <a:pt x="1525" y="8811"/>
                  </a:cubicBezTo>
                  <a:lnTo>
                    <a:pt x="1525" y="8502"/>
                  </a:lnTo>
                  <a:cubicBezTo>
                    <a:pt x="1739" y="8502"/>
                    <a:pt x="2001" y="8430"/>
                    <a:pt x="2287" y="8264"/>
                  </a:cubicBezTo>
                  <a:cubicBezTo>
                    <a:pt x="2382" y="8216"/>
                    <a:pt x="2430" y="8097"/>
                    <a:pt x="2382" y="7978"/>
                  </a:cubicBezTo>
                  <a:cubicBezTo>
                    <a:pt x="2350" y="7897"/>
                    <a:pt x="2273" y="7849"/>
                    <a:pt x="2190" y="7849"/>
                  </a:cubicBezTo>
                  <a:cubicBezTo>
                    <a:pt x="2151" y="7849"/>
                    <a:pt x="2111" y="7860"/>
                    <a:pt x="2073" y="7883"/>
                  </a:cubicBezTo>
                  <a:cubicBezTo>
                    <a:pt x="1858" y="8002"/>
                    <a:pt x="1668" y="8073"/>
                    <a:pt x="1525" y="8073"/>
                  </a:cubicBezTo>
                  <a:lnTo>
                    <a:pt x="1525" y="7621"/>
                  </a:lnTo>
                  <a:cubicBezTo>
                    <a:pt x="1525" y="7502"/>
                    <a:pt x="1430" y="7406"/>
                    <a:pt x="1310" y="7406"/>
                  </a:cubicBezTo>
                  <a:cubicBezTo>
                    <a:pt x="906" y="7406"/>
                    <a:pt x="596" y="7311"/>
                    <a:pt x="525" y="7168"/>
                  </a:cubicBezTo>
                  <a:cubicBezTo>
                    <a:pt x="477" y="7073"/>
                    <a:pt x="525" y="6906"/>
                    <a:pt x="667" y="6692"/>
                  </a:cubicBezTo>
                  <a:cubicBezTo>
                    <a:pt x="953" y="6287"/>
                    <a:pt x="1310" y="5739"/>
                    <a:pt x="1310" y="5311"/>
                  </a:cubicBezTo>
                  <a:cubicBezTo>
                    <a:pt x="1310" y="3548"/>
                    <a:pt x="2716" y="2096"/>
                    <a:pt x="4502" y="2024"/>
                  </a:cubicBezTo>
                  <a:cubicBezTo>
                    <a:pt x="4549" y="2667"/>
                    <a:pt x="4692" y="3263"/>
                    <a:pt x="4930" y="3739"/>
                  </a:cubicBezTo>
                  <a:cubicBezTo>
                    <a:pt x="5335" y="4596"/>
                    <a:pt x="5954" y="5144"/>
                    <a:pt x="6835" y="5382"/>
                  </a:cubicBezTo>
                  <a:lnTo>
                    <a:pt x="6931" y="5382"/>
                  </a:lnTo>
                  <a:cubicBezTo>
                    <a:pt x="7312" y="5263"/>
                    <a:pt x="7669" y="5096"/>
                    <a:pt x="7955" y="4882"/>
                  </a:cubicBezTo>
                  <a:cubicBezTo>
                    <a:pt x="7979" y="5025"/>
                    <a:pt x="7979" y="5168"/>
                    <a:pt x="7979" y="5311"/>
                  </a:cubicBezTo>
                  <a:cubicBezTo>
                    <a:pt x="7979" y="5930"/>
                    <a:pt x="7812" y="6525"/>
                    <a:pt x="7478" y="7025"/>
                  </a:cubicBezTo>
                  <a:cubicBezTo>
                    <a:pt x="7288" y="7359"/>
                    <a:pt x="7121" y="7668"/>
                    <a:pt x="7002" y="7978"/>
                  </a:cubicBezTo>
                  <a:cubicBezTo>
                    <a:pt x="6955" y="8073"/>
                    <a:pt x="7002" y="8192"/>
                    <a:pt x="7097" y="8264"/>
                  </a:cubicBezTo>
                  <a:cubicBezTo>
                    <a:pt x="7121" y="8288"/>
                    <a:pt x="7169" y="8288"/>
                    <a:pt x="7193" y="8288"/>
                  </a:cubicBezTo>
                  <a:cubicBezTo>
                    <a:pt x="7288" y="8288"/>
                    <a:pt x="7359" y="8240"/>
                    <a:pt x="7407" y="8145"/>
                  </a:cubicBezTo>
                  <a:cubicBezTo>
                    <a:pt x="7526" y="7883"/>
                    <a:pt x="7669" y="7573"/>
                    <a:pt x="7859" y="7264"/>
                  </a:cubicBezTo>
                  <a:cubicBezTo>
                    <a:pt x="8217" y="6692"/>
                    <a:pt x="8407" y="6001"/>
                    <a:pt x="8407" y="5335"/>
                  </a:cubicBezTo>
                  <a:cubicBezTo>
                    <a:pt x="8407" y="5049"/>
                    <a:pt x="8383" y="4787"/>
                    <a:pt x="8336" y="4525"/>
                  </a:cubicBezTo>
                  <a:cubicBezTo>
                    <a:pt x="8526" y="4311"/>
                    <a:pt x="8693" y="4049"/>
                    <a:pt x="8836" y="3739"/>
                  </a:cubicBezTo>
                  <a:cubicBezTo>
                    <a:pt x="9145" y="3096"/>
                    <a:pt x="9312" y="2263"/>
                    <a:pt x="9312" y="1310"/>
                  </a:cubicBezTo>
                  <a:cubicBezTo>
                    <a:pt x="9312" y="1191"/>
                    <a:pt x="9217" y="1096"/>
                    <a:pt x="9098" y="1096"/>
                  </a:cubicBezTo>
                  <a:cubicBezTo>
                    <a:pt x="8598" y="1096"/>
                    <a:pt x="8217" y="691"/>
                    <a:pt x="8217" y="214"/>
                  </a:cubicBezTo>
                  <a:cubicBezTo>
                    <a:pt x="8217" y="95"/>
                    <a:pt x="8121" y="0"/>
                    <a:pt x="79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19" name="Google Shape;4319;p59"/>
            <p:cNvSpPr/>
            <p:nvPr/>
          </p:nvSpPr>
          <p:spPr>
            <a:xfrm>
              <a:off x="7452118" y="2142655"/>
              <a:ext cx="100716" cy="76739"/>
            </a:xfrm>
            <a:custGeom>
              <a:rect b="b" l="l" r="r" t="t"/>
              <a:pathLst>
                <a:path extrusionOk="0" h="2317" w="2858">
                  <a:moveTo>
                    <a:pt x="2188" y="435"/>
                  </a:moveTo>
                  <a:cubicBezTo>
                    <a:pt x="2245" y="435"/>
                    <a:pt x="2298" y="459"/>
                    <a:pt x="2334" y="506"/>
                  </a:cubicBezTo>
                  <a:cubicBezTo>
                    <a:pt x="2382" y="554"/>
                    <a:pt x="2405" y="602"/>
                    <a:pt x="2405" y="649"/>
                  </a:cubicBezTo>
                  <a:cubicBezTo>
                    <a:pt x="2405" y="721"/>
                    <a:pt x="2382" y="768"/>
                    <a:pt x="2358" y="816"/>
                  </a:cubicBezTo>
                  <a:lnTo>
                    <a:pt x="1334" y="1816"/>
                  </a:lnTo>
                  <a:cubicBezTo>
                    <a:pt x="1286" y="1864"/>
                    <a:pt x="1239" y="1888"/>
                    <a:pt x="1191" y="1888"/>
                  </a:cubicBezTo>
                  <a:cubicBezTo>
                    <a:pt x="1119" y="1888"/>
                    <a:pt x="1072" y="1864"/>
                    <a:pt x="1024" y="1816"/>
                  </a:cubicBezTo>
                  <a:lnTo>
                    <a:pt x="524" y="1316"/>
                  </a:lnTo>
                  <a:cubicBezTo>
                    <a:pt x="476" y="1268"/>
                    <a:pt x="453" y="1221"/>
                    <a:pt x="453" y="1173"/>
                  </a:cubicBezTo>
                  <a:cubicBezTo>
                    <a:pt x="453" y="1102"/>
                    <a:pt x="476" y="1054"/>
                    <a:pt x="524" y="1006"/>
                  </a:cubicBezTo>
                  <a:cubicBezTo>
                    <a:pt x="572" y="959"/>
                    <a:pt x="619" y="935"/>
                    <a:pt x="667" y="935"/>
                  </a:cubicBezTo>
                  <a:cubicBezTo>
                    <a:pt x="738" y="935"/>
                    <a:pt x="786" y="959"/>
                    <a:pt x="834" y="1006"/>
                  </a:cubicBezTo>
                  <a:lnTo>
                    <a:pt x="1024" y="1197"/>
                  </a:lnTo>
                  <a:cubicBezTo>
                    <a:pt x="1072" y="1245"/>
                    <a:pt x="1125" y="1268"/>
                    <a:pt x="1179" y="1268"/>
                  </a:cubicBezTo>
                  <a:cubicBezTo>
                    <a:pt x="1233" y="1268"/>
                    <a:pt x="1286" y="1245"/>
                    <a:pt x="1334" y="1197"/>
                  </a:cubicBezTo>
                  <a:lnTo>
                    <a:pt x="2024" y="506"/>
                  </a:lnTo>
                  <a:cubicBezTo>
                    <a:pt x="2072" y="459"/>
                    <a:pt x="2132" y="435"/>
                    <a:pt x="2188" y="435"/>
                  </a:cubicBezTo>
                  <a:close/>
                  <a:moveTo>
                    <a:pt x="2194" y="0"/>
                  </a:moveTo>
                  <a:cubicBezTo>
                    <a:pt x="2024" y="0"/>
                    <a:pt x="1858" y="66"/>
                    <a:pt x="1739" y="197"/>
                  </a:cubicBezTo>
                  <a:lnTo>
                    <a:pt x="1191" y="745"/>
                  </a:lnTo>
                  <a:lnTo>
                    <a:pt x="1143" y="697"/>
                  </a:lnTo>
                  <a:cubicBezTo>
                    <a:pt x="1024" y="578"/>
                    <a:pt x="858" y="506"/>
                    <a:pt x="667" y="506"/>
                  </a:cubicBezTo>
                  <a:cubicBezTo>
                    <a:pt x="500" y="506"/>
                    <a:pt x="334" y="578"/>
                    <a:pt x="191" y="697"/>
                  </a:cubicBezTo>
                  <a:cubicBezTo>
                    <a:pt x="72" y="816"/>
                    <a:pt x="0" y="983"/>
                    <a:pt x="0" y="1173"/>
                  </a:cubicBezTo>
                  <a:cubicBezTo>
                    <a:pt x="0" y="1340"/>
                    <a:pt x="72" y="1507"/>
                    <a:pt x="191" y="1626"/>
                  </a:cubicBezTo>
                  <a:lnTo>
                    <a:pt x="715" y="2126"/>
                  </a:lnTo>
                  <a:cubicBezTo>
                    <a:pt x="834" y="2269"/>
                    <a:pt x="1000" y="2316"/>
                    <a:pt x="1167" y="2316"/>
                  </a:cubicBezTo>
                  <a:cubicBezTo>
                    <a:pt x="1358" y="2316"/>
                    <a:pt x="1524" y="2269"/>
                    <a:pt x="1643" y="2126"/>
                  </a:cubicBezTo>
                  <a:lnTo>
                    <a:pt x="2667" y="1126"/>
                  </a:lnTo>
                  <a:cubicBezTo>
                    <a:pt x="2786" y="1006"/>
                    <a:pt x="2858" y="840"/>
                    <a:pt x="2858" y="649"/>
                  </a:cubicBezTo>
                  <a:cubicBezTo>
                    <a:pt x="2858" y="483"/>
                    <a:pt x="2786" y="316"/>
                    <a:pt x="2667" y="197"/>
                  </a:cubicBezTo>
                  <a:cubicBezTo>
                    <a:pt x="2536" y="66"/>
                    <a:pt x="2364" y="0"/>
                    <a:pt x="21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320" name="Google Shape;4320;p59"/>
          <p:cNvGrpSpPr/>
          <p:nvPr/>
        </p:nvGrpSpPr>
        <p:grpSpPr>
          <a:xfrm>
            <a:off x="8061367" y="2092379"/>
            <a:ext cx="345810" cy="372302"/>
            <a:chOff x="8061367" y="2092379"/>
            <a:chExt cx="345810" cy="372302"/>
          </a:xfrm>
        </p:grpSpPr>
        <p:sp>
          <p:nvSpPr>
            <p:cNvPr id="4321" name="Google Shape;4321;p59"/>
            <p:cNvSpPr/>
            <p:nvPr/>
          </p:nvSpPr>
          <p:spPr>
            <a:xfrm>
              <a:off x="8061367" y="2092379"/>
              <a:ext cx="345810" cy="372302"/>
            </a:xfrm>
            <a:custGeom>
              <a:rect b="b" l="l" r="r" t="t"/>
              <a:pathLst>
                <a:path extrusionOk="0" h="11241" w="9813">
                  <a:moveTo>
                    <a:pt x="5406" y="0"/>
                  </a:moveTo>
                  <a:cubicBezTo>
                    <a:pt x="4239" y="0"/>
                    <a:pt x="3144" y="453"/>
                    <a:pt x="2311" y="1262"/>
                  </a:cubicBezTo>
                  <a:cubicBezTo>
                    <a:pt x="1477" y="2096"/>
                    <a:pt x="1025" y="3191"/>
                    <a:pt x="1025" y="4334"/>
                  </a:cubicBezTo>
                  <a:cubicBezTo>
                    <a:pt x="1025" y="4620"/>
                    <a:pt x="786" y="5096"/>
                    <a:pt x="382" y="5668"/>
                  </a:cubicBezTo>
                  <a:cubicBezTo>
                    <a:pt x="1" y="6168"/>
                    <a:pt x="72" y="6525"/>
                    <a:pt x="167" y="6740"/>
                  </a:cubicBezTo>
                  <a:cubicBezTo>
                    <a:pt x="286" y="6954"/>
                    <a:pt x="572" y="7216"/>
                    <a:pt x="1286" y="7264"/>
                  </a:cubicBezTo>
                  <a:lnTo>
                    <a:pt x="1286" y="8407"/>
                  </a:lnTo>
                  <a:cubicBezTo>
                    <a:pt x="1286" y="9169"/>
                    <a:pt x="1882" y="9764"/>
                    <a:pt x="2644" y="9764"/>
                  </a:cubicBezTo>
                  <a:cubicBezTo>
                    <a:pt x="3335" y="9764"/>
                    <a:pt x="3692" y="9788"/>
                    <a:pt x="3858" y="9931"/>
                  </a:cubicBezTo>
                  <a:cubicBezTo>
                    <a:pt x="4025" y="10074"/>
                    <a:pt x="4073" y="10407"/>
                    <a:pt x="4120" y="11050"/>
                  </a:cubicBezTo>
                  <a:cubicBezTo>
                    <a:pt x="4120" y="11169"/>
                    <a:pt x="4216" y="11241"/>
                    <a:pt x="4335" y="11241"/>
                  </a:cubicBezTo>
                  <a:lnTo>
                    <a:pt x="8050" y="11241"/>
                  </a:lnTo>
                  <a:cubicBezTo>
                    <a:pt x="8193" y="11217"/>
                    <a:pt x="8264" y="11121"/>
                    <a:pt x="8240" y="11026"/>
                  </a:cubicBezTo>
                  <a:cubicBezTo>
                    <a:pt x="8217" y="10431"/>
                    <a:pt x="8193" y="10026"/>
                    <a:pt x="8193" y="9669"/>
                  </a:cubicBezTo>
                  <a:cubicBezTo>
                    <a:pt x="8217" y="9526"/>
                    <a:pt x="8121" y="9431"/>
                    <a:pt x="7978" y="9431"/>
                  </a:cubicBezTo>
                  <a:cubicBezTo>
                    <a:pt x="7859" y="9431"/>
                    <a:pt x="7764" y="9526"/>
                    <a:pt x="7764" y="9645"/>
                  </a:cubicBezTo>
                  <a:cubicBezTo>
                    <a:pt x="7764" y="9978"/>
                    <a:pt x="7764" y="10336"/>
                    <a:pt x="7788" y="10812"/>
                  </a:cubicBezTo>
                  <a:lnTo>
                    <a:pt x="4549" y="10812"/>
                  </a:lnTo>
                  <a:cubicBezTo>
                    <a:pt x="4501" y="10240"/>
                    <a:pt x="4430" y="9835"/>
                    <a:pt x="4144" y="9597"/>
                  </a:cubicBezTo>
                  <a:cubicBezTo>
                    <a:pt x="3835" y="9335"/>
                    <a:pt x="3382" y="9335"/>
                    <a:pt x="2644" y="9335"/>
                  </a:cubicBezTo>
                  <a:cubicBezTo>
                    <a:pt x="2120" y="9335"/>
                    <a:pt x="1715" y="8931"/>
                    <a:pt x="1715" y="8430"/>
                  </a:cubicBezTo>
                  <a:lnTo>
                    <a:pt x="1715" y="8026"/>
                  </a:lnTo>
                  <a:cubicBezTo>
                    <a:pt x="1715" y="8049"/>
                    <a:pt x="1739" y="8049"/>
                    <a:pt x="1763" y="8049"/>
                  </a:cubicBezTo>
                  <a:cubicBezTo>
                    <a:pt x="1953" y="8049"/>
                    <a:pt x="2215" y="8121"/>
                    <a:pt x="2406" y="8216"/>
                  </a:cubicBezTo>
                  <a:cubicBezTo>
                    <a:pt x="2453" y="8240"/>
                    <a:pt x="2477" y="8264"/>
                    <a:pt x="2525" y="8264"/>
                  </a:cubicBezTo>
                  <a:cubicBezTo>
                    <a:pt x="2668" y="8264"/>
                    <a:pt x="2787" y="8121"/>
                    <a:pt x="2739" y="7930"/>
                  </a:cubicBezTo>
                  <a:cubicBezTo>
                    <a:pt x="2739" y="7907"/>
                    <a:pt x="2739" y="7907"/>
                    <a:pt x="2715" y="7907"/>
                  </a:cubicBezTo>
                  <a:cubicBezTo>
                    <a:pt x="2453" y="7716"/>
                    <a:pt x="2072" y="7597"/>
                    <a:pt x="1763" y="7597"/>
                  </a:cubicBezTo>
                  <a:lnTo>
                    <a:pt x="1715" y="7597"/>
                  </a:lnTo>
                  <a:lnTo>
                    <a:pt x="1715" y="6859"/>
                  </a:lnTo>
                  <a:cubicBezTo>
                    <a:pt x="1715" y="6835"/>
                    <a:pt x="1691" y="6811"/>
                    <a:pt x="1691" y="6811"/>
                  </a:cubicBezTo>
                  <a:cubicBezTo>
                    <a:pt x="1604" y="6818"/>
                    <a:pt x="1519" y="6821"/>
                    <a:pt x="1439" y="6821"/>
                  </a:cubicBezTo>
                  <a:cubicBezTo>
                    <a:pt x="977" y="6821"/>
                    <a:pt x="653" y="6708"/>
                    <a:pt x="572" y="6525"/>
                  </a:cubicBezTo>
                  <a:cubicBezTo>
                    <a:pt x="501" y="6406"/>
                    <a:pt x="548" y="6192"/>
                    <a:pt x="739" y="5930"/>
                  </a:cubicBezTo>
                  <a:cubicBezTo>
                    <a:pt x="1072" y="5477"/>
                    <a:pt x="1453" y="4811"/>
                    <a:pt x="1453" y="4334"/>
                  </a:cubicBezTo>
                  <a:cubicBezTo>
                    <a:pt x="1453" y="2191"/>
                    <a:pt x="3239" y="429"/>
                    <a:pt x="5406" y="429"/>
                  </a:cubicBezTo>
                  <a:cubicBezTo>
                    <a:pt x="7597" y="429"/>
                    <a:pt x="9360" y="2191"/>
                    <a:pt x="9360" y="4334"/>
                  </a:cubicBezTo>
                  <a:cubicBezTo>
                    <a:pt x="9360" y="5049"/>
                    <a:pt x="9169" y="5763"/>
                    <a:pt x="8788" y="6359"/>
                  </a:cubicBezTo>
                  <a:cubicBezTo>
                    <a:pt x="8478" y="6859"/>
                    <a:pt x="8264" y="7287"/>
                    <a:pt x="8121" y="7716"/>
                  </a:cubicBezTo>
                  <a:cubicBezTo>
                    <a:pt x="8097" y="7740"/>
                    <a:pt x="8097" y="7740"/>
                    <a:pt x="8121" y="7740"/>
                  </a:cubicBezTo>
                  <a:cubicBezTo>
                    <a:pt x="8170" y="7874"/>
                    <a:pt x="8263" y="7933"/>
                    <a:pt x="8351" y="7933"/>
                  </a:cubicBezTo>
                  <a:cubicBezTo>
                    <a:pt x="8435" y="7933"/>
                    <a:pt x="8515" y="7880"/>
                    <a:pt x="8550" y="7787"/>
                  </a:cubicBezTo>
                  <a:cubicBezTo>
                    <a:pt x="8693" y="7406"/>
                    <a:pt x="8907" y="7025"/>
                    <a:pt x="9169" y="6597"/>
                  </a:cubicBezTo>
                  <a:cubicBezTo>
                    <a:pt x="9574" y="5930"/>
                    <a:pt x="9812" y="5144"/>
                    <a:pt x="9812" y="4334"/>
                  </a:cubicBezTo>
                  <a:cubicBezTo>
                    <a:pt x="9812" y="3191"/>
                    <a:pt x="9336" y="2096"/>
                    <a:pt x="8502" y="1262"/>
                  </a:cubicBezTo>
                  <a:cubicBezTo>
                    <a:pt x="7669" y="453"/>
                    <a:pt x="6573" y="0"/>
                    <a:pt x="54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22" name="Google Shape;4322;p59"/>
            <p:cNvSpPr/>
            <p:nvPr/>
          </p:nvSpPr>
          <p:spPr>
            <a:xfrm>
              <a:off x="8135228" y="2121557"/>
              <a:ext cx="240865" cy="162520"/>
            </a:xfrm>
            <a:custGeom>
              <a:rect b="b" l="l" r="r" t="t"/>
              <a:pathLst>
                <a:path extrusionOk="0" h="4907" w="6835">
                  <a:moveTo>
                    <a:pt x="3334" y="429"/>
                  </a:moveTo>
                  <a:cubicBezTo>
                    <a:pt x="5025" y="429"/>
                    <a:pt x="6406" y="1786"/>
                    <a:pt x="6406" y="3453"/>
                  </a:cubicBezTo>
                  <a:cubicBezTo>
                    <a:pt x="6406" y="3930"/>
                    <a:pt x="6263" y="4287"/>
                    <a:pt x="6025" y="4430"/>
                  </a:cubicBezTo>
                  <a:cubicBezTo>
                    <a:pt x="5976" y="4462"/>
                    <a:pt x="5916" y="4478"/>
                    <a:pt x="5846" y="4478"/>
                  </a:cubicBezTo>
                  <a:cubicBezTo>
                    <a:pt x="5713" y="4478"/>
                    <a:pt x="5546" y="4420"/>
                    <a:pt x="5358" y="4311"/>
                  </a:cubicBezTo>
                  <a:cubicBezTo>
                    <a:pt x="4573" y="3882"/>
                    <a:pt x="3787" y="3787"/>
                    <a:pt x="3001" y="3715"/>
                  </a:cubicBezTo>
                  <a:cubicBezTo>
                    <a:pt x="2501" y="3668"/>
                    <a:pt x="2048" y="3620"/>
                    <a:pt x="1620" y="3477"/>
                  </a:cubicBezTo>
                  <a:cubicBezTo>
                    <a:pt x="1024" y="3287"/>
                    <a:pt x="643" y="2977"/>
                    <a:pt x="548" y="2644"/>
                  </a:cubicBezTo>
                  <a:cubicBezTo>
                    <a:pt x="453" y="2334"/>
                    <a:pt x="596" y="1977"/>
                    <a:pt x="929" y="1548"/>
                  </a:cubicBezTo>
                  <a:cubicBezTo>
                    <a:pt x="1524" y="834"/>
                    <a:pt x="2405" y="429"/>
                    <a:pt x="3334" y="429"/>
                  </a:cubicBezTo>
                  <a:close/>
                  <a:moveTo>
                    <a:pt x="3334" y="0"/>
                  </a:moveTo>
                  <a:cubicBezTo>
                    <a:pt x="2263" y="0"/>
                    <a:pt x="1286" y="453"/>
                    <a:pt x="596" y="1262"/>
                  </a:cubicBezTo>
                  <a:cubicBezTo>
                    <a:pt x="143" y="1810"/>
                    <a:pt x="0" y="2310"/>
                    <a:pt x="119" y="2763"/>
                  </a:cubicBezTo>
                  <a:cubicBezTo>
                    <a:pt x="262" y="3263"/>
                    <a:pt x="738" y="3644"/>
                    <a:pt x="1477" y="3882"/>
                  </a:cubicBezTo>
                  <a:cubicBezTo>
                    <a:pt x="1953" y="4049"/>
                    <a:pt x="2453" y="4096"/>
                    <a:pt x="2953" y="4144"/>
                  </a:cubicBezTo>
                  <a:cubicBezTo>
                    <a:pt x="3691" y="4215"/>
                    <a:pt x="4453" y="4287"/>
                    <a:pt x="5144" y="4692"/>
                  </a:cubicBezTo>
                  <a:cubicBezTo>
                    <a:pt x="5406" y="4858"/>
                    <a:pt x="5644" y="4906"/>
                    <a:pt x="5835" y="4906"/>
                  </a:cubicBezTo>
                  <a:cubicBezTo>
                    <a:pt x="6001" y="4906"/>
                    <a:pt x="6144" y="4858"/>
                    <a:pt x="6263" y="4811"/>
                  </a:cubicBezTo>
                  <a:cubicBezTo>
                    <a:pt x="6621" y="4596"/>
                    <a:pt x="6835" y="4096"/>
                    <a:pt x="6835" y="3453"/>
                  </a:cubicBezTo>
                  <a:cubicBezTo>
                    <a:pt x="6835" y="2525"/>
                    <a:pt x="6478" y="1643"/>
                    <a:pt x="5787" y="1000"/>
                  </a:cubicBezTo>
                  <a:cubicBezTo>
                    <a:pt x="5120" y="357"/>
                    <a:pt x="4239" y="0"/>
                    <a:pt x="3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23" name="Google Shape;4323;p59"/>
            <p:cNvSpPr/>
            <p:nvPr/>
          </p:nvSpPr>
          <p:spPr>
            <a:xfrm>
              <a:off x="8172969" y="2149941"/>
              <a:ext cx="172077" cy="97042"/>
            </a:xfrm>
            <a:custGeom>
              <a:rect b="b" l="l" r="r" t="t"/>
              <a:pathLst>
                <a:path extrusionOk="0" h="2930" w="4883">
                  <a:moveTo>
                    <a:pt x="2263" y="453"/>
                  </a:moveTo>
                  <a:cubicBezTo>
                    <a:pt x="3359" y="453"/>
                    <a:pt x="4311" y="1287"/>
                    <a:pt x="4430" y="2358"/>
                  </a:cubicBezTo>
                  <a:cubicBezTo>
                    <a:pt x="4430" y="2406"/>
                    <a:pt x="4430" y="2453"/>
                    <a:pt x="4407" y="2453"/>
                  </a:cubicBezTo>
                  <a:cubicBezTo>
                    <a:pt x="4393" y="2467"/>
                    <a:pt x="4363" y="2481"/>
                    <a:pt x="4327" y="2481"/>
                  </a:cubicBezTo>
                  <a:cubicBezTo>
                    <a:pt x="4300" y="2481"/>
                    <a:pt x="4270" y="2474"/>
                    <a:pt x="4240" y="2453"/>
                  </a:cubicBezTo>
                  <a:cubicBezTo>
                    <a:pt x="3597" y="2192"/>
                    <a:pt x="2930" y="2072"/>
                    <a:pt x="2406" y="2025"/>
                  </a:cubicBezTo>
                  <a:cubicBezTo>
                    <a:pt x="2287" y="2001"/>
                    <a:pt x="2168" y="2001"/>
                    <a:pt x="2049" y="1977"/>
                  </a:cubicBezTo>
                  <a:cubicBezTo>
                    <a:pt x="1620" y="1953"/>
                    <a:pt x="1192" y="1906"/>
                    <a:pt x="811" y="1787"/>
                  </a:cubicBezTo>
                  <a:cubicBezTo>
                    <a:pt x="644" y="1715"/>
                    <a:pt x="501" y="1596"/>
                    <a:pt x="477" y="1477"/>
                  </a:cubicBezTo>
                  <a:cubicBezTo>
                    <a:pt x="453" y="1406"/>
                    <a:pt x="477" y="1334"/>
                    <a:pt x="525" y="1263"/>
                  </a:cubicBezTo>
                  <a:lnTo>
                    <a:pt x="549" y="1263"/>
                  </a:lnTo>
                  <a:cubicBezTo>
                    <a:pt x="977" y="739"/>
                    <a:pt x="1596" y="453"/>
                    <a:pt x="2263" y="453"/>
                  </a:cubicBezTo>
                  <a:close/>
                  <a:moveTo>
                    <a:pt x="2239" y="1"/>
                  </a:moveTo>
                  <a:cubicBezTo>
                    <a:pt x="1454" y="1"/>
                    <a:pt x="715" y="358"/>
                    <a:pt x="215" y="977"/>
                  </a:cubicBezTo>
                  <a:cubicBezTo>
                    <a:pt x="48" y="1120"/>
                    <a:pt x="1" y="1358"/>
                    <a:pt x="48" y="1572"/>
                  </a:cubicBezTo>
                  <a:cubicBezTo>
                    <a:pt x="120" y="1858"/>
                    <a:pt x="334" y="2072"/>
                    <a:pt x="668" y="2192"/>
                  </a:cubicBezTo>
                  <a:cubicBezTo>
                    <a:pt x="1096" y="2334"/>
                    <a:pt x="1549" y="2382"/>
                    <a:pt x="2001" y="2430"/>
                  </a:cubicBezTo>
                  <a:cubicBezTo>
                    <a:pt x="2120" y="2430"/>
                    <a:pt x="2239" y="2453"/>
                    <a:pt x="2358" y="2453"/>
                  </a:cubicBezTo>
                  <a:cubicBezTo>
                    <a:pt x="3097" y="2549"/>
                    <a:pt x="3597" y="2668"/>
                    <a:pt x="4073" y="2858"/>
                  </a:cubicBezTo>
                  <a:cubicBezTo>
                    <a:pt x="4168" y="2906"/>
                    <a:pt x="4240" y="2930"/>
                    <a:pt x="4335" y="2930"/>
                  </a:cubicBezTo>
                  <a:cubicBezTo>
                    <a:pt x="4454" y="2930"/>
                    <a:pt x="4573" y="2882"/>
                    <a:pt x="4668" y="2811"/>
                  </a:cubicBezTo>
                  <a:cubicBezTo>
                    <a:pt x="4811" y="2715"/>
                    <a:pt x="4883" y="2525"/>
                    <a:pt x="4859" y="2311"/>
                  </a:cubicBezTo>
                  <a:cubicBezTo>
                    <a:pt x="4788" y="1691"/>
                    <a:pt x="4478" y="1096"/>
                    <a:pt x="4002" y="667"/>
                  </a:cubicBezTo>
                  <a:cubicBezTo>
                    <a:pt x="3525" y="239"/>
                    <a:pt x="2882" y="1"/>
                    <a:pt x="22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24" name="Google Shape;4324;p59"/>
            <p:cNvSpPr/>
            <p:nvPr/>
          </p:nvSpPr>
          <p:spPr>
            <a:xfrm>
              <a:off x="8227519" y="2182266"/>
              <a:ext cx="62974" cy="23714"/>
            </a:xfrm>
            <a:custGeom>
              <a:rect b="b" l="l" r="r" t="t"/>
              <a:pathLst>
                <a:path extrusionOk="0" h="716" w="1787">
                  <a:moveTo>
                    <a:pt x="787" y="1"/>
                  </a:moveTo>
                  <a:cubicBezTo>
                    <a:pt x="572" y="1"/>
                    <a:pt x="358" y="49"/>
                    <a:pt x="167" y="144"/>
                  </a:cubicBezTo>
                  <a:cubicBezTo>
                    <a:pt x="48" y="191"/>
                    <a:pt x="1" y="334"/>
                    <a:pt x="72" y="430"/>
                  </a:cubicBezTo>
                  <a:cubicBezTo>
                    <a:pt x="108" y="518"/>
                    <a:pt x="182" y="567"/>
                    <a:pt x="267" y="567"/>
                  </a:cubicBezTo>
                  <a:cubicBezTo>
                    <a:pt x="296" y="567"/>
                    <a:pt x="327" y="561"/>
                    <a:pt x="358" y="549"/>
                  </a:cubicBezTo>
                  <a:cubicBezTo>
                    <a:pt x="501" y="477"/>
                    <a:pt x="644" y="453"/>
                    <a:pt x="787" y="453"/>
                  </a:cubicBezTo>
                  <a:cubicBezTo>
                    <a:pt x="1001" y="453"/>
                    <a:pt x="1239" y="525"/>
                    <a:pt x="1406" y="668"/>
                  </a:cubicBezTo>
                  <a:cubicBezTo>
                    <a:pt x="1453" y="715"/>
                    <a:pt x="1501" y="715"/>
                    <a:pt x="1549" y="715"/>
                  </a:cubicBezTo>
                  <a:cubicBezTo>
                    <a:pt x="1620" y="715"/>
                    <a:pt x="1668" y="692"/>
                    <a:pt x="1715" y="644"/>
                  </a:cubicBezTo>
                  <a:cubicBezTo>
                    <a:pt x="1787" y="549"/>
                    <a:pt x="1787" y="406"/>
                    <a:pt x="1692" y="334"/>
                  </a:cubicBezTo>
                  <a:cubicBezTo>
                    <a:pt x="1430" y="120"/>
                    <a:pt x="1120" y="1"/>
                    <a:pt x="7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25" name="Google Shape;4325;p59"/>
            <p:cNvSpPr/>
            <p:nvPr/>
          </p:nvSpPr>
          <p:spPr>
            <a:xfrm>
              <a:off x="8134734" y="2248538"/>
              <a:ext cx="18149" cy="14738"/>
            </a:xfrm>
            <a:custGeom>
              <a:rect b="b" l="l" r="r" t="t"/>
              <a:pathLst>
                <a:path extrusionOk="0" h="445" w="515">
                  <a:moveTo>
                    <a:pt x="252" y="0"/>
                  </a:moveTo>
                  <a:cubicBezTo>
                    <a:pt x="181" y="0"/>
                    <a:pt x="86" y="48"/>
                    <a:pt x="62" y="119"/>
                  </a:cubicBezTo>
                  <a:cubicBezTo>
                    <a:pt x="1" y="282"/>
                    <a:pt x="113" y="444"/>
                    <a:pt x="266" y="444"/>
                  </a:cubicBezTo>
                  <a:cubicBezTo>
                    <a:pt x="292" y="444"/>
                    <a:pt x="320" y="440"/>
                    <a:pt x="348" y="429"/>
                  </a:cubicBezTo>
                  <a:cubicBezTo>
                    <a:pt x="395" y="405"/>
                    <a:pt x="443" y="358"/>
                    <a:pt x="467" y="310"/>
                  </a:cubicBezTo>
                  <a:cubicBezTo>
                    <a:pt x="514" y="143"/>
                    <a:pt x="419" y="0"/>
                    <a:pt x="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26" name="Google Shape;4326;p59"/>
            <p:cNvSpPr/>
            <p:nvPr/>
          </p:nvSpPr>
          <p:spPr>
            <a:xfrm>
              <a:off x="8336619" y="2372373"/>
              <a:ext cx="20193" cy="14208"/>
            </a:xfrm>
            <a:custGeom>
              <a:rect b="b" l="l" r="r" t="t"/>
              <a:pathLst>
                <a:path extrusionOk="0" h="429" w="573">
                  <a:moveTo>
                    <a:pt x="263" y="0"/>
                  </a:moveTo>
                  <a:cubicBezTo>
                    <a:pt x="191" y="0"/>
                    <a:pt x="120" y="48"/>
                    <a:pt x="72" y="119"/>
                  </a:cubicBezTo>
                  <a:cubicBezTo>
                    <a:pt x="1" y="286"/>
                    <a:pt x="120" y="429"/>
                    <a:pt x="286" y="429"/>
                  </a:cubicBezTo>
                  <a:cubicBezTo>
                    <a:pt x="429" y="429"/>
                    <a:pt x="572" y="262"/>
                    <a:pt x="453" y="96"/>
                  </a:cubicBezTo>
                  <a:cubicBezTo>
                    <a:pt x="429" y="48"/>
                    <a:pt x="358" y="0"/>
                    <a:pt x="2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327" name="Google Shape;4327;p59"/>
          <p:cNvGrpSpPr/>
          <p:nvPr/>
        </p:nvGrpSpPr>
        <p:grpSpPr>
          <a:xfrm>
            <a:off x="709970" y="2659454"/>
            <a:ext cx="359230" cy="373096"/>
            <a:chOff x="709970" y="2659454"/>
            <a:chExt cx="359230" cy="373096"/>
          </a:xfrm>
        </p:grpSpPr>
        <p:sp>
          <p:nvSpPr>
            <p:cNvPr id="4328" name="Google Shape;4328;p59"/>
            <p:cNvSpPr/>
            <p:nvPr/>
          </p:nvSpPr>
          <p:spPr>
            <a:xfrm>
              <a:off x="772061" y="2845586"/>
              <a:ext cx="18818" cy="14010"/>
            </a:xfrm>
            <a:custGeom>
              <a:rect b="b" l="l" r="r" t="t"/>
              <a:pathLst>
                <a:path extrusionOk="0" h="423" w="534">
                  <a:moveTo>
                    <a:pt x="263" y="1"/>
                  </a:moveTo>
                  <a:cubicBezTo>
                    <a:pt x="120" y="1"/>
                    <a:pt x="1" y="144"/>
                    <a:pt x="49" y="287"/>
                  </a:cubicBezTo>
                  <a:cubicBezTo>
                    <a:pt x="72" y="358"/>
                    <a:pt x="120" y="406"/>
                    <a:pt x="168" y="406"/>
                  </a:cubicBezTo>
                  <a:cubicBezTo>
                    <a:pt x="198" y="417"/>
                    <a:pt x="229" y="423"/>
                    <a:pt x="259" y="423"/>
                  </a:cubicBezTo>
                  <a:cubicBezTo>
                    <a:pt x="412" y="423"/>
                    <a:pt x="533" y="280"/>
                    <a:pt x="453" y="120"/>
                  </a:cubicBezTo>
                  <a:cubicBezTo>
                    <a:pt x="430" y="48"/>
                    <a:pt x="358" y="1"/>
                    <a:pt x="2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29" name="Google Shape;4329;p59"/>
            <p:cNvSpPr/>
            <p:nvPr/>
          </p:nvSpPr>
          <p:spPr>
            <a:xfrm>
              <a:off x="709970" y="2688632"/>
              <a:ext cx="328190" cy="343918"/>
            </a:xfrm>
            <a:custGeom>
              <a:rect b="b" l="l" r="r" t="t"/>
              <a:pathLst>
                <a:path extrusionOk="0" h="10384" w="9313">
                  <a:moveTo>
                    <a:pt x="6216" y="453"/>
                  </a:moveTo>
                  <a:lnTo>
                    <a:pt x="6216" y="2859"/>
                  </a:lnTo>
                  <a:cubicBezTo>
                    <a:pt x="6216" y="2978"/>
                    <a:pt x="6335" y="3073"/>
                    <a:pt x="6454" y="3073"/>
                  </a:cubicBezTo>
                  <a:lnTo>
                    <a:pt x="8860" y="3073"/>
                  </a:lnTo>
                  <a:cubicBezTo>
                    <a:pt x="8741" y="4335"/>
                    <a:pt x="7693" y="5288"/>
                    <a:pt x="6407" y="5288"/>
                  </a:cubicBezTo>
                  <a:cubicBezTo>
                    <a:pt x="5121" y="5264"/>
                    <a:pt x="4049" y="4192"/>
                    <a:pt x="4025" y="2906"/>
                  </a:cubicBezTo>
                  <a:cubicBezTo>
                    <a:pt x="4001" y="1620"/>
                    <a:pt x="4978" y="572"/>
                    <a:pt x="6216" y="453"/>
                  </a:cubicBezTo>
                  <a:close/>
                  <a:moveTo>
                    <a:pt x="6454" y="1"/>
                  </a:moveTo>
                  <a:cubicBezTo>
                    <a:pt x="5740" y="1"/>
                    <a:pt x="5073" y="263"/>
                    <a:pt x="4573" y="691"/>
                  </a:cubicBezTo>
                  <a:cubicBezTo>
                    <a:pt x="3597" y="715"/>
                    <a:pt x="2668" y="1096"/>
                    <a:pt x="1977" y="1787"/>
                  </a:cubicBezTo>
                  <a:cubicBezTo>
                    <a:pt x="1263" y="2501"/>
                    <a:pt x="858" y="3454"/>
                    <a:pt x="858" y="4430"/>
                  </a:cubicBezTo>
                  <a:cubicBezTo>
                    <a:pt x="858" y="4668"/>
                    <a:pt x="667" y="5097"/>
                    <a:pt x="310" y="5573"/>
                  </a:cubicBezTo>
                  <a:cubicBezTo>
                    <a:pt x="1" y="6002"/>
                    <a:pt x="48" y="6312"/>
                    <a:pt x="144" y="6502"/>
                  </a:cubicBezTo>
                  <a:cubicBezTo>
                    <a:pt x="239" y="6693"/>
                    <a:pt x="477" y="6907"/>
                    <a:pt x="1096" y="6955"/>
                  </a:cubicBezTo>
                  <a:lnTo>
                    <a:pt x="1096" y="7931"/>
                  </a:lnTo>
                  <a:cubicBezTo>
                    <a:pt x="1096" y="8574"/>
                    <a:pt x="1620" y="9098"/>
                    <a:pt x="2287" y="9098"/>
                  </a:cubicBezTo>
                  <a:cubicBezTo>
                    <a:pt x="2858" y="9098"/>
                    <a:pt x="3168" y="9122"/>
                    <a:pt x="3311" y="9241"/>
                  </a:cubicBezTo>
                  <a:cubicBezTo>
                    <a:pt x="3430" y="9360"/>
                    <a:pt x="3478" y="9646"/>
                    <a:pt x="3501" y="10170"/>
                  </a:cubicBezTo>
                  <a:cubicBezTo>
                    <a:pt x="3525" y="10289"/>
                    <a:pt x="3620" y="10384"/>
                    <a:pt x="3739" y="10384"/>
                  </a:cubicBezTo>
                  <a:lnTo>
                    <a:pt x="6883" y="10384"/>
                  </a:lnTo>
                  <a:cubicBezTo>
                    <a:pt x="6907" y="10384"/>
                    <a:pt x="6931" y="10384"/>
                    <a:pt x="6954" y="10360"/>
                  </a:cubicBezTo>
                  <a:cubicBezTo>
                    <a:pt x="7050" y="10312"/>
                    <a:pt x="7097" y="10241"/>
                    <a:pt x="7097" y="10146"/>
                  </a:cubicBezTo>
                  <a:cubicBezTo>
                    <a:pt x="7074" y="9717"/>
                    <a:pt x="7050" y="9407"/>
                    <a:pt x="7050" y="9122"/>
                  </a:cubicBezTo>
                  <a:cubicBezTo>
                    <a:pt x="7050" y="9003"/>
                    <a:pt x="6954" y="8907"/>
                    <a:pt x="6835" y="8907"/>
                  </a:cubicBezTo>
                  <a:cubicBezTo>
                    <a:pt x="6716" y="8907"/>
                    <a:pt x="6621" y="9003"/>
                    <a:pt x="6621" y="9122"/>
                  </a:cubicBezTo>
                  <a:cubicBezTo>
                    <a:pt x="6621" y="9360"/>
                    <a:pt x="6621" y="9598"/>
                    <a:pt x="6645" y="9931"/>
                  </a:cubicBezTo>
                  <a:lnTo>
                    <a:pt x="3930" y="9931"/>
                  </a:lnTo>
                  <a:cubicBezTo>
                    <a:pt x="3882" y="9455"/>
                    <a:pt x="3835" y="9122"/>
                    <a:pt x="3597" y="8907"/>
                  </a:cubicBezTo>
                  <a:cubicBezTo>
                    <a:pt x="3311" y="8693"/>
                    <a:pt x="2906" y="8669"/>
                    <a:pt x="2263" y="8669"/>
                  </a:cubicBezTo>
                  <a:cubicBezTo>
                    <a:pt x="1858" y="8669"/>
                    <a:pt x="1525" y="8336"/>
                    <a:pt x="1525" y="7931"/>
                  </a:cubicBezTo>
                  <a:lnTo>
                    <a:pt x="1525" y="7621"/>
                  </a:lnTo>
                  <a:cubicBezTo>
                    <a:pt x="1668" y="7621"/>
                    <a:pt x="1858" y="7693"/>
                    <a:pt x="2072" y="7812"/>
                  </a:cubicBezTo>
                  <a:cubicBezTo>
                    <a:pt x="2120" y="7836"/>
                    <a:pt x="2144" y="7860"/>
                    <a:pt x="2192" y="7860"/>
                  </a:cubicBezTo>
                  <a:cubicBezTo>
                    <a:pt x="2263" y="7860"/>
                    <a:pt x="2358" y="7788"/>
                    <a:pt x="2382" y="7717"/>
                  </a:cubicBezTo>
                  <a:cubicBezTo>
                    <a:pt x="2430" y="7621"/>
                    <a:pt x="2382" y="7479"/>
                    <a:pt x="2287" y="7431"/>
                  </a:cubicBezTo>
                  <a:cubicBezTo>
                    <a:pt x="2120" y="7336"/>
                    <a:pt x="1811" y="7193"/>
                    <a:pt x="1525" y="7193"/>
                  </a:cubicBezTo>
                  <a:lnTo>
                    <a:pt x="1525" y="6740"/>
                  </a:lnTo>
                  <a:cubicBezTo>
                    <a:pt x="1525" y="6621"/>
                    <a:pt x="1429" y="6526"/>
                    <a:pt x="1310" y="6526"/>
                  </a:cubicBezTo>
                  <a:cubicBezTo>
                    <a:pt x="906" y="6526"/>
                    <a:pt x="620" y="6431"/>
                    <a:pt x="525" y="6288"/>
                  </a:cubicBezTo>
                  <a:cubicBezTo>
                    <a:pt x="477" y="6193"/>
                    <a:pt x="525" y="6026"/>
                    <a:pt x="667" y="5812"/>
                  </a:cubicBezTo>
                  <a:cubicBezTo>
                    <a:pt x="953" y="5430"/>
                    <a:pt x="1310" y="4859"/>
                    <a:pt x="1310" y="4430"/>
                  </a:cubicBezTo>
                  <a:cubicBezTo>
                    <a:pt x="1310" y="2787"/>
                    <a:pt x="2525" y="1430"/>
                    <a:pt x="4144" y="1168"/>
                  </a:cubicBezTo>
                  <a:lnTo>
                    <a:pt x="4144" y="1168"/>
                  </a:lnTo>
                  <a:cubicBezTo>
                    <a:pt x="3763" y="1692"/>
                    <a:pt x="3549" y="2335"/>
                    <a:pt x="3597" y="3049"/>
                  </a:cubicBezTo>
                  <a:cubicBezTo>
                    <a:pt x="3692" y="4478"/>
                    <a:pt x="4835" y="5621"/>
                    <a:pt x="6288" y="5692"/>
                  </a:cubicBezTo>
                  <a:cubicBezTo>
                    <a:pt x="6361" y="5699"/>
                    <a:pt x="6434" y="5702"/>
                    <a:pt x="6506" y="5702"/>
                  </a:cubicBezTo>
                  <a:cubicBezTo>
                    <a:pt x="6998" y="5702"/>
                    <a:pt x="7465" y="5564"/>
                    <a:pt x="7859" y="5335"/>
                  </a:cubicBezTo>
                  <a:lnTo>
                    <a:pt x="7859" y="5335"/>
                  </a:lnTo>
                  <a:cubicBezTo>
                    <a:pt x="7788" y="5621"/>
                    <a:pt x="7669" y="5907"/>
                    <a:pt x="7502" y="6145"/>
                  </a:cubicBezTo>
                  <a:cubicBezTo>
                    <a:pt x="7288" y="6478"/>
                    <a:pt x="7121" y="6788"/>
                    <a:pt x="7002" y="7097"/>
                  </a:cubicBezTo>
                  <a:cubicBezTo>
                    <a:pt x="6954" y="7193"/>
                    <a:pt x="7002" y="7312"/>
                    <a:pt x="7097" y="7383"/>
                  </a:cubicBezTo>
                  <a:cubicBezTo>
                    <a:pt x="7145" y="7407"/>
                    <a:pt x="7169" y="7407"/>
                    <a:pt x="7216" y="7407"/>
                  </a:cubicBezTo>
                  <a:cubicBezTo>
                    <a:pt x="7288" y="7407"/>
                    <a:pt x="7383" y="7359"/>
                    <a:pt x="7407" y="7264"/>
                  </a:cubicBezTo>
                  <a:cubicBezTo>
                    <a:pt x="7526" y="7002"/>
                    <a:pt x="7669" y="6693"/>
                    <a:pt x="7883" y="6383"/>
                  </a:cubicBezTo>
                  <a:cubicBezTo>
                    <a:pt x="8145" y="5954"/>
                    <a:pt x="8312" y="5454"/>
                    <a:pt x="8383" y="4954"/>
                  </a:cubicBezTo>
                  <a:cubicBezTo>
                    <a:pt x="8955" y="4430"/>
                    <a:pt x="9312" y="3668"/>
                    <a:pt x="9312" y="2859"/>
                  </a:cubicBezTo>
                  <a:cubicBezTo>
                    <a:pt x="9312" y="2739"/>
                    <a:pt x="9217" y="2644"/>
                    <a:pt x="9098" y="2644"/>
                  </a:cubicBezTo>
                  <a:lnTo>
                    <a:pt x="6669" y="2644"/>
                  </a:lnTo>
                  <a:lnTo>
                    <a:pt x="6669" y="215"/>
                  </a:lnTo>
                  <a:cubicBezTo>
                    <a:pt x="6669" y="96"/>
                    <a:pt x="6573" y="1"/>
                    <a:pt x="64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30" name="Google Shape;4330;p59"/>
            <p:cNvSpPr/>
            <p:nvPr/>
          </p:nvSpPr>
          <p:spPr>
            <a:xfrm>
              <a:off x="960061" y="2659454"/>
              <a:ext cx="109138" cy="101778"/>
            </a:xfrm>
            <a:custGeom>
              <a:rect b="b" l="l" r="r" t="t"/>
              <a:pathLst>
                <a:path extrusionOk="0" h="3073" w="3097">
                  <a:moveTo>
                    <a:pt x="453" y="453"/>
                  </a:moveTo>
                  <a:cubicBezTo>
                    <a:pt x="1596" y="548"/>
                    <a:pt x="2525" y="1477"/>
                    <a:pt x="2644" y="2644"/>
                  </a:cubicBezTo>
                  <a:lnTo>
                    <a:pt x="453" y="2644"/>
                  </a:lnTo>
                  <a:lnTo>
                    <a:pt x="453" y="453"/>
                  </a:lnTo>
                  <a:close/>
                  <a:moveTo>
                    <a:pt x="238" y="1"/>
                  </a:moveTo>
                  <a:cubicBezTo>
                    <a:pt x="119" y="1"/>
                    <a:pt x="0" y="96"/>
                    <a:pt x="0" y="215"/>
                  </a:cubicBezTo>
                  <a:lnTo>
                    <a:pt x="0" y="2858"/>
                  </a:lnTo>
                  <a:cubicBezTo>
                    <a:pt x="0" y="2977"/>
                    <a:pt x="119" y="3073"/>
                    <a:pt x="238" y="3073"/>
                  </a:cubicBezTo>
                  <a:lnTo>
                    <a:pt x="2858" y="3073"/>
                  </a:lnTo>
                  <a:cubicBezTo>
                    <a:pt x="3001" y="3073"/>
                    <a:pt x="3096" y="2977"/>
                    <a:pt x="3096" y="2858"/>
                  </a:cubicBezTo>
                  <a:cubicBezTo>
                    <a:pt x="3096" y="1287"/>
                    <a:pt x="1810" y="1"/>
                    <a:pt x="2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31" name="Google Shape;4331;p59"/>
            <p:cNvSpPr/>
            <p:nvPr/>
          </p:nvSpPr>
          <p:spPr>
            <a:xfrm>
              <a:off x="944486" y="2951271"/>
              <a:ext cx="18959" cy="14772"/>
            </a:xfrm>
            <a:custGeom>
              <a:rect b="b" l="l" r="r" t="t"/>
              <a:pathLst>
                <a:path extrusionOk="0" h="446" w="538">
                  <a:moveTo>
                    <a:pt x="252" y="1"/>
                  </a:moveTo>
                  <a:cubicBezTo>
                    <a:pt x="180" y="1"/>
                    <a:pt x="109" y="49"/>
                    <a:pt x="61" y="144"/>
                  </a:cubicBezTo>
                  <a:cubicBezTo>
                    <a:pt x="0" y="286"/>
                    <a:pt x="112" y="445"/>
                    <a:pt x="265" y="445"/>
                  </a:cubicBezTo>
                  <a:cubicBezTo>
                    <a:pt x="291" y="445"/>
                    <a:pt x="319" y="440"/>
                    <a:pt x="347" y="430"/>
                  </a:cubicBezTo>
                  <a:cubicBezTo>
                    <a:pt x="395" y="406"/>
                    <a:pt x="442" y="358"/>
                    <a:pt x="466" y="311"/>
                  </a:cubicBezTo>
                  <a:cubicBezTo>
                    <a:pt x="538" y="144"/>
                    <a:pt x="419" y="1"/>
                    <a:pt x="2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332" name="Google Shape;4332;p59"/>
          <p:cNvGrpSpPr/>
          <p:nvPr/>
        </p:nvGrpSpPr>
        <p:grpSpPr>
          <a:xfrm>
            <a:off x="1539060" y="2652256"/>
            <a:ext cx="344942" cy="373073"/>
            <a:chOff x="1387988" y="2355810"/>
            <a:chExt cx="362144" cy="416749"/>
          </a:xfrm>
        </p:grpSpPr>
        <p:sp>
          <p:nvSpPr>
            <p:cNvPr id="4333" name="Google Shape;4333;p59"/>
            <p:cNvSpPr/>
            <p:nvPr/>
          </p:nvSpPr>
          <p:spPr>
            <a:xfrm>
              <a:off x="1387988" y="2355810"/>
              <a:ext cx="362144" cy="416749"/>
            </a:xfrm>
            <a:custGeom>
              <a:rect b="b" l="l" r="r" t="t"/>
              <a:pathLst>
                <a:path extrusionOk="0" h="11265" w="9789">
                  <a:moveTo>
                    <a:pt x="5406" y="0"/>
                  </a:moveTo>
                  <a:cubicBezTo>
                    <a:pt x="4239" y="0"/>
                    <a:pt x="3144" y="453"/>
                    <a:pt x="2310" y="1286"/>
                  </a:cubicBezTo>
                  <a:cubicBezTo>
                    <a:pt x="1477" y="2096"/>
                    <a:pt x="1001" y="3191"/>
                    <a:pt x="1001" y="4358"/>
                  </a:cubicBezTo>
                  <a:cubicBezTo>
                    <a:pt x="1001" y="4644"/>
                    <a:pt x="762" y="5120"/>
                    <a:pt x="358" y="5692"/>
                  </a:cubicBezTo>
                  <a:cubicBezTo>
                    <a:pt x="0" y="6192"/>
                    <a:pt x="48" y="6549"/>
                    <a:pt x="167" y="6740"/>
                  </a:cubicBezTo>
                  <a:cubicBezTo>
                    <a:pt x="262" y="6978"/>
                    <a:pt x="548" y="7216"/>
                    <a:pt x="1262" y="7264"/>
                  </a:cubicBezTo>
                  <a:lnTo>
                    <a:pt x="1262" y="8431"/>
                  </a:lnTo>
                  <a:cubicBezTo>
                    <a:pt x="1262" y="9169"/>
                    <a:pt x="1882" y="9788"/>
                    <a:pt x="2620" y="9788"/>
                  </a:cubicBezTo>
                  <a:cubicBezTo>
                    <a:pt x="3334" y="9788"/>
                    <a:pt x="3692" y="9812"/>
                    <a:pt x="3858" y="9955"/>
                  </a:cubicBezTo>
                  <a:cubicBezTo>
                    <a:pt x="4025" y="10098"/>
                    <a:pt x="4073" y="10431"/>
                    <a:pt x="4096" y="11050"/>
                  </a:cubicBezTo>
                  <a:cubicBezTo>
                    <a:pt x="4120" y="11169"/>
                    <a:pt x="4215" y="11265"/>
                    <a:pt x="4335" y="11265"/>
                  </a:cubicBezTo>
                  <a:lnTo>
                    <a:pt x="8050" y="11265"/>
                  </a:lnTo>
                  <a:cubicBezTo>
                    <a:pt x="8169" y="11241"/>
                    <a:pt x="8240" y="11145"/>
                    <a:pt x="8240" y="11026"/>
                  </a:cubicBezTo>
                  <a:cubicBezTo>
                    <a:pt x="8193" y="10360"/>
                    <a:pt x="8193" y="9931"/>
                    <a:pt x="8193" y="9502"/>
                  </a:cubicBezTo>
                  <a:cubicBezTo>
                    <a:pt x="8193" y="9502"/>
                    <a:pt x="8193" y="9478"/>
                    <a:pt x="8169" y="9478"/>
                  </a:cubicBezTo>
                  <a:cubicBezTo>
                    <a:pt x="8026" y="9455"/>
                    <a:pt x="8002" y="9455"/>
                    <a:pt x="7978" y="9455"/>
                  </a:cubicBezTo>
                  <a:cubicBezTo>
                    <a:pt x="7859" y="9455"/>
                    <a:pt x="7764" y="9550"/>
                    <a:pt x="7764" y="9669"/>
                  </a:cubicBezTo>
                  <a:cubicBezTo>
                    <a:pt x="7740" y="10002"/>
                    <a:pt x="7764" y="10360"/>
                    <a:pt x="7788" y="10836"/>
                  </a:cubicBezTo>
                  <a:lnTo>
                    <a:pt x="4525" y="10836"/>
                  </a:lnTo>
                  <a:cubicBezTo>
                    <a:pt x="4477" y="10264"/>
                    <a:pt x="4406" y="9859"/>
                    <a:pt x="4144" y="9621"/>
                  </a:cubicBezTo>
                  <a:cubicBezTo>
                    <a:pt x="3834" y="9359"/>
                    <a:pt x="3358" y="9336"/>
                    <a:pt x="2620" y="9336"/>
                  </a:cubicBezTo>
                  <a:cubicBezTo>
                    <a:pt x="2120" y="9336"/>
                    <a:pt x="1715" y="8931"/>
                    <a:pt x="1715" y="8431"/>
                  </a:cubicBezTo>
                  <a:lnTo>
                    <a:pt x="1715" y="8050"/>
                  </a:lnTo>
                  <a:lnTo>
                    <a:pt x="1739" y="8050"/>
                  </a:lnTo>
                  <a:cubicBezTo>
                    <a:pt x="1953" y="8050"/>
                    <a:pt x="2191" y="8121"/>
                    <a:pt x="2406" y="8240"/>
                  </a:cubicBezTo>
                  <a:cubicBezTo>
                    <a:pt x="2453" y="8264"/>
                    <a:pt x="2477" y="8264"/>
                    <a:pt x="2525" y="8264"/>
                  </a:cubicBezTo>
                  <a:cubicBezTo>
                    <a:pt x="2668" y="8264"/>
                    <a:pt x="2787" y="8145"/>
                    <a:pt x="2715" y="7931"/>
                  </a:cubicBezTo>
                  <a:cubicBezTo>
                    <a:pt x="2715" y="7931"/>
                    <a:pt x="2715" y="7907"/>
                    <a:pt x="2715" y="7907"/>
                  </a:cubicBezTo>
                  <a:cubicBezTo>
                    <a:pt x="2429" y="7716"/>
                    <a:pt x="2072" y="7621"/>
                    <a:pt x="1739" y="7621"/>
                  </a:cubicBezTo>
                  <a:lnTo>
                    <a:pt x="1715" y="7621"/>
                  </a:lnTo>
                  <a:lnTo>
                    <a:pt x="1715" y="6883"/>
                  </a:lnTo>
                  <a:cubicBezTo>
                    <a:pt x="1715" y="6859"/>
                    <a:pt x="1691" y="6835"/>
                    <a:pt x="1667" y="6835"/>
                  </a:cubicBezTo>
                  <a:cubicBezTo>
                    <a:pt x="1608" y="6837"/>
                    <a:pt x="1550" y="6839"/>
                    <a:pt x="1494" y="6839"/>
                  </a:cubicBezTo>
                  <a:cubicBezTo>
                    <a:pt x="990" y="6839"/>
                    <a:pt x="634" y="6742"/>
                    <a:pt x="548" y="6549"/>
                  </a:cubicBezTo>
                  <a:cubicBezTo>
                    <a:pt x="477" y="6406"/>
                    <a:pt x="548" y="6192"/>
                    <a:pt x="715" y="5954"/>
                  </a:cubicBezTo>
                  <a:cubicBezTo>
                    <a:pt x="1048" y="5478"/>
                    <a:pt x="1453" y="4835"/>
                    <a:pt x="1453" y="4358"/>
                  </a:cubicBezTo>
                  <a:cubicBezTo>
                    <a:pt x="1453" y="2191"/>
                    <a:pt x="3215" y="453"/>
                    <a:pt x="5406" y="453"/>
                  </a:cubicBezTo>
                  <a:cubicBezTo>
                    <a:pt x="7573" y="453"/>
                    <a:pt x="9359" y="2191"/>
                    <a:pt x="9359" y="4358"/>
                  </a:cubicBezTo>
                  <a:cubicBezTo>
                    <a:pt x="9359" y="5073"/>
                    <a:pt x="9145" y="5763"/>
                    <a:pt x="8764" y="6383"/>
                  </a:cubicBezTo>
                  <a:cubicBezTo>
                    <a:pt x="8478" y="6859"/>
                    <a:pt x="8264" y="7311"/>
                    <a:pt x="8097" y="7740"/>
                  </a:cubicBezTo>
                  <a:cubicBezTo>
                    <a:pt x="8097" y="7740"/>
                    <a:pt x="8097" y="7764"/>
                    <a:pt x="8097" y="7764"/>
                  </a:cubicBezTo>
                  <a:cubicBezTo>
                    <a:pt x="8157" y="7895"/>
                    <a:pt x="8252" y="7948"/>
                    <a:pt x="8341" y="7948"/>
                  </a:cubicBezTo>
                  <a:cubicBezTo>
                    <a:pt x="8431" y="7948"/>
                    <a:pt x="8514" y="7895"/>
                    <a:pt x="8550" y="7811"/>
                  </a:cubicBezTo>
                  <a:cubicBezTo>
                    <a:pt x="8693" y="7430"/>
                    <a:pt x="8883" y="7049"/>
                    <a:pt x="9145" y="6621"/>
                  </a:cubicBezTo>
                  <a:cubicBezTo>
                    <a:pt x="9574" y="5930"/>
                    <a:pt x="9788" y="5144"/>
                    <a:pt x="9788" y="4358"/>
                  </a:cubicBezTo>
                  <a:cubicBezTo>
                    <a:pt x="9788" y="3191"/>
                    <a:pt x="9336" y="2096"/>
                    <a:pt x="8502" y="1286"/>
                  </a:cubicBezTo>
                  <a:cubicBezTo>
                    <a:pt x="7669" y="453"/>
                    <a:pt x="6573" y="0"/>
                    <a:pt x="54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34" name="Google Shape;4334;p59"/>
            <p:cNvSpPr/>
            <p:nvPr/>
          </p:nvSpPr>
          <p:spPr>
            <a:xfrm>
              <a:off x="1464642" y="2531129"/>
              <a:ext cx="19089" cy="16204"/>
            </a:xfrm>
            <a:custGeom>
              <a:rect b="b" l="l" r="r" t="t"/>
              <a:pathLst>
                <a:path extrusionOk="0" h="438" w="516">
                  <a:moveTo>
                    <a:pt x="262" y="0"/>
                  </a:moveTo>
                  <a:cubicBezTo>
                    <a:pt x="119" y="0"/>
                    <a:pt x="0" y="143"/>
                    <a:pt x="48" y="286"/>
                  </a:cubicBezTo>
                  <a:cubicBezTo>
                    <a:pt x="72" y="358"/>
                    <a:pt x="119" y="405"/>
                    <a:pt x="167" y="429"/>
                  </a:cubicBezTo>
                  <a:cubicBezTo>
                    <a:pt x="189" y="435"/>
                    <a:pt x="211" y="437"/>
                    <a:pt x="233" y="437"/>
                  </a:cubicBezTo>
                  <a:cubicBezTo>
                    <a:pt x="393" y="437"/>
                    <a:pt x="516" y="288"/>
                    <a:pt x="453" y="119"/>
                  </a:cubicBezTo>
                  <a:cubicBezTo>
                    <a:pt x="429" y="48"/>
                    <a:pt x="334" y="0"/>
                    <a:pt x="2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35" name="Google Shape;4335;p59"/>
            <p:cNvSpPr/>
            <p:nvPr/>
          </p:nvSpPr>
          <p:spPr>
            <a:xfrm>
              <a:off x="1676956" y="2669454"/>
              <a:ext cx="20310" cy="15871"/>
            </a:xfrm>
            <a:custGeom>
              <a:rect b="b" l="l" r="r" t="t"/>
              <a:pathLst>
                <a:path extrusionOk="0" h="429" w="549">
                  <a:moveTo>
                    <a:pt x="262" y="0"/>
                  </a:moveTo>
                  <a:cubicBezTo>
                    <a:pt x="167" y="0"/>
                    <a:pt x="96" y="48"/>
                    <a:pt x="72" y="119"/>
                  </a:cubicBezTo>
                  <a:cubicBezTo>
                    <a:pt x="0" y="262"/>
                    <a:pt x="96" y="429"/>
                    <a:pt x="262" y="429"/>
                  </a:cubicBezTo>
                  <a:cubicBezTo>
                    <a:pt x="429" y="429"/>
                    <a:pt x="548" y="262"/>
                    <a:pt x="453" y="96"/>
                  </a:cubicBezTo>
                  <a:cubicBezTo>
                    <a:pt x="405" y="24"/>
                    <a:pt x="358" y="0"/>
                    <a:pt x="2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36" name="Google Shape;4336;p59"/>
            <p:cNvSpPr/>
            <p:nvPr/>
          </p:nvSpPr>
          <p:spPr>
            <a:xfrm>
              <a:off x="1459352" y="2495022"/>
              <a:ext cx="44949" cy="24676"/>
            </a:xfrm>
            <a:custGeom>
              <a:rect b="b" l="l" r="r" t="t"/>
              <a:pathLst>
                <a:path extrusionOk="0" h="667" w="1215">
                  <a:moveTo>
                    <a:pt x="238" y="0"/>
                  </a:moveTo>
                  <a:cubicBezTo>
                    <a:pt x="119" y="0"/>
                    <a:pt x="0" y="95"/>
                    <a:pt x="0" y="214"/>
                  </a:cubicBezTo>
                  <a:cubicBezTo>
                    <a:pt x="0" y="357"/>
                    <a:pt x="119" y="452"/>
                    <a:pt x="238" y="452"/>
                  </a:cubicBezTo>
                  <a:cubicBezTo>
                    <a:pt x="310" y="452"/>
                    <a:pt x="429" y="500"/>
                    <a:pt x="524" y="548"/>
                  </a:cubicBezTo>
                  <a:cubicBezTo>
                    <a:pt x="667" y="595"/>
                    <a:pt x="834" y="667"/>
                    <a:pt x="1001" y="667"/>
                  </a:cubicBezTo>
                  <a:cubicBezTo>
                    <a:pt x="1120" y="667"/>
                    <a:pt x="1215" y="572"/>
                    <a:pt x="1215" y="452"/>
                  </a:cubicBezTo>
                  <a:cubicBezTo>
                    <a:pt x="1215" y="333"/>
                    <a:pt x="1120" y="214"/>
                    <a:pt x="1001" y="214"/>
                  </a:cubicBezTo>
                  <a:cubicBezTo>
                    <a:pt x="929" y="214"/>
                    <a:pt x="810" y="191"/>
                    <a:pt x="715" y="143"/>
                  </a:cubicBezTo>
                  <a:cubicBezTo>
                    <a:pt x="572" y="71"/>
                    <a:pt x="405" y="0"/>
                    <a:pt x="2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37" name="Google Shape;4337;p59"/>
            <p:cNvSpPr/>
            <p:nvPr/>
          </p:nvSpPr>
          <p:spPr>
            <a:xfrm>
              <a:off x="1529827" y="2424510"/>
              <a:ext cx="163888" cy="97852"/>
            </a:xfrm>
            <a:custGeom>
              <a:rect b="b" l="l" r="r" t="t"/>
              <a:pathLst>
                <a:path extrusionOk="0" h="2645" w="4430">
                  <a:moveTo>
                    <a:pt x="2215" y="715"/>
                  </a:moveTo>
                  <a:cubicBezTo>
                    <a:pt x="2549" y="715"/>
                    <a:pt x="2834" y="977"/>
                    <a:pt x="2834" y="1334"/>
                  </a:cubicBezTo>
                  <a:cubicBezTo>
                    <a:pt x="2834" y="1668"/>
                    <a:pt x="2549" y="1954"/>
                    <a:pt x="2215" y="1954"/>
                  </a:cubicBezTo>
                  <a:cubicBezTo>
                    <a:pt x="1882" y="1954"/>
                    <a:pt x="1596" y="1668"/>
                    <a:pt x="1596" y="1334"/>
                  </a:cubicBezTo>
                  <a:cubicBezTo>
                    <a:pt x="1596" y="977"/>
                    <a:pt x="1882" y="715"/>
                    <a:pt x="2215" y="715"/>
                  </a:cubicBezTo>
                  <a:close/>
                  <a:moveTo>
                    <a:pt x="1453" y="572"/>
                  </a:moveTo>
                  <a:cubicBezTo>
                    <a:pt x="1263" y="763"/>
                    <a:pt x="1167" y="1025"/>
                    <a:pt x="1167" y="1334"/>
                  </a:cubicBezTo>
                  <a:cubicBezTo>
                    <a:pt x="1167" y="1620"/>
                    <a:pt x="1263" y="1882"/>
                    <a:pt x="1453" y="2073"/>
                  </a:cubicBezTo>
                  <a:cubicBezTo>
                    <a:pt x="1072" y="1930"/>
                    <a:pt x="739" y="1668"/>
                    <a:pt x="501" y="1334"/>
                  </a:cubicBezTo>
                  <a:cubicBezTo>
                    <a:pt x="739" y="977"/>
                    <a:pt x="1072" y="739"/>
                    <a:pt x="1453" y="572"/>
                  </a:cubicBezTo>
                  <a:close/>
                  <a:moveTo>
                    <a:pt x="2977" y="572"/>
                  </a:moveTo>
                  <a:lnTo>
                    <a:pt x="2977" y="572"/>
                  </a:lnTo>
                  <a:cubicBezTo>
                    <a:pt x="3358" y="739"/>
                    <a:pt x="3692" y="977"/>
                    <a:pt x="3930" y="1334"/>
                  </a:cubicBezTo>
                  <a:cubicBezTo>
                    <a:pt x="3692" y="1668"/>
                    <a:pt x="3358" y="1930"/>
                    <a:pt x="2977" y="2073"/>
                  </a:cubicBezTo>
                  <a:cubicBezTo>
                    <a:pt x="3168" y="1882"/>
                    <a:pt x="3287" y="1620"/>
                    <a:pt x="3287" y="1334"/>
                  </a:cubicBezTo>
                  <a:cubicBezTo>
                    <a:pt x="3287" y="1025"/>
                    <a:pt x="3168" y="763"/>
                    <a:pt x="2977" y="572"/>
                  </a:cubicBezTo>
                  <a:close/>
                  <a:moveTo>
                    <a:pt x="2215" y="1"/>
                  </a:moveTo>
                  <a:cubicBezTo>
                    <a:pt x="1334" y="1"/>
                    <a:pt x="501" y="477"/>
                    <a:pt x="48" y="1215"/>
                  </a:cubicBezTo>
                  <a:cubicBezTo>
                    <a:pt x="0" y="1287"/>
                    <a:pt x="0" y="1358"/>
                    <a:pt x="48" y="1430"/>
                  </a:cubicBezTo>
                  <a:cubicBezTo>
                    <a:pt x="501" y="2192"/>
                    <a:pt x="1334" y="2644"/>
                    <a:pt x="2215" y="2644"/>
                  </a:cubicBezTo>
                  <a:cubicBezTo>
                    <a:pt x="3096" y="2644"/>
                    <a:pt x="3930" y="2192"/>
                    <a:pt x="4382" y="1430"/>
                  </a:cubicBezTo>
                  <a:cubicBezTo>
                    <a:pt x="4430" y="1358"/>
                    <a:pt x="4430" y="1287"/>
                    <a:pt x="4382" y="1215"/>
                  </a:cubicBezTo>
                  <a:cubicBezTo>
                    <a:pt x="3930" y="477"/>
                    <a:pt x="3096" y="1"/>
                    <a:pt x="22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38" name="Google Shape;4338;p59"/>
            <p:cNvSpPr/>
            <p:nvPr/>
          </p:nvSpPr>
          <p:spPr>
            <a:xfrm>
              <a:off x="1584432" y="2539046"/>
              <a:ext cx="54679" cy="64371"/>
            </a:xfrm>
            <a:custGeom>
              <a:rect b="b" l="l" r="r" t="t"/>
              <a:pathLst>
                <a:path extrusionOk="0" h="1740" w="1478">
                  <a:moveTo>
                    <a:pt x="739" y="477"/>
                  </a:moveTo>
                  <a:cubicBezTo>
                    <a:pt x="858" y="572"/>
                    <a:pt x="1049" y="810"/>
                    <a:pt x="1049" y="1001"/>
                  </a:cubicBezTo>
                  <a:cubicBezTo>
                    <a:pt x="1025" y="1072"/>
                    <a:pt x="1001" y="1144"/>
                    <a:pt x="954" y="1215"/>
                  </a:cubicBezTo>
                  <a:cubicBezTo>
                    <a:pt x="882" y="1263"/>
                    <a:pt x="811" y="1287"/>
                    <a:pt x="739" y="1287"/>
                  </a:cubicBezTo>
                  <a:cubicBezTo>
                    <a:pt x="668" y="1287"/>
                    <a:pt x="596" y="1263"/>
                    <a:pt x="549" y="1215"/>
                  </a:cubicBezTo>
                  <a:cubicBezTo>
                    <a:pt x="477" y="1144"/>
                    <a:pt x="453" y="1072"/>
                    <a:pt x="453" y="1001"/>
                  </a:cubicBezTo>
                  <a:cubicBezTo>
                    <a:pt x="453" y="810"/>
                    <a:pt x="644" y="572"/>
                    <a:pt x="739" y="477"/>
                  </a:cubicBezTo>
                  <a:close/>
                  <a:moveTo>
                    <a:pt x="739" y="1"/>
                  </a:moveTo>
                  <a:cubicBezTo>
                    <a:pt x="549" y="1"/>
                    <a:pt x="358" y="215"/>
                    <a:pt x="263" y="358"/>
                  </a:cubicBezTo>
                  <a:cubicBezTo>
                    <a:pt x="168" y="477"/>
                    <a:pt x="1" y="739"/>
                    <a:pt x="1" y="1001"/>
                  </a:cubicBezTo>
                  <a:cubicBezTo>
                    <a:pt x="1" y="1191"/>
                    <a:pt x="72" y="1382"/>
                    <a:pt x="215" y="1525"/>
                  </a:cubicBezTo>
                  <a:cubicBezTo>
                    <a:pt x="358" y="1668"/>
                    <a:pt x="549" y="1739"/>
                    <a:pt x="739" y="1739"/>
                  </a:cubicBezTo>
                  <a:cubicBezTo>
                    <a:pt x="930" y="1739"/>
                    <a:pt x="1120" y="1668"/>
                    <a:pt x="1263" y="1525"/>
                  </a:cubicBezTo>
                  <a:cubicBezTo>
                    <a:pt x="1406" y="1382"/>
                    <a:pt x="1477" y="1191"/>
                    <a:pt x="1477" y="1001"/>
                  </a:cubicBezTo>
                  <a:cubicBezTo>
                    <a:pt x="1477" y="739"/>
                    <a:pt x="1311" y="477"/>
                    <a:pt x="1216" y="358"/>
                  </a:cubicBezTo>
                  <a:cubicBezTo>
                    <a:pt x="1120" y="215"/>
                    <a:pt x="930" y="1"/>
                    <a:pt x="7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339" name="Google Shape;4339;p59"/>
          <p:cNvGrpSpPr/>
          <p:nvPr/>
        </p:nvGrpSpPr>
        <p:grpSpPr>
          <a:xfrm>
            <a:off x="2347247" y="2653161"/>
            <a:ext cx="358391" cy="371507"/>
            <a:chOff x="2347247" y="2653161"/>
            <a:chExt cx="358391" cy="371507"/>
          </a:xfrm>
        </p:grpSpPr>
        <p:sp>
          <p:nvSpPr>
            <p:cNvPr id="4340" name="Google Shape;4340;p59"/>
            <p:cNvSpPr/>
            <p:nvPr/>
          </p:nvSpPr>
          <p:spPr>
            <a:xfrm>
              <a:off x="2408528" y="2838499"/>
              <a:ext cx="18959" cy="14738"/>
            </a:xfrm>
            <a:custGeom>
              <a:rect b="b" l="l" r="r" t="t"/>
              <a:pathLst>
                <a:path extrusionOk="0" h="445" w="538">
                  <a:moveTo>
                    <a:pt x="262" y="1"/>
                  </a:moveTo>
                  <a:cubicBezTo>
                    <a:pt x="119" y="1"/>
                    <a:pt x="0" y="143"/>
                    <a:pt x="72" y="310"/>
                  </a:cubicBezTo>
                  <a:cubicBezTo>
                    <a:pt x="95" y="358"/>
                    <a:pt x="119" y="405"/>
                    <a:pt x="191" y="429"/>
                  </a:cubicBezTo>
                  <a:cubicBezTo>
                    <a:pt x="219" y="440"/>
                    <a:pt x="246" y="445"/>
                    <a:pt x="273" y="445"/>
                  </a:cubicBezTo>
                  <a:cubicBezTo>
                    <a:pt x="425" y="445"/>
                    <a:pt x="537" y="282"/>
                    <a:pt x="476" y="120"/>
                  </a:cubicBezTo>
                  <a:cubicBezTo>
                    <a:pt x="429" y="48"/>
                    <a:pt x="357" y="1"/>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41" name="Google Shape;4341;p59"/>
            <p:cNvSpPr/>
            <p:nvPr/>
          </p:nvSpPr>
          <p:spPr>
            <a:xfrm>
              <a:off x="2347247" y="2653161"/>
              <a:ext cx="358391" cy="371507"/>
            </a:xfrm>
            <a:custGeom>
              <a:rect b="b" l="l" r="r" t="t"/>
              <a:pathLst>
                <a:path extrusionOk="0" h="11217" w="10170">
                  <a:moveTo>
                    <a:pt x="7312" y="429"/>
                  </a:moveTo>
                  <a:cubicBezTo>
                    <a:pt x="8645" y="429"/>
                    <a:pt x="9741" y="1500"/>
                    <a:pt x="9741" y="2834"/>
                  </a:cubicBezTo>
                  <a:cubicBezTo>
                    <a:pt x="9741" y="4168"/>
                    <a:pt x="8645" y="5263"/>
                    <a:pt x="7312" y="5263"/>
                  </a:cubicBezTo>
                  <a:cubicBezTo>
                    <a:pt x="5978" y="5263"/>
                    <a:pt x="4906" y="4168"/>
                    <a:pt x="4906" y="2834"/>
                  </a:cubicBezTo>
                  <a:cubicBezTo>
                    <a:pt x="4906" y="1500"/>
                    <a:pt x="5978" y="429"/>
                    <a:pt x="7312" y="429"/>
                  </a:cubicBezTo>
                  <a:close/>
                  <a:moveTo>
                    <a:pt x="7312" y="0"/>
                  </a:moveTo>
                  <a:cubicBezTo>
                    <a:pt x="6192" y="0"/>
                    <a:pt x="5240" y="643"/>
                    <a:pt x="4764" y="1572"/>
                  </a:cubicBezTo>
                  <a:lnTo>
                    <a:pt x="4645" y="1572"/>
                  </a:lnTo>
                  <a:cubicBezTo>
                    <a:pt x="3620" y="1572"/>
                    <a:pt x="2692" y="1953"/>
                    <a:pt x="1977" y="2667"/>
                  </a:cubicBezTo>
                  <a:cubicBezTo>
                    <a:pt x="1239" y="3382"/>
                    <a:pt x="858" y="4311"/>
                    <a:pt x="858" y="5311"/>
                  </a:cubicBezTo>
                  <a:cubicBezTo>
                    <a:pt x="858" y="5549"/>
                    <a:pt x="644" y="5954"/>
                    <a:pt x="310" y="6430"/>
                  </a:cubicBezTo>
                  <a:cubicBezTo>
                    <a:pt x="1" y="6883"/>
                    <a:pt x="48" y="7192"/>
                    <a:pt x="144" y="7383"/>
                  </a:cubicBezTo>
                  <a:cubicBezTo>
                    <a:pt x="239" y="7573"/>
                    <a:pt x="477" y="7787"/>
                    <a:pt x="1072" y="7835"/>
                  </a:cubicBezTo>
                  <a:lnTo>
                    <a:pt x="1072" y="8788"/>
                  </a:lnTo>
                  <a:cubicBezTo>
                    <a:pt x="1072" y="9431"/>
                    <a:pt x="1620" y="9955"/>
                    <a:pt x="2263" y="9955"/>
                  </a:cubicBezTo>
                  <a:cubicBezTo>
                    <a:pt x="2835" y="9955"/>
                    <a:pt x="3168" y="9978"/>
                    <a:pt x="3287" y="10097"/>
                  </a:cubicBezTo>
                  <a:cubicBezTo>
                    <a:pt x="3430" y="10217"/>
                    <a:pt x="3478" y="10502"/>
                    <a:pt x="3501" y="11026"/>
                  </a:cubicBezTo>
                  <a:cubicBezTo>
                    <a:pt x="3501" y="11145"/>
                    <a:pt x="3597" y="11217"/>
                    <a:pt x="3716" y="11217"/>
                  </a:cubicBezTo>
                  <a:lnTo>
                    <a:pt x="6955" y="11217"/>
                  </a:lnTo>
                  <a:cubicBezTo>
                    <a:pt x="7050" y="11169"/>
                    <a:pt x="7097" y="11074"/>
                    <a:pt x="7097" y="11002"/>
                  </a:cubicBezTo>
                  <a:cubicBezTo>
                    <a:pt x="7074" y="10574"/>
                    <a:pt x="7050" y="10240"/>
                    <a:pt x="7050" y="9978"/>
                  </a:cubicBezTo>
                  <a:cubicBezTo>
                    <a:pt x="7050" y="9859"/>
                    <a:pt x="6955" y="9764"/>
                    <a:pt x="6835" y="9764"/>
                  </a:cubicBezTo>
                  <a:cubicBezTo>
                    <a:pt x="6716" y="9764"/>
                    <a:pt x="6621" y="9859"/>
                    <a:pt x="6621" y="9978"/>
                  </a:cubicBezTo>
                  <a:cubicBezTo>
                    <a:pt x="6621" y="10217"/>
                    <a:pt x="6621" y="10455"/>
                    <a:pt x="6645" y="10788"/>
                  </a:cubicBezTo>
                  <a:lnTo>
                    <a:pt x="3930" y="10788"/>
                  </a:lnTo>
                  <a:cubicBezTo>
                    <a:pt x="3882" y="10312"/>
                    <a:pt x="3811" y="9978"/>
                    <a:pt x="3573" y="9764"/>
                  </a:cubicBezTo>
                  <a:cubicBezTo>
                    <a:pt x="3311" y="9526"/>
                    <a:pt x="2906" y="9526"/>
                    <a:pt x="2263" y="9526"/>
                  </a:cubicBezTo>
                  <a:cubicBezTo>
                    <a:pt x="1858" y="9526"/>
                    <a:pt x="1525" y="9193"/>
                    <a:pt x="1525" y="8764"/>
                  </a:cubicBezTo>
                  <a:lnTo>
                    <a:pt x="1525" y="8502"/>
                  </a:lnTo>
                  <a:lnTo>
                    <a:pt x="2168" y="8502"/>
                  </a:lnTo>
                  <a:cubicBezTo>
                    <a:pt x="2287" y="8502"/>
                    <a:pt x="2382" y="8430"/>
                    <a:pt x="2382" y="8311"/>
                  </a:cubicBezTo>
                  <a:cubicBezTo>
                    <a:pt x="2406" y="8168"/>
                    <a:pt x="2311" y="8049"/>
                    <a:pt x="2168" y="8049"/>
                  </a:cubicBezTo>
                  <a:lnTo>
                    <a:pt x="1501" y="8049"/>
                  </a:lnTo>
                  <a:lnTo>
                    <a:pt x="1501" y="7621"/>
                  </a:lnTo>
                  <a:cubicBezTo>
                    <a:pt x="1501" y="7502"/>
                    <a:pt x="1406" y="7406"/>
                    <a:pt x="1287" y="7406"/>
                  </a:cubicBezTo>
                  <a:cubicBezTo>
                    <a:pt x="882" y="7406"/>
                    <a:pt x="596" y="7311"/>
                    <a:pt x="525" y="7168"/>
                  </a:cubicBezTo>
                  <a:cubicBezTo>
                    <a:pt x="477" y="7049"/>
                    <a:pt x="525" y="6883"/>
                    <a:pt x="667" y="6692"/>
                  </a:cubicBezTo>
                  <a:cubicBezTo>
                    <a:pt x="953" y="6287"/>
                    <a:pt x="1287" y="5716"/>
                    <a:pt x="1287" y="5311"/>
                  </a:cubicBezTo>
                  <a:cubicBezTo>
                    <a:pt x="1287" y="3501"/>
                    <a:pt x="2763" y="2024"/>
                    <a:pt x="4573" y="2001"/>
                  </a:cubicBezTo>
                  <a:lnTo>
                    <a:pt x="4573" y="2001"/>
                  </a:lnTo>
                  <a:cubicBezTo>
                    <a:pt x="4502" y="2263"/>
                    <a:pt x="4454" y="2548"/>
                    <a:pt x="4454" y="2834"/>
                  </a:cubicBezTo>
                  <a:cubicBezTo>
                    <a:pt x="4454" y="4430"/>
                    <a:pt x="5740" y="5692"/>
                    <a:pt x="7312" y="5692"/>
                  </a:cubicBezTo>
                  <a:cubicBezTo>
                    <a:pt x="7526" y="5692"/>
                    <a:pt x="7740" y="5668"/>
                    <a:pt x="7955" y="5620"/>
                  </a:cubicBezTo>
                  <a:lnTo>
                    <a:pt x="7955" y="5620"/>
                  </a:lnTo>
                  <a:cubicBezTo>
                    <a:pt x="7907" y="6120"/>
                    <a:pt x="7740" y="6597"/>
                    <a:pt x="7478" y="7025"/>
                  </a:cubicBezTo>
                  <a:cubicBezTo>
                    <a:pt x="7288" y="7359"/>
                    <a:pt x="7121" y="7668"/>
                    <a:pt x="7002" y="7954"/>
                  </a:cubicBezTo>
                  <a:cubicBezTo>
                    <a:pt x="6955" y="8073"/>
                    <a:pt x="6978" y="8192"/>
                    <a:pt x="7097" y="8240"/>
                  </a:cubicBezTo>
                  <a:cubicBezTo>
                    <a:pt x="7121" y="8264"/>
                    <a:pt x="7169" y="8264"/>
                    <a:pt x="7193" y="8264"/>
                  </a:cubicBezTo>
                  <a:cubicBezTo>
                    <a:pt x="7288" y="8264"/>
                    <a:pt x="7359" y="8216"/>
                    <a:pt x="7383" y="8145"/>
                  </a:cubicBezTo>
                  <a:cubicBezTo>
                    <a:pt x="7502" y="7859"/>
                    <a:pt x="7669" y="7573"/>
                    <a:pt x="7859" y="7264"/>
                  </a:cubicBezTo>
                  <a:cubicBezTo>
                    <a:pt x="8193" y="6716"/>
                    <a:pt x="8383" y="6120"/>
                    <a:pt x="8407" y="5477"/>
                  </a:cubicBezTo>
                  <a:cubicBezTo>
                    <a:pt x="9455" y="5049"/>
                    <a:pt x="10169" y="4049"/>
                    <a:pt x="10169" y="2858"/>
                  </a:cubicBezTo>
                  <a:cubicBezTo>
                    <a:pt x="10169" y="1286"/>
                    <a:pt x="8907" y="0"/>
                    <a:pt x="73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42" name="Google Shape;4342;p59"/>
            <p:cNvSpPr/>
            <p:nvPr/>
          </p:nvSpPr>
          <p:spPr>
            <a:xfrm>
              <a:off x="2552021" y="2694958"/>
              <a:ext cx="108293" cy="103334"/>
            </a:xfrm>
            <a:custGeom>
              <a:rect b="b" l="l" r="r" t="t"/>
              <a:pathLst>
                <a:path extrusionOk="0" h="3120" w="3073">
                  <a:moveTo>
                    <a:pt x="1787" y="453"/>
                  </a:moveTo>
                  <a:lnTo>
                    <a:pt x="1787" y="1072"/>
                  </a:lnTo>
                  <a:cubicBezTo>
                    <a:pt x="1787" y="1191"/>
                    <a:pt x="1906" y="1286"/>
                    <a:pt x="2025" y="1286"/>
                  </a:cubicBezTo>
                  <a:lnTo>
                    <a:pt x="2644" y="1286"/>
                  </a:lnTo>
                  <a:lnTo>
                    <a:pt x="2644" y="1834"/>
                  </a:lnTo>
                  <a:lnTo>
                    <a:pt x="2025" y="1834"/>
                  </a:lnTo>
                  <a:cubicBezTo>
                    <a:pt x="1906" y="1834"/>
                    <a:pt x="1787" y="1929"/>
                    <a:pt x="1787" y="2048"/>
                  </a:cubicBezTo>
                  <a:lnTo>
                    <a:pt x="1787" y="2668"/>
                  </a:lnTo>
                  <a:lnTo>
                    <a:pt x="1263" y="2668"/>
                  </a:lnTo>
                  <a:lnTo>
                    <a:pt x="1263" y="2048"/>
                  </a:lnTo>
                  <a:cubicBezTo>
                    <a:pt x="1263" y="1929"/>
                    <a:pt x="1167" y="1834"/>
                    <a:pt x="1048" y="1834"/>
                  </a:cubicBezTo>
                  <a:lnTo>
                    <a:pt x="429" y="1834"/>
                  </a:lnTo>
                  <a:lnTo>
                    <a:pt x="429" y="1286"/>
                  </a:lnTo>
                  <a:lnTo>
                    <a:pt x="1024" y="1286"/>
                  </a:lnTo>
                  <a:cubicBezTo>
                    <a:pt x="1144" y="1286"/>
                    <a:pt x="1239" y="1191"/>
                    <a:pt x="1239" y="1048"/>
                  </a:cubicBezTo>
                  <a:lnTo>
                    <a:pt x="1239" y="453"/>
                  </a:lnTo>
                  <a:close/>
                  <a:moveTo>
                    <a:pt x="1263" y="0"/>
                  </a:moveTo>
                  <a:cubicBezTo>
                    <a:pt x="1024" y="0"/>
                    <a:pt x="834" y="215"/>
                    <a:pt x="834" y="453"/>
                  </a:cubicBezTo>
                  <a:lnTo>
                    <a:pt x="834" y="834"/>
                  </a:lnTo>
                  <a:lnTo>
                    <a:pt x="429" y="834"/>
                  </a:lnTo>
                  <a:cubicBezTo>
                    <a:pt x="191" y="834"/>
                    <a:pt x="0" y="1048"/>
                    <a:pt x="0" y="1286"/>
                  </a:cubicBezTo>
                  <a:lnTo>
                    <a:pt x="0" y="1834"/>
                  </a:lnTo>
                  <a:cubicBezTo>
                    <a:pt x="0" y="2072"/>
                    <a:pt x="191" y="2286"/>
                    <a:pt x="429" y="2286"/>
                  </a:cubicBezTo>
                  <a:lnTo>
                    <a:pt x="810" y="2286"/>
                  </a:lnTo>
                  <a:lnTo>
                    <a:pt x="810" y="2668"/>
                  </a:lnTo>
                  <a:cubicBezTo>
                    <a:pt x="810" y="2906"/>
                    <a:pt x="1001" y="3120"/>
                    <a:pt x="1239" y="3120"/>
                  </a:cubicBezTo>
                  <a:lnTo>
                    <a:pt x="1810" y="3120"/>
                  </a:lnTo>
                  <a:cubicBezTo>
                    <a:pt x="2048" y="3120"/>
                    <a:pt x="2239" y="2906"/>
                    <a:pt x="2239" y="2668"/>
                  </a:cubicBezTo>
                  <a:lnTo>
                    <a:pt x="2239" y="2286"/>
                  </a:lnTo>
                  <a:lnTo>
                    <a:pt x="2644" y="2286"/>
                  </a:lnTo>
                  <a:cubicBezTo>
                    <a:pt x="2882" y="2286"/>
                    <a:pt x="3072" y="2072"/>
                    <a:pt x="3072" y="1834"/>
                  </a:cubicBezTo>
                  <a:lnTo>
                    <a:pt x="3072" y="1286"/>
                  </a:lnTo>
                  <a:cubicBezTo>
                    <a:pt x="3072" y="1048"/>
                    <a:pt x="2882" y="834"/>
                    <a:pt x="2644" y="834"/>
                  </a:cubicBezTo>
                  <a:lnTo>
                    <a:pt x="2239" y="834"/>
                  </a:lnTo>
                  <a:lnTo>
                    <a:pt x="2239" y="453"/>
                  </a:lnTo>
                  <a:cubicBezTo>
                    <a:pt x="2239" y="215"/>
                    <a:pt x="2048" y="0"/>
                    <a:pt x="17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43" name="Google Shape;4343;p59"/>
            <p:cNvSpPr/>
            <p:nvPr/>
          </p:nvSpPr>
          <p:spPr>
            <a:xfrm>
              <a:off x="2581763" y="2944183"/>
              <a:ext cx="18113" cy="14738"/>
            </a:xfrm>
            <a:custGeom>
              <a:rect b="b" l="l" r="r" t="t"/>
              <a:pathLst>
                <a:path extrusionOk="0" h="445" w="514">
                  <a:moveTo>
                    <a:pt x="252" y="1"/>
                  </a:moveTo>
                  <a:cubicBezTo>
                    <a:pt x="180" y="1"/>
                    <a:pt x="85" y="48"/>
                    <a:pt x="61" y="120"/>
                  </a:cubicBezTo>
                  <a:cubicBezTo>
                    <a:pt x="0" y="282"/>
                    <a:pt x="113" y="445"/>
                    <a:pt x="265" y="445"/>
                  </a:cubicBezTo>
                  <a:cubicBezTo>
                    <a:pt x="292" y="445"/>
                    <a:pt x="319" y="440"/>
                    <a:pt x="347" y="429"/>
                  </a:cubicBezTo>
                  <a:cubicBezTo>
                    <a:pt x="395" y="406"/>
                    <a:pt x="442" y="358"/>
                    <a:pt x="466" y="310"/>
                  </a:cubicBezTo>
                  <a:cubicBezTo>
                    <a:pt x="514" y="144"/>
                    <a:pt x="395" y="1"/>
                    <a:pt x="2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344" name="Google Shape;4344;p59"/>
          <p:cNvGrpSpPr/>
          <p:nvPr/>
        </p:nvGrpSpPr>
        <p:grpSpPr>
          <a:xfrm>
            <a:off x="3144496" y="2678398"/>
            <a:ext cx="399516" cy="321032"/>
            <a:chOff x="3144496" y="2678398"/>
            <a:chExt cx="399516" cy="321032"/>
          </a:xfrm>
        </p:grpSpPr>
        <p:sp>
          <p:nvSpPr>
            <p:cNvPr id="4345" name="Google Shape;4345;p59"/>
            <p:cNvSpPr/>
            <p:nvPr/>
          </p:nvSpPr>
          <p:spPr>
            <a:xfrm>
              <a:off x="3144496" y="2678398"/>
              <a:ext cx="399516" cy="321032"/>
            </a:xfrm>
            <a:custGeom>
              <a:rect b="b" l="l" r="r" t="t"/>
              <a:pathLst>
                <a:path extrusionOk="0" h="9693" w="11337">
                  <a:moveTo>
                    <a:pt x="4644" y="453"/>
                  </a:moveTo>
                  <a:cubicBezTo>
                    <a:pt x="4954" y="453"/>
                    <a:pt x="5240" y="500"/>
                    <a:pt x="5549" y="572"/>
                  </a:cubicBezTo>
                  <a:cubicBezTo>
                    <a:pt x="5311" y="738"/>
                    <a:pt x="5073" y="905"/>
                    <a:pt x="4882" y="1119"/>
                  </a:cubicBezTo>
                  <a:cubicBezTo>
                    <a:pt x="4168" y="1834"/>
                    <a:pt x="3763" y="2763"/>
                    <a:pt x="3763" y="3763"/>
                  </a:cubicBezTo>
                  <a:cubicBezTo>
                    <a:pt x="3763" y="3977"/>
                    <a:pt x="3573" y="4406"/>
                    <a:pt x="3215" y="4882"/>
                  </a:cubicBezTo>
                  <a:cubicBezTo>
                    <a:pt x="2906" y="5335"/>
                    <a:pt x="2953" y="5644"/>
                    <a:pt x="3049" y="5811"/>
                  </a:cubicBezTo>
                  <a:cubicBezTo>
                    <a:pt x="3144" y="6001"/>
                    <a:pt x="3382" y="6240"/>
                    <a:pt x="3977" y="6287"/>
                  </a:cubicBezTo>
                  <a:lnTo>
                    <a:pt x="3977" y="7240"/>
                  </a:lnTo>
                  <a:cubicBezTo>
                    <a:pt x="3977" y="7883"/>
                    <a:pt x="4525" y="8431"/>
                    <a:pt x="5168" y="8431"/>
                  </a:cubicBezTo>
                  <a:cubicBezTo>
                    <a:pt x="5740" y="8431"/>
                    <a:pt x="6073" y="8431"/>
                    <a:pt x="6192" y="8550"/>
                  </a:cubicBezTo>
                  <a:cubicBezTo>
                    <a:pt x="6311" y="8645"/>
                    <a:pt x="6359" y="8859"/>
                    <a:pt x="6383" y="9240"/>
                  </a:cubicBezTo>
                  <a:lnTo>
                    <a:pt x="3930" y="9240"/>
                  </a:lnTo>
                  <a:cubicBezTo>
                    <a:pt x="3882" y="8764"/>
                    <a:pt x="3835" y="8431"/>
                    <a:pt x="3573" y="8216"/>
                  </a:cubicBezTo>
                  <a:cubicBezTo>
                    <a:pt x="3311" y="8002"/>
                    <a:pt x="2906" y="7978"/>
                    <a:pt x="2263" y="7978"/>
                  </a:cubicBezTo>
                  <a:cubicBezTo>
                    <a:pt x="1858" y="7978"/>
                    <a:pt x="1525" y="7645"/>
                    <a:pt x="1525" y="7240"/>
                  </a:cubicBezTo>
                  <a:lnTo>
                    <a:pt x="1525" y="6954"/>
                  </a:lnTo>
                  <a:cubicBezTo>
                    <a:pt x="1739" y="6954"/>
                    <a:pt x="2001" y="6859"/>
                    <a:pt x="2287" y="6692"/>
                  </a:cubicBezTo>
                  <a:cubicBezTo>
                    <a:pt x="2382" y="6644"/>
                    <a:pt x="2430" y="6525"/>
                    <a:pt x="2382" y="6430"/>
                  </a:cubicBezTo>
                  <a:cubicBezTo>
                    <a:pt x="2349" y="6331"/>
                    <a:pt x="2271" y="6278"/>
                    <a:pt x="2186" y="6278"/>
                  </a:cubicBezTo>
                  <a:cubicBezTo>
                    <a:pt x="2148" y="6278"/>
                    <a:pt x="2109" y="6289"/>
                    <a:pt x="2072" y="6311"/>
                  </a:cubicBezTo>
                  <a:cubicBezTo>
                    <a:pt x="1834" y="6430"/>
                    <a:pt x="1667" y="6502"/>
                    <a:pt x="1525" y="6502"/>
                  </a:cubicBezTo>
                  <a:lnTo>
                    <a:pt x="1525" y="6073"/>
                  </a:lnTo>
                  <a:cubicBezTo>
                    <a:pt x="1525" y="5930"/>
                    <a:pt x="1429" y="5835"/>
                    <a:pt x="1310" y="5835"/>
                  </a:cubicBezTo>
                  <a:cubicBezTo>
                    <a:pt x="882" y="5835"/>
                    <a:pt x="596" y="5763"/>
                    <a:pt x="524" y="5620"/>
                  </a:cubicBezTo>
                  <a:cubicBezTo>
                    <a:pt x="477" y="5501"/>
                    <a:pt x="524" y="5335"/>
                    <a:pt x="667" y="5144"/>
                  </a:cubicBezTo>
                  <a:cubicBezTo>
                    <a:pt x="953" y="4739"/>
                    <a:pt x="1286" y="4168"/>
                    <a:pt x="1286" y="3763"/>
                  </a:cubicBezTo>
                  <a:cubicBezTo>
                    <a:pt x="1286" y="1929"/>
                    <a:pt x="2787" y="453"/>
                    <a:pt x="4644" y="453"/>
                  </a:cubicBezTo>
                  <a:close/>
                  <a:moveTo>
                    <a:pt x="4644" y="0"/>
                  </a:moveTo>
                  <a:cubicBezTo>
                    <a:pt x="3644" y="0"/>
                    <a:pt x="2691" y="381"/>
                    <a:pt x="1977" y="1096"/>
                  </a:cubicBezTo>
                  <a:cubicBezTo>
                    <a:pt x="1263" y="1810"/>
                    <a:pt x="858" y="2763"/>
                    <a:pt x="858" y="3763"/>
                  </a:cubicBezTo>
                  <a:cubicBezTo>
                    <a:pt x="858" y="3977"/>
                    <a:pt x="667" y="4406"/>
                    <a:pt x="310" y="4882"/>
                  </a:cubicBezTo>
                  <a:cubicBezTo>
                    <a:pt x="0" y="5311"/>
                    <a:pt x="48" y="5620"/>
                    <a:pt x="143" y="5811"/>
                  </a:cubicBezTo>
                  <a:cubicBezTo>
                    <a:pt x="239" y="6001"/>
                    <a:pt x="477" y="6240"/>
                    <a:pt x="1072" y="6287"/>
                  </a:cubicBezTo>
                  <a:lnTo>
                    <a:pt x="1072" y="7240"/>
                  </a:lnTo>
                  <a:cubicBezTo>
                    <a:pt x="1072" y="7883"/>
                    <a:pt x="1620" y="8431"/>
                    <a:pt x="2263" y="8431"/>
                  </a:cubicBezTo>
                  <a:cubicBezTo>
                    <a:pt x="2834" y="8431"/>
                    <a:pt x="3168" y="8454"/>
                    <a:pt x="3287" y="8550"/>
                  </a:cubicBezTo>
                  <a:cubicBezTo>
                    <a:pt x="3430" y="8669"/>
                    <a:pt x="3477" y="8954"/>
                    <a:pt x="3501" y="9478"/>
                  </a:cubicBezTo>
                  <a:cubicBezTo>
                    <a:pt x="3525" y="9597"/>
                    <a:pt x="3620" y="9693"/>
                    <a:pt x="3716" y="9693"/>
                  </a:cubicBezTo>
                  <a:lnTo>
                    <a:pt x="9788" y="9693"/>
                  </a:lnTo>
                  <a:cubicBezTo>
                    <a:pt x="9812" y="9693"/>
                    <a:pt x="9836" y="9693"/>
                    <a:pt x="9860" y="9669"/>
                  </a:cubicBezTo>
                  <a:cubicBezTo>
                    <a:pt x="9955" y="9645"/>
                    <a:pt x="10003" y="9550"/>
                    <a:pt x="10003" y="9455"/>
                  </a:cubicBezTo>
                  <a:cubicBezTo>
                    <a:pt x="9979" y="9026"/>
                    <a:pt x="9955" y="8716"/>
                    <a:pt x="9955" y="8431"/>
                  </a:cubicBezTo>
                  <a:cubicBezTo>
                    <a:pt x="9955" y="8311"/>
                    <a:pt x="9860" y="8216"/>
                    <a:pt x="9741" y="8216"/>
                  </a:cubicBezTo>
                  <a:cubicBezTo>
                    <a:pt x="9621" y="8216"/>
                    <a:pt x="9526" y="8311"/>
                    <a:pt x="9526" y="8431"/>
                  </a:cubicBezTo>
                  <a:cubicBezTo>
                    <a:pt x="9502" y="8669"/>
                    <a:pt x="9526" y="8931"/>
                    <a:pt x="9550" y="9240"/>
                  </a:cubicBezTo>
                  <a:lnTo>
                    <a:pt x="6835" y="9240"/>
                  </a:lnTo>
                  <a:cubicBezTo>
                    <a:pt x="6788" y="8764"/>
                    <a:pt x="6716" y="8431"/>
                    <a:pt x="6478" y="8216"/>
                  </a:cubicBezTo>
                  <a:cubicBezTo>
                    <a:pt x="6216" y="8002"/>
                    <a:pt x="5811" y="7978"/>
                    <a:pt x="5168" y="7978"/>
                  </a:cubicBezTo>
                  <a:cubicBezTo>
                    <a:pt x="4763" y="7978"/>
                    <a:pt x="4406" y="7645"/>
                    <a:pt x="4406" y="7240"/>
                  </a:cubicBezTo>
                  <a:lnTo>
                    <a:pt x="4406" y="6954"/>
                  </a:lnTo>
                  <a:cubicBezTo>
                    <a:pt x="4549" y="6954"/>
                    <a:pt x="4740" y="7002"/>
                    <a:pt x="4978" y="7121"/>
                  </a:cubicBezTo>
                  <a:cubicBezTo>
                    <a:pt x="5001" y="7145"/>
                    <a:pt x="5049" y="7168"/>
                    <a:pt x="5073" y="7168"/>
                  </a:cubicBezTo>
                  <a:cubicBezTo>
                    <a:pt x="5168" y="7168"/>
                    <a:pt x="5240" y="7121"/>
                    <a:pt x="5287" y="7025"/>
                  </a:cubicBezTo>
                  <a:cubicBezTo>
                    <a:pt x="5311" y="6930"/>
                    <a:pt x="5263" y="6787"/>
                    <a:pt x="5192" y="6740"/>
                  </a:cubicBezTo>
                  <a:cubicBezTo>
                    <a:pt x="4906" y="6573"/>
                    <a:pt x="4644" y="6502"/>
                    <a:pt x="4430" y="6502"/>
                  </a:cubicBezTo>
                  <a:lnTo>
                    <a:pt x="4430" y="6049"/>
                  </a:lnTo>
                  <a:cubicBezTo>
                    <a:pt x="4430" y="5930"/>
                    <a:pt x="4311" y="5835"/>
                    <a:pt x="4192" y="5835"/>
                  </a:cubicBezTo>
                  <a:cubicBezTo>
                    <a:pt x="3787" y="5835"/>
                    <a:pt x="3501" y="5763"/>
                    <a:pt x="3430" y="5597"/>
                  </a:cubicBezTo>
                  <a:cubicBezTo>
                    <a:pt x="3382" y="5501"/>
                    <a:pt x="3430" y="5335"/>
                    <a:pt x="3573" y="5120"/>
                  </a:cubicBezTo>
                  <a:cubicBezTo>
                    <a:pt x="3858" y="4739"/>
                    <a:pt x="4192" y="4168"/>
                    <a:pt x="4192" y="3739"/>
                  </a:cubicBezTo>
                  <a:cubicBezTo>
                    <a:pt x="4192" y="2405"/>
                    <a:pt x="5001" y="1262"/>
                    <a:pt x="6168" y="738"/>
                  </a:cubicBezTo>
                  <a:cubicBezTo>
                    <a:pt x="6168" y="738"/>
                    <a:pt x="6168" y="715"/>
                    <a:pt x="6192" y="715"/>
                  </a:cubicBezTo>
                  <a:cubicBezTo>
                    <a:pt x="6597" y="548"/>
                    <a:pt x="7050" y="453"/>
                    <a:pt x="7550" y="453"/>
                  </a:cubicBezTo>
                  <a:cubicBezTo>
                    <a:pt x="9383" y="453"/>
                    <a:pt x="10884" y="1929"/>
                    <a:pt x="10884" y="3739"/>
                  </a:cubicBezTo>
                  <a:cubicBezTo>
                    <a:pt x="10884" y="4358"/>
                    <a:pt x="10717" y="4954"/>
                    <a:pt x="10384" y="5478"/>
                  </a:cubicBezTo>
                  <a:cubicBezTo>
                    <a:pt x="10193" y="5787"/>
                    <a:pt x="10026" y="6097"/>
                    <a:pt x="9907" y="6406"/>
                  </a:cubicBezTo>
                  <a:cubicBezTo>
                    <a:pt x="9860" y="6502"/>
                    <a:pt x="9883" y="6621"/>
                    <a:pt x="9979" y="6692"/>
                  </a:cubicBezTo>
                  <a:cubicBezTo>
                    <a:pt x="10016" y="6714"/>
                    <a:pt x="10055" y="6725"/>
                    <a:pt x="10093" y="6725"/>
                  </a:cubicBezTo>
                  <a:cubicBezTo>
                    <a:pt x="10179" y="6725"/>
                    <a:pt x="10263" y="6672"/>
                    <a:pt x="10312" y="6573"/>
                  </a:cubicBezTo>
                  <a:cubicBezTo>
                    <a:pt x="10407" y="6311"/>
                    <a:pt x="10574" y="6025"/>
                    <a:pt x="10765" y="5692"/>
                  </a:cubicBezTo>
                  <a:cubicBezTo>
                    <a:pt x="11122" y="5120"/>
                    <a:pt x="11312" y="4430"/>
                    <a:pt x="11312" y="3739"/>
                  </a:cubicBezTo>
                  <a:cubicBezTo>
                    <a:pt x="11336" y="2763"/>
                    <a:pt x="10931" y="1810"/>
                    <a:pt x="10217" y="1096"/>
                  </a:cubicBezTo>
                  <a:cubicBezTo>
                    <a:pt x="9502" y="405"/>
                    <a:pt x="8550" y="0"/>
                    <a:pt x="7550" y="0"/>
                  </a:cubicBezTo>
                  <a:cubicBezTo>
                    <a:pt x="7050" y="0"/>
                    <a:pt x="6549" y="95"/>
                    <a:pt x="6097" y="286"/>
                  </a:cubicBezTo>
                  <a:cubicBezTo>
                    <a:pt x="5621" y="95"/>
                    <a:pt x="5144" y="0"/>
                    <a:pt x="46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46" name="Google Shape;4346;p59"/>
            <p:cNvSpPr/>
            <p:nvPr/>
          </p:nvSpPr>
          <p:spPr>
            <a:xfrm>
              <a:off x="3308991" y="2813261"/>
              <a:ext cx="18184" cy="14507"/>
            </a:xfrm>
            <a:custGeom>
              <a:rect b="b" l="l" r="r" t="t"/>
              <a:pathLst>
                <a:path extrusionOk="0" h="438" w="516">
                  <a:moveTo>
                    <a:pt x="238" y="0"/>
                  </a:moveTo>
                  <a:cubicBezTo>
                    <a:pt x="95" y="0"/>
                    <a:pt x="0" y="143"/>
                    <a:pt x="48" y="286"/>
                  </a:cubicBezTo>
                  <a:cubicBezTo>
                    <a:pt x="72" y="358"/>
                    <a:pt x="119" y="405"/>
                    <a:pt x="167" y="429"/>
                  </a:cubicBezTo>
                  <a:cubicBezTo>
                    <a:pt x="189" y="435"/>
                    <a:pt x="211" y="437"/>
                    <a:pt x="232" y="437"/>
                  </a:cubicBezTo>
                  <a:cubicBezTo>
                    <a:pt x="393" y="437"/>
                    <a:pt x="516" y="288"/>
                    <a:pt x="453" y="120"/>
                  </a:cubicBezTo>
                  <a:cubicBezTo>
                    <a:pt x="405" y="48"/>
                    <a:pt x="333" y="0"/>
                    <a:pt x="2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47" name="Google Shape;4347;p59"/>
            <p:cNvSpPr/>
            <p:nvPr/>
          </p:nvSpPr>
          <p:spPr>
            <a:xfrm>
              <a:off x="3481416" y="2918946"/>
              <a:ext cx="18078" cy="14010"/>
            </a:xfrm>
            <a:custGeom>
              <a:rect b="b" l="l" r="r" t="t"/>
              <a:pathLst>
                <a:path extrusionOk="0" h="423" w="513">
                  <a:moveTo>
                    <a:pt x="251" y="1"/>
                  </a:moveTo>
                  <a:cubicBezTo>
                    <a:pt x="180" y="1"/>
                    <a:pt x="84" y="48"/>
                    <a:pt x="60" y="120"/>
                  </a:cubicBezTo>
                  <a:cubicBezTo>
                    <a:pt x="1" y="279"/>
                    <a:pt x="108" y="422"/>
                    <a:pt x="257" y="422"/>
                  </a:cubicBezTo>
                  <a:cubicBezTo>
                    <a:pt x="285" y="422"/>
                    <a:pt x="315" y="417"/>
                    <a:pt x="346" y="405"/>
                  </a:cubicBezTo>
                  <a:cubicBezTo>
                    <a:pt x="394" y="405"/>
                    <a:pt x="442" y="358"/>
                    <a:pt x="465" y="286"/>
                  </a:cubicBezTo>
                  <a:cubicBezTo>
                    <a:pt x="513" y="143"/>
                    <a:pt x="418" y="1"/>
                    <a:pt x="2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48" name="Google Shape;4348;p59"/>
            <p:cNvSpPr/>
            <p:nvPr/>
          </p:nvSpPr>
          <p:spPr>
            <a:xfrm>
              <a:off x="3303952" y="2780142"/>
              <a:ext cx="42817" cy="21329"/>
            </a:xfrm>
            <a:custGeom>
              <a:rect b="b" l="l" r="r" t="t"/>
              <a:pathLst>
                <a:path extrusionOk="0" h="644" w="1215">
                  <a:moveTo>
                    <a:pt x="215" y="0"/>
                  </a:moveTo>
                  <a:cubicBezTo>
                    <a:pt x="95" y="0"/>
                    <a:pt x="0" y="96"/>
                    <a:pt x="0" y="215"/>
                  </a:cubicBezTo>
                  <a:cubicBezTo>
                    <a:pt x="0" y="334"/>
                    <a:pt x="95" y="429"/>
                    <a:pt x="215" y="429"/>
                  </a:cubicBezTo>
                  <a:cubicBezTo>
                    <a:pt x="310" y="429"/>
                    <a:pt x="405" y="477"/>
                    <a:pt x="524" y="524"/>
                  </a:cubicBezTo>
                  <a:cubicBezTo>
                    <a:pt x="667" y="596"/>
                    <a:pt x="834" y="643"/>
                    <a:pt x="1000" y="643"/>
                  </a:cubicBezTo>
                  <a:cubicBezTo>
                    <a:pt x="1119" y="643"/>
                    <a:pt x="1215" y="548"/>
                    <a:pt x="1215" y="429"/>
                  </a:cubicBezTo>
                  <a:cubicBezTo>
                    <a:pt x="1215" y="310"/>
                    <a:pt x="1119" y="215"/>
                    <a:pt x="1000" y="215"/>
                  </a:cubicBezTo>
                  <a:cubicBezTo>
                    <a:pt x="905" y="215"/>
                    <a:pt x="810" y="167"/>
                    <a:pt x="691" y="119"/>
                  </a:cubicBezTo>
                  <a:cubicBezTo>
                    <a:pt x="548" y="72"/>
                    <a:pt x="405" y="0"/>
                    <a:pt x="2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49" name="Google Shape;4349;p59"/>
            <p:cNvSpPr/>
            <p:nvPr/>
          </p:nvSpPr>
          <p:spPr>
            <a:xfrm>
              <a:off x="3206058" y="2813261"/>
              <a:ext cx="18184" cy="14507"/>
            </a:xfrm>
            <a:custGeom>
              <a:rect b="b" l="l" r="r" t="t"/>
              <a:pathLst>
                <a:path extrusionOk="0" h="438" w="516">
                  <a:moveTo>
                    <a:pt x="254" y="0"/>
                  </a:moveTo>
                  <a:cubicBezTo>
                    <a:pt x="182" y="0"/>
                    <a:pt x="111" y="48"/>
                    <a:pt x="63" y="120"/>
                  </a:cubicBezTo>
                  <a:cubicBezTo>
                    <a:pt x="0" y="288"/>
                    <a:pt x="123" y="437"/>
                    <a:pt x="283" y="437"/>
                  </a:cubicBezTo>
                  <a:cubicBezTo>
                    <a:pt x="305" y="437"/>
                    <a:pt x="327" y="435"/>
                    <a:pt x="349" y="429"/>
                  </a:cubicBezTo>
                  <a:cubicBezTo>
                    <a:pt x="397" y="405"/>
                    <a:pt x="444" y="358"/>
                    <a:pt x="468" y="286"/>
                  </a:cubicBezTo>
                  <a:cubicBezTo>
                    <a:pt x="516" y="143"/>
                    <a:pt x="421" y="0"/>
                    <a:pt x="2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50" name="Google Shape;4350;p59"/>
            <p:cNvSpPr/>
            <p:nvPr/>
          </p:nvSpPr>
          <p:spPr>
            <a:xfrm>
              <a:off x="3201548" y="2780142"/>
              <a:ext cx="42852" cy="22124"/>
            </a:xfrm>
            <a:custGeom>
              <a:rect b="b" l="l" r="r" t="t"/>
              <a:pathLst>
                <a:path extrusionOk="0" h="668" w="1216">
                  <a:moveTo>
                    <a:pt x="1001" y="0"/>
                  </a:moveTo>
                  <a:cubicBezTo>
                    <a:pt x="834" y="0"/>
                    <a:pt x="668" y="72"/>
                    <a:pt x="525" y="119"/>
                  </a:cubicBezTo>
                  <a:cubicBezTo>
                    <a:pt x="429" y="167"/>
                    <a:pt x="310" y="215"/>
                    <a:pt x="239" y="215"/>
                  </a:cubicBezTo>
                  <a:cubicBezTo>
                    <a:pt x="96" y="215"/>
                    <a:pt x="1" y="310"/>
                    <a:pt x="1" y="429"/>
                  </a:cubicBezTo>
                  <a:cubicBezTo>
                    <a:pt x="1" y="548"/>
                    <a:pt x="96" y="667"/>
                    <a:pt x="239" y="667"/>
                  </a:cubicBezTo>
                  <a:cubicBezTo>
                    <a:pt x="406" y="667"/>
                    <a:pt x="572" y="596"/>
                    <a:pt x="691" y="524"/>
                  </a:cubicBezTo>
                  <a:cubicBezTo>
                    <a:pt x="811" y="477"/>
                    <a:pt x="930" y="429"/>
                    <a:pt x="1001" y="429"/>
                  </a:cubicBezTo>
                  <a:cubicBezTo>
                    <a:pt x="1120" y="429"/>
                    <a:pt x="1215" y="334"/>
                    <a:pt x="1215" y="215"/>
                  </a:cubicBezTo>
                  <a:cubicBezTo>
                    <a:pt x="1215" y="96"/>
                    <a:pt x="1120" y="0"/>
                    <a:pt x="10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351" name="Google Shape;4351;p59"/>
          <p:cNvGrpSpPr/>
          <p:nvPr/>
        </p:nvGrpSpPr>
        <p:grpSpPr>
          <a:xfrm>
            <a:off x="3984524" y="2652366"/>
            <a:ext cx="355889" cy="373097"/>
            <a:chOff x="3984524" y="2652366"/>
            <a:chExt cx="355889" cy="373097"/>
          </a:xfrm>
        </p:grpSpPr>
        <p:sp>
          <p:nvSpPr>
            <p:cNvPr id="4352" name="Google Shape;4352;p59"/>
            <p:cNvSpPr/>
            <p:nvPr/>
          </p:nvSpPr>
          <p:spPr>
            <a:xfrm>
              <a:off x="3984524" y="2652366"/>
              <a:ext cx="355889" cy="373097"/>
            </a:xfrm>
            <a:custGeom>
              <a:rect b="b" l="l" r="r" t="t"/>
              <a:pathLst>
                <a:path extrusionOk="0" h="11265" w="10099">
                  <a:moveTo>
                    <a:pt x="5669" y="4001"/>
                  </a:moveTo>
                  <a:cubicBezTo>
                    <a:pt x="5764" y="4406"/>
                    <a:pt x="6073" y="4716"/>
                    <a:pt x="6478" y="4811"/>
                  </a:cubicBezTo>
                  <a:cubicBezTo>
                    <a:pt x="6431" y="5787"/>
                    <a:pt x="6145" y="6930"/>
                    <a:pt x="5049" y="7264"/>
                  </a:cubicBezTo>
                  <a:cubicBezTo>
                    <a:pt x="3930" y="6930"/>
                    <a:pt x="3644" y="5787"/>
                    <a:pt x="3621" y="4811"/>
                  </a:cubicBezTo>
                  <a:cubicBezTo>
                    <a:pt x="4025" y="4716"/>
                    <a:pt x="4335" y="4406"/>
                    <a:pt x="4406" y="4001"/>
                  </a:cubicBezTo>
                  <a:close/>
                  <a:moveTo>
                    <a:pt x="6020" y="450"/>
                  </a:moveTo>
                  <a:cubicBezTo>
                    <a:pt x="6432" y="450"/>
                    <a:pt x="6773" y="769"/>
                    <a:pt x="6788" y="1167"/>
                  </a:cubicBezTo>
                  <a:cubicBezTo>
                    <a:pt x="6574" y="1286"/>
                    <a:pt x="6383" y="1501"/>
                    <a:pt x="6264" y="1715"/>
                  </a:cubicBezTo>
                  <a:cubicBezTo>
                    <a:pt x="6264" y="1739"/>
                    <a:pt x="6264" y="1763"/>
                    <a:pt x="6264" y="1763"/>
                  </a:cubicBezTo>
                  <a:cubicBezTo>
                    <a:pt x="6312" y="1905"/>
                    <a:pt x="6407" y="1977"/>
                    <a:pt x="6502" y="1977"/>
                  </a:cubicBezTo>
                  <a:cubicBezTo>
                    <a:pt x="6597" y="1977"/>
                    <a:pt x="6669" y="1929"/>
                    <a:pt x="6693" y="1858"/>
                  </a:cubicBezTo>
                  <a:cubicBezTo>
                    <a:pt x="6788" y="1691"/>
                    <a:pt x="6931" y="1572"/>
                    <a:pt x="7097" y="1501"/>
                  </a:cubicBezTo>
                  <a:lnTo>
                    <a:pt x="7121" y="1501"/>
                  </a:lnTo>
                  <a:cubicBezTo>
                    <a:pt x="7240" y="1441"/>
                    <a:pt x="7367" y="1411"/>
                    <a:pt x="7499" y="1411"/>
                  </a:cubicBezTo>
                  <a:cubicBezTo>
                    <a:pt x="7685" y="1411"/>
                    <a:pt x="7879" y="1471"/>
                    <a:pt x="8074" y="1596"/>
                  </a:cubicBezTo>
                  <a:cubicBezTo>
                    <a:pt x="8098" y="1596"/>
                    <a:pt x="8121" y="1620"/>
                    <a:pt x="8145" y="1644"/>
                  </a:cubicBezTo>
                  <a:cubicBezTo>
                    <a:pt x="8407" y="1953"/>
                    <a:pt x="8455" y="2310"/>
                    <a:pt x="8360" y="2620"/>
                  </a:cubicBezTo>
                  <a:cubicBezTo>
                    <a:pt x="8264" y="2858"/>
                    <a:pt x="8098" y="3049"/>
                    <a:pt x="7883" y="3144"/>
                  </a:cubicBezTo>
                  <a:cubicBezTo>
                    <a:pt x="7860" y="3168"/>
                    <a:pt x="7860" y="3168"/>
                    <a:pt x="7860" y="3191"/>
                  </a:cubicBezTo>
                  <a:cubicBezTo>
                    <a:pt x="7788" y="3406"/>
                    <a:pt x="7931" y="3525"/>
                    <a:pt x="8050" y="3525"/>
                  </a:cubicBezTo>
                  <a:cubicBezTo>
                    <a:pt x="8098" y="3525"/>
                    <a:pt x="8145" y="3525"/>
                    <a:pt x="8169" y="3501"/>
                  </a:cubicBezTo>
                  <a:cubicBezTo>
                    <a:pt x="8383" y="3382"/>
                    <a:pt x="8550" y="3215"/>
                    <a:pt x="8669" y="3001"/>
                  </a:cubicBezTo>
                  <a:cubicBezTo>
                    <a:pt x="9003" y="3239"/>
                    <a:pt x="9193" y="3620"/>
                    <a:pt x="9193" y="4049"/>
                  </a:cubicBezTo>
                  <a:cubicBezTo>
                    <a:pt x="9193" y="4358"/>
                    <a:pt x="9074" y="4644"/>
                    <a:pt x="8884" y="4882"/>
                  </a:cubicBezTo>
                  <a:cubicBezTo>
                    <a:pt x="8788" y="4858"/>
                    <a:pt x="8693" y="4811"/>
                    <a:pt x="8574" y="4787"/>
                  </a:cubicBezTo>
                  <a:cubicBezTo>
                    <a:pt x="8574" y="4787"/>
                    <a:pt x="8550" y="4787"/>
                    <a:pt x="8550" y="4811"/>
                  </a:cubicBezTo>
                  <a:cubicBezTo>
                    <a:pt x="8292" y="4950"/>
                    <a:pt x="8398" y="5255"/>
                    <a:pt x="8621" y="5255"/>
                  </a:cubicBezTo>
                  <a:cubicBezTo>
                    <a:pt x="8665" y="5255"/>
                    <a:pt x="8713" y="5243"/>
                    <a:pt x="8764" y="5216"/>
                  </a:cubicBezTo>
                  <a:cubicBezTo>
                    <a:pt x="8771" y="5209"/>
                    <a:pt x="8780" y="5206"/>
                    <a:pt x="8789" y="5206"/>
                  </a:cubicBezTo>
                  <a:cubicBezTo>
                    <a:pt x="8810" y="5206"/>
                    <a:pt x="8829" y="5223"/>
                    <a:pt x="8812" y="5240"/>
                  </a:cubicBezTo>
                  <a:cubicBezTo>
                    <a:pt x="8812" y="5335"/>
                    <a:pt x="8812" y="5335"/>
                    <a:pt x="8836" y="5335"/>
                  </a:cubicBezTo>
                  <a:cubicBezTo>
                    <a:pt x="9336" y="5597"/>
                    <a:pt x="9669" y="6121"/>
                    <a:pt x="9669" y="6692"/>
                  </a:cubicBezTo>
                  <a:cubicBezTo>
                    <a:pt x="9669" y="7288"/>
                    <a:pt x="9288" y="7835"/>
                    <a:pt x="8717" y="8073"/>
                  </a:cubicBezTo>
                  <a:cubicBezTo>
                    <a:pt x="8550" y="8145"/>
                    <a:pt x="8360" y="8192"/>
                    <a:pt x="8169" y="8192"/>
                  </a:cubicBezTo>
                  <a:cubicBezTo>
                    <a:pt x="8026" y="8192"/>
                    <a:pt x="7907" y="8169"/>
                    <a:pt x="7788" y="8121"/>
                  </a:cubicBezTo>
                  <a:cubicBezTo>
                    <a:pt x="7768" y="8116"/>
                    <a:pt x="7748" y="8114"/>
                    <a:pt x="7729" y="8114"/>
                  </a:cubicBezTo>
                  <a:cubicBezTo>
                    <a:pt x="7561" y="8114"/>
                    <a:pt x="7422" y="8289"/>
                    <a:pt x="7550" y="8502"/>
                  </a:cubicBezTo>
                  <a:cubicBezTo>
                    <a:pt x="7550" y="8526"/>
                    <a:pt x="7574" y="8526"/>
                    <a:pt x="7574" y="8526"/>
                  </a:cubicBezTo>
                  <a:cubicBezTo>
                    <a:pt x="7764" y="8597"/>
                    <a:pt x="7979" y="8621"/>
                    <a:pt x="8169" y="8621"/>
                  </a:cubicBezTo>
                  <a:cubicBezTo>
                    <a:pt x="8312" y="8621"/>
                    <a:pt x="8455" y="8597"/>
                    <a:pt x="8622" y="8574"/>
                  </a:cubicBezTo>
                  <a:lnTo>
                    <a:pt x="8622" y="8574"/>
                  </a:lnTo>
                  <a:cubicBezTo>
                    <a:pt x="8598" y="9169"/>
                    <a:pt x="8169" y="9693"/>
                    <a:pt x="7574" y="9788"/>
                  </a:cubicBezTo>
                  <a:lnTo>
                    <a:pt x="7550" y="9788"/>
                  </a:lnTo>
                  <a:cubicBezTo>
                    <a:pt x="7480" y="9797"/>
                    <a:pt x="7407" y="9802"/>
                    <a:pt x="7333" y="9802"/>
                  </a:cubicBezTo>
                  <a:cubicBezTo>
                    <a:pt x="7206" y="9802"/>
                    <a:pt x="7075" y="9786"/>
                    <a:pt x="6955" y="9740"/>
                  </a:cubicBezTo>
                  <a:lnTo>
                    <a:pt x="6907" y="9740"/>
                  </a:lnTo>
                  <a:cubicBezTo>
                    <a:pt x="6669" y="9883"/>
                    <a:pt x="6740" y="10145"/>
                    <a:pt x="6907" y="10193"/>
                  </a:cubicBezTo>
                  <a:cubicBezTo>
                    <a:pt x="7026" y="10217"/>
                    <a:pt x="7169" y="10241"/>
                    <a:pt x="7288" y="10241"/>
                  </a:cubicBezTo>
                  <a:cubicBezTo>
                    <a:pt x="7105" y="10592"/>
                    <a:pt x="6745" y="10823"/>
                    <a:pt x="6342" y="10823"/>
                  </a:cubicBezTo>
                  <a:cubicBezTo>
                    <a:pt x="6009" y="10823"/>
                    <a:pt x="5648" y="10665"/>
                    <a:pt x="5335" y="10288"/>
                  </a:cubicBezTo>
                  <a:cubicBezTo>
                    <a:pt x="5288" y="10241"/>
                    <a:pt x="5264" y="10193"/>
                    <a:pt x="5264" y="10121"/>
                  </a:cubicBezTo>
                  <a:lnTo>
                    <a:pt x="5264" y="7645"/>
                  </a:lnTo>
                  <a:cubicBezTo>
                    <a:pt x="5835" y="7454"/>
                    <a:pt x="6288" y="7049"/>
                    <a:pt x="6550" y="6454"/>
                  </a:cubicBezTo>
                  <a:cubicBezTo>
                    <a:pt x="6812" y="5906"/>
                    <a:pt x="6931" y="5216"/>
                    <a:pt x="6907" y="4430"/>
                  </a:cubicBezTo>
                  <a:cubicBezTo>
                    <a:pt x="6907" y="4382"/>
                    <a:pt x="6883" y="4358"/>
                    <a:pt x="6836" y="4358"/>
                  </a:cubicBezTo>
                  <a:cubicBezTo>
                    <a:pt x="6781" y="4373"/>
                    <a:pt x="6728" y="4379"/>
                    <a:pt x="6676" y="4379"/>
                  </a:cubicBezTo>
                  <a:cubicBezTo>
                    <a:pt x="6298" y="4379"/>
                    <a:pt x="6013" y="4018"/>
                    <a:pt x="6097" y="3620"/>
                  </a:cubicBezTo>
                  <a:cubicBezTo>
                    <a:pt x="6121" y="3596"/>
                    <a:pt x="6097" y="3549"/>
                    <a:pt x="6050" y="3549"/>
                  </a:cubicBezTo>
                  <a:lnTo>
                    <a:pt x="5264" y="3549"/>
                  </a:lnTo>
                  <a:lnTo>
                    <a:pt x="5264" y="929"/>
                  </a:lnTo>
                  <a:cubicBezTo>
                    <a:pt x="5264" y="881"/>
                    <a:pt x="5288" y="834"/>
                    <a:pt x="5311" y="786"/>
                  </a:cubicBezTo>
                  <a:cubicBezTo>
                    <a:pt x="5541" y="548"/>
                    <a:pt x="5792" y="450"/>
                    <a:pt x="6020" y="450"/>
                  </a:cubicBezTo>
                  <a:close/>
                  <a:moveTo>
                    <a:pt x="4049" y="0"/>
                  </a:moveTo>
                  <a:cubicBezTo>
                    <a:pt x="3454" y="0"/>
                    <a:pt x="2978" y="429"/>
                    <a:pt x="2882" y="1001"/>
                  </a:cubicBezTo>
                  <a:cubicBezTo>
                    <a:pt x="2835" y="977"/>
                    <a:pt x="2787" y="977"/>
                    <a:pt x="2763" y="977"/>
                  </a:cubicBezTo>
                  <a:cubicBezTo>
                    <a:pt x="2753" y="975"/>
                    <a:pt x="2742" y="974"/>
                    <a:pt x="2732" y="974"/>
                  </a:cubicBezTo>
                  <a:cubicBezTo>
                    <a:pt x="2600" y="974"/>
                    <a:pt x="2481" y="1106"/>
                    <a:pt x="2525" y="1239"/>
                  </a:cubicBezTo>
                  <a:cubicBezTo>
                    <a:pt x="2525" y="1334"/>
                    <a:pt x="2620" y="1405"/>
                    <a:pt x="2716" y="1405"/>
                  </a:cubicBezTo>
                  <a:cubicBezTo>
                    <a:pt x="2811" y="1429"/>
                    <a:pt x="2882" y="1453"/>
                    <a:pt x="2978" y="1501"/>
                  </a:cubicBezTo>
                  <a:cubicBezTo>
                    <a:pt x="3144" y="1572"/>
                    <a:pt x="3287" y="1691"/>
                    <a:pt x="3382" y="1858"/>
                  </a:cubicBezTo>
                  <a:cubicBezTo>
                    <a:pt x="3430" y="1929"/>
                    <a:pt x="3501" y="1977"/>
                    <a:pt x="3573" y="1977"/>
                  </a:cubicBezTo>
                  <a:cubicBezTo>
                    <a:pt x="3644" y="1977"/>
                    <a:pt x="3692" y="1953"/>
                    <a:pt x="3740" y="1905"/>
                  </a:cubicBezTo>
                  <a:cubicBezTo>
                    <a:pt x="3811" y="1834"/>
                    <a:pt x="3811" y="1715"/>
                    <a:pt x="3763" y="1644"/>
                  </a:cubicBezTo>
                  <a:cubicBezTo>
                    <a:pt x="3644" y="1453"/>
                    <a:pt x="3478" y="1286"/>
                    <a:pt x="3287" y="1167"/>
                  </a:cubicBezTo>
                  <a:cubicBezTo>
                    <a:pt x="3307" y="763"/>
                    <a:pt x="3653" y="445"/>
                    <a:pt x="4063" y="445"/>
                  </a:cubicBezTo>
                  <a:cubicBezTo>
                    <a:pt x="4136" y="445"/>
                    <a:pt x="4212" y="455"/>
                    <a:pt x="4287" y="477"/>
                  </a:cubicBezTo>
                  <a:cubicBezTo>
                    <a:pt x="4597" y="572"/>
                    <a:pt x="4811" y="881"/>
                    <a:pt x="4811" y="1215"/>
                  </a:cubicBezTo>
                  <a:lnTo>
                    <a:pt x="4811" y="3549"/>
                  </a:lnTo>
                  <a:lnTo>
                    <a:pt x="4216" y="3549"/>
                  </a:lnTo>
                  <a:cubicBezTo>
                    <a:pt x="4097" y="3549"/>
                    <a:pt x="4002" y="3644"/>
                    <a:pt x="4002" y="3763"/>
                  </a:cubicBezTo>
                  <a:cubicBezTo>
                    <a:pt x="4002" y="4096"/>
                    <a:pt x="3716" y="4382"/>
                    <a:pt x="3382" y="4382"/>
                  </a:cubicBezTo>
                  <a:cubicBezTo>
                    <a:pt x="3263" y="4382"/>
                    <a:pt x="3168" y="4477"/>
                    <a:pt x="3168" y="4597"/>
                  </a:cubicBezTo>
                  <a:cubicBezTo>
                    <a:pt x="3168" y="5335"/>
                    <a:pt x="3287" y="5954"/>
                    <a:pt x="3525" y="6454"/>
                  </a:cubicBezTo>
                  <a:cubicBezTo>
                    <a:pt x="3811" y="7049"/>
                    <a:pt x="4240" y="7454"/>
                    <a:pt x="4811" y="7645"/>
                  </a:cubicBezTo>
                  <a:lnTo>
                    <a:pt x="4811" y="9764"/>
                  </a:lnTo>
                  <a:cubicBezTo>
                    <a:pt x="4811" y="10193"/>
                    <a:pt x="4549" y="10598"/>
                    <a:pt x="4144" y="10741"/>
                  </a:cubicBezTo>
                  <a:cubicBezTo>
                    <a:pt x="4012" y="10793"/>
                    <a:pt x="3879" y="10817"/>
                    <a:pt x="3750" y="10817"/>
                  </a:cubicBezTo>
                  <a:cubicBezTo>
                    <a:pt x="3349" y="10817"/>
                    <a:pt x="2991" y="10583"/>
                    <a:pt x="2811" y="10241"/>
                  </a:cubicBezTo>
                  <a:cubicBezTo>
                    <a:pt x="2930" y="10241"/>
                    <a:pt x="3049" y="10217"/>
                    <a:pt x="3168" y="10193"/>
                  </a:cubicBezTo>
                  <a:cubicBezTo>
                    <a:pt x="3263" y="10169"/>
                    <a:pt x="3335" y="10074"/>
                    <a:pt x="3335" y="9979"/>
                  </a:cubicBezTo>
                  <a:cubicBezTo>
                    <a:pt x="3335" y="9858"/>
                    <a:pt x="3232" y="9754"/>
                    <a:pt x="3114" y="9754"/>
                  </a:cubicBezTo>
                  <a:cubicBezTo>
                    <a:pt x="3093" y="9754"/>
                    <a:pt x="3071" y="9757"/>
                    <a:pt x="3049" y="9764"/>
                  </a:cubicBezTo>
                  <a:cubicBezTo>
                    <a:pt x="2951" y="9792"/>
                    <a:pt x="2846" y="9804"/>
                    <a:pt x="2741" y="9804"/>
                  </a:cubicBezTo>
                  <a:cubicBezTo>
                    <a:pt x="2667" y="9804"/>
                    <a:pt x="2594" y="9798"/>
                    <a:pt x="2525" y="9788"/>
                  </a:cubicBezTo>
                  <a:cubicBezTo>
                    <a:pt x="1930" y="9693"/>
                    <a:pt x="1477" y="9169"/>
                    <a:pt x="1477" y="8574"/>
                  </a:cubicBezTo>
                  <a:lnTo>
                    <a:pt x="1477" y="8574"/>
                  </a:lnTo>
                  <a:cubicBezTo>
                    <a:pt x="1620" y="8597"/>
                    <a:pt x="1763" y="8621"/>
                    <a:pt x="1930" y="8621"/>
                  </a:cubicBezTo>
                  <a:cubicBezTo>
                    <a:pt x="2096" y="8621"/>
                    <a:pt x="2263" y="8597"/>
                    <a:pt x="2430" y="8550"/>
                  </a:cubicBezTo>
                  <a:cubicBezTo>
                    <a:pt x="2549" y="8526"/>
                    <a:pt x="2620" y="8407"/>
                    <a:pt x="2573" y="8288"/>
                  </a:cubicBezTo>
                  <a:cubicBezTo>
                    <a:pt x="2552" y="8184"/>
                    <a:pt x="2459" y="8116"/>
                    <a:pt x="2357" y="8116"/>
                  </a:cubicBezTo>
                  <a:cubicBezTo>
                    <a:pt x="2342" y="8116"/>
                    <a:pt x="2326" y="8118"/>
                    <a:pt x="2311" y="8121"/>
                  </a:cubicBezTo>
                  <a:cubicBezTo>
                    <a:pt x="2192" y="8169"/>
                    <a:pt x="2049" y="8169"/>
                    <a:pt x="1930" y="8169"/>
                  </a:cubicBezTo>
                  <a:cubicBezTo>
                    <a:pt x="1739" y="8169"/>
                    <a:pt x="1549" y="8145"/>
                    <a:pt x="1358" y="8073"/>
                  </a:cubicBezTo>
                  <a:cubicBezTo>
                    <a:pt x="787" y="7835"/>
                    <a:pt x="429" y="7288"/>
                    <a:pt x="429" y="6692"/>
                  </a:cubicBezTo>
                  <a:cubicBezTo>
                    <a:pt x="429" y="6097"/>
                    <a:pt x="763" y="5597"/>
                    <a:pt x="1263" y="5335"/>
                  </a:cubicBezTo>
                  <a:lnTo>
                    <a:pt x="1287" y="5335"/>
                  </a:lnTo>
                  <a:cubicBezTo>
                    <a:pt x="1311" y="5263"/>
                    <a:pt x="1382" y="5240"/>
                    <a:pt x="1430" y="5240"/>
                  </a:cubicBezTo>
                  <a:cubicBezTo>
                    <a:pt x="1444" y="5241"/>
                    <a:pt x="1457" y="5242"/>
                    <a:pt x="1471" y="5242"/>
                  </a:cubicBezTo>
                  <a:cubicBezTo>
                    <a:pt x="1637" y="5242"/>
                    <a:pt x="1736" y="5110"/>
                    <a:pt x="1692" y="4978"/>
                  </a:cubicBezTo>
                  <a:cubicBezTo>
                    <a:pt x="1671" y="4874"/>
                    <a:pt x="1578" y="4806"/>
                    <a:pt x="1476" y="4806"/>
                  </a:cubicBezTo>
                  <a:cubicBezTo>
                    <a:pt x="1460" y="4806"/>
                    <a:pt x="1445" y="4808"/>
                    <a:pt x="1430" y="4811"/>
                  </a:cubicBezTo>
                  <a:cubicBezTo>
                    <a:pt x="1358" y="4835"/>
                    <a:pt x="1287" y="4858"/>
                    <a:pt x="1215" y="4882"/>
                  </a:cubicBezTo>
                  <a:cubicBezTo>
                    <a:pt x="1025" y="4644"/>
                    <a:pt x="906" y="4358"/>
                    <a:pt x="906" y="4025"/>
                  </a:cubicBezTo>
                  <a:cubicBezTo>
                    <a:pt x="906" y="3620"/>
                    <a:pt x="1096" y="3239"/>
                    <a:pt x="1430" y="3001"/>
                  </a:cubicBezTo>
                  <a:cubicBezTo>
                    <a:pt x="1549" y="3215"/>
                    <a:pt x="1715" y="3382"/>
                    <a:pt x="1930" y="3501"/>
                  </a:cubicBezTo>
                  <a:cubicBezTo>
                    <a:pt x="1954" y="3501"/>
                    <a:pt x="2001" y="3525"/>
                    <a:pt x="2025" y="3525"/>
                  </a:cubicBezTo>
                  <a:cubicBezTo>
                    <a:pt x="2144" y="3525"/>
                    <a:pt x="2215" y="3453"/>
                    <a:pt x="2263" y="3334"/>
                  </a:cubicBezTo>
                  <a:cubicBezTo>
                    <a:pt x="2263" y="3239"/>
                    <a:pt x="2215" y="3168"/>
                    <a:pt x="2144" y="3120"/>
                  </a:cubicBezTo>
                  <a:cubicBezTo>
                    <a:pt x="1954" y="3001"/>
                    <a:pt x="1811" y="2834"/>
                    <a:pt x="1739" y="2620"/>
                  </a:cubicBezTo>
                  <a:cubicBezTo>
                    <a:pt x="1715" y="2548"/>
                    <a:pt x="1715" y="2501"/>
                    <a:pt x="1692" y="2429"/>
                  </a:cubicBezTo>
                  <a:cubicBezTo>
                    <a:pt x="1692" y="2334"/>
                    <a:pt x="1620" y="2263"/>
                    <a:pt x="1525" y="2239"/>
                  </a:cubicBezTo>
                  <a:cubicBezTo>
                    <a:pt x="1510" y="2237"/>
                    <a:pt x="1496" y="2236"/>
                    <a:pt x="1483" y="2236"/>
                  </a:cubicBezTo>
                  <a:cubicBezTo>
                    <a:pt x="1339" y="2236"/>
                    <a:pt x="1241" y="2347"/>
                    <a:pt x="1263" y="2477"/>
                  </a:cubicBezTo>
                  <a:cubicBezTo>
                    <a:pt x="1263" y="2525"/>
                    <a:pt x="1263" y="2548"/>
                    <a:pt x="1287" y="2596"/>
                  </a:cubicBezTo>
                  <a:cubicBezTo>
                    <a:pt x="763" y="2882"/>
                    <a:pt x="453" y="3453"/>
                    <a:pt x="453" y="4025"/>
                  </a:cubicBezTo>
                  <a:cubicBezTo>
                    <a:pt x="453" y="4430"/>
                    <a:pt x="596" y="4787"/>
                    <a:pt x="834" y="5097"/>
                  </a:cubicBezTo>
                  <a:cubicBezTo>
                    <a:pt x="310" y="5454"/>
                    <a:pt x="1" y="6025"/>
                    <a:pt x="1" y="6692"/>
                  </a:cubicBezTo>
                  <a:cubicBezTo>
                    <a:pt x="1" y="7407"/>
                    <a:pt x="406" y="8073"/>
                    <a:pt x="1049" y="8407"/>
                  </a:cubicBezTo>
                  <a:cubicBezTo>
                    <a:pt x="1049" y="8454"/>
                    <a:pt x="1049" y="8502"/>
                    <a:pt x="1049" y="8550"/>
                  </a:cubicBezTo>
                  <a:cubicBezTo>
                    <a:pt x="1049" y="8955"/>
                    <a:pt x="1191" y="9336"/>
                    <a:pt x="1453" y="9645"/>
                  </a:cubicBezTo>
                  <a:cubicBezTo>
                    <a:pt x="1668" y="9907"/>
                    <a:pt x="1977" y="10098"/>
                    <a:pt x="2311" y="10193"/>
                  </a:cubicBezTo>
                  <a:cubicBezTo>
                    <a:pt x="2501" y="10812"/>
                    <a:pt x="3097" y="11265"/>
                    <a:pt x="3763" y="11265"/>
                  </a:cubicBezTo>
                  <a:cubicBezTo>
                    <a:pt x="4311" y="11265"/>
                    <a:pt x="4787" y="10955"/>
                    <a:pt x="5049" y="10526"/>
                  </a:cubicBezTo>
                  <a:cubicBezTo>
                    <a:pt x="5311" y="10979"/>
                    <a:pt x="5788" y="11265"/>
                    <a:pt x="6335" y="11265"/>
                  </a:cubicBezTo>
                  <a:cubicBezTo>
                    <a:pt x="7002" y="11265"/>
                    <a:pt x="7598" y="10812"/>
                    <a:pt x="7788" y="10193"/>
                  </a:cubicBezTo>
                  <a:cubicBezTo>
                    <a:pt x="8121" y="10098"/>
                    <a:pt x="8431" y="9907"/>
                    <a:pt x="8645" y="9645"/>
                  </a:cubicBezTo>
                  <a:cubicBezTo>
                    <a:pt x="8907" y="9336"/>
                    <a:pt x="9074" y="8955"/>
                    <a:pt x="9074" y="8550"/>
                  </a:cubicBezTo>
                  <a:cubicBezTo>
                    <a:pt x="9074" y="8502"/>
                    <a:pt x="9050" y="8454"/>
                    <a:pt x="9050" y="8407"/>
                  </a:cubicBezTo>
                  <a:cubicBezTo>
                    <a:pt x="9693" y="8073"/>
                    <a:pt x="10098" y="7430"/>
                    <a:pt x="10098" y="6692"/>
                  </a:cubicBezTo>
                  <a:cubicBezTo>
                    <a:pt x="10098" y="6049"/>
                    <a:pt x="9788" y="5454"/>
                    <a:pt x="9265" y="5097"/>
                  </a:cubicBezTo>
                  <a:cubicBezTo>
                    <a:pt x="9503" y="4787"/>
                    <a:pt x="9622" y="4430"/>
                    <a:pt x="9622" y="4025"/>
                  </a:cubicBezTo>
                  <a:cubicBezTo>
                    <a:pt x="9622" y="3430"/>
                    <a:pt x="9312" y="2882"/>
                    <a:pt x="8812" y="2596"/>
                  </a:cubicBezTo>
                  <a:cubicBezTo>
                    <a:pt x="8836" y="2501"/>
                    <a:pt x="8836" y="2406"/>
                    <a:pt x="8836" y="2310"/>
                  </a:cubicBezTo>
                  <a:cubicBezTo>
                    <a:pt x="8836" y="1572"/>
                    <a:pt x="8241" y="977"/>
                    <a:pt x="7478" y="977"/>
                  </a:cubicBezTo>
                  <a:cubicBezTo>
                    <a:pt x="7383" y="977"/>
                    <a:pt x="7312" y="977"/>
                    <a:pt x="7217" y="1001"/>
                  </a:cubicBezTo>
                  <a:cubicBezTo>
                    <a:pt x="7121" y="429"/>
                    <a:pt x="6621" y="0"/>
                    <a:pt x="6026" y="0"/>
                  </a:cubicBezTo>
                  <a:cubicBezTo>
                    <a:pt x="5621" y="0"/>
                    <a:pt x="5264" y="215"/>
                    <a:pt x="5049" y="524"/>
                  </a:cubicBezTo>
                  <a:cubicBezTo>
                    <a:pt x="4835" y="215"/>
                    <a:pt x="4454" y="0"/>
                    <a:pt x="40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53" name="Google Shape;4353;p59"/>
            <p:cNvSpPr/>
            <p:nvPr/>
          </p:nvSpPr>
          <p:spPr>
            <a:xfrm>
              <a:off x="4045805" y="2794350"/>
              <a:ext cx="40315" cy="58391"/>
            </a:xfrm>
            <a:custGeom>
              <a:rect b="b" l="l" r="r" t="t"/>
              <a:pathLst>
                <a:path extrusionOk="0" h="1763" w="1144">
                  <a:moveTo>
                    <a:pt x="792" y="1"/>
                  </a:moveTo>
                  <a:cubicBezTo>
                    <a:pt x="756" y="1"/>
                    <a:pt x="721" y="9"/>
                    <a:pt x="691" y="24"/>
                  </a:cubicBezTo>
                  <a:cubicBezTo>
                    <a:pt x="596" y="95"/>
                    <a:pt x="548" y="238"/>
                    <a:pt x="619" y="333"/>
                  </a:cubicBezTo>
                  <a:cubicBezTo>
                    <a:pt x="667" y="429"/>
                    <a:pt x="691" y="548"/>
                    <a:pt x="691" y="667"/>
                  </a:cubicBezTo>
                  <a:cubicBezTo>
                    <a:pt x="691" y="976"/>
                    <a:pt x="500" y="1262"/>
                    <a:pt x="191" y="1334"/>
                  </a:cubicBezTo>
                  <a:cubicBezTo>
                    <a:pt x="72" y="1357"/>
                    <a:pt x="0" y="1476"/>
                    <a:pt x="48" y="1595"/>
                  </a:cubicBezTo>
                  <a:cubicBezTo>
                    <a:pt x="72" y="1691"/>
                    <a:pt x="167" y="1762"/>
                    <a:pt x="262" y="1762"/>
                  </a:cubicBezTo>
                  <a:lnTo>
                    <a:pt x="310" y="1762"/>
                  </a:lnTo>
                  <a:cubicBezTo>
                    <a:pt x="810" y="1619"/>
                    <a:pt x="1143" y="1167"/>
                    <a:pt x="1143" y="667"/>
                  </a:cubicBezTo>
                  <a:cubicBezTo>
                    <a:pt x="1143" y="476"/>
                    <a:pt x="1096" y="286"/>
                    <a:pt x="1000" y="119"/>
                  </a:cubicBezTo>
                  <a:cubicBezTo>
                    <a:pt x="952" y="38"/>
                    <a:pt x="869" y="1"/>
                    <a:pt x="7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54" name="Google Shape;4354;p59"/>
            <p:cNvSpPr/>
            <p:nvPr/>
          </p:nvSpPr>
          <p:spPr>
            <a:xfrm>
              <a:off x="4074313" y="2888973"/>
              <a:ext cx="47045" cy="52098"/>
            </a:xfrm>
            <a:custGeom>
              <a:rect b="b" l="l" r="r" t="t"/>
              <a:pathLst>
                <a:path extrusionOk="0" h="1573" w="1335">
                  <a:moveTo>
                    <a:pt x="215" y="1"/>
                  </a:moveTo>
                  <a:cubicBezTo>
                    <a:pt x="96" y="1"/>
                    <a:pt x="1" y="96"/>
                    <a:pt x="1" y="215"/>
                  </a:cubicBezTo>
                  <a:cubicBezTo>
                    <a:pt x="1" y="334"/>
                    <a:pt x="96" y="429"/>
                    <a:pt x="215" y="429"/>
                  </a:cubicBezTo>
                  <a:cubicBezTo>
                    <a:pt x="596" y="429"/>
                    <a:pt x="882" y="739"/>
                    <a:pt x="882" y="1120"/>
                  </a:cubicBezTo>
                  <a:cubicBezTo>
                    <a:pt x="882" y="1168"/>
                    <a:pt x="882" y="1239"/>
                    <a:pt x="858" y="1287"/>
                  </a:cubicBezTo>
                  <a:cubicBezTo>
                    <a:pt x="834" y="1406"/>
                    <a:pt x="906" y="1525"/>
                    <a:pt x="1025" y="1572"/>
                  </a:cubicBezTo>
                  <a:lnTo>
                    <a:pt x="1073" y="1572"/>
                  </a:lnTo>
                  <a:cubicBezTo>
                    <a:pt x="1192" y="1572"/>
                    <a:pt x="1263" y="1501"/>
                    <a:pt x="1287" y="1406"/>
                  </a:cubicBezTo>
                  <a:cubicBezTo>
                    <a:pt x="1311" y="1310"/>
                    <a:pt x="1335" y="1215"/>
                    <a:pt x="1335" y="1120"/>
                  </a:cubicBezTo>
                  <a:cubicBezTo>
                    <a:pt x="1335" y="501"/>
                    <a:pt x="834" y="1"/>
                    <a:pt x="2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55" name="Google Shape;4355;p59"/>
            <p:cNvSpPr/>
            <p:nvPr/>
          </p:nvSpPr>
          <p:spPr>
            <a:xfrm>
              <a:off x="4081044" y="2735960"/>
              <a:ext cx="62128" cy="23714"/>
            </a:xfrm>
            <a:custGeom>
              <a:rect b="b" l="l" r="r" t="t"/>
              <a:pathLst>
                <a:path extrusionOk="0" h="716" w="1763">
                  <a:moveTo>
                    <a:pt x="250" y="1"/>
                  </a:moveTo>
                  <a:cubicBezTo>
                    <a:pt x="197" y="1"/>
                    <a:pt x="143" y="24"/>
                    <a:pt x="96" y="72"/>
                  </a:cubicBezTo>
                  <a:cubicBezTo>
                    <a:pt x="0" y="167"/>
                    <a:pt x="0" y="310"/>
                    <a:pt x="96" y="382"/>
                  </a:cubicBezTo>
                  <a:cubicBezTo>
                    <a:pt x="310" y="596"/>
                    <a:pt x="596" y="715"/>
                    <a:pt x="882" y="715"/>
                  </a:cubicBezTo>
                  <a:cubicBezTo>
                    <a:pt x="1191" y="715"/>
                    <a:pt x="1453" y="596"/>
                    <a:pt x="1667" y="382"/>
                  </a:cubicBezTo>
                  <a:cubicBezTo>
                    <a:pt x="1763" y="286"/>
                    <a:pt x="1763" y="167"/>
                    <a:pt x="1667" y="72"/>
                  </a:cubicBezTo>
                  <a:cubicBezTo>
                    <a:pt x="1632" y="24"/>
                    <a:pt x="1578" y="1"/>
                    <a:pt x="1522" y="1"/>
                  </a:cubicBezTo>
                  <a:cubicBezTo>
                    <a:pt x="1465" y="1"/>
                    <a:pt x="1405" y="24"/>
                    <a:pt x="1358" y="72"/>
                  </a:cubicBezTo>
                  <a:cubicBezTo>
                    <a:pt x="1239" y="191"/>
                    <a:pt x="1072" y="286"/>
                    <a:pt x="882" y="286"/>
                  </a:cubicBezTo>
                  <a:cubicBezTo>
                    <a:pt x="715" y="286"/>
                    <a:pt x="524" y="191"/>
                    <a:pt x="405" y="72"/>
                  </a:cubicBezTo>
                  <a:cubicBezTo>
                    <a:pt x="358" y="24"/>
                    <a:pt x="304" y="1"/>
                    <a:pt x="2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56" name="Google Shape;4356;p59"/>
            <p:cNvSpPr/>
            <p:nvPr/>
          </p:nvSpPr>
          <p:spPr>
            <a:xfrm>
              <a:off x="4238809" y="2794781"/>
              <a:ext cx="39469" cy="57960"/>
            </a:xfrm>
            <a:custGeom>
              <a:rect b="b" l="l" r="r" t="t"/>
              <a:pathLst>
                <a:path extrusionOk="0" h="1750" w="1120">
                  <a:moveTo>
                    <a:pt x="323" y="0"/>
                  </a:moveTo>
                  <a:cubicBezTo>
                    <a:pt x="249" y="0"/>
                    <a:pt x="175" y="42"/>
                    <a:pt x="143" y="106"/>
                  </a:cubicBezTo>
                  <a:cubicBezTo>
                    <a:pt x="48" y="273"/>
                    <a:pt x="1" y="463"/>
                    <a:pt x="1" y="654"/>
                  </a:cubicBezTo>
                  <a:cubicBezTo>
                    <a:pt x="1" y="1178"/>
                    <a:pt x="334" y="1606"/>
                    <a:pt x="810" y="1749"/>
                  </a:cubicBezTo>
                  <a:lnTo>
                    <a:pt x="882" y="1749"/>
                  </a:lnTo>
                  <a:cubicBezTo>
                    <a:pt x="977" y="1749"/>
                    <a:pt x="1072" y="1678"/>
                    <a:pt x="1096" y="1582"/>
                  </a:cubicBezTo>
                  <a:cubicBezTo>
                    <a:pt x="1120" y="1463"/>
                    <a:pt x="1048" y="1344"/>
                    <a:pt x="929" y="1321"/>
                  </a:cubicBezTo>
                  <a:cubicBezTo>
                    <a:pt x="644" y="1249"/>
                    <a:pt x="429" y="963"/>
                    <a:pt x="429" y="654"/>
                  </a:cubicBezTo>
                  <a:cubicBezTo>
                    <a:pt x="429" y="535"/>
                    <a:pt x="453" y="439"/>
                    <a:pt x="524" y="320"/>
                  </a:cubicBezTo>
                  <a:cubicBezTo>
                    <a:pt x="572" y="225"/>
                    <a:pt x="548" y="82"/>
                    <a:pt x="429" y="35"/>
                  </a:cubicBezTo>
                  <a:cubicBezTo>
                    <a:pt x="397" y="11"/>
                    <a:pt x="360" y="0"/>
                    <a:pt x="3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57" name="Google Shape;4357;p59"/>
            <p:cNvSpPr/>
            <p:nvPr/>
          </p:nvSpPr>
          <p:spPr>
            <a:xfrm>
              <a:off x="4202725" y="2888973"/>
              <a:ext cx="47856" cy="52098"/>
            </a:xfrm>
            <a:custGeom>
              <a:rect b="b" l="l" r="r" t="t"/>
              <a:pathLst>
                <a:path extrusionOk="0" h="1573" w="1358">
                  <a:moveTo>
                    <a:pt x="1120" y="1"/>
                  </a:moveTo>
                  <a:cubicBezTo>
                    <a:pt x="524" y="1"/>
                    <a:pt x="1" y="501"/>
                    <a:pt x="1" y="1120"/>
                  </a:cubicBezTo>
                  <a:cubicBezTo>
                    <a:pt x="1" y="1215"/>
                    <a:pt x="24" y="1310"/>
                    <a:pt x="48" y="1406"/>
                  </a:cubicBezTo>
                  <a:cubicBezTo>
                    <a:pt x="72" y="1501"/>
                    <a:pt x="167" y="1572"/>
                    <a:pt x="262" y="1572"/>
                  </a:cubicBezTo>
                  <a:cubicBezTo>
                    <a:pt x="286" y="1572"/>
                    <a:pt x="310" y="1572"/>
                    <a:pt x="310" y="1549"/>
                  </a:cubicBezTo>
                  <a:cubicBezTo>
                    <a:pt x="429" y="1525"/>
                    <a:pt x="501" y="1406"/>
                    <a:pt x="477" y="1287"/>
                  </a:cubicBezTo>
                  <a:cubicBezTo>
                    <a:pt x="453" y="1239"/>
                    <a:pt x="453" y="1168"/>
                    <a:pt x="453" y="1120"/>
                  </a:cubicBezTo>
                  <a:cubicBezTo>
                    <a:pt x="453" y="739"/>
                    <a:pt x="763" y="429"/>
                    <a:pt x="1120" y="429"/>
                  </a:cubicBezTo>
                  <a:cubicBezTo>
                    <a:pt x="1239" y="429"/>
                    <a:pt x="1358" y="334"/>
                    <a:pt x="1358" y="215"/>
                  </a:cubicBezTo>
                  <a:cubicBezTo>
                    <a:pt x="1358" y="96"/>
                    <a:pt x="1263" y="1"/>
                    <a:pt x="11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58" name="Google Shape;4358;p59"/>
            <p:cNvSpPr/>
            <p:nvPr/>
          </p:nvSpPr>
          <p:spPr>
            <a:xfrm>
              <a:off x="4180912" y="2736556"/>
              <a:ext cx="62128" cy="23118"/>
            </a:xfrm>
            <a:custGeom>
              <a:rect b="b" l="l" r="r" t="t"/>
              <a:pathLst>
                <a:path extrusionOk="0" h="698" w="1763">
                  <a:moveTo>
                    <a:pt x="250" y="1"/>
                  </a:moveTo>
                  <a:cubicBezTo>
                    <a:pt x="197" y="1"/>
                    <a:pt x="143" y="18"/>
                    <a:pt x="96" y="54"/>
                  </a:cubicBezTo>
                  <a:cubicBezTo>
                    <a:pt x="0" y="149"/>
                    <a:pt x="0" y="292"/>
                    <a:pt x="96" y="364"/>
                  </a:cubicBezTo>
                  <a:cubicBezTo>
                    <a:pt x="310" y="578"/>
                    <a:pt x="596" y="697"/>
                    <a:pt x="881" y="697"/>
                  </a:cubicBezTo>
                  <a:cubicBezTo>
                    <a:pt x="1191" y="697"/>
                    <a:pt x="1477" y="578"/>
                    <a:pt x="1691" y="364"/>
                  </a:cubicBezTo>
                  <a:cubicBezTo>
                    <a:pt x="1763" y="292"/>
                    <a:pt x="1763" y="149"/>
                    <a:pt x="1667" y="54"/>
                  </a:cubicBezTo>
                  <a:cubicBezTo>
                    <a:pt x="1632" y="18"/>
                    <a:pt x="1578" y="1"/>
                    <a:pt x="1521" y="1"/>
                  </a:cubicBezTo>
                  <a:cubicBezTo>
                    <a:pt x="1465" y="1"/>
                    <a:pt x="1405" y="18"/>
                    <a:pt x="1358" y="54"/>
                  </a:cubicBezTo>
                  <a:cubicBezTo>
                    <a:pt x="1239" y="197"/>
                    <a:pt x="1072" y="268"/>
                    <a:pt x="881" y="268"/>
                  </a:cubicBezTo>
                  <a:cubicBezTo>
                    <a:pt x="715" y="268"/>
                    <a:pt x="524" y="197"/>
                    <a:pt x="405" y="54"/>
                  </a:cubicBezTo>
                  <a:cubicBezTo>
                    <a:pt x="358" y="18"/>
                    <a:pt x="304" y="1"/>
                    <a:pt x="2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59" name="Google Shape;4359;p59"/>
            <p:cNvSpPr/>
            <p:nvPr/>
          </p:nvSpPr>
          <p:spPr>
            <a:xfrm>
              <a:off x="4038229" y="2694958"/>
              <a:ext cx="19347" cy="15003"/>
            </a:xfrm>
            <a:custGeom>
              <a:rect b="b" l="l" r="r" t="t"/>
              <a:pathLst>
                <a:path extrusionOk="0" h="453" w="549">
                  <a:moveTo>
                    <a:pt x="263" y="0"/>
                  </a:moveTo>
                  <a:cubicBezTo>
                    <a:pt x="191" y="0"/>
                    <a:pt x="96" y="48"/>
                    <a:pt x="72" y="119"/>
                  </a:cubicBezTo>
                  <a:cubicBezTo>
                    <a:pt x="1" y="286"/>
                    <a:pt x="120" y="453"/>
                    <a:pt x="263" y="453"/>
                  </a:cubicBezTo>
                  <a:cubicBezTo>
                    <a:pt x="430" y="453"/>
                    <a:pt x="549" y="286"/>
                    <a:pt x="453" y="96"/>
                  </a:cubicBezTo>
                  <a:cubicBezTo>
                    <a:pt x="430" y="48"/>
                    <a:pt x="358" y="0"/>
                    <a:pt x="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60" name="Google Shape;4360;p59"/>
            <p:cNvSpPr/>
            <p:nvPr/>
          </p:nvSpPr>
          <p:spPr>
            <a:xfrm>
              <a:off x="4134748" y="2819554"/>
              <a:ext cx="54587" cy="37922"/>
            </a:xfrm>
            <a:custGeom>
              <a:rect b="b" l="l" r="r" t="t"/>
              <a:pathLst>
                <a:path extrusionOk="0" h="1145" w="1549">
                  <a:moveTo>
                    <a:pt x="1307" y="1"/>
                  </a:moveTo>
                  <a:cubicBezTo>
                    <a:pt x="1251" y="1"/>
                    <a:pt x="1191" y="25"/>
                    <a:pt x="1144" y="72"/>
                  </a:cubicBezTo>
                  <a:lnTo>
                    <a:pt x="596" y="620"/>
                  </a:lnTo>
                  <a:lnTo>
                    <a:pt x="405" y="430"/>
                  </a:lnTo>
                  <a:cubicBezTo>
                    <a:pt x="358" y="382"/>
                    <a:pt x="304" y="358"/>
                    <a:pt x="251" y="358"/>
                  </a:cubicBezTo>
                  <a:cubicBezTo>
                    <a:pt x="197" y="358"/>
                    <a:pt x="143" y="382"/>
                    <a:pt x="96" y="430"/>
                  </a:cubicBezTo>
                  <a:cubicBezTo>
                    <a:pt x="1" y="501"/>
                    <a:pt x="1" y="644"/>
                    <a:pt x="96" y="739"/>
                  </a:cubicBezTo>
                  <a:lnTo>
                    <a:pt x="453" y="1073"/>
                  </a:lnTo>
                  <a:cubicBezTo>
                    <a:pt x="477" y="1120"/>
                    <a:pt x="548" y="1144"/>
                    <a:pt x="596" y="1144"/>
                  </a:cubicBezTo>
                  <a:cubicBezTo>
                    <a:pt x="667" y="1144"/>
                    <a:pt x="715" y="1120"/>
                    <a:pt x="763" y="1073"/>
                  </a:cubicBezTo>
                  <a:lnTo>
                    <a:pt x="1453" y="382"/>
                  </a:lnTo>
                  <a:cubicBezTo>
                    <a:pt x="1548" y="287"/>
                    <a:pt x="1548" y="168"/>
                    <a:pt x="1453" y="72"/>
                  </a:cubicBezTo>
                  <a:cubicBezTo>
                    <a:pt x="1417" y="25"/>
                    <a:pt x="1364" y="1"/>
                    <a:pt x="13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361" name="Google Shape;4361;p59"/>
          <p:cNvGrpSpPr/>
          <p:nvPr/>
        </p:nvGrpSpPr>
        <p:grpSpPr>
          <a:xfrm>
            <a:off x="4789988" y="2652256"/>
            <a:ext cx="359213" cy="373073"/>
            <a:chOff x="4801036" y="2355810"/>
            <a:chExt cx="377127" cy="416749"/>
          </a:xfrm>
        </p:grpSpPr>
        <p:sp>
          <p:nvSpPr>
            <p:cNvPr id="4362" name="Google Shape;4362;p59"/>
            <p:cNvSpPr/>
            <p:nvPr/>
          </p:nvSpPr>
          <p:spPr>
            <a:xfrm>
              <a:off x="4867109" y="2564610"/>
              <a:ext cx="19755" cy="15649"/>
            </a:xfrm>
            <a:custGeom>
              <a:rect b="b" l="l" r="r" t="t"/>
              <a:pathLst>
                <a:path extrusionOk="0" h="423" w="534">
                  <a:moveTo>
                    <a:pt x="263" y="0"/>
                  </a:moveTo>
                  <a:cubicBezTo>
                    <a:pt x="120" y="0"/>
                    <a:pt x="1" y="143"/>
                    <a:pt x="48" y="286"/>
                  </a:cubicBezTo>
                  <a:cubicBezTo>
                    <a:pt x="72" y="358"/>
                    <a:pt x="120" y="405"/>
                    <a:pt x="167" y="405"/>
                  </a:cubicBezTo>
                  <a:cubicBezTo>
                    <a:pt x="198" y="417"/>
                    <a:pt x="229" y="422"/>
                    <a:pt x="259" y="422"/>
                  </a:cubicBezTo>
                  <a:cubicBezTo>
                    <a:pt x="412" y="422"/>
                    <a:pt x="533" y="279"/>
                    <a:pt x="453" y="119"/>
                  </a:cubicBezTo>
                  <a:cubicBezTo>
                    <a:pt x="429" y="48"/>
                    <a:pt x="358" y="0"/>
                    <a:pt x="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63" name="Google Shape;4363;p59"/>
            <p:cNvSpPr/>
            <p:nvPr/>
          </p:nvSpPr>
          <p:spPr>
            <a:xfrm>
              <a:off x="4801036" y="2355810"/>
              <a:ext cx="377127" cy="416749"/>
            </a:xfrm>
            <a:custGeom>
              <a:rect b="b" l="l" r="r" t="t"/>
              <a:pathLst>
                <a:path extrusionOk="0" h="11265" w="10194">
                  <a:moveTo>
                    <a:pt x="4657" y="450"/>
                  </a:moveTo>
                  <a:cubicBezTo>
                    <a:pt x="4783" y="450"/>
                    <a:pt x="4883" y="558"/>
                    <a:pt x="4883" y="667"/>
                  </a:cubicBezTo>
                  <a:lnTo>
                    <a:pt x="4883" y="881"/>
                  </a:lnTo>
                  <a:cubicBezTo>
                    <a:pt x="4883" y="1001"/>
                    <a:pt x="4978" y="1120"/>
                    <a:pt x="5097" y="1120"/>
                  </a:cubicBezTo>
                  <a:lnTo>
                    <a:pt x="5764" y="1120"/>
                  </a:lnTo>
                  <a:lnTo>
                    <a:pt x="5764" y="1763"/>
                  </a:lnTo>
                  <a:cubicBezTo>
                    <a:pt x="5764" y="1882"/>
                    <a:pt x="5859" y="2001"/>
                    <a:pt x="5978" y="2001"/>
                  </a:cubicBezTo>
                  <a:lnTo>
                    <a:pt x="6192" y="2001"/>
                  </a:lnTo>
                  <a:cubicBezTo>
                    <a:pt x="6311" y="2001"/>
                    <a:pt x="6407" y="2072"/>
                    <a:pt x="6407" y="2167"/>
                  </a:cubicBezTo>
                  <a:cubicBezTo>
                    <a:pt x="6431" y="2310"/>
                    <a:pt x="6335" y="2429"/>
                    <a:pt x="6192" y="2429"/>
                  </a:cubicBezTo>
                  <a:lnTo>
                    <a:pt x="5978" y="2429"/>
                  </a:lnTo>
                  <a:cubicBezTo>
                    <a:pt x="5859" y="2429"/>
                    <a:pt x="5764" y="2525"/>
                    <a:pt x="5764" y="2644"/>
                  </a:cubicBezTo>
                  <a:lnTo>
                    <a:pt x="5764" y="3311"/>
                  </a:lnTo>
                  <a:lnTo>
                    <a:pt x="5311" y="3311"/>
                  </a:lnTo>
                  <a:cubicBezTo>
                    <a:pt x="5311" y="2953"/>
                    <a:pt x="5026" y="2644"/>
                    <a:pt x="4668" y="2644"/>
                  </a:cubicBezTo>
                  <a:cubicBezTo>
                    <a:pt x="4287" y="2644"/>
                    <a:pt x="4001" y="2930"/>
                    <a:pt x="4001" y="3311"/>
                  </a:cubicBezTo>
                  <a:lnTo>
                    <a:pt x="3787" y="3311"/>
                  </a:lnTo>
                  <a:cubicBezTo>
                    <a:pt x="3644" y="3311"/>
                    <a:pt x="3549" y="3215"/>
                    <a:pt x="3549" y="3096"/>
                  </a:cubicBezTo>
                  <a:lnTo>
                    <a:pt x="3549" y="1096"/>
                  </a:lnTo>
                  <a:lnTo>
                    <a:pt x="4216" y="1096"/>
                  </a:lnTo>
                  <a:cubicBezTo>
                    <a:pt x="4335" y="1096"/>
                    <a:pt x="4430" y="1001"/>
                    <a:pt x="4430" y="881"/>
                  </a:cubicBezTo>
                  <a:lnTo>
                    <a:pt x="4430" y="667"/>
                  </a:lnTo>
                  <a:cubicBezTo>
                    <a:pt x="4430" y="572"/>
                    <a:pt x="4525" y="477"/>
                    <a:pt x="4621" y="453"/>
                  </a:cubicBezTo>
                  <a:cubicBezTo>
                    <a:pt x="4633" y="451"/>
                    <a:pt x="4645" y="450"/>
                    <a:pt x="4657" y="450"/>
                  </a:cubicBezTo>
                  <a:close/>
                  <a:moveTo>
                    <a:pt x="8676" y="2855"/>
                  </a:moveTo>
                  <a:cubicBezTo>
                    <a:pt x="8784" y="2855"/>
                    <a:pt x="8883" y="2964"/>
                    <a:pt x="8883" y="3072"/>
                  </a:cubicBezTo>
                  <a:lnTo>
                    <a:pt x="8883" y="3311"/>
                  </a:lnTo>
                  <a:cubicBezTo>
                    <a:pt x="8883" y="3430"/>
                    <a:pt x="8979" y="3525"/>
                    <a:pt x="9098" y="3525"/>
                  </a:cubicBezTo>
                  <a:lnTo>
                    <a:pt x="9765" y="3525"/>
                  </a:lnTo>
                  <a:lnTo>
                    <a:pt x="9765" y="3954"/>
                  </a:lnTo>
                  <a:cubicBezTo>
                    <a:pt x="9407" y="3954"/>
                    <a:pt x="9098" y="4263"/>
                    <a:pt x="9098" y="4620"/>
                  </a:cubicBezTo>
                  <a:cubicBezTo>
                    <a:pt x="9098" y="5001"/>
                    <a:pt x="9407" y="5287"/>
                    <a:pt x="9765" y="5287"/>
                  </a:cubicBezTo>
                  <a:lnTo>
                    <a:pt x="9765" y="5501"/>
                  </a:lnTo>
                  <a:cubicBezTo>
                    <a:pt x="9765" y="5621"/>
                    <a:pt x="9669" y="5716"/>
                    <a:pt x="9550" y="5716"/>
                  </a:cubicBezTo>
                  <a:lnTo>
                    <a:pt x="7550" y="5716"/>
                  </a:lnTo>
                  <a:lnTo>
                    <a:pt x="7550" y="5073"/>
                  </a:lnTo>
                  <a:cubicBezTo>
                    <a:pt x="7550" y="4930"/>
                    <a:pt x="7455" y="4835"/>
                    <a:pt x="7336" y="4835"/>
                  </a:cubicBezTo>
                  <a:lnTo>
                    <a:pt x="7121" y="4835"/>
                  </a:lnTo>
                  <a:cubicBezTo>
                    <a:pt x="7026" y="4835"/>
                    <a:pt x="6931" y="4763"/>
                    <a:pt x="6907" y="4644"/>
                  </a:cubicBezTo>
                  <a:cubicBezTo>
                    <a:pt x="6883" y="4525"/>
                    <a:pt x="7002" y="4406"/>
                    <a:pt x="7121" y="4406"/>
                  </a:cubicBezTo>
                  <a:lnTo>
                    <a:pt x="7336" y="4406"/>
                  </a:lnTo>
                  <a:cubicBezTo>
                    <a:pt x="7455" y="4406"/>
                    <a:pt x="7574" y="4311"/>
                    <a:pt x="7574" y="4168"/>
                  </a:cubicBezTo>
                  <a:lnTo>
                    <a:pt x="7574" y="3525"/>
                  </a:lnTo>
                  <a:lnTo>
                    <a:pt x="8217" y="3525"/>
                  </a:lnTo>
                  <a:cubicBezTo>
                    <a:pt x="8336" y="3525"/>
                    <a:pt x="8455" y="3430"/>
                    <a:pt x="8455" y="3287"/>
                  </a:cubicBezTo>
                  <a:lnTo>
                    <a:pt x="8455" y="3096"/>
                  </a:lnTo>
                  <a:cubicBezTo>
                    <a:pt x="8455" y="2977"/>
                    <a:pt x="8526" y="2882"/>
                    <a:pt x="8645" y="2858"/>
                  </a:cubicBezTo>
                  <a:cubicBezTo>
                    <a:pt x="8656" y="2856"/>
                    <a:pt x="8666" y="2855"/>
                    <a:pt x="8676" y="2855"/>
                  </a:cubicBezTo>
                  <a:close/>
                  <a:moveTo>
                    <a:pt x="4644" y="0"/>
                  </a:moveTo>
                  <a:cubicBezTo>
                    <a:pt x="4287" y="0"/>
                    <a:pt x="4001" y="286"/>
                    <a:pt x="4001" y="667"/>
                  </a:cubicBezTo>
                  <a:lnTo>
                    <a:pt x="3335" y="667"/>
                  </a:lnTo>
                  <a:cubicBezTo>
                    <a:pt x="3216" y="667"/>
                    <a:pt x="3120" y="762"/>
                    <a:pt x="3120" y="881"/>
                  </a:cubicBezTo>
                  <a:lnTo>
                    <a:pt x="3120" y="1905"/>
                  </a:lnTo>
                  <a:cubicBezTo>
                    <a:pt x="2477" y="2191"/>
                    <a:pt x="1930" y="2644"/>
                    <a:pt x="1525" y="3215"/>
                  </a:cubicBezTo>
                  <a:cubicBezTo>
                    <a:pt x="1096" y="3858"/>
                    <a:pt x="858" y="4573"/>
                    <a:pt x="858" y="5335"/>
                  </a:cubicBezTo>
                  <a:cubicBezTo>
                    <a:pt x="858" y="5549"/>
                    <a:pt x="667" y="5978"/>
                    <a:pt x="334" y="6454"/>
                  </a:cubicBezTo>
                  <a:cubicBezTo>
                    <a:pt x="1" y="6883"/>
                    <a:pt x="48" y="7216"/>
                    <a:pt x="144" y="7383"/>
                  </a:cubicBezTo>
                  <a:cubicBezTo>
                    <a:pt x="239" y="7573"/>
                    <a:pt x="501" y="7811"/>
                    <a:pt x="1096" y="7859"/>
                  </a:cubicBezTo>
                  <a:lnTo>
                    <a:pt x="1096" y="8812"/>
                  </a:lnTo>
                  <a:cubicBezTo>
                    <a:pt x="1096" y="9455"/>
                    <a:pt x="1620" y="10002"/>
                    <a:pt x="2287" y="10002"/>
                  </a:cubicBezTo>
                  <a:cubicBezTo>
                    <a:pt x="2858" y="10002"/>
                    <a:pt x="3168" y="10002"/>
                    <a:pt x="3311" y="10121"/>
                  </a:cubicBezTo>
                  <a:cubicBezTo>
                    <a:pt x="3430" y="10241"/>
                    <a:pt x="3478" y="10526"/>
                    <a:pt x="3501" y="11050"/>
                  </a:cubicBezTo>
                  <a:cubicBezTo>
                    <a:pt x="3525" y="11169"/>
                    <a:pt x="3620" y="11265"/>
                    <a:pt x="3740" y="11265"/>
                  </a:cubicBezTo>
                  <a:lnTo>
                    <a:pt x="6883" y="11265"/>
                  </a:lnTo>
                  <a:cubicBezTo>
                    <a:pt x="6907" y="11265"/>
                    <a:pt x="6931" y="11265"/>
                    <a:pt x="6954" y="11241"/>
                  </a:cubicBezTo>
                  <a:cubicBezTo>
                    <a:pt x="7050" y="11217"/>
                    <a:pt x="7121" y="11122"/>
                    <a:pt x="7097" y="11026"/>
                  </a:cubicBezTo>
                  <a:cubicBezTo>
                    <a:pt x="7074" y="10598"/>
                    <a:pt x="7074" y="10288"/>
                    <a:pt x="7074" y="10002"/>
                  </a:cubicBezTo>
                  <a:cubicBezTo>
                    <a:pt x="7074" y="9883"/>
                    <a:pt x="6978" y="9788"/>
                    <a:pt x="6859" y="9788"/>
                  </a:cubicBezTo>
                  <a:cubicBezTo>
                    <a:pt x="6716" y="9788"/>
                    <a:pt x="6621" y="9883"/>
                    <a:pt x="6621" y="10002"/>
                  </a:cubicBezTo>
                  <a:cubicBezTo>
                    <a:pt x="6621" y="10241"/>
                    <a:pt x="6645" y="10502"/>
                    <a:pt x="6645" y="10812"/>
                  </a:cubicBezTo>
                  <a:lnTo>
                    <a:pt x="3930" y="10812"/>
                  </a:lnTo>
                  <a:cubicBezTo>
                    <a:pt x="3906" y="10336"/>
                    <a:pt x="3835" y="10002"/>
                    <a:pt x="3597" y="9788"/>
                  </a:cubicBezTo>
                  <a:cubicBezTo>
                    <a:pt x="3335" y="9574"/>
                    <a:pt x="2930" y="9550"/>
                    <a:pt x="2287" y="9550"/>
                  </a:cubicBezTo>
                  <a:cubicBezTo>
                    <a:pt x="1858" y="9550"/>
                    <a:pt x="1525" y="9217"/>
                    <a:pt x="1525" y="8812"/>
                  </a:cubicBezTo>
                  <a:lnTo>
                    <a:pt x="1525" y="8526"/>
                  </a:lnTo>
                  <a:cubicBezTo>
                    <a:pt x="1668" y="8526"/>
                    <a:pt x="1858" y="8574"/>
                    <a:pt x="2073" y="8716"/>
                  </a:cubicBezTo>
                  <a:cubicBezTo>
                    <a:pt x="2120" y="8716"/>
                    <a:pt x="2144" y="8740"/>
                    <a:pt x="2192" y="8740"/>
                  </a:cubicBezTo>
                  <a:cubicBezTo>
                    <a:pt x="2263" y="8740"/>
                    <a:pt x="2358" y="8693"/>
                    <a:pt x="2382" y="8621"/>
                  </a:cubicBezTo>
                  <a:cubicBezTo>
                    <a:pt x="2430" y="8502"/>
                    <a:pt x="2382" y="8383"/>
                    <a:pt x="2287" y="8312"/>
                  </a:cubicBezTo>
                  <a:cubicBezTo>
                    <a:pt x="2001" y="8145"/>
                    <a:pt x="1763" y="8073"/>
                    <a:pt x="1525" y="8073"/>
                  </a:cubicBezTo>
                  <a:lnTo>
                    <a:pt x="1525" y="7645"/>
                  </a:lnTo>
                  <a:cubicBezTo>
                    <a:pt x="1525" y="7502"/>
                    <a:pt x="1430" y="7407"/>
                    <a:pt x="1310" y="7407"/>
                  </a:cubicBezTo>
                  <a:cubicBezTo>
                    <a:pt x="906" y="7407"/>
                    <a:pt x="620" y="7335"/>
                    <a:pt x="548" y="7192"/>
                  </a:cubicBezTo>
                  <a:cubicBezTo>
                    <a:pt x="477" y="7073"/>
                    <a:pt x="548" y="6907"/>
                    <a:pt x="691" y="6716"/>
                  </a:cubicBezTo>
                  <a:cubicBezTo>
                    <a:pt x="977" y="6311"/>
                    <a:pt x="1310" y="5740"/>
                    <a:pt x="1310" y="5335"/>
                  </a:cubicBezTo>
                  <a:cubicBezTo>
                    <a:pt x="1310" y="4096"/>
                    <a:pt x="2001" y="2977"/>
                    <a:pt x="3120" y="2406"/>
                  </a:cubicBezTo>
                  <a:lnTo>
                    <a:pt x="3120" y="3072"/>
                  </a:lnTo>
                  <a:cubicBezTo>
                    <a:pt x="3120" y="3453"/>
                    <a:pt x="3406" y="3739"/>
                    <a:pt x="3787" y="3739"/>
                  </a:cubicBezTo>
                  <a:lnTo>
                    <a:pt x="4216" y="3739"/>
                  </a:lnTo>
                  <a:cubicBezTo>
                    <a:pt x="4335" y="3739"/>
                    <a:pt x="4430" y="3644"/>
                    <a:pt x="4430" y="3525"/>
                  </a:cubicBezTo>
                  <a:lnTo>
                    <a:pt x="4430" y="3311"/>
                  </a:lnTo>
                  <a:cubicBezTo>
                    <a:pt x="4430" y="3191"/>
                    <a:pt x="4525" y="3096"/>
                    <a:pt x="4621" y="3096"/>
                  </a:cubicBezTo>
                  <a:cubicBezTo>
                    <a:pt x="4635" y="3094"/>
                    <a:pt x="4650" y="3093"/>
                    <a:pt x="4664" y="3093"/>
                  </a:cubicBezTo>
                  <a:cubicBezTo>
                    <a:pt x="4787" y="3093"/>
                    <a:pt x="4883" y="3182"/>
                    <a:pt x="4883" y="3311"/>
                  </a:cubicBezTo>
                  <a:lnTo>
                    <a:pt x="4883" y="3525"/>
                  </a:lnTo>
                  <a:cubicBezTo>
                    <a:pt x="4883" y="3644"/>
                    <a:pt x="4978" y="3739"/>
                    <a:pt x="5097" y="3739"/>
                  </a:cubicBezTo>
                  <a:lnTo>
                    <a:pt x="5978" y="3739"/>
                  </a:lnTo>
                  <a:cubicBezTo>
                    <a:pt x="6097" y="3739"/>
                    <a:pt x="6192" y="3644"/>
                    <a:pt x="6192" y="3525"/>
                  </a:cubicBezTo>
                  <a:lnTo>
                    <a:pt x="6192" y="2858"/>
                  </a:lnTo>
                  <a:cubicBezTo>
                    <a:pt x="6383" y="2858"/>
                    <a:pt x="6526" y="2787"/>
                    <a:pt x="6645" y="2691"/>
                  </a:cubicBezTo>
                  <a:cubicBezTo>
                    <a:pt x="6835" y="2834"/>
                    <a:pt x="7026" y="2977"/>
                    <a:pt x="7169" y="3168"/>
                  </a:cubicBezTo>
                  <a:cubicBezTo>
                    <a:pt x="7145" y="3191"/>
                    <a:pt x="7121" y="3239"/>
                    <a:pt x="7121" y="3311"/>
                  </a:cubicBezTo>
                  <a:lnTo>
                    <a:pt x="7121" y="3954"/>
                  </a:lnTo>
                  <a:cubicBezTo>
                    <a:pt x="6764" y="3954"/>
                    <a:pt x="6454" y="4263"/>
                    <a:pt x="6454" y="4620"/>
                  </a:cubicBezTo>
                  <a:cubicBezTo>
                    <a:pt x="6454" y="5001"/>
                    <a:pt x="6764" y="5287"/>
                    <a:pt x="7121" y="5287"/>
                  </a:cubicBezTo>
                  <a:lnTo>
                    <a:pt x="7121" y="5954"/>
                  </a:lnTo>
                  <a:cubicBezTo>
                    <a:pt x="7121" y="6073"/>
                    <a:pt x="7216" y="6168"/>
                    <a:pt x="7336" y="6168"/>
                  </a:cubicBezTo>
                  <a:lnTo>
                    <a:pt x="7883" y="6168"/>
                  </a:lnTo>
                  <a:cubicBezTo>
                    <a:pt x="7812" y="6478"/>
                    <a:pt x="7669" y="6787"/>
                    <a:pt x="7502" y="7049"/>
                  </a:cubicBezTo>
                  <a:cubicBezTo>
                    <a:pt x="7312" y="7383"/>
                    <a:pt x="7145" y="7692"/>
                    <a:pt x="7026" y="8002"/>
                  </a:cubicBezTo>
                  <a:cubicBezTo>
                    <a:pt x="6978" y="8097"/>
                    <a:pt x="7002" y="8216"/>
                    <a:pt x="7121" y="8288"/>
                  </a:cubicBezTo>
                  <a:cubicBezTo>
                    <a:pt x="7145" y="8288"/>
                    <a:pt x="7193" y="8312"/>
                    <a:pt x="7216" y="8312"/>
                  </a:cubicBezTo>
                  <a:cubicBezTo>
                    <a:pt x="7312" y="8312"/>
                    <a:pt x="7383" y="8264"/>
                    <a:pt x="7431" y="8169"/>
                  </a:cubicBezTo>
                  <a:cubicBezTo>
                    <a:pt x="7526" y="7883"/>
                    <a:pt x="7693" y="7597"/>
                    <a:pt x="7883" y="7288"/>
                  </a:cubicBezTo>
                  <a:cubicBezTo>
                    <a:pt x="8098" y="6930"/>
                    <a:pt x="8264" y="6573"/>
                    <a:pt x="8336" y="6168"/>
                  </a:cubicBezTo>
                  <a:lnTo>
                    <a:pt x="9526" y="6168"/>
                  </a:lnTo>
                  <a:cubicBezTo>
                    <a:pt x="9907" y="6168"/>
                    <a:pt x="10193" y="5882"/>
                    <a:pt x="10193" y="5501"/>
                  </a:cubicBezTo>
                  <a:lnTo>
                    <a:pt x="10193" y="5073"/>
                  </a:lnTo>
                  <a:cubicBezTo>
                    <a:pt x="10193" y="4954"/>
                    <a:pt x="10098" y="4858"/>
                    <a:pt x="9979" y="4858"/>
                  </a:cubicBezTo>
                  <a:lnTo>
                    <a:pt x="9765" y="4858"/>
                  </a:lnTo>
                  <a:cubicBezTo>
                    <a:pt x="9646" y="4858"/>
                    <a:pt x="9550" y="4763"/>
                    <a:pt x="9550" y="4668"/>
                  </a:cubicBezTo>
                  <a:cubicBezTo>
                    <a:pt x="9526" y="4525"/>
                    <a:pt x="9622" y="4406"/>
                    <a:pt x="9765" y="4406"/>
                  </a:cubicBezTo>
                  <a:lnTo>
                    <a:pt x="9979" y="4406"/>
                  </a:lnTo>
                  <a:cubicBezTo>
                    <a:pt x="10098" y="4406"/>
                    <a:pt x="10193" y="4311"/>
                    <a:pt x="10193" y="4192"/>
                  </a:cubicBezTo>
                  <a:lnTo>
                    <a:pt x="10193" y="3311"/>
                  </a:lnTo>
                  <a:cubicBezTo>
                    <a:pt x="10193" y="3191"/>
                    <a:pt x="10098" y="3096"/>
                    <a:pt x="9979" y="3096"/>
                  </a:cubicBezTo>
                  <a:lnTo>
                    <a:pt x="9312" y="3096"/>
                  </a:lnTo>
                  <a:cubicBezTo>
                    <a:pt x="9312" y="2715"/>
                    <a:pt x="9026" y="2429"/>
                    <a:pt x="8669" y="2429"/>
                  </a:cubicBezTo>
                  <a:cubicBezTo>
                    <a:pt x="8288" y="2429"/>
                    <a:pt x="8002" y="2715"/>
                    <a:pt x="8002" y="3096"/>
                  </a:cubicBezTo>
                  <a:lnTo>
                    <a:pt x="7669" y="3096"/>
                  </a:lnTo>
                  <a:cubicBezTo>
                    <a:pt x="7455" y="2787"/>
                    <a:pt x="7169" y="2525"/>
                    <a:pt x="6859" y="2287"/>
                  </a:cubicBezTo>
                  <a:cubicBezTo>
                    <a:pt x="6859" y="2263"/>
                    <a:pt x="6859" y="2239"/>
                    <a:pt x="6859" y="2215"/>
                  </a:cubicBezTo>
                  <a:cubicBezTo>
                    <a:pt x="6859" y="1834"/>
                    <a:pt x="6573" y="1548"/>
                    <a:pt x="6192" y="1548"/>
                  </a:cubicBezTo>
                  <a:lnTo>
                    <a:pt x="6192" y="881"/>
                  </a:lnTo>
                  <a:cubicBezTo>
                    <a:pt x="6192" y="762"/>
                    <a:pt x="6097" y="667"/>
                    <a:pt x="5978" y="667"/>
                  </a:cubicBezTo>
                  <a:lnTo>
                    <a:pt x="5311" y="667"/>
                  </a:lnTo>
                  <a:cubicBezTo>
                    <a:pt x="5311" y="310"/>
                    <a:pt x="5026" y="0"/>
                    <a:pt x="46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64" name="Google Shape;4364;p59"/>
            <p:cNvSpPr/>
            <p:nvPr/>
          </p:nvSpPr>
          <p:spPr>
            <a:xfrm>
              <a:off x="5048163" y="2681773"/>
              <a:ext cx="19866" cy="16537"/>
            </a:xfrm>
            <a:custGeom>
              <a:rect b="b" l="l" r="r" t="t"/>
              <a:pathLst>
                <a:path extrusionOk="0" h="447" w="537">
                  <a:moveTo>
                    <a:pt x="274" y="1"/>
                  </a:moveTo>
                  <a:cubicBezTo>
                    <a:pt x="179" y="1"/>
                    <a:pt x="108" y="48"/>
                    <a:pt x="60" y="144"/>
                  </a:cubicBezTo>
                  <a:cubicBezTo>
                    <a:pt x="0" y="303"/>
                    <a:pt x="108" y="446"/>
                    <a:pt x="256" y="446"/>
                  </a:cubicBezTo>
                  <a:cubicBezTo>
                    <a:pt x="285" y="446"/>
                    <a:pt x="315" y="441"/>
                    <a:pt x="346" y="429"/>
                  </a:cubicBezTo>
                  <a:cubicBezTo>
                    <a:pt x="417" y="406"/>
                    <a:pt x="465" y="358"/>
                    <a:pt x="465" y="310"/>
                  </a:cubicBezTo>
                  <a:cubicBezTo>
                    <a:pt x="536" y="144"/>
                    <a:pt x="417" y="1"/>
                    <a:pt x="2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365" name="Google Shape;4365;p59"/>
          <p:cNvGrpSpPr/>
          <p:nvPr/>
        </p:nvGrpSpPr>
        <p:grpSpPr>
          <a:xfrm>
            <a:off x="5637765" y="2652366"/>
            <a:ext cx="309689" cy="373097"/>
            <a:chOff x="5637765" y="2652366"/>
            <a:chExt cx="309689" cy="373097"/>
          </a:xfrm>
        </p:grpSpPr>
        <p:sp>
          <p:nvSpPr>
            <p:cNvPr id="4366" name="Google Shape;4366;p59"/>
            <p:cNvSpPr/>
            <p:nvPr/>
          </p:nvSpPr>
          <p:spPr>
            <a:xfrm>
              <a:off x="5637765" y="2652366"/>
              <a:ext cx="309689" cy="373097"/>
            </a:xfrm>
            <a:custGeom>
              <a:rect b="b" l="l" r="r" t="t"/>
              <a:pathLst>
                <a:path extrusionOk="0" h="11265" w="8788">
                  <a:moveTo>
                    <a:pt x="4406" y="453"/>
                  </a:moveTo>
                  <a:cubicBezTo>
                    <a:pt x="4573" y="453"/>
                    <a:pt x="4739" y="572"/>
                    <a:pt x="4811" y="739"/>
                  </a:cubicBezTo>
                  <a:cubicBezTo>
                    <a:pt x="4835" y="834"/>
                    <a:pt x="4930" y="881"/>
                    <a:pt x="5025" y="881"/>
                  </a:cubicBezTo>
                  <a:lnTo>
                    <a:pt x="6383" y="881"/>
                  </a:lnTo>
                  <a:lnTo>
                    <a:pt x="6383" y="1763"/>
                  </a:lnTo>
                  <a:lnTo>
                    <a:pt x="5382" y="1763"/>
                  </a:lnTo>
                  <a:cubicBezTo>
                    <a:pt x="5287" y="1763"/>
                    <a:pt x="5192" y="1834"/>
                    <a:pt x="5168" y="1953"/>
                  </a:cubicBezTo>
                  <a:cubicBezTo>
                    <a:pt x="5144" y="2096"/>
                    <a:pt x="5263" y="2215"/>
                    <a:pt x="5382" y="2215"/>
                  </a:cubicBezTo>
                  <a:lnTo>
                    <a:pt x="6359" y="2215"/>
                  </a:lnTo>
                  <a:cubicBezTo>
                    <a:pt x="6525" y="2215"/>
                    <a:pt x="6668" y="2120"/>
                    <a:pt x="6740" y="1977"/>
                  </a:cubicBezTo>
                  <a:lnTo>
                    <a:pt x="7478" y="1977"/>
                  </a:lnTo>
                  <a:lnTo>
                    <a:pt x="7478" y="9931"/>
                  </a:lnTo>
                  <a:lnTo>
                    <a:pt x="1310" y="9931"/>
                  </a:lnTo>
                  <a:lnTo>
                    <a:pt x="1310" y="1977"/>
                  </a:lnTo>
                  <a:lnTo>
                    <a:pt x="2048" y="1977"/>
                  </a:lnTo>
                  <a:cubicBezTo>
                    <a:pt x="2120" y="2120"/>
                    <a:pt x="2263" y="2215"/>
                    <a:pt x="2429" y="2215"/>
                  </a:cubicBezTo>
                  <a:lnTo>
                    <a:pt x="3382" y="2215"/>
                  </a:lnTo>
                  <a:cubicBezTo>
                    <a:pt x="3501" y="2215"/>
                    <a:pt x="3596" y="2120"/>
                    <a:pt x="3620" y="2025"/>
                  </a:cubicBezTo>
                  <a:cubicBezTo>
                    <a:pt x="3644" y="1882"/>
                    <a:pt x="3525" y="1763"/>
                    <a:pt x="3406" y="1763"/>
                  </a:cubicBezTo>
                  <a:lnTo>
                    <a:pt x="2406" y="1763"/>
                  </a:lnTo>
                  <a:lnTo>
                    <a:pt x="2406" y="881"/>
                  </a:lnTo>
                  <a:lnTo>
                    <a:pt x="3763" y="881"/>
                  </a:lnTo>
                  <a:cubicBezTo>
                    <a:pt x="3858" y="881"/>
                    <a:pt x="3953" y="834"/>
                    <a:pt x="3977" y="739"/>
                  </a:cubicBezTo>
                  <a:cubicBezTo>
                    <a:pt x="4049" y="572"/>
                    <a:pt x="4215" y="453"/>
                    <a:pt x="4406" y="453"/>
                  </a:cubicBezTo>
                  <a:close/>
                  <a:moveTo>
                    <a:pt x="8121" y="1096"/>
                  </a:moveTo>
                  <a:cubicBezTo>
                    <a:pt x="8240" y="1096"/>
                    <a:pt x="8359" y="1191"/>
                    <a:pt x="8359" y="1334"/>
                  </a:cubicBezTo>
                  <a:lnTo>
                    <a:pt x="8359" y="10598"/>
                  </a:lnTo>
                  <a:cubicBezTo>
                    <a:pt x="8359" y="10717"/>
                    <a:pt x="8264" y="10812"/>
                    <a:pt x="8121" y="10812"/>
                  </a:cubicBezTo>
                  <a:lnTo>
                    <a:pt x="667" y="10812"/>
                  </a:lnTo>
                  <a:cubicBezTo>
                    <a:pt x="524" y="10812"/>
                    <a:pt x="429" y="10717"/>
                    <a:pt x="429" y="10598"/>
                  </a:cubicBezTo>
                  <a:lnTo>
                    <a:pt x="429" y="1334"/>
                  </a:lnTo>
                  <a:cubicBezTo>
                    <a:pt x="429" y="1191"/>
                    <a:pt x="524" y="1096"/>
                    <a:pt x="667" y="1096"/>
                  </a:cubicBezTo>
                  <a:lnTo>
                    <a:pt x="1977" y="1096"/>
                  </a:lnTo>
                  <a:lnTo>
                    <a:pt x="1977" y="1548"/>
                  </a:lnTo>
                  <a:lnTo>
                    <a:pt x="1096" y="1548"/>
                  </a:lnTo>
                  <a:cubicBezTo>
                    <a:pt x="977" y="1548"/>
                    <a:pt x="881" y="1644"/>
                    <a:pt x="881" y="1763"/>
                  </a:cubicBezTo>
                  <a:lnTo>
                    <a:pt x="881" y="10169"/>
                  </a:lnTo>
                  <a:cubicBezTo>
                    <a:pt x="881" y="10288"/>
                    <a:pt x="977" y="10383"/>
                    <a:pt x="1096" y="10383"/>
                  </a:cubicBezTo>
                  <a:lnTo>
                    <a:pt x="7692" y="10383"/>
                  </a:lnTo>
                  <a:cubicBezTo>
                    <a:pt x="7811" y="10383"/>
                    <a:pt x="7907" y="10288"/>
                    <a:pt x="7907" y="10169"/>
                  </a:cubicBezTo>
                  <a:lnTo>
                    <a:pt x="7907" y="1763"/>
                  </a:lnTo>
                  <a:cubicBezTo>
                    <a:pt x="7907" y="1644"/>
                    <a:pt x="7811" y="1548"/>
                    <a:pt x="7692" y="1548"/>
                  </a:cubicBezTo>
                  <a:lnTo>
                    <a:pt x="6811" y="1548"/>
                  </a:lnTo>
                  <a:lnTo>
                    <a:pt x="6811" y="1096"/>
                  </a:lnTo>
                  <a:close/>
                  <a:moveTo>
                    <a:pt x="4382" y="0"/>
                  </a:moveTo>
                  <a:cubicBezTo>
                    <a:pt x="4073" y="0"/>
                    <a:pt x="3763" y="167"/>
                    <a:pt x="3620" y="453"/>
                  </a:cubicBezTo>
                  <a:lnTo>
                    <a:pt x="2406" y="453"/>
                  </a:lnTo>
                  <a:cubicBezTo>
                    <a:pt x="2239" y="453"/>
                    <a:pt x="2096" y="524"/>
                    <a:pt x="2025" y="667"/>
                  </a:cubicBezTo>
                  <a:lnTo>
                    <a:pt x="643" y="667"/>
                  </a:lnTo>
                  <a:cubicBezTo>
                    <a:pt x="286" y="667"/>
                    <a:pt x="0" y="953"/>
                    <a:pt x="0" y="1334"/>
                  </a:cubicBezTo>
                  <a:lnTo>
                    <a:pt x="0" y="10598"/>
                  </a:lnTo>
                  <a:cubicBezTo>
                    <a:pt x="0" y="10955"/>
                    <a:pt x="286" y="11265"/>
                    <a:pt x="643" y="11265"/>
                  </a:cubicBezTo>
                  <a:lnTo>
                    <a:pt x="8121" y="11265"/>
                  </a:lnTo>
                  <a:cubicBezTo>
                    <a:pt x="8502" y="11265"/>
                    <a:pt x="8788" y="10979"/>
                    <a:pt x="8788" y="10598"/>
                  </a:cubicBezTo>
                  <a:lnTo>
                    <a:pt x="8788" y="1334"/>
                  </a:lnTo>
                  <a:cubicBezTo>
                    <a:pt x="8788" y="953"/>
                    <a:pt x="8502" y="667"/>
                    <a:pt x="8121" y="667"/>
                  </a:cubicBezTo>
                  <a:lnTo>
                    <a:pt x="6740" y="667"/>
                  </a:lnTo>
                  <a:cubicBezTo>
                    <a:pt x="6668" y="524"/>
                    <a:pt x="6525" y="453"/>
                    <a:pt x="6359" y="453"/>
                  </a:cubicBezTo>
                  <a:lnTo>
                    <a:pt x="5144" y="453"/>
                  </a:lnTo>
                  <a:cubicBezTo>
                    <a:pt x="4978" y="167"/>
                    <a:pt x="4692" y="0"/>
                    <a:pt x="4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67" name="Google Shape;4367;p59"/>
            <p:cNvSpPr/>
            <p:nvPr/>
          </p:nvSpPr>
          <p:spPr>
            <a:xfrm>
              <a:off x="5699010" y="2753315"/>
              <a:ext cx="186349" cy="193288"/>
            </a:xfrm>
            <a:custGeom>
              <a:rect b="b" l="l" r="r" t="t"/>
              <a:pathLst>
                <a:path extrusionOk="0" h="5836" w="5288">
                  <a:moveTo>
                    <a:pt x="2168" y="429"/>
                  </a:moveTo>
                  <a:cubicBezTo>
                    <a:pt x="2311" y="429"/>
                    <a:pt x="2430" y="548"/>
                    <a:pt x="2430" y="715"/>
                  </a:cubicBezTo>
                  <a:lnTo>
                    <a:pt x="2430" y="1358"/>
                  </a:lnTo>
                  <a:cubicBezTo>
                    <a:pt x="2406" y="1382"/>
                    <a:pt x="2358" y="1382"/>
                    <a:pt x="2311" y="1382"/>
                  </a:cubicBezTo>
                  <a:cubicBezTo>
                    <a:pt x="2287" y="1382"/>
                    <a:pt x="2239" y="1382"/>
                    <a:pt x="2215" y="1358"/>
                  </a:cubicBezTo>
                  <a:lnTo>
                    <a:pt x="2144" y="1358"/>
                  </a:lnTo>
                  <a:cubicBezTo>
                    <a:pt x="1882" y="1501"/>
                    <a:pt x="1954" y="1763"/>
                    <a:pt x="2144" y="1810"/>
                  </a:cubicBezTo>
                  <a:cubicBezTo>
                    <a:pt x="2192" y="1810"/>
                    <a:pt x="2263" y="1834"/>
                    <a:pt x="2311" y="1834"/>
                  </a:cubicBezTo>
                  <a:cubicBezTo>
                    <a:pt x="2358" y="1834"/>
                    <a:pt x="2406" y="1834"/>
                    <a:pt x="2430" y="1810"/>
                  </a:cubicBezTo>
                  <a:lnTo>
                    <a:pt x="2430" y="5097"/>
                  </a:lnTo>
                  <a:cubicBezTo>
                    <a:pt x="2430" y="5144"/>
                    <a:pt x="2430" y="5168"/>
                    <a:pt x="2406" y="5192"/>
                  </a:cubicBezTo>
                  <a:cubicBezTo>
                    <a:pt x="2289" y="5335"/>
                    <a:pt x="2151" y="5393"/>
                    <a:pt x="2023" y="5393"/>
                  </a:cubicBezTo>
                  <a:cubicBezTo>
                    <a:pt x="1916" y="5393"/>
                    <a:pt x="1815" y="5352"/>
                    <a:pt x="1739" y="5287"/>
                  </a:cubicBezTo>
                  <a:cubicBezTo>
                    <a:pt x="1858" y="5264"/>
                    <a:pt x="1930" y="5144"/>
                    <a:pt x="1906" y="5025"/>
                  </a:cubicBezTo>
                  <a:cubicBezTo>
                    <a:pt x="1887" y="4932"/>
                    <a:pt x="1810" y="4868"/>
                    <a:pt x="1719" y="4868"/>
                  </a:cubicBezTo>
                  <a:cubicBezTo>
                    <a:pt x="1695" y="4868"/>
                    <a:pt x="1669" y="4872"/>
                    <a:pt x="1644" y="4883"/>
                  </a:cubicBezTo>
                  <a:cubicBezTo>
                    <a:pt x="1596" y="4883"/>
                    <a:pt x="1549" y="4893"/>
                    <a:pt x="1501" y="4893"/>
                  </a:cubicBezTo>
                  <a:cubicBezTo>
                    <a:pt x="1477" y="4893"/>
                    <a:pt x="1453" y="4890"/>
                    <a:pt x="1430" y="4883"/>
                  </a:cubicBezTo>
                  <a:cubicBezTo>
                    <a:pt x="1215" y="4859"/>
                    <a:pt x="1049" y="4692"/>
                    <a:pt x="1001" y="4501"/>
                  </a:cubicBezTo>
                  <a:lnTo>
                    <a:pt x="1001" y="4501"/>
                  </a:lnTo>
                  <a:cubicBezTo>
                    <a:pt x="1049" y="4525"/>
                    <a:pt x="1072" y="4525"/>
                    <a:pt x="1096" y="4525"/>
                  </a:cubicBezTo>
                  <a:cubicBezTo>
                    <a:pt x="1215" y="4525"/>
                    <a:pt x="1334" y="4501"/>
                    <a:pt x="1453" y="4454"/>
                  </a:cubicBezTo>
                  <a:cubicBezTo>
                    <a:pt x="1477" y="4454"/>
                    <a:pt x="1501" y="4430"/>
                    <a:pt x="1501" y="4406"/>
                  </a:cubicBezTo>
                  <a:cubicBezTo>
                    <a:pt x="1608" y="4214"/>
                    <a:pt x="1485" y="4042"/>
                    <a:pt x="1322" y="4042"/>
                  </a:cubicBezTo>
                  <a:cubicBezTo>
                    <a:pt x="1303" y="4042"/>
                    <a:pt x="1283" y="4044"/>
                    <a:pt x="1263" y="4049"/>
                  </a:cubicBezTo>
                  <a:cubicBezTo>
                    <a:pt x="1215" y="4073"/>
                    <a:pt x="1168" y="4073"/>
                    <a:pt x="1096" y="4073"/>
                  </a:cubicBezTo>
                  <a:cubicBezTo>
                    <a:pt x="1025" y="4073"/>
                    <a:pt x="953" y="4049"/>
                    <a:pt x="858" y="4025"/>
                  </a:cubicBezTo>
                  <a:cubicBezTo>
                    <a:pt x="620" y="3930"/>
                    <a:pt x="477" y="3692"/>
                    <a:pt x="477" y="3430"/>
                  </a:cubicBezTo>
                  <a:cubicBezTo>
                    <a:pt x="477" y="3192"/>
                    <a:pt x="596" y="2977"/>
                    <a:pt x="834" y="2858"/>
                  </a:cubicBezTo>
                  <a:cubicBezTo>
                    <a:pt x="834" y="2834"/>
                    <a:pt x="858" y="2834"/>
                    <a:pt x="882" y="2834"/>
                  </a:cubicBezTo>
                  <a:cubicBezTo>
                    <a:pt x="1025" y="2834"/>
                    <a:pt x="1144" y="2692"/>
                    <a:pt x="1096" y="2549"/>
                  </a:cubicBezTo>
                  <a:cubicBezTo>
                    <a:pt x="1077" y="2455"/>
                    <a:pt x="1000" y="2391"/>
                    <a:pt x="910" y="2391"/>
                  </a:cubicBezTo>
                  <a:cubicBezTo>
                    <a:pt x="885" y="2391"/>
                    <a:pt x="860" y="2396"/>
                    <a:pt x="834" y="2406"/>
                  </a:cubicBezTo>
                  <a:lnTo>
                    <a:pt x="787" y="2406"/>
                  </a:lnTo>
                  <a:cubicBezTo>
                    <a:pt x="739" y="2311"/>
                    <a:pt x="691" y="2215"/>
                    <a:pt x="691" y="2120"/>
                  </a:cubicBezTo>
                  <a:cubicBezTo>
                    <a:pt x="691" y="1977"/>
                    <a:pt x="763" y="1858"/>
                    <a:pt x="834" y="1763"/>
                  </a:cubicBezTo>
                  <a:cubicBezTo>
                    <a:pt x="906" y="1834"/>
                    <a:pt x="977" y="1906"/>
                    <a:pt x="1049" y="1930"/>
                  </a:cubicBezTo>
                  <a:cubicBezTo>
                    <a:pt x="1096" y="1953"/>
                    <a:pt x="1120" y="1977"/>
                    <a:pt x="1168" y="1977"/>
                  </a:cubicBezTo>
                  <a:cubicBezTo>
                    <a:pt x="1311" y="1977"/>
                    <a:pt x="1430" y="1834"/>
                    <a:pt x="1382" y="1644"/>
                  </a:cubicBezTo>
                  <a:cubicBezTo>
                    <a:pt x="1358" y="1620"/>
                    <a:pt x="1358" y="1596"/>
                    <a:pt x="1334" y="1572"/>
                  </a:cubicBezTo>
                  <a:cubicBezTo>
                    <a:pt x="1239" y="1549"/>
                    <a:pt x="1144" y="1477"/>
                    <a:pt x="1120" y="1382"/>
                  </a:cubicBezTo>
                  <a:cubicBezTo>
                    <a:pt x="1072" y="1263"/>
                    <a:pt x="1096" y="1120"/>
                    <a:pt x="1191" y="1001"/>
                  </a:cubicBezTo>
                  <a:cubicBezTo>
                    <a:pt x="1215" y="1001"/>
                    <a:pt x="1215" y="977"/>
                    <a:pt x="1239" y="977"/>
                  </a:cubicBezTo>
                  <a:cubicBezTo>
                    <a:pt x="1305" y="938"/>
                    <a:pt x="1370" y="920"/>
                    <a:pt x="1436" y="920"/>
                  </a:cubicBezTo>
                  <a:cubicBezTo>
                    <a:pt x="1489" y="920"/>
                    <a:pt x="1543" y="932"/>
                    <a:pt x="1596" y="953"/>
                  </a:cubicBezTo>
                  <a:cubicBezTo>
                    <a:pt x="1596" y="953"/>
                    <a:pt x="1596" y="953"/>
                    <a:pt x="1644" y="929"/>
                  </a:cubicBezTo>
                  <a:cubicBezTo>
                    <a:pt x="1651" y="922"/>
                    <a:pt x="1660" y="919"/>
                    <a:pt x="1669" y="919"/>
                  </a:cubicBezTo>
                  <a:cubicBezTo>
                    <a:pt x="1692" y="919"/>
                    <a:pt x="1715" y="936"/>
                    <a:pt x="1715" y="953"/>
                  </a:cubicBezTo>
                  <a:cubicBezTo>
                    <a:pt x="1715" y="1120"/>
                    <a:pt x="1834" y="1191"/>
                    <a:pt x="1930" y="1191"/>
                  </a:cubicBezTo>
                  <a:cubicBezTo>
                    <a:pt x="2025" y="1191"/>
                    <a:pt x="2144" y="1144"/>
                    <a:pt x="2168" y="1001"/>
                  </a:cubicBezTo>
                  <a:cubicBezTo>
                    <a:pt x="2168" y="977"/>
                    <a:pt x="2168" y="953"/>
                    <a:pt x="2168" y="953"/>
                  </a:cubicBezTo>
                  <a:cubicBezTo>
                    <a:pt x="2120" y="810"/>
                    <a:pt x="2025" y="715"/>
                    <a:pt x="1906" y="620"/>
                  </a:cubicBezTo>
                  <a:cubicBezTo>
                    <a:pt x="1930" y="524"/>
                    <a:pt x="2049" y="429"/>
                    <a:pt x="2168" y="429"/>
                  </a:cubicBezTo>
                  <a:close/>
                  <a:moveTo>
                    <a:pt x="3144" y="429"/>
                  </a:moveTo>
                  <a:cubicBezTo>
                    <a:pt x="3263" y="429"/>
                    <a:pt x="3382" y="524"/>
                    <a:pt x="3406" y="620"/>
                  </a:cubicBezTo>
                  <a:cubicBezTo>
                    <a:pt x="3311" y="715"/>
                    <a:pt x="3216" y="810"/>
                    <a:pt x="3168" y="929"/>
                  </a:cubicBezTo>
                  <a:cubicBezTo>
                    <a:pt x="3144" y="953"/>
                    <a:pt x="3144" y="1001"/>
                    <a:pt x="3168" y="1025"/>
                  </a:cubicBezTo>
                  <a:cubicBezTo>
                    <a:pt x="3216" y="1144"/>
                    <a:pt x="3311" y="1191"/>
                    <a:pt x="3382" y="1191"/>
                  </a:cubicBezTo>
                  <a:cubicBezTo>
                    <a:pt x="3478" y="1191"/>
                    <a:pt x="3573" y="1144"/>
                    <a:pt x="3597" y="1025"/>
                  </a:cubicBezTo>
                  <a:cubicBezTo>
                    <a:pt x="3616" y="986"/>
                    <a:pt x="3651" y="947"/>
                    <a:pt x="3690" y="947"/>
                  </a:cubicBezTo>
                  <a:cubicBezTo>
                    <a:pt x="3698" y="947"/>
                    <a:pt x="3707" y="949"/>
                    <a:pt x="3716" y="953"/>
                  </a:cubicBezTo>
                  <a:lnTo>
                    <a:pt x="3740" y="953"/>
                  </a:lnTo>
                  <a:cubicBezTo>
                    <a:pt x="3782" y="932"/>
                    <a:pt x="3830" y="920"/>
                    <a:pt x="3880" y="920"/>
                  </a:cubicBezTo>
                  <a:cubicBezTo>
                    <a:pt x="3942" y="920"/>
                    <a:pt x="4007" y="938"/>
                    <a:pt x="4073" y="977"/>
                  </a:cubicBezTo>
                  <a:cubicBezTo>
                    <a:pt x="4097" y="977"/>
                    <a:pt x="4121" y="1001"/>
                    <a:pt x="4144" y="1025"/>
                  </a:cubicBezTo>
                  <a:cubicBezTo>
                    <a:pt x="4216" y="1144"/>
                    <a:pt x="4240" y="1263"/>
                    <a:pt x="4216" y="1382"/>
                  </a:cubicBezTo>
                  <a:cubicBezTo>
                    <a:pt x="4168" y="1477"/>
                    <a:pt x="4097" y="1549"/>
                    <a:pt x="4025" y="1572"/>
                  </a:cubicBezTo>
                  <a:cubicBezTo>
                    <a:pt x="3978" y="1596"/>
                    <a:pt x="3954" y="1620"/>
                    <a:pt x="3954" y="1668"/>
                  </a:cubicBezTo>
                  <a:cubicBezTo>
                    <a:pt x="3906" y="1858"/>
                    <a:pt x="4025" y="1977"/>
                    <a:pt x="4168" y="1977"/>
                  </a:cubicBezTo>
                  <a:cubicBezTo>
                    <a:pt x="4216" y="1977"/>
                    <a:pt x="4240" y="1953"/>
                    <a:pt x="4287" y="1953"/>
                  </a:cubicBezTo>
                  <a:cubicBezTo>
                    <a:pt x="4359" y="1882"/>
                    <a:pt x="4430" y="1834"/>
                    <a:pt x="4478" y="1763"/>
                  </a:cubicBezTo>
                  <a:cubicBezTo>
                    <a:pt x="4573" y="1858"/>
                    <a:pt x="4621" y="1977"/>
                    <a:pt x="4621" y="2120"/>
                  </a:cubicBezTo>
                  <a:cubicBezTo>
                    <a:pt x="4621" y="2215"/>
                    <a:pt x="4597" y="2334"/>
                    <a:pt x="4525" y="2406"/>
                  </a:cubicBezTo>
                  <a:lnTo>
                    <a:pt x="4502" y="2406"/>
                  </a:lnTo>
                  <a:cubicBezTo>
                    <a:pt x="4482" y="2400"/>
                    <a:pt x="4463" y="2398"/>
                    <a:pt x="4443" y="2398"/>
                  </a:cubicBezTo>
                  <a:cubicBezTo>
                    <a:pt x="4295" y="2398"/>
                    <a:pt x="4158" y="2552"/>
                    <a:pt x="4264" y="2763"/>
                  </a:cubicBezTo>
                  <a:cubicBezTo>
                    <a:pt x="4287" y="2787"/>
                    <a:pt x="4311" y="2811"/>
                    <a:pt x="4335" y="2811"/>
                  </a:cubicBezTo>
                  <a:cubicBezTo>
                    <a:pt x="4406" y="2834"/>
                    <a:pt x="4454" y="2858"/>
                    <a:pt x="4502" y="2882"/>
                  </a:cubicBezTo>
                  <a:cubicBezTo>
                    <a:pt x="4716" y="2977"/>
                    <a:pt x="4859" y="3192"/>
                    <a:pt x="4859" y="3454"/>
                  </a:cubicBezTo>
                  <a:cubicBezTo>
                    <a:pt x="4859" y="3716"/>
                    <a:pt x="4716" y="3930"/>
                    <a:pt x="4478" y="4025"/>
                  </a:cubicBezTo>
                  <a:lnTo>
                    <a:pt x="4454" y="4025"/>
                  </a:lnTo>
                  <a:cubicBezTo>
                    <a:pt x="4383" y="4073"/>
                    <a:pt x="4311" y="4073"/>
                    <a:pt x="4216" y="4073"/>
                  </a:cubicBezTo>
                  <a:lnTo>
                    <a:pt x="4073" y="4073"/>
                  </a:lnTo>
                  <a:cubicBezTo>
                    <a:pt x="4051" y="4067"/>
                    <a:pt x="4029" y="4065"/>
                    <a:pt x="4008" y="4065"/>
                  </a:cubicBezTo>
                  <a:cubicBezTo>
                    <a:pt x="3847" y="4065"/>
                    <a:pt x="3727" y="4217"/>
                    <a:pt x="3811" y="4406"/>
                  </a:cubicBezTo>
                  <a:cubicBezTo>
                    <a:pt x="3835" y="4430"/>
                    <a:pt x="3859" y="4454"/>
                    <a:pt x="3882" y="4478"/>
                  </a:cubicBezTo>
                  <a:cubicBezTo>
                    <a:pt x="4002" y="4501"/>
                    <a:pt x="4121" y="4525"/>
                    <a:pt x="4216" y="4525"/>
                  </a:cubicBezTo>
                  <a:lnTo>
                    <a:pt x="4311" y="4525"/>
                  </a:lnTo>
                  <a:cubicBezTo>
                    <a:pt x="4264" y="4716"/>
                    <a:pt x="4121" y="4859"/>
                    <a:pt x="3906" y="4883"/>
                  </a:cubicBezTo>
                  <a:cubicBezTo>
                    <a:pt x="3906" y="4883"/>
                    <a:pt x="3906" y="4883"/>
                    <a:pt x="3882" y="4906"/>
                  </a:cubicBezTo>
                  <a:cubicBezTo>
                    <a:pt x="3882" y="4934"/>
                    <a:pt x="3858" y="4946"/>
                    <a:pt x="3833" y="4946"/>
                  </a:cubicBezTo>
                  <a:cubicBezTo>
                    <a:pt x="3815" y="4946"/>
                    <a:pt x="3797" y="4940"/>
                    <a:pt x="3787" y="4930"/>
                  </a:cubicBezTo>
                  <a:cubicBezTo>
                    <a:pt x="3737" y="4888"/>
                    <a:pt x="3681" y="4870"/>
                    <a:pt x="3628" y="4870"/>
                  </a:cubicBezTo>
                  <a:cubicBezTo>
                    <a:pt x="3531" y="4870"/>
                    <a:pt x="3445" y="4933"/>
                    <a:pt x="3430" y="5025"/>
                  </a:cubicBezTo>
                  <a:cubicBezTo>
                    <a:pt x="3382" y="5144"/>
                    <a:pt x="3454" y="5264"/>
                    <a:pt x="3573" y="5311"/>
                  </a:cubicBezTo>
                  <a:cubicBezTo>
                    <a:pt x="3507" y="5366"/>
                    <a:pt x="3415" y="5401"/>
                    <a:pt x="3314" y="5401"/>
                  </a:cubicBezTo>
                  <a:cubicBezTo>
                    <a:pt x="3197" y="5401"/>
                    <a:pt x="3069" y="5355"/>
                    <a:pt x="2954" y="5240"/>
                  </a:cubicBezTo>
                  <a:cubicBezTo>
                    <a:pt x="2906" y="5192"/>
                    <a:pt x="2882" y="5144"/>
                    <a:pt x="2882" y="5073"/>
                  </a:cubicBezTo>
                  <a:lnTo>
                    <a:pt x="2882" y="4168"/>
                  </a:lnTo>
                  <a:cubicBezTo>
                    <a:pt x="2930" y="4001"/>
                    <a:pt x="3073" y="3906"/>
                    <a:pt x="3240" y="3906"/>
                  </a:cubicBezTo>
                  <a:cubicBezTo>
                    <a:pt x="3287" y="3906"/>
                    <a:pt x="3335" y="3906"/>
                    <a:pt x="3382" y="3930"/>
                  </a:cubicBezTo>
                  <a:cubicBezTo>
                    <a:pt x="3390" y="3938"/>
                    <a:pt x="3401" y="3941"/>
                    <a:pt x="3412" y="3941"/>
                  </a:cubicBezTo>
                  <a:cubicBezTo>
                    <a:pt x="3435" y="3941"/>
                    <a:pt x="3462" y="3930"/>
                    <a:pt x="3478" y="3930"/>
                  </a:cubicBezTo>
                  <a:cubicBezTo>
                    <a:pt x="3692" y="3787"/>
                    <a:pt x="3621" y="3549"/>
                    <a:pt x="3454" y="3501"/>
                  </a:cubicBezTo>
                  <a:cubicBezTo>
                    <a:pt x="3382" y="3477"/>
                    <a:pt x="3311" y="3477"/>
                    <a:pt x="3240" y="3477"/>
                  </a:cubicBezTo>
                  <a:cubicBezTo>
                    <a:pt x="3120" y="3477"/>
                    <a:pt x="3001" y="3501"/>
                    <a:pt x="2882" y="3549"/>
                  </a:cubicBezTo>
                  <a:lnTo>
                    <a:pt x="2882" y="715"/>
                  </a:lnTo>
                  <a:cubicBezTo>
                    <a:pt x="2882" y="548"/>
                    <a:pt x="3001" y="429"/>
                    <a:pt x="3144" y="429"/>
                  </a:cubicBezTo>
                  <a:close/>
                  <a:moveTo>
                    <a:pt x="2144" y="1"/>
                  </a:moveTo>
                  <a:cubicBezTo>
                    <a:pt x="1834" y="1"/>
                    <a:pt x="1572" y="191"/>
                    <a:pt x="1477" y="477"/>
                  </a:cubicBezTo>
                  <a:lnTo>
                    <a:pt x="1430" y="477"/>
                  </a:lnTo>
                  <a:cubicBezTo>
                    <a:pt x="977" y="477"/>
                    <a:pt x="644" y="834"/>
                    <a:pt x="644" y="1263"/>
                  </a:cubicBezTo>
                  <a:cubicBezTo>
                    <a:pt x="644" y="1287"/>
                    <a:pt x="644" y="1310"/>
                    <a:pt x="644" y="1334"/>
                  </a:cubicBezTo>
                  <a:cubicBezTo>
                    <a:pt x="382" y="1525"/>
                    <a:pt x="239" y="1810"/>
                    <a:pt x="239" y="2120"/>
                  </a:cubicBezTo>
                  <a:cubicBezTo>
                    <a:pt x="239" y="2287"/>
                    <a:pt x="287" y="2477"/>
                    <a:pt x="382" y="2620"/>
                  </a:cubicBezTo>
                  <a:cubicBezTo>
                    <a:pt x="144" y="2811"/>
                    <a:pt x="1" y="3120"/>
                    <a:pt x="1" y="3430"/>
                  </a:cubicBezTo>
                  <a:cubicBezTo>
                    <a:pt x="1" y="3811"/>
                    <a:pt x="215" y="4168"/>
                    <a:pt x="525" y="4359"/>
                  </a:cubicBezTo>
                  <a:cubicBezTo>
                    <a:pt x="525" y="4787"/>
                    <a:pt x="810" y="5144"/>
                    <a:pt x="1191" y="5287"/>
                  </a:cubicBezTo>
                  <a:cubicBezTo>
                    <a:pt x="1311" y="5621"/>
                    <a:pt x="1644" y="5835"/>
                    <a:pt x="2001" y="5835"/>
                  </a:cubicBezTo>
                  <a:cubicBezTo>
                    <a:pt x="2263" y="5835"/>
                    <a:pt x="2477" y="5716"/>
                    <a:pt x="2644" y="5549"/>
                  </a:cubicBezTo>
                  <a:cubicBezTo>
                    <a:pt x="2811" y="5716"/>
                    <a:pt x="3025" y="5835"/>
                    <a:pt x="3287" y="5835"/>
                  </a:cubicBezTo>
                  <a:cubicBezTo>
                    <a:pt x="3644" y="5835"/>
                    <a:pt x="3954" y="5621"/>
                    <a:pt x="4097" y="5287"/>
                  </a:cubicBezTo>
                  <a:cubicBezTo>
                    <a:pt x="4478" y="5144"/>
                    <a:pt x="4764" y="4787"/>
                    <a:pt x="4764" y="4359"/>
                  </a:cubicBezTo>
                  <a:cubicBezTo>
                    <a:pt x="5073" y="4168"/>
                    <a:pt x="5288" y="3811"/>
                    <a:pt x="5288" y="3430"/>
                  </a:cubicBezTo>
                  <a:cubicBezTo>
                    <a:pt x="5288" y="3120"/>
                    <a:pt x="5145" y="2811"/>
                    <a:pt x="4907" y="2620"/>
                  </a:cubicBezTo>
                  <a:cubicBezTo>
                    <a:pt x="5002" y="2477"/>
                    <a:pt x="5049" y="2287"/>
                    <a:pt x="5049" y="2120"/>
                  </a:cubicBezTo>
                  <a:cubicBezTo>
                    <a:pt x="5049" y="1810"/>
                    <a:pt x="4907" y="1525"/>
                    <a:pt x="4645" y="1334"/>
                  </a:cubicBezTo>
                  <a:cubicBezTo>
                    <a:pt x="4645" y="1310"/>
                    <a:pt x="4645" y="1287"/>
                    <a:pt x="4645" y="1263"/>
                  </a:cubicBezTo>
                  <a:cubicBezTo>
                    <a:pt x="4645" y="834"/>
                    <a:pt x="4287" y="477"/>
                    <a:pt x="3859" y="477"/>
                  </a:cubicBezTo>
                  <a:lnTo>
                    <a:pt x="3811" y="477"/>
                  </a:lnTo>
                  <a:cubicBezTo>
                    <a:pt x="3716" y="191"/>
                    <a:pt x="3454" y="1"/>
                    <a:pt x="3144" y="1"/>
                  </a:cubicBezTo>
                  <a:cubicBezTo>
                    <a:pt x="2954" y="1"/>
                    <a:pt x="2763" y="72"/>
                    <a:pt x="2644" y="191"/>
                  </a:cubicBezTo>
                  <a:cubicBezTo>
                    <a:pt x="2525" y="72"/>
                    <a:pt x="2335" y="1"/>
                    <a:pt x="21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68" name="Google Shape;4368;p59"/>
            <p:cNvSpPr/>
            <p:nvPr/>
          </p:nvSpPr>
          <p:spPr>
            <a:xfrm>
              <a:off x="5739289" y="2828231"/>
              <a:ext cx="30271" cy="40274"/>
            </a:xfrm>
            <a:custGeom>
              <a:rect b="b" l="l" r="r" t="t"/>
              <a:pathLst>
                <a:path extrusionOk="0" h="1216" w="859">
                  <a:moveTo>
                    <a:pt x="571" y="1"/>
                  </a:moveTo>
                  <a:cubicBezTo>
                    <a:pt x="533" y="1"/>
                    <a:pt x="493" y="9"/>
                    <a:pt x="453" y="25"/>
                  </a:cubicBezTo>
                  <a:cubicBezTo>
                    <a:pt x="358" y="96"/>
                    <a:pt x="310" y="215"/>
                    <a:pt x="382" y="334"/>
                  </a:cubicBezTo>
                  <a:cubicBezTo>
                    <a:pt x="406" y="382"/>
                    <a:pt x="429" y="430"/>
                    <a:pt x="429" y="477"/>
                  </a:cubicBezTo>
                  <a:cubicBezTo>
                    <a:pt x="429" y="620"/>
                    <a:pt x="334" y="739"/>
                    <a:pt x="191" y="787"/>
                  </a:cubicBezTo>
                  <a:cubicBezTo>
                    <a:pt x="72" y="811"/>
                    <a:pt x="1" y="930"/>
                    <a:pt x="25" y="1049"/>
                  </a:cubicBezTo>
                  <a:cubicBezTo>
                    <a:pt x="72" y="1144"/>
                    <a:pt x="144" y="1215"/>
                    <a:pt x="239" y="1215"/>
                  </a:cubicBezTo>
                  <a:lnTo>
                    <a:pt x="310" y="1215"/>
                  </a:lnTo>
                  <a:cubicBezTo>
                    <a:pt x="620" y="1120"/>
                    <a:pt x="858" y="811"/>
                    <a:pt x="858" y="477"/>
                  </a:cubicBezTo>
                  <a:cubicBezTo>
                    <a:pt x="858" y="358"/>
                    <a:pt x="834" y="215"/>
                    <a:pt x="763" y="96"/>
                  </a:cubicBezTo>
                  <a:cubicBezTo>
                    <a:pt x="715" y="33"/>
                    <a:pt x="646" y="1"/>
                    <a:pt x="5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69" name="Google Shape;4369;p59"/>
            <p:cNvSpPr/>
            <p:nvPr/>
          </p:nvSpPr>
          <p:spPr>
            <a:xfrm>
              <a:off x="5809802" y="2806604"/>
              <a:ext cx="27734" cy="36664"/>
            </a:xfrm>
            <a:custGeom>
              <a:rect b="b" l="l" r="r" t="t"/>
              <a:pathLst>
                <a:path extrusionOk="0" h="1107" w="787">
                  <a:moveTo>
                    <a:pt x="275" y="0"/>
                  </a:moveTo>
                  <a:cubicBezTo>
                    <a:pt x="201" y="0"/>
                    <a:pt x="127" y="43"/>
                    <a:pt x="96" y="106"/>
                  </a:cubicBezTo>
                  <a:cubicBezTo>
                    <a:pt x="24" y="201"/>
                    <a:pt x="0" y="321"/>
                    <a:pt x="0" y="440"/>
                  </a:cubicBezTo>
                  <a:cubicBezTo>
                    <a:pt x="0" y="749"/>
                    <a:pt x="191" y="1011"/>
                    <a:pt x="500" y="1083"/>
                  </a:cubicBezTo>
                  <a:cubicBezTo>
                    <a:pt x="500" y="1106"/>
                    <a:pt x="524" y="1106"/>
                    <a:pt x="548" y="1106"/>
                  </a:cubicBezTo>
                  <a:cubicBezTo>
                    <a:pt x="643" y="1106"/>
                    <a:pt x="738" y="1035"/>
                    <a:pt x="762" y="940"/>
                  </a:cubicBezTo>
                  <a:cubicBezTo>
                    <a:pt x="786" y="821"/>
                    <a:pt x="715" y="702"/>
                    <a:pt x="596" y="678"/>
                  </a:cubicBezTo>
                  <a:cubicBezTo>
                    <a:pt x="500" y="630"/>
                    <a:pt x="429" y="559"/>
                    <a:pt x="429" y="440"/>
                  </a:cubicBezTo>
                  <a:cubicBezTo>
                    <a:pt x="429" y="392"/>
                    <a:pt x="453" y="368"/>
                    <a:pt x="477" y="321"/>
                  </a:cubicBezTo>
                  <a:cubicBezTo>
                    <a:pt x="524" y="225"/>
                    <a:pt x="500" y="82"/>
                    <a:pt x="381" y="35"/>
                  </a:cubicBezTo>
                  <a:cubicBezTo>
                    <a:pt x="350" y="11"/>
                    <a:pt x="312" y="0"/>
                    <a:pt x="2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70" name="Google Shape;4370;p59"/>
            <p:cNvSpPr/>
            <p:nvPr/>
          </p:nvSpPr>
          <p:spPr>
            <a:xfrm>
              <a:off x="5782950" y="2710723"/>
              <a:ext cx="19312" cy="15036"/>
            </a:xfrm>
            <a:custGeom>
              <a:rect b="b" l="l" r="r" t="t"/>
              <a:pathLst>
                <a:path extrusionOk="0" h="454" w="548">
                  <a:moveTo>
                    <a:pt x="262" y="1"/>
                  </a:moveTo>
                  <a:cubicBezTo>
                    <a:pt x="167" y="1"/>
                    <a:pt x="95" y="48"/>
                    <a:pt x="72" y="120"/>
                  </a:cubicBezTo>
                  <a:cubicBezTo>
                    <a:pt x="0" y="286"/>
                    <a:pt x="119" y="453"/>
                    <a:pt x="262" y="453"/>
                  </a:cubicBezTo>
                  <a:cubicBezTo>
                    <a:pt x="429" y="453"/>
                    <a:pt x="548" y="263"/>
                    <a:pt x="453" y="96"/>
                  </a:cubicBezTo>
                  <a:cubicBezTo>
                    <a:pt x="405" y="48"/>
                    <a:pt x="357" y="1"/>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371" name="Google Shape;4371;p59"/>
          <p:cNvGrpSpPr/>
          <p:nvPr/>
        </p:nvGrpSpPr>
        <p:grpSpPr>
          <a:xfrm>
            <a:off x="6423856" y="2652256"/>
            <a:ext cx="355831" cy="373073"/>
            <a:chOff x="6516383" y="2355810"/>
            <a:chExt cx="373576" cy="416749"/>
          </a:xfrm>
        </p:grpSpPr>
        <p:sp>
          <p:nvSpPr>
            <p:cNvPr id="4372" name="Google Shape;4372;p59"/>
            <p:cNvSpPr/>
            <p:nvPr/>
          </p:nvSpPr>
          <p:spPr>
            <a:xfrm>
              <a:off x="6516383" y="2355810"/>
              <a:ext cx="373576" cy="416749"/>
            </a:xfrm>
            <a:custGeom>
              <a:rect b="b" l="l" r="r" t="t"/>
              <a:pathLst>
                <a:path extrusionOk="0" h="11265" w="10098">
                  <a:moveTo>
                    <a:pt x="5049" y="4096"/>
                  </a:moveTo>
                  <a:cubicBezTo>
                    <a:pt x="5406" y="4096"/>
                    <a:pt x="5716" y="4382"/>
                    <a:pt x="5716" y="4763"/>
                  </a:cubicBezTo>
                  <a:cubicBezTo>
                    <a:pt x="5716" y="5120"/>
                    <a:pt x="5406" y="5406"/>
                    <a:pt x="5049" y="5406"/>
                  </a:cubicBezTo>
                  <a:cubicBezTo>
                    <a:pt x="4430" y="5406"/>
                    <a:pt x="3954" y="5906"/>
                    <a:pt x="3954" y="6525"/>
                  </a:cubicBezTo>
                  <a:cubicBezTo>
                    <a:pt x="3954" y="6597"/>
                    <a:pt x="3954" y="6668"/>
                    <a:pt x="3954" y="6740"/>
                  </a:cubicBezTo>
                  <a:cubicBezTo>
                    <a:pt x="3692" y="6454"/>
                    <a:pt x="3501" y="6073"/>
                    <a:pt x="3501" y="5644"/>
                  </a:cubicBezTo>
                  <a:cubicBezTo>
                    <a:pt x="3501" y="4787"/>
                    <a:pt x="4192" y="4096"/>
                    <a:pt x="5049" y="4096"/>
                  </a:cubicBezTo>
                  <a:close/>
                  <a:moveTo>
                    <a:pt x="6121" y="4525"/>
                  </a:moveTo>
                  <a:lnTo>
                    <a:pt x="6121" y="4525"/>
                  </a:lnTo>
                  <a:cubicBezTo>
                    <a:pt x="6407" y="4811"/>
                    <a:pt x="6573" y="5192"/>
                    <a:pt x="6573" y="5621"/>
                  </a:cubicBezTo>
                  <a:cubicBezTo>
                    <a:pt x="6573" y="6478"/>
                    <a:pt x="5883" y="7168"/>
                    <a:pt x="5049" y="7168"/>
                  </a:cubicBezTo>
                  <a:cubicBezTo>
                    <a:pt x="4692" y="7168"/>
                    <a:pt x="4382" y="6883"/>
                    <a:pt x="4382" y="6502"/>
                  </a:cubicBezTo>
                  <a:cubicBezTo>
                    <a:pt x="4382" y="6144"/>
                    <a:pt x="4668" y="5859"/>
                    <a:pt x="5049" y="5859"/>
                  </a:cubicBezTo>
                  <a:cubicBezTo>
                    <a:pt x="5644" y="5859"/>
                    <a:pt x="6145" y="5359"/>
                    <a:pt x="6145" y="4763"/>
                  </a:cubicBezTo>
                  <a:cubicBezTo>
                    <a:pt x="6145" y="4668"/>
                    <a:pt x="6145" y="4597"/>
                    <a:pt x="6121" y="4525"/>
                  </a:cubicBezTo>
                  <a:close/>
                  <a:moveTo>
                    <a:pt x="6029" y="446"/>
                  </a:moveTo>
                  <a:cubicBezTo>
                    <a:pt x="6438" y="446"/>
                    <a:pt x="6770" y="769"/>
                    <a:pt x="6788" y="1167"/>
                  </a:cubicBezTo>
                  <a:cubicBezTo>
                    <a:pt x="6597" y="1286"/>
                    <a:pt x="6430" y="1453"/>
                    <a:pt x="6311" y="1644"/>
                  </a:cubicBezTo>
                  <a:cubicBezTo>
                    <a:pt x="6264" y="1763"/>
                    <a:pt x="6287" y="1882"/>
                    <a:pt x="6407" y="1953"/>
                  </a:cubicBezTo>
                  <a:cubicBezTo>
                    <a:pt x="6430" y="1977"/>
                    <a:pt x="6478" y="1977"/>
                    <a:pt x="6502" y="1977"/>
                  </a:cubicBezTo>
                  <a:cubicBezTo>
                    <a:pt x="6597" y="1977"/>
                    <a:pt x="6669" y="1953"/>
                    <a:pt x="6692" y="1882"/>
                  </a:cubicBezTo>
                  <a:cubicBezTo>
                    <a:pt x="6788" y="1715"/>
                    <a:pt x="6930" y="1572"/>
                    <a:pt x="7097" y="1501"/>
                  </a:cubicBezTo>
                  <a:lnTo>
                    <a:pt x="7121" y="1501"/>
                  </a:lnTo>
                  <a:cubicBezTo>
                    <a:pt x="7235" y="1444"/>
                    <a:pt x="7359" y="1414"/>
                    <a:pt x="7489" y="1414"/>
                  </a:cubicBezTo>
                  <a:cubicBezTo>
                    <a:pt x="7632" y="1414"/>
                    <a:pt x="7781" y="1450"/>
                    <a:pt x="7931" y="1524"/>
                  </a:cubicBezTo>
                  <a:cubicBezTo>
                    <a:pt x="8074" y="1572"/>
                    <a:pt x="8169" y="1667"/>
                    <a:pt x="8240" y="1786"/>
                  </a:cubicBezTo>
                  <a:cubicBezTo>
                    <a:pt x="8407" y="2072"/>
                    <a:pt x="8455" y="2358"/>
                    <a:pt x="8359" y="2620"/>
                  </a:cubicBezTo>
                  <a:lnTo>
                    <a:pt x="8359" y="2644"/>
                  </a:lnTo>
                  <a:cubicBezTo>
                    <a:pt x="8288" y="2858"/>
                    <a:pt x="8121" y="3025"/>
                    <a:pt x="7931" y="3144"/>
                  </a:cubicBezTo>
                  <a:cubicBezTo>
                    <a:pt x="7883" y="3168"/>
                    <a:pt x="7835" y="3215"/>
                    <a:pt x="7835" y="3287"/>
                  </a:cubicBezTo>
                  <a:cubicBezTo>
                    <a:pt x="7835" y="3430"/>
                    <a:pt x="7931" y="3525"/>
                    <a:pt x="8050" y="3525"/>
                  </a:cubicBezTo>
                  <a:cubicBezTo>
                    <a:pt x="8097" y="3525"/>
                    <a:pt x="8145" y="3525"/>
                    <a:pt x="8169" y="3501"/>
                  </a:cubicBezTo>
                  <a:cubicBezTo>
                    <a:pt x="8383" y="3382"/>
                    <a:pt x="8550" y="3215"/>
                    <a:pt x="8669" y="3025"/>
                  </a:cubicBezTo>
                  <a:cubicBezTo>
                    <a:pt x="9002" y="3239"/>
                    <a:pt x="9193" y="3620"/>
                    <a:pt x="9193" y="4049"/>
                  </a:cubicBezTo>
                  <a:cubicBezTo>
                    <a:pt x="9193" y="4358"/>
                    <a:pt x="9074" y="4668"/>
                    <a:pt x="8883" y="4882"/>
                  </a:cubicBezTo>
                  <a:cubicBezTo>
                    <a:pt x="8788" y="4858"/>
                    <a:pt x="8717" y="4835"/>
                    <a:pt x="8645" y="4811"/>
                  </a:cubicBezTo>
                  <a:cubicBezTo>
                    <a:pt x="8574" y="4811"/>
                    <a:pt x="8526" y="4811"/>
                    <a:pt x="8478" y="4858"/>
                  </a:cubicBezTo>
                  <a:cubicBezTo>
                    <a:pt x="8296" y="5018"/>
                    <a:pt x="8419" y="5265"/>
                    <a:pt x="8639" y="5265"/>
                  </a:cubicBezTo>
                  <a:cubicBezTo>
                    <a:pt x="8649" y="5265"/>
                    <a:pt x="8659" y="5264"/>
                    <a:pt x="8669" y="5263"/>
                  </a:cubicBezTo>
                  <a:cubicBezTo>
                    <a:pt x="8678" y="5259"/>
                    <a:pt x="8687" y="5257"/>
                    <a:pt x="8697" y="5257"/>
                  </a:cubicBezTo>
                  <a:cubicBezTo>
                    <a:pt x="8741" y="5257"/>
                    <a:pt x="8792" y="5296"/>
                    <a:pt x="8812" y="5335"/>
                  </a:cubicBezTo>
                  <a:cubicBezTo>
                    <a:pt x="8812" y="5359"/>
                    <a:pt x="8836" y="5359"/>
                    <a:pt x="8836" y="5359"/>
                  </a:cubicBezTo>
                  <a:cubicBezTo>
                    <a:pt x="9336" y="5597"/>
                    <a:pt x="9669" y="6121"/>
                    <a:pt x="9669" y="6692"/>
                  </a:cubicBezTo>
                  <a:cubicBezTo>
                    <a:pt x="9669" y="7288"/>
                    <a:pt x="9288" y="7835"/>
                    <a:pt x="8740" y="8073"/>
                  </a:cubicBezTo>
                  <a:lnTo>
                    <a:pt x="8717" y="8073"/>
                  </a:lnTo>
                  <a:cubicBezTo>
                    <a:pt x="8550" y="8145"/>
                    <a:pt x="8359" y="8192"/>
                    <a:pt x="8169" y="8192"/>
                  </a:cubicBezTo>
                  <a:cubicBezTo>
                    <a:pt x="8026" y="8192"/>
                    <a:pt x="7907" y="8169"/>
                    <a:pt x="7788" y="8121"/>
                  </a:cubicBezTo>
                  <a:cubicBezTo>
                    <a:pt x="7776" y="8119"/>
                    <a:pt x="7763" y="8118"/>
                    <a:pt x="7751" y="8118"/>
                  </a:cubicBezTo>
                  <a:cubicBezTo>
                    <a:pt x="7598" y="8118"/>
                    <a:pt x="7460" y="8254"/>
                    <a:pt x="7526" y="8431"/>
                  </a:cubicBezTo>
                  <a:cubicBezTo>
                    <a:pt x="7526" y="8478"/>
                    <a:pt x="7573" y="8526"/>
                    <a:pt x="7645" y="8550"/>
                  </a:cubicBezTo>
                  <a:cubicBezTo>
                    <a:pt x="7812" y="8597"/>
                    <a:pt x="7978" y="8621"/>
                    <a:pt x="8169" y="8621"/>
                  </a:cubicBezTo>
                  <a:cubicBezTo>
                    <a:pt x="8312" y="8621"/>
                    <a:pt x="8478" y="8597"/>
                    <a:pt x="8621" y="8574"/>
                  </a:cubicBezTo>
                  <a:lnTo>
                    <a:pt x="8621" y="8574"/>
                  </a:lnTo>
                  <a:cubicBezTo>
                    <a:pt x="8597" y="9169"/>
                    <a:pt x="8169" y="9693"/>
                    <a:pt x="7573" y="9788"/>
                  </a:cubicBezTo>
                  <a:cubicBezTo>
                    <a:pt x="7495" y="9798"/>
                    <a:pt x="7416" y="9804"/>
                    <a:pt x="7338" y="9804"/>
                  </a:cubicBezTo>
                  <a:cubicBezTo>
                    <a:pt x="7229" y="9804"/>
                    <a:pt x="7123" y="9792"/>
                    <a:pt x="7026" y="9764"/>
                  </a:cubicBezTo>
                  <a:cubicBezTo>
                    <a:pt x="7005" y="9757"/>
                    <a:pt x="6984" y="9754"/>
                    <a:pt x="6964" y="9754"/>
                  </a:cubicBezTo>
                  <a:cubicBezTo>
                    <a:pt x="6914" y="9754"/>
                    <a:pt x="6869" y="9771"/>
                    <a:pt x="6835" y="9788"/>
                  </a:cubicBezTo>
                  <a:cubicBezTo>
                    <a:pt x="6692" y="9931"/>
                    <a:pt x="6764" y="10145"/>
                    <a:pt x="6930" y="10193"/>
                  </a:cubicBezTo>
                  <a:cubicBezTo>
                    <a:pt x="7050" y="10217"/>
                    <a:pt x="7169" y="10241"/>
                    <a:pt x="7288" y="10241"/>
                  </a:cubicBezTo>
                  <a:cubicBezTo>
                    <a:pt x="7108" y="10585"/>
                    <a:pt x="6749" y="10816"/>
                    <a:pt x="6342" y="10816"/>
                  </a:cubicBezTo>
                  <a:cubicBezTo>
                    <a:pt x="6102" y="10816"/>
                    <a:pt x="5844" y="10736"/>
                    <a:pt x="5597" y="10550"/>
                  </a:cubicBezTo>
                  <a:cubicBezTo>
                    <a:pt x="5383" y="10407"/>
                    <a:pt x="5263" y="10145"/>
                    <a:pt x="5263" y="9859"/>
                  </a:cubicBezTo>
                  <a:lnTo>
                    <a:pt x="5263" y="7597"/>
                  </a:lnTo>
                  <a:cubicBezTo>
                    <a:pt x="6264" y="7478"/>
                    <a:pt x="7026" y="6645"/>
                    <a:pt x="7026" y="5644"/>
                  </a:cubicBezTo>
                  <a:cubicBezTo>
                    <a:pt x="7026" y="4620"/>
                    <a:pt x="6264" y="3787"/>
                    <a:pt x="5263" y="3668"/>
                  </a:cubicBezTo>
                  <a:lnTo>
                    <a:pt x="5263" y="1120"/>
                  </a:lnTo>
                  <a:cubicBezTo>
                    <a:pt x="5263" y="905"/>
                    <a:pt x="5359" y="715"/>
                    <a:pt x="5549" y="596"/>
                  </a:cubicBezTo>
                  <a:cubicBezTo>
                    <a:pt x="5712" y="492"/>
                    <a:pt x="5876" y="446"/>
                    <a:pt x="6029" y="446"/>
                  </a:cubicBezTo>
                  <a:close/>
                  <a:moveTo>
                    <a:pt x="4073" y="0"/>
                  </a:moveTo>
                  <a:cubicBezTo>
                    <a:pt x="3477" y="0"/>
                    <a:pt x="2977" y="429"/>
                    <a:pt x="2882" y="1001"/>
                  </a:cubicBezTo>
                  <a:cubicBezTo>
                    <a:pt x="2834" y="977"/>
                    <a:pt x="2787" y="977"/>
                    <a:pt x="2739" y="977"/>
                  </a:cubicBezTo>
                  <a:cubicBezTo>
                    <a:pt x="2668" y="977"/>
                    <a:pt x="2620" y="1001"/>
                    <a:pt x="2572" y="1024"/>
                  </a:cubicBezTo>
                  <a:cubicBezTo>
                    <a:pt x="2453" y="1191"/>
                    <a:pt x="2549" y="1382"/>
                    <a:pt x="2715" y="1405"/>
                  </a:cubicBezTo>
                  <a:cubicBezTo>
                    <a:pt x="2811" y="1429"/>
                    <a:pt x="2906" y="1453"/>
                    <a:pt x="2977" y="1501"/>
                  </a:cubicBezTo>
                  <a:lnTo>
                    <a:pt x="3001" y="1501"/>
                  </a:lnTo>
                  <a:cubicBezTo>
                    <a:pt x="3168" y="1572"/>
                    <a:pt x="3311" y="1691"/>
                    <a:pt x="3406" y="1858"/>
                  </a:cubicBezTo>
                  <a:cubicBezTo>
                    <a:pt x="3430" y="1929"/>
                    <a:pt x="3501" y="1977"/>
                    <a:pt x="3596" y="1977"/>
                  </a:cubicBezTo>
                  <a:cubicBezTo>
                    <a:pt x="3668" y="1977"/>
                    <a:pt x="3739" y="1929"/>
                    <a:pt x="3787" y="1834"/>
                  </a:cubicBezTo>
                  <a:cubicBezTo>
                    <a:pt x="3835" y="1786"/>
                    <a:pt x="3835" y="1715"/>
                    <a:pt x="3787" y="1667"/>
                  </a:cubicBezTo>
                  <a:cubicBezTo>
                    <a:pt x="3692" y="1453"/>
                    <a:pt x="3501" y="1286"/>
                    <a:pt x="3311" y="1167"/>
                  </a:cubicBezTo>
                  <a:cubicBezTo>
                    <a:pt x="3328" y="762"/>
                    <a:pt x="3656" y="441"/>
                    <a:pt x="4057" y="441"/>
                  </a:cubicBezTo>
                  <a:cubicBezTo>
                    <a:pt x="4222" y="441"/>
                    <a:pt x="4400" y="495"/>
                    <a:pt x="4573" y="620"/>
                  </a:cubicBezTo>
                  <a:cubicBezTo>
                    <a:pt x="4740" y="715"/>
                    <a:pt x="4835" y="905"/>
                    <a:pt x="4835" y="1096"/>
                  </a:cubicBezTo>
                  <a:lnTo>
                    <a:pt x="4835" y="3668"/>
                  </a:lnTo>
                  <a:cubicBezTo>
                    <a:pt x="3835" y="3763"/>
                    <a:pt x="3073" y="4620"/>
                    <a:pt x="3073" y="5621"/>
                  </a:cubicBezTo>
                  <a:cubicBezTo>
                    <a:pt x="3073" y="6645"/>
                    <a:pt x="3835" y="7478"/>
                    <a:pt x="4835" y="7597"/>
                  </a:cubicBezTo>
                  <a:lnTo>
                    <a:pt x="4835" y="9883"/>
                  </a:lnTo>
                  <a:cubicBezTo>
                    <a:pt x="4835" y="10121"/>
                    <a:pt x="4716" y="10383"/>
                    <a:pt x="4525" y="10526"/>
                  </a:cubicBezTo>
                  <a:cubicBezTo>
                    <a:pt x="4272" y="10725"/>
                    <a:pt x="4006" y="10811"/>
                    <a:pt x="3757" y="10811"/>
                  </a:cubicBezTo>
                  <a:cubicBezTo>
                    <a:pt x="3349" y="10811"/>
                    <a:pt x="2988" y="10581"/>
                    <a:pt x="2811" y="10241"/>
                  </a:cubicBezTo>
                  <a:cubicBezTo>
                    <a:pt x="2953" y="10241"/>
                    <a:pt x="3073" y="10217"/>
                    <a:pt x="3215" y="10169"/>
                  </a:cubicBezTo>
                  <a:cubicBezTo>
                    <a:pt x="3263" y="10145"/>
                    <a:pt x="3311" y="10121"/>
                    <a:pt x="3334" y="10050"/>
                  </a:cubicBezTo>
                  <a:cubicBezTo>
                    <a:pt x="3376" y="9885"/>
                    <a:pt x="3256" y="9755"/>
                    <a:pt x="3130" y="9755"/>
                  </a:cubicBezTo>
                  <a:cubicBezTo>
                    <a:pt x="3111" y="9755"/>
                    <a:pt x="3091" y="9758"/>
                    <a:pt x="3073" y="9764"/>
                  </a:cubicBezTo>
                  <a:cubicBezTo>
                    <a:pt x="2961" y="9792"/>
                    <a:pt x="2857" y="9804"/>
                    <a:pt x="2753" y="9804"/>
                  </a:cubicBezTo>
                  <a:cubicBezTo>
                    <a:pt x="2679" y="9804"/>
                    <a:pt x="2604" y="9798"/>
                    <a:pt x="2525" y="9788"/>
                  </a:cubicBezTo>
                  <a:cubicBezTo>
                    <a:pt x="1929" y="9693"/>
                    <a:pt x="1477" y="9169"/>
                    <a:pt x="1477" y="8550"/>
                  </a:cubicBezTo>
                  <a:lnTo>
                    <a:pt x="1477" y="8550"/>
                  </a:lnTo>
                  <a:cubicBezTo>
                    <a:pt x="1620" y="8597"/>
                    <a:pt x="1763" y="8621"/>
                    <a:pt x="1929" y="8621"/>
                  </a:cubicBezTo>
                  <a:cubicBezTo>
                    <a:pt x="2096" y="8621"/>
                    <a:pt x="2287" y="8597"/>
                    <a:pt x="2453" y="8550"/>
                  </a:cubicBezTo>
                  <a:cubicBezTo>
                    <a:pt x="2525" y="8526"/>
                    <a:pt x="2549" y="8478"/>
                    <a:pt x="2572" y="8431"/>
                  </a:cubicBezTo>
                  <a:cubicBezTo>
                    <a:pt x="2635" y="8244"/>
                    <a:pt x="2517" y="8112"/>
                    <a:pt x="2375" y="8112"/>
                  </a:cubicBezTo>
                  <a:cubicBezTo>
                    <a:pt x="2354" y="8112"/>
                    <a:pt x="2332" y="8115"/>
                    <a:pt x="2310" y="8121"/>
                  </a:cubicBezTo>
                  <a:cubicBezTo>
                    <a:pt x="2191" y="8145"/>
                    <a:pt x="2048" y="8169"/>
                    <a:pt x="1929" y="8169"/>
                  </a:cubicBezTo>
                  <a:cubicBezTo>
                    <a:pt x="1739" y="8169"/>
                    <a:pt x="1548" y="8145"/>
                    <a:pt x="1358" y="8073"/>
                  </a:cubicBezTo>
                  <a:cubicBezTo>
                    <a:pt x="1358" y="8073"/>
                    <a:pt x="1358" y="8073"/>
                    <a:pt x="1358" y="8050"/>
                  </a:cubicBezTo>
                  <a:cubicBezTo>
                    <a:pt x="786" y="7835"/>
                    <a:pt x="429" y="7288"/>
                    <a:pt x="429" y="6668"/>
                  </a:cubicBezTo>
                  <a:cubicBezTo>
                    <a:pt x="429" y="6097"/>
                    <a:pt x="763" y="5597"/>
                    <a:pt x="1263" y="5335"/>
                  </a:cubicBezTo>
                  <a:lnTo>
                    <a:pt x="1286" y="5335"/>
                  </a:lnTo>
                  <a:cubicBezTo>
                    <a:pt x="1310" y="5263"/>
                    <a:pt x="1382" y="5240"/>
                    <a:pt x="1429" y="5240"/>
                  </a:cubicBezTo>
                  <a:cubicBezTo>
                    <a:pt x="1447" y="5243"/>
                    <a:pt x="1465" y="5245"/>
                    <a:pt x="1481" y="5245"/>
                  </a:cubicBezTo>
                  <a:cubicBezTo>
                    <a:pt x="1687" y="5245"/>
                    <a:pt x="1796" y="4989"/>
                    <a:pt x="1620" y="4835"/>
                  </a:cubicBezTo>
                  <a:cubicBezTo>
                    <a:pt x="1586" y="4818"/>
                    <a:pt x="1552" y="4801"/>
                    <a:pt x="1510" y="4801"/>
                  </a:cubicBezTo>
                  <a:cubicBezTo>
                    <a:pt x="1493" y="4801"/>
                    <a:pt x="1474" y="4804"/>
                    <a:pt x="1453" y="4811"/>
                  </a:cubicBezTo>
                  <a:cubicBezTo>
                    <a:pt x="1382" y="4811"/>
                    <a:pt x="1310" y="4835"/>
                    <a:pt x="1239" y="4882"/>
                  </a:cubicBezTo>
                  <a:cubicBezTo>
                    <a:pt x="1024" y="4644"/>
                    <a:pt x="905" y="4335"/>
                    <a:pt x="905" y="4025"/>
                  </a:cubicBezTo>
                  <a:cubicBezTo>
                    <a:pt x="905" y="3620"/>
                    <a:pt x="1096" y="3239"/>
                    <a:pt x="1429" y="3001"/>
                  </a:cubicBezTo>
                  <a:cubicBezTo>
                    <a:pt x="1548" y="3215"/>
                    <a:pt x="1715" y="3382"/>
                    <a:pt x="1929" y="3501"/>
                  </a:cubicBezTo>
                  <a:cubicBezTo>
                    <a:pt x="1977" y="3501"/>
                    <a:pt x="2001" y="3525"/>
                    <a:pt x="2048" y="3525"/>
                  </a:cubicBezTo>
                  <a:cubicBezTo>
                    <a:pt x="2168" y="3525"/>
                    <a:pt x="2287" y="3430"/>
                    <a:pt x="2263" y="3263"/>
                  </a:cubicBezTo>
                  <a:cubicBezTo>
                    <a:pt x="2263" y="3191"/>
                    <a:pt x="2215" y="3144"/>
                    <a:pt x="2168" y="3120"/>
                  </a:cubicBezTo>
                  <a:cubicBezTo>
                    <a:pt x="1977" y="3025"/>
                    <a:pt x="1810" y="2834"/>
                    <a:pt x="1739" y="2620"/>
                  </a:cubicBezTo>
                  <a:cubicBezTo>
                    <a:pt x="1715" y="2548"/>
                    <a:pt x="1715" y="2477"/>
                    <a:pt x="1691" y="2406"/>
                  </a:cubicBezTo>
                  <a:cubicBezTo>
                    <a:pt x="1691" y="2334"/>
                    <a:pt x="1667" y="2287"/>
                    <a:pt x="1596" y="2263"/>
                  </a:cubicBezTo>
                  <a:cubicBezTo>
                    <a:pt x="1554" y="2242"/>
                    <a:pt x="1513" y="2232"/>
                    <a:pt x="1474" y="2232"/>
                  </a:cubicBezTo>
                  <a:cubicBezTo>
                    <a:pt x="1341" y="2232"/>
                    <a:pt x="1244" y="2347"/>
                    <a:pt x="1263" y="2477"/>
                  </a:cubicBezTo>
                  <a:cubicBezTo>
                    <a:pt x="1263" y="2525"/>
                    <a:pt x="1263" y="2548"/>
                    <a:pt x="1286" y="2572"/>
                  </a:cubicBezTo>
                  <a:cubicBezTo>
                    <a:pt x="786" y="2882"/>
                    <a:pt x="477" y="3430"/>
                    <a:pt x="477" y="4025"/>
                  </a:cubicBezTo>
                  <a:cubicBezTo>
                    <a:pt x="477" y="4406"/>
                    <a:pt x="596" y="4787"/>
                    <a:pt x="834" y="5097"/>
                  </a:cubicBezTo>
                  <a:cubicBezTo>
                    <a:pt x="310" y="5454"/>
                    <a:pt x="0" y="6025"/>
                    <a:pt x="0" y="6668"/>
                  </a:cubicBezTo>
                  <a:cubicBezTo>
                    <a:pt x="0" y="7407"/>
                    <a:pt x="405" y="8073"/>
                    <a:pt x="1048" y="8407"/>
                  </a:cubicBezTo>
                  <a:cubicBezTo>
                    <a:pt x="1048" y="8454"/>
                    <a:pt x="1048" y="8502"/>
                    <a:pt x="1048" y="8550"/>
                  </a:cubicBezTo>
                  <a:cubicBezTo>
                    <a:pt x="1048" y="8955"/>
                    <a:pt x="1191" y="9336"/>
                    <a:pt x="1453" y="9645"/>
                  </a:cubicBezTo>
                  <a:cubicBezTo>
                    <a:pt x="1691" y="9907"/>
                    <a:pt x="1977" y="10098"/>
                    <a:pt x="2334" y="10193"/>
                  </a:cubicBezTo>
                  <a:cubicBezTo>
                    <a:pt x="2525" y="10812"/>
                    <a:pt x="3096" y="11265"/>
                    <a:pt x="3763" y="11265"/>
                  </a:cubicBezTo>
                  <a:cubicBezTo>
                    <a:pt x="4311" y="11265"/>
                    <a:pt x="4787" y="10955"/>
                    <a:pt x="5049" y="10526"/>
                  </a:cubicBezTo>
                  <a:cubicBezTo>
                    <a:pt x="5311" y="10955"/>
                    <a:pt x="5811" y="11265"/>
                    <a:pt x="6335" y="11265"/>
                  </a:cubicBezTo>
                  <a:cubicBezTo>
                    <a:pt x="7002" y="11265"/>
                    <a:pt x="7597" y="10812"/>
                    <a:pt x="7788" y="10193"/>
                  </a:cubicBezTo>
                  <a:cubicBezTo>
                    <a:pt x="8121" y="10098"/>
                    <a:pt x="8431" y="9907"/>
                    <a:pt x="8669" y="9645"/>
                  </a:cubicBezTo>
                  <a:cubicBezTo>
                    <a:pt x="8931" y="9336"/>
                    <a:pt x="9074" y="8955"/>
                    <a:pt x="9074" y="8550"/>
                  </a:cubicBezTo>
                  <a:cubicBezTo>
                    <a:pt x="9074" y="8502"/>
                    <a:pt x="9074" y="8454"/>
                    <a:pt x="9050" y="8407"/>
                  </a:cubicBezTo>
                  <a:cubicBezTo>
                    <a:pt x="9693" y="8073"/>
                    <a:pt x="10098" y="7430"/>
                    <a:pt x="10098" y="6692"/>
                  </a:cubicBezTo>
                  <a:cubicBezTo>
                    <a:pt x="10098" y="6049"/>
                    <a:pt x="9788" y="5454"/>
                    <a:pt x="9264" y="5097"/>
                  </a:cubicBezTo>
                  <a:cubicBezTo>
                    <a:pt x="9502" y="4787"/>
                    <a:pt x="9645" y="4430"/>
                    <a:pt x="9645" y="4025"/>
                  </a:cubicBezTo>
                  <a:cubicBezTo>
                    <a:pt x="9645" y="3430"/>
                    <a:pt x="9312" y="2882"/>
                    <a:pt x="8812" y="2596"/>
                  </a:cubicBezTo>
                  <a:cubicBezTo>
                    <a:pt x="8836" y="2501"/>
                    <a:pt x="8859" y="2406"/>
                    <a:pt x="8859" y="2310"/>
                  </a:cubicBezTo>
                  <a:cubicBezTo>
                    <a:pt x="8859" y="1572"/>
                    <a:pt x="8240" y="977"/>
                    <a:pt x="7502" y="977"/>
                  </a:cubicBezTo>
                  <a:cubicBezTo>
                    <a:pt x="7407" y="977"/>
                    <a:pt x="7311" y="977"/>
                    <a:pt x="7216" y="1001"/>
                  </a:cubicBezTo>
                  <a:cubicBezTo>
                    <a:pt x="7121" y="429"/>
                    <a:pt x="6621" y="0"/>
                    <a:pt x="6026" y="0"/>
                  </a:cubicBezTo>
                  <a:cubicBezTo>
                    <a:pt x="5621" y="0"/>
                    <a:pt x="5263" y="215"/>
                    <a:pt x="5049" y="524"/>
                  </a:cubicBezTo>
                  <a:cubicBezTo>
                    <a:pt x="4835" y="215"/>
                    <a:pt x="4478" y="0"/>
                    <a:pt x="40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73" name="Google Shape;4373;p59"/>
            <p:cNvSpPr/>
            <p:nvPr/>
          </p:nvSpPr>
          <p:spPr>
            <a:xfrm>
              <a:off x="6581568" y="2514889"/>
              <a:ext cx="41434" cy="64741"/>
            </a:xfrm>
            <a:custGeom>
              <a:rect b="b" l="l" r="r" t="t"/>
              <a:pathLst>
                <a:path extrusionOk="0" h="1750" w="1120">
                  <a:moveTo>
                    <a:pt x="785" y="0"/>
                  </a:moveTo>
                  <a:cubicBezTo>
                    <a:pt x="747" y="0"/>
                    <a:pt x="707" y="11"/>
                    <a:pt x="668" y="35"/>
                  </a:cubicBezTo>
                  <a:cubicBezTo>
                    <a:pt x="572" y="82"/>
                    <a:pt x="525" y="225"/>
                    <a:pt x="596" y="320"/>
                  </a:cubicBezTo>
                  <a:cubicBezTo>
                    <a:pt x="644" y="439"/>
                    <a:pt x="691" y="558"/>
                    <a:pt x="691" y="678"/>
                  </a:cubicBezTo>
                  <a:cubicBezTo>
                    <a:pt x="691" y="987"/>
                    <a:pt x="477" y="1249"/>
                    <a:pt x="167" y="1321"/>
                  </a:cubicBezTo>
                  <a:cubicBezTo>
                    <a:pt x="72" y="1368"/>
                    <a:pt x="1" y="1487"/>
                    <a:pt x="25" y="1582"/>
                  </a:cubicBezTo>
                  <a:cubicBezTo>
                    <a:pt x="48" y="1678"/>
                    <a:pt x="144" y="1749"/>
                    <a:pt x="239" y="1749"/>
                  </a:cubicBezTo>
                  <a:lnTo>
                    <a:pt x="286" y="1749"/>
                  </a:lnTo>
                  <a:cubicBezTo>
                    <a:pt x="787" y="1606"/>
                    <a:pt x="1120" y="1178"/>
                    <a:pt x="1120" y="678"/>
                  </a:cubicBezTo>
                  <a:cubicBezTo>
                    <a:pt x="1120" y="463"/>
                    <a:pt x="1072" y="273"/>
                    <a:pt x="977" y="106"/>
                  </a:cubicBezTo>
                  <a:cubicBezTo>
                    <a:pt x="929" y="42"/>
                    <a:pt x="861" y="0"/>
                    <a:pt x="7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74" name="Google Shape;4374;p59"/>
            <p:cNvSpPr/>
            <p:nvPr/>
          </p:nvSpPr>
          <p:spPr>
            <a:xfrm>
              <a:off x="6610646" y="2620102"/>
              <a:ext cx="49388" cy="58193"/>
            </a:xfrm>
            <a:custGeom>
              <a:rect b="b" l="l" r="r" t="t"/>
              <a:pathLst>
                <a:path extrusionOk="0" h="1573" w="1335">
                  <a:moveTo>
                    <a:pt x="215" y="1"/>
                  </a:moveTo>
                  <a:cubicBezTo>
                    <a:pt x="96" y="1"/>
                    <a:pt x="1" y="96"/>
                    <a:pt x="1" y="215"/>
                  </a:cubicBezTo>
                  <a:cubicBezTo>
                    <a:pt x="1" y="334"/>
                    <a:pt x="96" y="453"/>
                    <a:pt x="215" y="453"/>
                  </a:cubicBezTo>
                  <a:cubicBezTo>
                    <a:pt x="596" y="453"/>
                    <a:pt x="906" y="739"/>
                    <a:pt x="906" y="1120"/>
                  </a:cubicBezTo>
                  <a:cubicBezTo>
                    <a:pt x="906" y="1191"/>
                    <a:pt x="882" y="1239"/>
                    <a:pt x="882" y="1287"/>
                  </a:cubicBezTo>
                  <a:cubicBezTo>
                    <a:pt x="834" y="1406"/>
                    <a:pt x="906" y="1549"/>
                    <a:pt x="1025" y="1572"/>
                  </a:cubicBezTo>
                  <a:lnTo>
                    <a:pt x="1096" y="1572"/>
                  </a:lnTo>
                  <a:cubicBezTo>
                    <a:pt x="1191" y="1572"/>
                    <a:pt x="1263" y="1501"/>
                    <a:pt x="1287" y="1406"/>
                  </a:cubicBezTo>
                  <a:cubicBezTo>
                    <a:pt x="1334" y="1310"/>
                    <a:pt x="1334" y="1215"/>
                    <a:pt x="1334" y="1120"/>
                  </a:cubicBezTo>
                  <a:cubicBezTo>
                    <a:pt x="1334" y="501"/>
                    <a:pt x="834" y="1"/>
                    <a:pt x="2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75" name="Google Shape;4375;p59"/>
            <p:cNvSpPr/>
            <p:nvPr/>
          </p:nvSpPr>
          <p:spPr>
            <a:xfrm>
              <a:off x="6618563" y="2450073"/>
              <a:ext cx="64371" cy="25601"/>
            </a:xfrm>
            <a:custGeom>
              <a:rect b="b" l="l" r="r" t="t"/>
              <a:pathLst>
                <a:path extrusionOk="0" h="692" w="1740">
                  <a:moveTo>
                    <a:pt x="236" y="0"/>
                  </a:moveTo>
                  <a:cubicBezTo>
                    <a:pt x="180" y="0"/>
                    <a:pt x="120" y="24"/>
                    <a:pt x="72" y="72"/>
                  </a:cubicBezTo>
                  <a:cubicBezTo>
                    <a:pt x="1" y="143"/>
                    <a:pt x="1" y="286"/>
                    <a:pt x="72" y="382"/>
                  </a:cubicBezTo>
                  <a:cubicBezTo>
                    <a:pt x="287" y="572"/>
                    <a:pt x="572" y="691"/>
                    <a:pt x="858" y="691"/>
                  </a:cubicBezTo>
                  <a:cubicBezTo>
                    <a:pt x="1168" y="691"/>
                    <a:pt x="1454" y="572"/>
                    <a:pt x="1644" y="382"/>
                  </a:cubicBezTo>
                  <a:cubicBezTo>
                    <a:pt x="1739" y="286"/>
                    <a:pt x="1739" y="143"/>
                    <a:pt x="1644" y="72"/>
                  </a:cubicBezTo>
                  <a:cubicBezTo>
                    <a:pt x="1608" y="24"/>
                    <a:pt x="1555" y="0"/>
                    <a:pt x="1498" y="0"/>
                  </a:cubicBezTo>
                  <a:cubicBezTo>
                    <a:pt x="1442" y="0"/>
                    <a:pt x="1382" y="24"/>
                    <a:pt x="1335" y="72"/>
                  </a:cubicBezTo>
                  <a:cubicBezTo>
                    <a:pt x="1215" y="191"/>
                    <a:pt x="1049" y="262"/>
                    <a:pt x="858" y="262"/>
                  </a:cubicBezTo>
                  <a:cubicBezTo>
                    <a:pt x="692" y="262"/>
                    <a:pt x="525" y="191"/>
                    <a:pt x="382" y="72"/>
                  </a:cubicBezTo>
                  <a:cubicBezTo>
                    <a:pt x="346" y="24"/>
                    <a:pt x="293"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76" name="Google Shape;4376;p59"/>
            <p:cNvSpPr/>
            <p:nvPr/>
          </p:nvSpPr>
          <p:spPr>
            <a:xfrm>
              <a:off x="6783339" y="2514889"/>
              <a:ext cx="41434" cy="64741"/>
            </a:xfrm>
            <a:custGeom>
              <a:rect b="b" l="l" r="r" t="t"/>
              <a:pathLst>
                <a:path extrusionOk="0" h="1750" w="1120">
                  <a:moveTo>
                    <a:pt x="328" y="0"/>
                  </a:moveTo>
                  <a:cubicBezTo>
                    <a:pt x="260" y="0"/>
                    <a:pt x="191" y="42"/>
                    <a:pt x="143" y="106"/>
                  </a:cubicBezTo>
                  <a:cubicBezTo>
                    <a:pt x="48" y="273"/>
                    <a:pt x="0" y="463"/>
                    <a:pt x="0" y="678"/>
                  </a:cubicBezTo>
                  <a:cubicBezTo>
                    <a:pt x="0" y="1178"/>
                    <a:pt x="334" y="1630"/>
                    <a:pt x="810" y="1749"/>
                  </a:cubicBezTo>
                  <a:lnTo>
                    <a:pt x="881" y="1749"/>
                  </a:lnTo>
                  <a:cubicBezTo>
                    <a:pt x="977" y="1749"/>
                    <a:pt x="1072" y="1702"/>
                    <a:pt x="1096" y="1582"/>
                  </a:cubicBezTo>
                  <a:cubicBezTo>
                    <a:pt x="1120" y="1487"/>
                    <a:pt x="1048" y="1368"/>
                    <a:pt x="929" y="1321"/>
                  </a:cubicBezTo>
                  <a:cubicBezTo>
                    <a:pt x="643" y="1249"/>
                    <a:pt x="429" y="987"/>
                    <a:pt x="429" y="678"/>
                  </a:cubicBezTo>
                  <a:cubicBezTo>
                    <a:pt x="429" y="558"/>
                    <a:pt x="453" y="439"/>
                    <a:pt x="524" y="320"/>
                  </a:cubicBezTo>
                  <a:cubicBezTo>
                    <a:pt x="572" y="225"/>
                    <a:pt x="548" y="82"/>
                    <a:pt x="429" y="35"/>
                  </a:cubicBezTo>
                  <a:cubicBezTo>
                    <a:pt x="397" y="11"/>
                    <a:pt x="363" y="0"/>
                    <a:pt x="3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77" name="Google Shape;4377;p59"/>
            <p:cNvSpPr/>
            <p:nvPr/>
          </p:nvSpPr>
          <p:spPr>
            <a:xfrm>
              <a:off x="6746344" y="2620102"/>
              <a:ext cx="49351" cy="58193"/>
            </a:xfrm>
            <a:custGeom>
              <a:rect b="b" l="l" r="r" t="t"/>
              <a:pathLst>
                <a:path extrusionOk="0" h="1573" w="1334">
                  <a:moveTo>
                    <a:pt x="1119" y="1"/>
                  </a:moveTo>
                  <a:cubicBezTo>
                    <a:pt x="500" y="1"/>
                    <a:pt x="0" y="501"/>
                    <a:pt x="0" y="1120"/>
                  </a:cubicBezTo>
                  <a:cubicBezTo>
                    <a:pt x="0" y="1215"/>
                    <a:pt x="0" y="1310"/>
                    <a:pt x="24" y="1406"/>
                  </a:cubicBezTo>
                  <a:cubicBezTo>
                    <a:pt x="48" y="1501"/>
                    <a:pt x="143" y="1572"/>
                    <a:pt x="238" y="1572"/>
                  </a:cubicBezTo>
                  <a:lnTo>
                    <a:pt x="286" y="1572"/>
                  </a:lnTo>
                  <a:cubicBezTo>
                    <a:pt x="405" y="1525"/>
                    <a:pt x="476" y="1406"/>
                    <a:pt x="453" y="1310"/>
                  </a:cubicBezTo>
                  <a:cubicBezTo>
                    <a:pt x="429" y="1239"/>
                    <a:pt x="429" y="1191"/>
                    <a:pt x="429" y="1120"/>
                  </a:cubicBezTo>
                  <a:cubicBezTo>
                    <a:pt x="429" y="739"/>
                    <a:pt x="738" y="453"/>
                    <a:pt x="1095" y="453"/>
                  </a:cubicBezTo>
                  <a:cubicBezTo>
                    <a:pt x="1238" y="453"/>
                    <a:pt x="1334" y="358"/>
                    <a:pt x="1334" y="215"/>
                  </a:cubicBezTo>
                  <a:cubicBezTo>
                    <a:pt x="1334" y="96"/>
                    <a:pt x="1238" y="1"/>
                    <a:pt x="11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78" name="Google Shape;4378;p59"/>
            <p:cNvSpPr/>
            <p:nvPr/>
          </p:nvSpPr>
          <p:spPr>
            <a:xfrm>
              <a:off x="6723407" y="2449851"/>
              <a:ext cx="64371" cy="25823"/>
            </a:xfrm>
            <a:custGeom>
              <a:rect b="b" l="l" r="r" t="t"/>
              <a:pathLst>
                <a:path extrusionOk="0" h="698" w="1740">
                  <a:moveTo>
                    <a:pt x="236" y="1"/>
                  </a:moveTo>
                  <a:cubicBezTo>
                    <a:pt x="179" y="1"/>
                    <a:pt x="120" y="18"/>
                    <a:pt x="72" y="54"/>
                  </a:cubicBezTo>
                  <a:cubicBezTo>
                    <a:pt x="1" y="149"/>
                    <a:pt x="1" y="292"/>
                    <a:pt x="72" y="364"/>
                  </a:cubicBezTo>
                  <a:cubicBezTo>
                    <a:pt x="287" y="578"/>
                    <a:pt x="572" y="697"/>
                    <a:pt x="882" y="697"/>
                  </a:cubicBezTo>
                  <a:cubicBezTo>
                    <a:pt x="1168" y="697"/>
                    <a:pt x="1454" y="578"/>
                    <a:pt x="1668" y="364"/>
                  </a:cubicBezTo>
                  <a:cubicBezTo>
                    <a:pt x="1739" y="292"/>
                    <a:pt x="1739" y="149"/>
                    <a:pt x="1668" y="54"/>
                  </a:cubicBezTo>
                  <a:cubicBezTo>
                    <a:pt x="1620" y="18"/>
                    <a:pt x="1561" y="1"/>
                    <a:pt x="1504" y="1"/>
                  </a:cubicBezTo>
                  <a:cubicBezTo>
                    <a:pt x="1448" y="1"/>
                    <a:pt x="1394" y="18"/>
                    <a:pt x="1358" y="54"/>
                  </a:cubicBezTo>
                  <a:cubicBezTo>
                    <a:pt x="1215" y="197"/>
                    <a:pt x="1049" y="268"/>
                    <a:pt x="858" y="268"/>
                  </a:cubicBezTo>
                  <a:cubicBezTo>
                    <a:pt x="691" y="268"/>
                    <a:pt x="525" y="197"/>
                    <a:pt x="382" y="54"/>
                  </a:cubicBezTo>
                  <a:cubicBezTo>
                    <a:pt x="346" y="18"/>
                    <a:pt x="293"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79" name="Google Shape;4379;p59"/>
            <p:cNvSpPr/>
            <p:nvPr/>
          </p:nvSpPr>
          <p:spPr>
            <a:xfrm>
              <a:off x="6572764" y="2404274"/>
              <a:ext cx="20310" cy="15871"/>
            </a:xfrm>
            <a:custGeom>
              <a:rect b="b" l="l" r="r" t="t"/>
              <a:pathLst>
                <a:path extrusionOk="0" h="429" w="549">
                  <a:moveTo>
                    <a:pt x="263" y="0"/>
                  </a:moveTo>
                  <a:cubicBezTo>
                    <a:pt x="191" y="0"/>
                    <a:pt x="120" y="24"/>
                    <a:pt x="72" y="119"/>
                  </a:cubicBezTo>
                  <a:cubicBezTo>
                    <a:pt x="1" y="262"/>
                    <a:pt x="120" y="429"/>
                    <a:pt x="263" y="429"/>
                  </a:cubicBezTo>
                  <a:cubicBezTo>
                    <a:pt x="429" y="429"/>
                    <a:pt x="548" y="262"/>
                    <a:pt x="453" y="95"/>
                  </a:cubicBezTo>
                  <a:cubicBezTo>
                    <a:pt x="429" y="24"/>
                    <a:pt x="358" y="0"/>
                    <a:pt x="2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80" name="Google Shape;4380;p59"/>
            <p:cNvSpPr/>
            <p:nvPr/>
          </p:nvSpPr>
          <p:spPr>
            <a:xfrm>
              <a:off x="6695217" y="2523213"/>
              <a:ext cx="15908" cy="16759"/>
            </a:xfrm>
            <a:custGeom>
              <a:rect b="b" l="l" r="r" t="t"/>
              <a:pathLst>
                <a:path extrusionOk="0" h="453" w="430">
                  <a:moveTo>
                    <a:pt x="215" y="0"/>
                  </a:moveTo>
                  <a:cubicBezTo>
                    <a:pt x="96" y="0"/>
                    <a:pt x="1" y="95"/>
                    <a:pt x="1" y="238"/>
                  </a:cubicBezTo>
                  <a:cubicBezTo>
                    <a:pt x="1" y="357"/>
                    <a:pt x="96" y="453"/>
                    <a:pt x="215" y="453"/>
                  </a:cubicBezTo>
                  <a:cubicBezTo>
                    <a:pt x="334" y="453"/>
                    <a:pt x="429" y="357"/>
                    <a:pt x="429" y="238"/>
                  </a:cubicBezTo>
                  <a:cubicBezTo>
                    <a:pt x="429" y="95"/>
                    <a:pt x="334" y="0"/>
                    <a:pt x="2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81" name="Google Shape;4381;p59"/>
            <p:cNvSpPr/>
            <p:nvPr/>
          </p:nvSpPr>
          <p:spPr>
            <a:xfrm>
              <a:off x="6695217" y="2588398"/>
              <a:ext cx="15908" cy="16759"/>
            </a:xfrm>
            <a:custGeom>
              <a:rect b="b" l="l" r="r" t="t"/>
              <a:pathLst>
                <a:path extrusionOk="0" h="453" w="430">
                  <a:moveTo>
                    <a:pt x="215" y="0"/>
                  </a:moveTo>
                  <a:cubicBezTo>
                    <a:pt x="96" y="0"/>
                    <a:pt x="1" y="96"/>
                    <a:pt x="1" y="238"/>
                  </a:cubicBezTo>
                  <a:cubicBezTo>
                    <a:pt x="1" y="358"/>
                    <a:pt x="96" y="453"/>
                    <a:pt x="215" y="453"/>
                  </a:cubicBezTo>
                  <a:cubicBezTo>
                    <a:pt x="334" y="453"/>
                    <a:pt x="429" y="358"/>
                    <a:pt x="429" y="238"/>
                  </a:cubicBezTo>
                  <a:cubicBezTo>
                    <a:pt x="429" y="96"/>
                    <a:pt x="334" y="0"/>
                    <a:pt x="2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382" name="Google Shape;4382;p59"/>
          <p:cNvGrpSpPr/>
          <p:nvPr/>
        </p:nvGrpSpPr>
        <p:grpSpPr>
          <a:xfrm>
            <a:off x="7246499" y="2652366"/>
            <a:ext cx="356694" cy="373096"/>
            <a:chOff x="7246499" y="2652366"/>
            <a:chExt cx="356694" cy="373096"/>
          </a:xfrm>
        </p:grpSpPr>
        <p:sp>
          <p:nvSpPr>
            <p:cNvPr id="4383" name="Google Shape;4383;p59"/>
            <p:cNvSpPr/>
            <p:nvPr/>
          </p:nvSpPr>
          <p:spPr>
            <a:xfrm>
              <a:off x="7305242" y="2652366"/>
              <a:ext cx="240055" cy="189314"/>
            </a:xfrm>
            <a:custGeom>
              <a:rect b="b" l="l" r="r" t="t"/>
              <a:pathLst>
                <a:path extrusionOk="0" h="5716" w="6812">
                  <a:moveTo>
                    <a:pt x="4906" y="453"/>
                  </a:moveTo>
                  <a:cubicBezTo>
                    <a:pt x="5264" y="453"/>
                    <a:pt x="5597" y="596"/>
                    <a:pt x="5859" y="834"/>
                  </a:cubicBezTo>
                  <a:cubicBezTo>
                    <a:pt x="6240" y="1215"/>
                    <a:pt x="6335" y="1691"/>
                    <a:pt x="6192" y="2263"/>
                  </a:cubicBezTo>
                  <a:cubicBezTo>
                    <a:pt x="6026" y="2858"/>
                    <a:pt x="5573" y="3572"/>
                    <a:pt x="4883" y="4215"/>
                  </a:cubicBezTo>
                  <a:cubicBezTo>
                    <a:pt x="4287" y="4811"/>
                    <a:pt x="3716" y="5168"/>
                    <a:pt x="3406" y="5263"/>
                  </a:cubicBezTo>
                  <a:cubicBezTo>
                    <a:pt x="3073" y="5168"/>
                    <a:pt x="2501" y="4811"/>
                    <a:pt x="1906" y="4215"/>
                  </a:cubicBezTo>
                  <a:cubicBezTo>
                    <a:pt x="1239" y="3549"/>
                    <a:pt x="763" y="2858"/>
                    <a:pt x="596" y="2263"/>
                  </a:cubicBezTo>
                  <a:cubicBezTo>
                    <a:pt x="453" y="1691"/>
                    <a:pt x="572" y="1215"/>
                    <a:pt x="929" y="834"/>
                  </a:cubicBezTo>
                  <a:cubicBezTo>
                    <a:pt x="1191" y="596"/>
                    <a:pt x="1525" y="453"/>
                    <a:pt x="1882" y="453"/>
                  </a:cubicBezTo>
                  <a:cubicBezTo>
                    <a:pt x="2239" y="453"/>
                    <a:pt x="2573" y="596"/>
                    <a:pt x="2835" y="834"/>
                  </a:cubicBezTo>
                  <a:cubicBezTo>
                    <a:pt x="2977" y="977"/>
                    <a:pt x="3168" y="1072"/>
                    <a:pt x="3382" y="1072"/>
                  </a:cubicBezTo>
                  <a:cubicBezTo>
                    <a:pt x="3597" y="1072"/>
                    <a:pt x="3811" y="1001"/>
                    <a:pt x="3954" y="834"/>
                  </a:cubicBezTo>
                  <a:cubicBezTo>
                    <a:pt x="4216" y="596"/>
                    <a:pt x="4549" y="453"/>
                    <a:pt x="4906" y="453"/>
                  </a:cubicBezTo>
                  <a:close/>
                  <a:moveTo>
                    <a:pt x="1882" y="0"/>
                  </a:moveTo>
                  <a:cubicBezTo>
                    <a:pt x="1406" y="0"/>
                    <a:pt x="977" y="191"/>
                    <a:pt x="644" y="524"/>
                  </a:cubicBezTo>
                  <a:cubicBezTo>
                    <a:pt x="144" y="1001"/>
                    <a:pt x="1" y="1644"/>
                    <a:pt x="191" y="2358"/>
                  </a:cubicBezTo>
                  <a:cubicBezTo>
                    <a:pt x="596" y="3930"/>
                    <a:pt x="2501" y="5501"/>
                    <a:pt x="3335" y="5716"/>
                  </a:cubicBezTo>
                  <a:lnTo>
                    <a:pt x="3454" y="5716"/>
                  </a:lnTo>
                  <a:cubicBezTo>
                    <a:pt x="4287" y="5501"/>
                    <a:pt x="6192" y="3930"/>
                    <a:pt x="6621" y="2358"/>
                  </a:cubicBezTo>
                  <a:cubicBezTo>
                    <a:pt x="6812" y="1644"/>
                    <a:pt x="6645" y="1001"/>
                    <a:pt x="6169" y="524"/>
                  </a:cubicBezTo>
                  <a:cubicBezTo>
                    <a:pt x="5835" y="191"/>
                    <a:pt x="5383" y="0"/>
                    <a:pt x="4906" y="0"/>
                  </a:cubicBezTo>
                  <a:cubicBezTo>
                    <a:pt x="4430" y="0"/>
                    <a:pt x="3978" y="191"/>
                    <a:pt x="3644" y="524"/>
                  </a:cubicBezTo>
                  <a:cubicBezTo>
                    <a:pt x="3573" y="620"/>
                    <a:pt x="3454" y="643"/>
                    <a:pt x="3406" y="643"/>
                  </a:cubicBezTo>
                  <a:cubicBezTo>
                    <a:pt x="3311" y="620"/>
                    <a:pt x="3216" y="596"/>
                    <a:pt x="3144" y="524"/>
                  </a:cubicBezTo>
                  <a:cubicBezTo>
                    <a:pt x="2811" y="191"/>
                    <a:pt x="2358" y="0"/>
                    <a:pt x="18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84" name="Google Shape;4384;p59"/>
            <p:cNvSpPr/>
            <p:nvPr/>
          </p:nvSpPr>
          <p:spPr>
            <a:xfrm>
              <a:off x="7372372" y="2701251"/>
              <a:ext cx="105790" cy="101778"/>
            </a:xfrm>
            <a:custGeom>
              <a:rect b="b" l="l" r="r" t="t"/>
              <a:pathLst>
                <a:path extrusionOk="0" h="3073" w="3002">
                  <a:moveTo>
                    <a:pt x="263" y="1"/>
                  </a:moveTo>
                  <a:cubicBezTo>
                    <a:pt x="144" y="1"/>
                    <a:pt x="48" y="72"/>
                    <a:pt x="25" y="191"/>
                  </a:cubicBezTo>
                  <a:cubicBezTo>
                    <a:pt x="1" y="310"/>
                    <a:pt x="96" y="429"/>
                    <a:pt x="239" y="429"/>
                  </a:cubicBezTo>
                  <a:cubicBezTo>
                    <a:pt x="287" y="429"/>
                    <a:pt x="310" y="477"/>
                    <a:pt x="310" y="525"/>
                  </a:cubicBezTo>
                  <a:lnTo>
                    <a:pt x="310" y="1001"/>
                  </a:lnTo>
                  <a:cubicBezTo>
                    <a:pt x="310" y="1525"/>
                    <a:pt x="739" y="1977"/>
                    <a:pt x="1263" y="1977"/>
                  </a:cubicBezTo>
                  <a:lnTo>
                    <a:pt x="1263" y="2644"/>
                  </a:lnTo>
                  <a:lnTo>
                    <a:pt x="1168" y="2644"/>
                  </a:lnTo>
                  <a:cubicBezTo>
                    <a:pt x="1120" y="2644"/>
                    <a:pt x="1096" y="2644"/>
                    <a:pt x="1072" y="2668"/>
                  </a:cubicBezTo>
                  <a:cubicBezTo>
                    <a:pt x="906" y="2859"/>
                    <a:pt x="1049" y="3073"/>
                    <a:pt x="1215" y="3073"/>
                  </a:cubicBezTo>
                  <a:lnTo>
                    <a:pt x="1835" y="3073"/>
                  </a:lnTo>
                  <a:cubicBezTo>
                    <a:pt x="1858" y="3073"/>
                    <a:pt x="1906" y="3073"/>
                    <a:pt x="1906" y="3049"/>
                  </a:cubicBezTo>
                  <a:cubicBezTo>
                    <a:pt x="2073" y="2859"/>
                    <a:pt x="1954" y="2644"/>
                    <a:pt x="1763" y="2644"/>
                  </a:cubicBezTo>
                  <a:lnTo>
                    <a:pt x="1715" y="2644"/>
                  </a:lnTo>
                  <a:lnTo>
                    <a:pt x="1715" y="1977"/>
                  </a:lnTo>
                  <a:cubicBezTo>
                    <a:pt x="2239" y="1977"/>
                    <a:pt x="2692" y="1525"/>
                    <a:pt x="2692" y="1001"/>
                  </a:cubicBezTo>
                  <a:lnTo>
                    <a:pt x="2692" y="525"/>
                  </a:lnTo>
                  <a:cubicBezTo>
                    <a:pt x="2692" y="477"/>
                    <a:pt x="2716" y="429"/>
                    <a:pt x="2763" y="429"/>
                  </a:cubicBezTo>
                  <a:cubicBezTo>
                    <a:pt x="2906" y="429"/>
                    <a:pt x="3001" y="310"/>
                    <a:pt x="2978" y="168"/>
                  </a:cubicBezTo>
                  <a:cubicBezTo>
                    <a:pt x="2954" y="72"/>
                    <a:pt x="2859" y="1"/>
                    <a:pt x="2763" y="1"/>
                  </a:cubicBezTo>
                  <a:cubicBezTo>
                    <a:pt x="2478" y="1"/>
                    <a:pt x="2239" y="239"/>
                    <a:pt x="2239" y="525"/>
                  </a:cubicBezTo>
                  <a:lnTo>
                    <a:pt x="2239" y="1001"/>
                  </a:lnTo>
                  <a:cubicBezTo>
                    <a:pt x="2239" y="1287"/>
                    <a:pt x="2001" y="1549"/>
                    <a:pt x="1715" y="1549"/>
                  </a:cubicBezTo>
                  <a:lnTo>
                    <a:pt x="1715" y="429"/>
                  </a:lnTo>
                  <a:lnTo>
                    <a:pt x="1835" y="429"/>
                  </a:lnTo>
                  <a:cubicBezTo>
                    <a:pt x="1858" y="429"/>
                    <a:pt x="1906" y="429"/>
                    <a:pt x="1930" y="406"/>
                  </a:cubicBezTo>
                  <a:cubicBezTo>
                    <a:pt x="2073" y="215"/>
                    <a:pt x="1954" y="1"/>
                    <a:pt x="1763" y="1"/>
                  </a:cubicBezTo>
                  <a:lnTo>
                    <a:pt x="1168" y="1"/>
                  </a:lnTo>
                  <a:cubicBezTo>
                    <a:pt x="1120" y="1"/>
                    <a:pt x="1096" y="25"/>
                    <a:pt x="1072" y="48"/>
                  </a:cubicBezTo>
                  <a:cubicBezTo>
                    <a:pt x="906" y="215"/>
                    <a:pt x="1049" y="429"/>
                    <a:pt x="1215" y="429"/>
                  </a:cubicBezTo>
                  <a:lnTo>
                    <a:pt x="1287" y="429"/>
                  </a:lnTo>
                  <a:lnTo>
                    <a:pt x="1287" y="1549"/>
                  </a:lnTo>
                  <a:lnTo>
                    <a:pt x="1239" y="1549"/>
                  </a:lnTo>
                  <a:cubicBezTo>
                    <a:pt x="953" y="1549"/>
                    <a:pt x="739" y="1287"/>
                    <a:pt x="739" y="1001"/>
                  </a:cubicBezTo>
                  <a:lnTo>
                    <a:pt x="739" y="525"/>
                  </a:lnTo>
                  <a:cubicBezTo>
                    <a:pt x="739" y="239"/>
                    <a:pt x="525" y="25"/>
                    <a:pt x="2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85" name="Google Shape;4385;p59"/>
            <p:cNvSpPr/>
            <p:nvPr/>
          </p:nvSpPr>
          <p:spPr>
            <a:xfrm>
              <a:off x="7457158" y="2725726"/>
              <a:ext cx="146035" cy="299736"/>
            </a:xfrm>
            <a:custGeom>
              <a:rect b="b" l="l" r="r" t="t"/>
              <a:pathLst>
                <a:path extrusionOk="0" h="9050" w="4144">
                  <a:moveTo>
                    <a:pt x="0" y="7096"/>
                  </a:moveTo>
                  <a:cubicBezTo>
                    <a:pt x="0" y="7097"/>
                    <a:pt x="0" y="7097"/>
                    <a:pt x="0" y="7097"/>
                  </a:cubicBezTo>
                  <a:cubicBezTo>
                    <a:pt x="0" y="7097"/>
                    <a:pt x="0" y="7097"/>
                    <a:pt x="0" y="7096"/>
                  </a:cubicBezTo>
                  <a:close/>
                  <a:moveTo>
                    <a:pt x="3715" y="453"/>
                  </a:moveTo>
                  <a:lnTo>
                    <a:pt x="3715" y="4477"/>
                  </a:lnTo>
                  <a:cubicBezTo>
                    <a:pt x="3715" y="4882"/>
                    <a:pt x="3596" y="5192"/>
                    <a:pt x="3382" y="5454"/>
                  </a:cubicBezTo>
                  <a:lnTo>
                    <a:pt x="2120" y="6882"/>
                  </a:lnTo>
                  <a:cubicBezTo>
                    <a:pt x="2072" y="6906"/>
                    <a:pt x="2048" y="6978"/>
                    <a:pt x="2048" y="7025"/>
                  </a:cubicBezTo>
                  <a:lnTo>
                    <a:pt x="2048" y="8621"/>
                  </a:lnTo>
                  <a:lnTo>
                    <a:pt x="453" y="8621"/>
                  </a:lnTo>
                  <a:lnTo>
                    <a:pt x="453" y="7097"/>
                  </a:lnTo>
                  <a:cubicBezTo>
                    <a:pt x="476" y="6144"/>
                    <a:pt x="524" y="5525"/>
                    <a:pt x="1453" y="4644"/>
                  </a:cubicBezTo>
                  <a:cubicBezTo>
                    <a:pt x="1619" y="4453"/>
                    <a:pt x="1786" y="4287"/>
                    <a:pt x="1929" y="4144"/>
                  </a:cubicBezTo>
                  <a:cubicBezTo>
                    <a:pt x="2215" y="3858"/>
                    <a:pt x="2429" y="3667"/>
                    <a:pt x="2596" y="3548"/>
                  </a:cubicBezTo>
                  <a:cubicBezTo>
                    <a:pt x="2667" y="3501"/>
                    <a:pt x="2715" y="3483"/>
                    <a:pt x="2751" y="3483"/>
                  </a:cubicBezTo>
                  <a:cubicBezTo>
                    <a:pt x="2786" y="3483"/>
                    <a:pt x="2810" y="3501"/>
                    <a:pt x="2834" y="3525"/>
                  </a:cubicBezTo>
                  <a:cubicBezTo>
                    <a:pt x="2858" y="3525"/>
                    <a:pt x="2882" y="3548"/>
                    <a:pt x="2882" y="3620"/>
                  </a:cubicBezTo>
                  <a:cubicBezTo>
                    <a:pt x="2905" y="3906"/>
                    <a:pt x="2620" y="4501"/>
                    <a:pt x="2072" y="5049"/>
                  </a:cubicBezTo>
                  <a:cubicBezTo>
                    <a:pt x="1977" y="5120"/>
                    <a:pt x="1977" y="5263"/>
                    <a:pt x="2048" y="5358"/>
                  </a:cubicBezTo>
                  <a:cubicBezTo>
                    <a:pt x="2096" y="5406"/>
                    <a:pt x="2155" y="5430"/>
                    <a:pt x="2212" y="5430"/>
                  </a:cubicBezTo>
                  <a:cubicBezTo>
                    <a:pt x="2268" y="5430"/>
                    <a:pt x="2322" y="5406"/>
                    <a:pt x="2358" y="5358"/>
                  </a:cubicBezTo>
                  <a:cubicBezTo>
                    <a:pt x="2977" y="4763"/>
                    <a:pt x="3358" y="4025"/>
                    <a:pt x="3310" y="3572"/>
                  </a:cubicBezTo>
                  <a:cubicBezTo>
                    <a:pt x="3310" y="3406"/>
                    <a:pt x="3239" y="3286"/>
                    <a:pt x="3167" y="3215"/>
                  </a:cubicBezTo>
                  <a:lnTo>
                    <a:pt x="3215" y="905"/>
                  </a:lnTo>
                  <a:cubicBezTo>
                    <a:pt x="3215" y="786"/>
                    <a:pt x="3263" y="667"/>
                    <a:pt x="3358" y="595"/>
                  </a:cubicBezTo>
                  <a:cubicBezTo>
                    <a:pt x="3453" y="500"/>
                    <a:pt x="3572" y="453"/>
                    <a:pt x="3691" y="453"/>
                  </a:cubicBezTo>
                  <a:close/>
                  <a:moveTo>
                    <a:pt x="3691" y="0"/>
                  </a:moveTo>
                  <a:cubicBezTo>
                    <a:pt x="3453" y="0"/>
                    <a:pt x="3215" y="95"/>
                    <a:pt x="3048" y="262"/>
                  </a:cubicBezTo>
                  <a:cubicBezTo>
                    <a:pt x="2882" y="429"/>
                    <a:pt x="2786" y="643"/>
                    <a:pt x="2763" y="881"/>
                  </a:cubicBezTo>
                  <a:lnTo>
                    <a:pt x="2739" y="3048"/>
                  </a:lnTo>
                  <a:cubicBezTo>
                    <a:pt x="2596" y="3048"/>
                    <a:pt x="2477" y="3096"/>
                    <a:pt x="2334" y="3191"/>
                  </a:cubicBezTo>
                  <a:cubicBezTo>
                    <a:pt x="2143" y="3310"/>
                    <a:pt x="1929" y="3525"/>
                    <a:pt x="1619" y="3834"/>
                  </a:cubicBezTo>
                  <a:cubicBezTo>
                    <a:pt x="1477" y="3977"/>
                    <a:pt x="1310" y="4144"/>
                    <a:pt x="1119" y="4310"/>
                  </a:cubicBezTo>
                  <a:cubicBezTo>
                    <a:pt x="119" y="5311"/>
                    <a:pt x="24" y="6049"/>
                    <a:pt x="0" y="7096"/>
                  </a:cubicBezTo>
                  <a:lnTo>
                    <a:pt x="0" y="7096"/>
                  </a:lnTo>
                  <a:cubicBezTo>
                    <a:pt x="0" y="7094"/>
                    <a:pt x="2" y="7073"/>
                    <a:pt x="24" y="7073"/>
                  </a:cubicBezTo>
                  <a:lnTo>
                    <a:pt x="24" y="8835"/>
                  </a:lnTo>
                  <a:cubicBezTo>
                    <a:pt x="0" y="8954"/>
                    <a:pt x="238" y="9050"/>
                    <a:pt x="238" y="9050"/>
                  </a:cubicBezTo>
                  <a:lnTo>
                    <a:pt x="2286" y="9050"/>
                  </a:lnTo>
                  <a:cubicBezTo>
                    <a:pt x="2405" y="9050"/>
                    <a:pt x="2501" y="8954"/>
                    <a:pt x="2501" y="8835"/>
                  </a:cubicBezTo>
                  <a:lnTo>
                    <a:pt x="2501" y="7121"/>
                  </a:lnTo>
                  <a:lnTo>
                    <a:pt x="3715" y="5763"/>
                  </a:lnTo>
                  <a:cubicBezTo>
                    <a:pt x="4001" y="5406"/>
                    <a:pt x="4144" y="5001"/>
                    <a:pt x="4144" y="4477"/>
                  </a:cubicBezTo>
                  <a:lnTo>
                    <a:pt x="4144" y="429"/>
                  </a:lnTo>
                  <a:cubicBezTo>
                    <a:pt x="4144" y="191"/>
                    <a:pt x="3953" y="0"/>
                    <a:pt x="37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86" name="Google Shape;4386;p59"/>
            <p:cNvSpPr/>
            <p:nvPr/>
          </p:nvSpPr>
          <p:spPr>
            <a:xfrm>
              <a:off x="7246499" y="2726488"/>
              <a:ext cx="146070" cy="298974"/>
            </a:xfrm>
            <a:custGeom>
              <a:rect b="b" l="l" r="r" t="t"/>
              <a:pathLst>
                <a:path extrusionOk="0" h="9027" w="4145">
                  <a:moveTo>
                    <a:pt x="429" y="1"/>
                  </a:moveTo>
                  <a:cubicBezTo>
                    <a:pt x="191" y="1"/>
                    <a:pt x="1" y="191"/>
                    <a:pt x="1" y="406"/>
                  </a:cubicBezTo>
                  <a:lnTo>
                    <a:pt x="1" y="4454"/>
                  </a:lnTo>
                  <a:cubicBezTo>
                    <a:pt x="1" y="4978"/>
                    <a:pt x="144" y="5383"/>
                    <a:pt x="453" y="5716"/>
                  </a:cubicBezTo>
                  <a:lnTo>
                    <a:pt x="1668" y="7074"/>
                  </a:lnTo>
                  <a:lnTo>
                    <a:pt x="1668" y="8812"/>
                  </a:lnTo>
                  <a:cubicBezTo>
                    <a:pt x="1668" y="8931"/>
                    <a:pt x="1763" y="9027"/>
                    <a:pt x="1882" y="9027"/>
                  </a:cubicBezTo>
                  <a:lnTo>
                    <a:pt x="3930" y="9027"/>
                  </a:lnTo>
                  <a:cubicBezTo>
                    <a:pt x="4049" y="9027"/>
                    <a:pt x="4144" y="8931"/>
                    <a:pt x="4144" y="8812"/>
                  </a:cubicBezTo>
                  <a:lnTo>
                    <a:pt x="4144" y="7050"/>
                  </a:lnTo>
                  <a:cubicBezTo>
                    <a:pt x="4144" y="6336"/>
                    <a:pt x="4097" y="5740"/>
                    <a:pt x="3692" y="5097"/>
                  </a:cubicBezTo>
                  <a:cubicBezTo>
                    <a:pt x="3657" y="5027"/>
                    <a:pt x="3584" y="4983"/>
                    <a:pt x="3500" y="4983"/>
                  </a:cubicBezTo>
                  <a:cubicBezTo>
                    <a:pt x="3470" y="4983"/>
                    <a:pt x="3438" y="4989"/>
                    <a:pt x="3406" y="5002"/>
                  </a:cubicBezTo>
                  <a:cubicBezTo>
                    <a:pt x="3287" y="5073"/>
                    <a:pt x="3239" y="5216"/>
                    <a:pt x="3311" y="5335"/>
                  </a:cubicBezTo>
                  <a:cubicBezTo>
                    <a:pt x="3668" y="5859"/>
                    <a:pt x="3692" y="6383"/>
                    <a:pt x="3716" y="7050"/>
                  </a:cubicBezTo>
                  <a:lnTo>
                    <a:pt x="3716" y="8574"/>
                  </a:lnTo>
                  <a:lnTo>
                    <a:pt x="2096" y="8574"/>
                  </a:lnTo>
                  <a:lnTo>
                    <a:pt x="2096" y="7002"/>
                  </a:lnTo>
                  <a:cubicBezTo>
                    <a:pt x="2096" y="6955"/>
                    <a:pt x="2073" y="6883"/>
                    <a:pt x="2049" y="6859"/>
                  </a:cubicBezTo>
                  <a:lnTo>
                    <a:pt x="787" y="5431"/>
                  </a:lnTo>
                  <a:cubicBezTo>
                    <a:pt x="548" y="5169"/>
                    <a:pt x="453" y="4883"/>
                    <a:pt x="453" y="4454"/>
                  </a:cubicBezTo>
                  <a:lnTo>
                    <a:pt x="453" y="430"/>
                  </a:lnTo>
                  <a:lnTo>
                    <a:pt x="477" y="430"/>
                  </a:lnTo>
                  <a:cubicBezTo>
                    <a:pt x="596" y="430"/>
                    <a:pt x="715" y="477"/>
                    <a:pt x="810" y="572"/>
                  </a:cubicBezTo>
                  <a:cubicBezTo>
                    <a:pt x="906" y="644"/>
                    <a:pt x="953" y="763"/>
                    <a:pt x="953" y="882"/>
                  </a:cubicBezTo>
                  <a:lnTo>
                    <a:pt x="1001" y="3192"/>
                  </a:lnTo>
                  <a:cubicBezTo>
                    <a:pt x="929" y="3263"/>
                    <a:pt x="858" y="3383"/>
                    <a:pt x="834" y="3549"/>
                  </a:cubicBezTo>
                  <a:cubicBezTo>
                    <a:pt x="787" y="4002"/>
                    <a:pt x="1191" y="4740"/>
                    <a:pt x="1787" y="5335"/>
                  </a:cubicBezTo>
                  <a:cubicBezTo>
                    <a:pt x="1834" y="5383"/>
                    <a:pt x="1894" y="5407"/>
                    <a:pt x="1950" y="5407"/>
                  </a:cubicBezTo>
                  <a:cubicBezTo>
                    <a:pt x="2007" y="5407"/>
                    <a:pt x="2061" y="5383"/>
                    <a:pt x="2096" y="5335"/>
                  </a:cubicBezTo>
                  <a:cubicBezTo>
                    <a:pt x="2192" y="5240"/>
                    <a:pt x="2192" y="5097"/>
                    <a:pt x="2096" y="5026"/>
                  </a:cubicBezTo>
                  <a:cubicBezTo>
                    <a:pt x="1549" y="4502"/>
                    <a:pt x="1239" y="3883"/>
                    <a:pt x="1287" y="3597"/>
                  </a:cubicBezTo>
                  <a:cubicBezTo>
                    <a:pt x="1287" y="3525"/>
                    <a:pt x="1310" y="3502"/>
                    <a:pt x="1334" y="3502"/>
                  </a:cubicBezTo>
                  <a:cubicBezTo>
                    <a:pt x="1363" y="3485"/>
                    <a:pt x="1391" y="3474"/>
                    <a:pt x="1424" y="3474"/>
                  </a:cubicBezTo>
                  <a:cubicBezTo>
                    <a:pt x="1529" y="3474"/>
                    <a:pt x="1680" y="3580"/>
                    <a:pt x="2025" y="3906"/>
                  </a:cubicBezTo>
                  <a:cubicBezTo>
                    <a:pt x="2070" y="3951"/>
                    <a:pt x="2125" y="3975"/>
                    <a:pt x="2182" y="3975"/>
                  </a:cubicBezTo>
                  <a:cubicBezTo>
                    <a:pt x="2244" y="3975"/>
                    <a:pt x="2308" y="3945"/>
                    <a:pt x="2358" y="3883"/>
                  </a:cubicBezTo>
                  <a:cubicBezTo>
                    <a:pt x="2406" y="3811"/>
                    <a:pt x="2406" y="3668"/>
                    <a:pt x="2311" y="3597"/>
                  </a:cubicBezTo>
                  <a:cubicBezTo>
                    <a:pt x="2025" y="3311"/>
                    <a:pt x="1739" y="3049"/>
                    <a:pt x="1430" y="3025"/>
                  </a:cubicBezTo>
                  <a:lnTo>
                    <a:pt x="1382" y="882"/>
                  </a:lnTo>
                  <a:cubicBezTo>
                    <a:pt x="1382" y="644"/>
                    <a:pt x="1287" y="406"/>
                    <a:pt x="1120" y="239"/>
                  </a:cubicBezTo>
                  <a:cubicBezTo>
                    <a:pt x="929" y="72"/>
                    <a:pt x="715" y="1"/>
                    <a:pt x="4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87" name="Google Shape;4387;p59"/>
            <p:cNvSpPr/>
            <p:nvPr/>
          </p:nvSpPr>
          <p:spPr>
            <a:xfrm>
              <a:off x="7337979" y="2866882"/>
              <a:ext cx="17655" cy="14242"/>
            </a:xfrm>
            <a:custGeom>
              <a:rect b="b" l="l" r="r" t="t"/>
              <a:pathLst>
                <a:path extrusionOk="0" h="430" w="501">
                  <a:moveTo>
                    <a:pt x="262" y="1"/>
                  </a:moveTo>
                  <a:cubicBezTo>
                    <a:pt x="191" y="1"/>
                    <a:pt x="119" y="48"/>
                    <a:pt x="72" y="120"/>
                  </a:cubicBezTo>
                  <a:cubicBezTo>
                    <a:pt x="0" y="263"/>
                    <a:pt x="119" y="430"/>
                    <a:pt x="262" y="430"/>
                  </a:cubicBezTo>
                  <a:cubicBezTo>
                    <a:pt x="405" y="430"/>
                    <a:pt x="501" y="310"/>
                    <a:pt x="501" y="168"/>
                  </a:cubicBezTo>
                  <a:cubicBezTo>
                    <a:pt x="477" y="72"/>
                    <a:pt x="381"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388" name="Google Shape;4388;p59"/>
          <p:cNvGrpSpPr/>
          <p:nvPr/>
        </p:nvGrpSpPr>
        <p:grpSpPr>
          <a:xfrm>
            <a:off x="8061367" y="2652366"/>
            <a:ext cx="345810" cy="373097"/>
            <a:chOff x="8061367" y="2652366"/>
            <a:chExt cx="345810" cy="373097"/>
          </a:xfrm>
        </p:grpSpPr>
        <p:sp>
          <p:nvSpPr>
            <p:cNvPr id="4389" name="Google Shape;4389;p59"/>
            <p:cNvSpPr/>
            <p:nvPr/>
          </p:nvSpPr>
          <p:spPr>
            <a:xfrm>
              <a:off x="8061367" y="2652366"/>
              <a:ext cx="345810" cy="373097"/>
            </a:xfrm>
            <a:custGeom>
              <a:rect b="b" l="l" r="r" t="t"/>
              <a:pathLst>
                <a:path extrusionOk="0" h="11265" w="9813">
                  <a:moveTo>
                    <a:pt x="5430" y="453"/>
                  </a:moveTo>
                  <a:cubicBezTo>
                    <a:pt x="6216" y="453"/>
                    <a:pt x="6931" y="667"/>
                    <a:pt x="7550" y="1072"/>
                  </a:cubicBezTo>
                  <a:cubicBezTo>
                    <a:pt x="7264" y="1135"/>
                    <a:pt x="6957" y="1157"/>
                    <a:pt x="6615" y="1157"/>
                  </a:cubicBezTo>
                  <a:cubicBezTo>
                    <a:pt x="6444" y="1157"/>
                    <a:pt x="6264" y="1151"/>
                    <a:pt x="6073" y="1143"/>
                  </a:cubicBezTo>
                  <a:cubicBezTo>
                    <a:pt x="5896" y="1134"/>
                    <a:pt x="5706" y="1128"/>
                    <a:pt x="5507" y="1128"/>
                  </a:cubicBezTo>
                  <a:cubicBezTo>
                    <a:pt x="5226" y="1128"/>
                    <a:pt x="4927" y="1139"/>
                    <a:pt x="4621" y="1167"/>
                  </a:cubicBezTo>
                  <a:cubicBezTo>
                    <a:pt x="4382" y="1024"/>
                    <a:pt x="4120" y="881"/>
                    <a:pt x="3882" y="762"/>
                  </a:cubicBezTo>
                  <a:cubicBezTo>
                    <a:pt x="4359" y="548"/>
                    <a:pt x="4882" y="453"/>
                    <a:pt x="5430" y="453"/>
                  </a:cubicBezTo>
                  <a:close/>
                  <a:moveTo>
                    <a:pt x="8002" y="1382"/>
                  </a:moveTo>
                  <a:cubicBezTo>
                    <a:pt x="8288" y="1644"/>
                    <a:pt x="8550" y="1929"/>
                    <a:pt x="8764" y="2263"/>
                  </a:cubicBezTo>
                  <a:cubicBezTo>
                    <a:pt x="8387" y="2395"/>
                    <a:pt x="7949" y="2437"/>
                    <a:pt x="7428" y="2437"/>
                  </a:cubicBezTo>
                  <a:cubicBezTo>
                    <a:pt x="7292" y="2437"/>
                    <a:pt x="7150" y="2434"/>
                    <a:pt x="7002" y="2429"/>
                  </a:cubicBezTo>
                  <a:cubicBezTo>
                    <a:pt x="6883" y="2310"/>
                    <a:pt x="6716" y="2167"/>
                    <a:pt x="6549" y="2167"/>
                  </a:cubicBezTo>
                  <a:cubicBezTo>
                    <a:pt x="6430" y="2167"/>
                    <a:pt x="6288" y="2263"/>
                    <a:pt x="6168" y="2382"/>
                  </a:cubicBezTo>
                  <a:cubicBezTo>
                    <a:pt x="5954" y="2144"/>
                    <a:pt x="5597" y="1858"/>
                    <a:pt x="5216" y="1572"/>
                  </a:cubicBezTo>
                  <a:lnTo>
                    <a:pt x="6073" y="1572"/>
                  </a:lnTo>
                  <a:cubicBezTo>
                    <a:pt x="6281" y="1579"/>
                    <a:pt x="6485" y="1586"/>
                    <a:pt x="6685" y="1586"/>
                  </a:cubicBezTo>
                  <a:cubicBezTo>
                    <a:pt x="7147" y="1586"/>
                    <a:pt x="7586" y="1548"/>
                    <a:pt x="8002" y="1382"/>
                  </a:cubicBezTo>
                  <a:close/>
                  <a:moveTo>
                    <a:pt x="3358" y="1024"/>
                  </a:moveTo>
                  <a:cubicBezTo>
                    <a:pt x="3906" y="1167"/>
                    <a:pt x="4930" y="1858"/>
                    <a:pt x="5549" y="2406"/>
                  </a:cubicBezTo>
                  <a:cubicBezTo>
                    <a:pt x="5049" y="2406"/>
                    <a:pt x="4478" y="2406"/>
                    <a:pt x="3906" y="2501"/>
                  </a:cubicBezTo>
                  <a:cubicBezTo>
                    <a:pt x="3382" y="2191"/>
                    <a:pt x="2906" y="1929"/>
                    <a:pt x="2453" y="1763"/>
                  </a:cubicBezTo>
                  <a:cubicBezTo>
                    <a:pt x="2715" y="1477"/>
                    <a:pt x="3025" y="1239"/>
                    <a:pt x="3358" y="1024"/>
                  </a:cubicBezTo>
                  <a:close/>
                  <a:moveTo>
                    <a:pt x="5291" y="2842"/>
                  </a:moveTo>
                  <a:cubicBezTo>
                    <a:pt x="5464" y="2842"/>
                    <a:pt x="5630" y="2848"/>
                    <a:pt x="5787" y="2858"/>
                  </a:cubicBezTo>
                  <a:cubicBezTo>
                    <a:pt x="5692" y="3025"/>
                    <a:pt x="5573" y="3263"/>
                    <a:pt x="5549" y="3501"/>
                  </a:cubicBezTo>
                  <a:cubicBezTo>
                    <a:pt x="5311" y="3358"/>
                    <a:pt x="5073" y="3215"/>
                    <a:pt x="4835" y="3072"/>
                  </a:cubicBezTo>
                  <a:cubicBezTo>
                    <a:pt x="4740" y="3001"/>
                    <a:pt x="4621" y="2930"/>
                    <a:pt x="4525" y="2882"/>
                  </a:cubicBezTo>
                  <a:cubicBezTo>
                    <a:pt x="4790" y="2854"/>
                    <a:pt x="5047" y="2842"/>
                    <a:pt x="5291" y="2842"/>
                  </a:cubicBezTo>
                  <a:close/>
                  <a:moveTo>
                    <a:pt x="8979" y="2668"/>
                  </a:moveTo>
                  <a:cubicBezTo>
                    <a:pt x="9121" y="2953"/>
                    <a:pt x="9241" y="3287"/>
                    <a:pt x="9312" y="3620"/>
                  </a:cubicBezTo>
                  <a:cubicBezTo>
                    <a:pt x="8898" y="3703"/>
                    <a:pt x="8395" y="3768"/>
                    <a:pt x="7833" y="3768"/>
                  </a:cubicBezTo>
                  <a:cubicBezTo>
                    <a:pt x="7748" y="3768"/>
                    <a:pt x="7661" y="3766"/>
                    <a:pt x="7574" y="3763"/>
                  </a:cubicBezTo>
                  <a:cubicBezTo>
                    <a:pt x="7574" y="3715"/>
                    <a:pt x="7574" y="3668"/>
                    <a:pt x="7574" y="3620"/>
                  </a:cubicBezTo>
                  <a:cubicBezTo>
                    <a:pt x="7574" y="3358"/>
                    <a:pt x="7454" y="3072"/>
                    <a:pt x="7335" y="2882"/>
                  </a:cubicBezTo>
                  <a:cubicBezTo>
                    <a:pt x="7907" y="2882"/>
                    <a:pt x="8478" y="2834"/>
                    <a:pt x="8979" y="2668"/>
                  </a:cubicBezTo>
                  <a:close/>
                  <a:moveTo>
                    <a:pt x="6549" y="2620"/>
                  </a:moveTo>
                  <a:cubicBezTo>
                    <a:pt x="6716" y="2739"/>
                    <a:pt x="7145" y="3239"/>
                    <a:pt x="7145" y="3620"/>
                  </a:cubicBezTo>
                  <a:cubicBezTo>
                    <a:pt x="7145" y="3763"/>
                    <a:pt x="7073" y="3906"/>
                    <a:pt x="6954" y="4025"/>
                  </a:cubicBezTo>
                  <a:cubicBezTo>
                    <a:pt x="6871" y="4129"/>
                    <a:pt x="6752" y="4196"/>
                    <a:pt x="6613" y="4196"/>
                  </a:cubicBezTo>
                  <a:cubicBezTo>
                    <a:pt x="6592" y="4196"/>
                    <a:pt x="6571" y="4195"/>
                    <a:pt x="6549" y="4192"/>
                  </a:cubicBezTo>
                  <a:cubicBezTo>
                    <a:pt x="6407" y="4192"/>
                    <a:pt x="6264" y="4144"/>
                    <a:pt x="6145" y="4025"/>
                  </a:cubicBezTo>
                  <a:cubicBezTo>
                    <a:pt x="6026" y="3930"/>
                    <a:pt x="5978" y="3763"/>
                    <a:pt x="5978" y="3620"/>
                  </a:cubicBezTo>
                  <a:cubicBezTo>
                    <a:pt x="5978" y="3239"/>
                    <a:pt x="6383" y="2739"/>
                    <a:pt x="6549" y="2620"/>
                  </a:cubicBezTo>
                  <a:close/>
                  <a:moveTo>
                    <a:pt x="9360" y="4049"/>
                  </a:moveTo>
                  <a:cubicBezTo>
                    <a:pt x="9360" y="4144"/>
                    <a:pt x="9360" y="4263"/>
                    <a:pt x="9360" y="4358"/>
                  </a:cubicBezTo>
                  <a:cubicBezTo>
                    <a:pt x="9360" y="4573"/>
                    <a:pt x="9360" y="4811"/>
                    <a:pt x="9312" y="5025"/>
                  </a:cubicBezTo>
                  <a:cubicBezTo>
                    <a:pt x="8693" y="5001"/>
                    <a:pt x="8026" y="4787"/>
                    <a:pt x="7192" y="4406"/>
                  </a:cubicBezTo>
                  <a:cubicBezTo>
                    <a:pt x="7216" y="4382"/>
                    <a:pt x="7240" y="4358"/>
                    <a:pt x="7264" y="4335"/>
                  </a:cubicBezTo>
                  <a:cubicBezTo>
                    <a:pt x="7312" y="4311"/>
                    <a:pt x="7359" y="4263"/>
                    <a:pt x="7383" y="4215"/>
                  </a:cubicBezTo>
                  <a:lnTo>
                    <a:pt x="7621" y="4215"/>
                  </a:lnTo>
                  <a:cubicBezTo>
                    <a:pt x="8288" y="4215"/>
                    <a:pt x="8883" y="4168"/>
                    <a:pt x="9360" y="4049"/>
                  </a:cubicBezTo>
                  <a:close/>
                  <a:moveTo>
                    <a:pt x="2168" y="2120"/>
                  </a:moveTo>
                  <a:cubicBezTo>
                    <a:pt x="2858" y="2358"/>
                    <a:pt x="3692" y="2882"/>
                    <a:pt x="4597" y="3430"/>
                  </a:cubicBezTo>
                  <a:cubicBezTo>
                    <a:pt x="4930" y="3644"/>
                    <a:pt x="5287" y="3858"/>
                    <a:pt x="5645" y="4073"/>
                  </a:cubicBezTo>
                  <a:cubicBezTo>
                    <a:pt x="5692" y="4168"/>
                    <a:pt x="5764" y="4263"/>
                    <a:pt x="5835" y="4335"/>
                  </a:cubicBezTo>
                  <a:cubicBezTo>
                    <a:pt x="6026" y="4525"/>
                    <a:pt x="6288" y="4644"/>
                    <a:pt x="6549" y="4644"/>
                  </a:cubicBezTo>
                  <a:lnTo>
                    <a:pt x="6669" y="4644"/>
                  </a:lnTo>
                  <a:cubicBezTo>
                    <a:pt x="7669" y="5144"/>
                    <a:pt x="8478" y="5406"/>
                    <a:pt x="9193" y="5454"/>
                  </a:cubicBezTo>
                  <a:cubicBezTo>
                    <a:pt x="9121" y="5740"/>
                    <a:pt x="9002" y="6025"/>
                    <a:pt x="8859" y="6264"/>
                  </a:cubicBezTo>
                  <a:cubicBezTo>
                    <a:pt x="7050" y="6240"/>
                    <a:pt x="5787" y="5406"/>
                    <a:pt x="4597" y="4597"/>
                  </a:cubicBezTo>
                  <a:cubicBezTo>
                    <a:pt x="3620" y="3954"/>
                    <a:pt x="2715" y="3358"/>
                    <a:pt x="1620" y="3263"/>
                  </a:cubicBezTo>
                  <a:cubicBezTo>
                    <a:pt x="1739" y="2858"/>
                    <a:pt x="1929" y="2477"/>
                    <a:pt x="2168" y="2120"/>
                  </a:cubicBezTo>
                  <a:close/>
                  <a:moveTo>
                    <a:pt x="5406" y="0"/>
                  </a:moveTo>
                  <a:cubicBezTo>
                    <a:pt x="4239" y="0"/>
                    <a:pt x="3144" y="453"/>
                    <a:pt x="2311" y="1286"/>
                  </a:cubicBezTo>
                  <a:cubicBezTo>
                    <a:pt x="1477" y="2096"/>
                    <a:pt x="1025" y="3191"/>
                    <a:pt x="1025" y="4358"/>
                  </a:cubicBezTo>
                  <a:cubicBezTo>
                    <a:pt x="1025" y="4644"/>
                    <a:pt x="786" y="5120"/>
                    <a:pt x="382" y="5692"/>
                  </a:cubicBezTo>
                  <a:cubicBezTo>
                    <a:pt x="1" y="6192"/>
                    <a:pt x="72" y="6549"/>
                    <a:pt x="167" y="6740"/>
                  </a:cubicBezTo>
                  <a:cubicBezTo>
                    <a:pt x="286" y="6978"/>
                    <a:pt x="572" y="7240"/>
                    <a:pt x="1286" y="7264"/>
                  </a:cubicBezTo>
                  <a:lnTo>
                    <a:pt x="1286" y="8431"/>
                  </a:lnTo>
                  <a:cubicBezTo>
                    <a:pt x="1286" y="9169"/>
                    <a:pt x="1882" y="9788"/>
                    <a:pt x="2644" y="9788"/>
                  </a:cubicBezTo>
                  <a:cubicBezTo>
                    <a:pt x="3335" y="9788"/>
                    <a:pt x="3692" y="9812"/>
                    <a:pt x="3858" y="9955"/>
                  </a:cubicBezTo>
                  <a:cubicBezTo>
                    <a:pt x="4025" y="10098"/>
                    <a:pt x="4073" y="10431"/>
                    <a:pt x="4120" y="11050"/>
                  </a:cubicBezTo>
                  <a:cubicBezTo>
                    <a:pt x="4120" y="11169"/>
                    <a:pt x="4216" y="11265"/>
                    <a:pt x="4335" y="11265"/>
                  </a:cubicBezTo>
                  <a:lnTo>
                    <a:pt x="8026" y="11265"/>
                  </a:lnTo>
                  <a:cubicBezTo>
                    <a:pt x="8050" y="11265"/>
                    <a:pt x="8074" y="11265"/>
                    <a:pt x="8097" y="11241"/>
                  </a:cubicBezTo>
                  <a:cubicBezTo>
                    <a:pt x="8193" y="11217"/>
                    <a:pt x="8240" y="11122"/>
                    <a:pt x="8240" y="11026"/>
                  </a:cubicBezTo>
                  <a:cubicBezTo>
                    <a:pt x="8193" y="10455"/>
                    <a:pt x="8193" y="10026"/>
                    <a:pt x="8193" y="9669"/>
                  </a:cubicBezTo>
                  <a:cubicBezTo>
                    <a:pt x="8193" y="9550"/>
                    <a:pt x="8121" y="9455"/>
                    <a:pt x="8002" y="9455"/>
                  </a:cubicBezTo>
                  <a:lnTo>
                    <a:pt x="7978" y="9455"/>
                  </a:lnTo>
                  <a:cubicBezTo>
                    <a:pt x="7859" y="9455"/>
                    <a:pt x="7764" y="9526"/>
                    <a:pt x="7764" y="9669"/>
                  </a:cubicBezTo>
                  <a:cubicBezTo>
                    <a:pt x="7740" y="9979"/>
                    <a:pt x="7764" y="10336"/>
                    <a:pt x="7788" y="10812"/>
                  </a:cubicBezTo>
                  <a:lnTo>
                    <a:pt x="4549" y="10812"/>
                  </a:lnTo>
                  <a:cubicBezTo>
                    <a:pt x="4501" y="10264"/>
                    <a:pt x="4430" y="9859"/>
                    <a:pt x="4144" y="9621"/>
                  </a:cubicBezTo>
                  <a:cubicBezTo>
                    <a:pt x="3835" y="9359"/>
                    <a:pt x="3382" y="9336"/>
                    <a:pt x="2644" y="9336"/>
                  </a:cubicBezTo>
                  <a:cubicBezTo>
                    <a:pt x="2120" y="9336"/>
                    <a:pt x="1715" y="8931"/>
                    <a:pt x="1715" y="8431"/>
                  </a:cubicBezTo>
                  <a:lnTo>
                    <a:pt x="1715" y="8050"/>
                  </a:lnTo>
                  <a:lnTo>
                    <a:pt x="2525" y="8050"/>
                  </a:lnTo>
                  <a:cubicBezTo>
                    <a:pt x="2620" y="8050"/>
                    <a:pt x="2739" y="7978"/>
                    <a:pt x="2739" y="7859"/>
                  </a:cubicBezTo>
                  <a:cubicBezTo>
                    <a:pt x="2763" y="7740"/>
                    <a:pt x="2668" y="7621"/>
                    <a:pt x="2525" y="7621"/>
                  </a:cubicBezTo>
                  <a:lnTo>
                    <a:pt x="1715" y="7621"/>
                  </a:lnTo>
                  <a:lnTo>
                    <a:pt x="1715" y="7049"/>
                  </a:lnTo>
                  <a:cubicBezTo>
                    <a:pt x="1715" y="6930"/>
                    <a:pt x="1620" y="6835"/>
                    <a:pt x="1501" y="6835"/>
                  </a:cubicBezTo>
                  <a:cubicBezTo>
                    <a:pt x="1001" y="6835"/>
                    <a:pt x="644" y="6740"/>
                    <a:pt x="548" y="6549"/>
                  </a:cubicBezTo>
                  <a:cubicBezTo>
                    <a:pt x="477" y="6406"/>
                    <a:pt x="548" y="6192"/>
                    <a:pt x="715" y="5954"/>
                  </a:cubicBezTo>
                  <a:cubicBezTo>
                    <a:pt x="1048" y="5478"/>
                    <a:pt x="1453" y="4835"/>
                    <a:pt x="1453" y="4358"/>
                  </a:cubicBezTo>
                  <a:cubicBezTo>
                    <a:pt x="1453" y="4144"/>
                    <a:pt x="1477" y="3906"/>
                    <a:pt x="1501" y="3692"/>
                  </a:cubicBezTo>
                  <a:cubicBezTo>
                    <a:pt x="2501" y="3763"/>
                    <a:pt x="3358" y="4335"/>
                    <a:pt x="4335" y="4978"/>
                  </a:cubicBezTo>
                  <a:cubicBezTo>
                    <a:pt x="5502" y="5740"/>
                    <a:pt x="6788" y="6597"/>
                    <a:pt x="8598" y="6716"/>
                  </a:cubicBezTo>
                  <a:cubicBezTo>
                    <a:pt x="8407" y="7026"/>
                    <a:pt x="8264" y="7335"/>
                    <a:pt x="8145" y="7645"/>
                  </a:cubicBezTo>
                  <a:cubicBezTo>
                    <a:pt x="8097" y="7740"/>
                    <a:pt x="8145" y="7859"/>
                    <a:pt x="8240" y="7931"/>
                  </a:cubicBezTo>
                  <a:cubicBezTo>
                    <a:pt x="8271" y="7943"/>
                    <a:pt x="8303" y="7949"/>
                    <a:pt x="8335" y="7949"/>
                  </a:cubicBezTo>
                  <a:cubicBezTo>
                    <a:pt x="8427" y="7949"/>
                    <a:pt x="8515" y="7900"/>
                    <a:pt x="8550" y="7811"/>
                  </a:cubicBezTo>
                  <a:cubicBezTo>
                    <a:pt x="8693" y="7430"/>
                    <a:pt x="8883" y="7049"/>
                    <a:pt x="9145" y="6621"/>
                  </a:cubicBezTo>
                  <a:cubicBezTo>
                    <a:pt x="9574" y="5930"/>
                    <a:pt x="9788" y="5144"/>
                    <a:pt x="9788" y="4358"/>
                  </a:cubicBezTo>
                  <a:cubicBezTo>
                    <a:pt x="9812" y="3191"/>
                    <a:pt x="9336" y="2096"/>
                    <a:pt x="8502" y="1286"/>
                  </a:cubicBezTo>
                  <a:cubicBezTo>
                    <a:pt x="7669" y="453"/>
                    <a:pt x="6573" y="0"/>
                    <a:pt x="54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90" name="Google Shape;4390;p59"/>
            <p:cNvSpPr/>
            <p:nvPr/>
          </p:nvSpPr>
          <p:spPr>
            <a:xfrm>
              <a:off x="8135228" y="2809320"/>
              <a:ext cx="18184" cy="14507"/>
            </a:xfrm>
            <a:custGeom>
              <a:rect b="b" l="l" r="r" t="t"/>
              <a:pathLst>
                <a:path extrusionOk="0" h="438" w="516">
                  <a:moveTo>
                    <a:pt x="238" y="0"/>
                  </a:moveTo>
                  <a:cubicBezTo>
                    <a:pt x="95" y="0"/>
                    <a:pt x="0" y="143"/>
                    <a:pt x="48" y="286"/>
                  </a:cubicBezTo>
                  <a:cubicBezTo>
                    <a:pt x="72" y="358"/>
                    <a:pt x="119" y="405"/>
                    <a:pt x="167" y="429"/>
                  </a:cubicBezTo>
                  <a:cubicBezTo>
                    <a:pt x="189" y="435"/>
                    <a:pt x="211" y="437"/>
                    <a:pt x="233" y="437"/>
                  </a:cubicBezTo>
                  <a:cubicBezTo>
                    <a:pt x="393" y="437"/>
                    <a:pt x="516" y="288"/>
                    <a:pt x="453" y="119"/>
                  </a:cubicBezTo>
                  <a:cubicBezTo>
                    <a:pt x="405" y="48"/>
                    <a:pt x="334" y="0"/>
                    <a:pt x="2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91" name="Google Shape;4391;p59"/>
            <p:cNvSpPr/>
            <p:nvPr/>
          </p:nvSpPr>
          <p:spPr>
            <a:xfrm>
              <a:off x="8337042" y="2933155"/>
              <a:ext cx="18924" cy="13977"/>
            </a:xfrm>
            <a:custGeom>
              <a:rect b="b" l="l" r="r" t="t"/>
              <a:pathLst>
                <a:path extrusionOk="0" h="422" w="537">
                  <a:moveTo>
                    <a:pt x="251" y="0"/>
                  </a:moveTo>
                  <a:cubicBezTo>
                    <a:pt x="179" y="0"/>
                    <a:pt x="108" y="48"/>
                    <a:pt x="60" y="119"/>
                  </a:cubicBezTo>
                  <a:cubicBezTo>
                    <a:pt x="0" y="279"/>
                    <a:pt x="108" y="422"/>
                    <a:pt x="256" y="422"/>
                  </a:cubicBezTo>
                  <a:cubicBezTo>
                    <a:pt x="285" y="422"/>
                    <a:pt x="315" y="417"/>
                    <a:pt x="346" y="405"/>
                  </a:cubicBezTo>
                  <a:cubicBezTo>
                    <a:pt x="417" y="405"/>
                    <a:pt x="441" y="357"/>
                    <a:pt x="465" y="286"/>
                  </a:cubicBezTo>
                  <a:cubicBezTo>
                    <a:pt x="536" y="143"/>
                    <a:pt x="417" y="0"/>
                    <a:pt x="2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392" name="Google Shape;4392;p59"/>
          <p:cNvGrpSpPr/>
          <p:nvPr/>
        </p:nvGrpSpPr>
        <p:grpSpPr>
          <a:xfrm>
            <a:off x="716700" y="3220236"/>
            <a:ext cx="344929" cy="373097"/>
            <a:chOff x="716700" y="3220236"/>
            <a:chExt cx="344929" cy="373097"/>
          </a:xfrm>
        </p:grpSpPr>
        <p:sp>
          <p:nvSpPr>
            <p:cNvPr id="4393" name="Google Shape;4393;p59"/>
            <p:cNvSpPr/>
            <p:nvPr/>
          </p:nvSpPr>
          <p:spPr>
            <a:xfrm>
              <a:off x="716700" y="3220236"/>
              <a:ext cx="344929" cy="373097"/>
            </a:xfrm>
            <a:custGeom>
              <a:rect b="b" l="l" r="r" t="t"/>
              <a:pathLst>
                <a:path extrusionOk="0" h="11265" w="9788">
                  <a:moveTo>
                    <a:pt x="5406" y="1"/>
                  </a:moveTo>
                  <a:cubicBezTo>
                    <a:pt x="4239" y="1"/>
                    <a:pt x="3144" y="453"/>
                    <a:pt x="2310" y="1287"/>
                  </a:cubicBezTo>
                  <a:cubicBezTo>
                    <a:pt x="1477" y="2096"/>
                    <a:pt x="1000" y="3192"/>
                    <a:pt x="1000" y="4359"/>
                  </a:cubicBezTo>
                  <a:cubicBezTo>
                    <a:pt x="1000" y="4644"/>
                    <a:pt x="762" y="5121"/>
                    <a:pt x="357" y="5692"/>
                  </a:cubicBezTo>
                  <a:cubicBezTo>
                    <a:pt x="0" y="6192"/>
                    <a:pt x="48" y="6550"/>
                    <a:pt x="167" y="6740"/>
                  </a:cubicBezTo>
                  <a:cubicBezTo>
                    <a:pt x="262" y="6978"/>
                    <a:pt x="548" y="7216"/>
                    <a:pt x="1262" y="7264"/>
                  </a:cubicBezTo>
                  <a:lnTo>
                    <a:pt x="1262" y="8431"/>
                  </a:lnTo>
                  <a:cubicBezTo>
                    <a:pt x="1262" y="9169"/>
                    <a:pt x="1881" y="9788"/>
                    <a:pt x="2620" y="9788"/>
                  </a:cubicBezTo>
                  <a:cubicBezTo>
                    <a:pt x="3334" y="9788"/>
                    <a:pt x="3691" y="9812"/>
                    <a:pt x="3858" y="9955"/>
                  </a:cubicBezTo>
                  <a:cubicBezTo>
                    <a:pt x="4025" y="10098"/>
                    <a:pt x="4072" y="10431"/>
                    <a:pt x="4096" y="11051"/>
                  </a:cubicBezTo>
                  <a:cubicBezTo>
                    <a:pt x="4120" y="11170"/>
                    <a:pt x="4215" y="11265"/>
                    <a:pt x="4334" y="11265"/>
                  </a:cubicBezTo>
                  <a:lnTo>
                    <a:pt x="8026" y="11265"/>
                  </a:lnTo>
                  <a:cubicBezTo>
                    <a:pt x="8049" y="11265"/>
                    <a:pt x="8073" y="11265"/>
                    <a:pt x="8097" y="11241"/>
                  </a:cubicBezTo>
                  <a:cubicBezTo>
                    <a:pt x="8192" y="11217"/>
                    <a:pt x="8240" y="11122"/>
                    <a:pt x="8240" y="11027"/>
                  </a:cubicBezTo>
                  <a:cubicBezTo>
                    <a:pt x="8192" y="10455"/>
                    <a:pt x="8192" y="10050"/>
                    <a:pt x="8192" y="9669"/>
                  </a:cubicBezTo>
                  <a:cubicBezTo>
                    <a:pt x="8192" y="9574"/>
                    <a:pt x="8121" y="9455"/>
                    <a:pt x="8026" y="9455"/>
                  </a:cubicBezTo>
                  <a:cubicBezTo>
                    <a:pt x="8011" y="9452"/>
                    <a:pt x="7996" y="9451"/>
                    <a:pt x="7982" y="9451"/>
                  </a:cubicBezTo>
                  <a:cubicBezTo>
                    <a:pt x="7859" y="9451"/>
                    <a:pt x="7764" y="9539"/>
                    <a:pt x="7764" y="9645"/>
                  </a:cubicBezTo>
                  <a:cubicBezTo>
                    <a:pt x="7740" y="9979"/>
                    <a:pt x="7764" y="10336"/>
                    <a:pt x="7787" y="10812"/>
                  </a:cubicBezTo>
                  <a:lnTo>
                    <a:pt x="4525" y="10812"/>
                  </a:lnTo>
                  <a:cubicBezTo>
                    <a:pt x="4477" y="10241"/>
                    <a:pt x="4406" y="9860"/>
                    <a:pt x="4144" y="9622"/>
                  </a:cubicBezTo>
                  <a:cubicBezTo>
                    <a:pt x="3834" y="9360"/>
                    <a:pt x="3358" y="9336"/>
                    <a:pt x="2620" y="9336"/>
                  </a:cubicBezTo>
                  <a:cubicBezTo>
                    <a:pt x="2120" y="9336"/>
                    <a:pt x="1715" y="8931"/>
                    <a:pt x="1715" y="8431"/>
                  </a:cubicBezTo>
                  <a:lnTo>
                    <a:pt x="1715" y="8050"/>
                  </a:lnTo>
                  <a:lnTo>
                    <a:pt x="1739" y="8050"/>
                  </a:lnTo>
                  <a:cubicBezTo>
                    <a:pt x="1953" y="8050"/>
                    <a:pt x="2215" y="8121"/>
                    <a:pt x="2405" y="8240"/>
                  </a:cubicBezTo>
                  <a:cubicBezTo>
                    <a:pt x="2453" y="8264"/>
                    <a:pt x="2477" y="8264"/>
                    <a:pt x="2524" y="8264"/>
                  </a:cubicBezTo>
                  <a:cubicBezTo>
                    <a:pt x="2620" y="8264"/>
                    <a:pt x="2691" y="8217"/>
                    <a:pt x="2739" y="8121"/>
                  </a:cubicBezTo>
                  <a:cubicBezTo>
                    <a:pt x="2763" y="8026"/>
                    <a:pt x="2715" y="7907"/>
                    <a:pt x="2620" y="7859"/>
                  </a:cubicBezTo>
                  <a:cubicBezTo>
                    <a:pt x="2358" y="7693"/>
                    <a:pt x="2024" y="7597"/>
                    <a:pt x="1762" y="7597"/>
                  </a:cubicBezTo>
                  <a:lnTo>
                    <a:pt x="1715" y="7597"/>
                  </a:lnTo>
                  <a:lnTo>
                    <a:pt x="1715" y="7050"/>
                  </a:lnTo>
                  <a:cubicBezTo>
                    <a:pt x="1715" y="6931"/>
                    <a:pt x="1620" y="6835"/>
                    <a:pt x="1500" y="6835"/>
                  </a:cubicBezTo>
                  <a:cubicBezTo>
                    <a:pt x="1000" y="6835"/>
                    <a:pt x="643" y="6716"/>
                    <a:pt x="548" y="6550"/>
                  </a:cubicBezTo>
                  <a:cubicBezTo>
                    <a:pt x="476" y="6407"/>
                    <a:pt x="548" y="6192"/>
                    <a:pt x="715" y="5954"/>
                  </a:cubicBezTo>
                  <a:cubicBezTo>
                    <a:pt x="1048" y="5478"/>
                    <a:pt x="1453" y="4835"/>
                    <a:pt x="1453" y="4359"/>
                  </a:cubicBezTo>
                  <a:cubicBezTo>
                    <a:pt x="1453" y="2192"/>
                    <a:pt x="3215" y="453"/>
                    <a:pt x="5406" y="453"/>
                  </a:cubicBezTo>
                  <a:cubicBezTo>
                    <a:pt x="7573" y="453"/>
                    <a:pt x="9359" y="2192"/>
                    <a:pt x="9359" y="4359"/>
                  </a:cubicBezTo>
                  <a:cubicBezTo>
                    <a:pt x="9359" y="5073"/>
                    <a:pt x="9169" y="5764"/>
                    <a:pt x="8788" y="6383"/>
                  </a:cubicBezTo>
                  <a:cubicBezTo>
                    <a:pt x="8502" y="6835"/>
                    <a:pt x="8288" y="7240"/>
                    <a:pt x="8145" y="7645"/>
                  </a:cubicBezTo>
                  <a:cubicBezTo>
                    <a:pt x="8097" y="7764"/>
                    <a:pt x="8145" y="7883"/>
                    <a:pt x="8264" y="7931"/>
                  </a:cubicBezTo>
                  <a:cubicBezTo>
                    <a:pt x="8290" y="7941"/>
                    <a:pt x="8316" y="7946"/>
                    <a:pt x="8341" y="7946"/>
                  </a:cubicBezTo>
                  <a:cubicBezTo>
                    <a:pt x="8432" y="7946"/>
                    <a:pt x="8512" y="7886"/>
                    <a:pt x="8550" y="7812"/>
                  </a:cubicBezTo>
                  <a:cubicBezTo>
                    <a:pt x="8692" y="7431"/>
                    <a:pt x="8883" y="7026"/>
                    <a:pt x="9145" y="6621"/>
                  </a:cubicBezTo>
                  <a:cubicBezTo>
                    <a:pt x="9574" y="5930"/>
                    <a:pt x="9788" y="5145"/>
                    <a:pt x="9788" y="4359"/>
                  </a:cubicBezTo>
                  <a:cubicBezTo>
                    <a:pt x="9788" y="3192"/>
                    <a:pt x="9335" y="2096"/>
                    <a:pt x="8502" y="1287"/>
                  </a:cubicBezTo>
                  <a:cubicBezTo>
                    <a:pt x="7668" y="453"/>
                    <a:pt x="6573" y="1"/>
                    <a:pt x="54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94" name="Google Shape;4394;p59"/>
            <p:cNvSpPr/>
            <p:nvPr/>
          </p:nvSpPr>
          <p:spPr>
            <a:xfrm>
              <a:off x="789680" y="3377190"/>
              <a:ext cx="18219" cy="14507"/>
            </a:xfrm>
            <a:custGeom>
              <a:rect b="b" l="l" r="r" t="t"/>
              <a:pathLst>
                <a:path extrusionOk="0" h="438" w="517">
                  <a:moveTo>
                    <a:pt x="263" y="1"/>
                  </a:moveTo>
                  <a:cubicBezTo>
                    <a:pt x="120" y="1"/>
                    <a:pt x="1" y="144"/>
                    <a:pt x="49" y="287"/>
                  </a:cubicBezTo>
                  <a:cubicBezTo>
                    <a:pt x="72" y="358"/>
                    <a:pt x="120" y="406"/>
                    <a:pt x="168" y="429"/>
                  </a:cubicBezTo>
                  <a:cubicBezTo>
                    <a:pt x="190" y="435"/>
                    <a:pt x="212" y="438"/>
                    <a:pt x="233" y="438"/>
                  </a:cubicBezTo>
                  <a:cubicBezTo>
                    <a:pt x="394" y="438"/>
                    <a:pt x="517" y="288"/>
                    <a:pt x="453" y="120"/>
                  </a:cubicBezTo>
                  <a:cubicBezTo>
                    <a:pt x="430" y="48"/>
                    <a:pt x="334" y="1"/>
                    <a:pt x="2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95" name="Google Shape;4395;p59"/>
            <p:cNvSpPr/>
            <p:nvPr/>
          </p:nvSpPr>
          <p:spPr>
            <a:xfrm>
              <a:off x="813185" y="3292966"/>
              <a:ext cx="201467" cy="93730"/>
            </a:xfrm>
            <a:custGeom>
              <a:rect b="b" l="l" r="r" t="t"/>
              <a:pathLst>
                <a:path extrusionOk="0" h="2830" w="5717">
                  <a:moveTo>
                    <a:pt x="1477" y="662"/>
                  </a:moveTo>
                  <a:lnTo>
                    <a:pt x="2501" y="1424"/>
                  </a:lnTo>
                  <a:lnTo>
                    <a:pt x="1477" y="2163"/>
                  </a:lnTo>
                  <a:lnTo>
                    <a:pt x="1477" y="2020"/>
                  </a:lnTo>
                  <a:cubicBezTo>
                    <a:pt x="1477" y="1901"/>
                    <a:pt x="1382" y="1782"/>
                    <a:pt x="1263" y="1782"/>
                  </a:cubicBezTo>
                  <a:lnTo>
                    <a:pt x="453" y="1782"/>
                  </a:lnTo>
                  <a:lnTo>
                    <a:pt x="453" y="1043"/>
                  </a:lnTo>
                  <a:lnTo>
                    <a:pt x="1263" y="1043"/>
                  </a:lnTo>
                  <a:cubicBezTo>
                    <a:pt x="1382" y="1043"/>
                    <a:pt x="1477" y="948"/>
                    <a:pt x="1477" y="829"/>
                  </a:cubicBezTo>
                  <a:lnTo>
                    <a:pt x="1477" y="662"/>
                  </a:lnTo>
                  <a:close/>
                  <a:moveTo>
                    <a:pt x="4240" y="662"/>
                  </a:moveTo>
                  <a:lnTo>
                    <a:pt x="4240" y="829"/>
                  </a:lnTo>
                  <a:cubicBezTo>
                    <a:pt x="4240" y="948"/>
                    <a:pt x="4335" y="1043"/>
                    <a:pt x="4478" y="1043"/>
                  </a:cubicBezTo>
                  <a:lnTo>
                    <a:pt x="5288" y="1043"/>
                  </a:lnTo>
                  <a:lnTo>
                    <a:pt x="5288" y="1782"/>
                  </a:lnTo>
                  <a:lnTo>
                    <a:pt x="4478" y="1782"/>
                  </a:lnTo>
                  <a:cubicBezTo>
                    <a:pt x="4335" y="1782"/>
                    <a:pt x="4240" y="1877"/>
                    <a:pt x="4240" y="1996"/>
                  </a:cubicBezTo>
                  <a:lnTo>
                    <a:pt x="4240" y="2163"/>
                  </a:lnTo>
                  <a:lnTo>
                    <a:pt x="3216" y="1401"/>
                  </a:lnTo>
                  <a:lnTo>
                    <a:pt x="4240" y="662"/>
                  </a:lnTo>
                  <a:close/>
                  <a:moveTo>
                    <a:pt x="4452" y="0"/>
                  </a:moveTo>
                  <a:cubicBezTo>
                    <a:pt x="4407" y="0"/>
                    <a:pt x="4365" y="13"/>
                    <a:pt x="4335" y="43"/>
                  </a:cubicBezTo>
                  <a:lnTo>
                    <a:pt x="2859" y="1139"/>
                  </a:lnTo>
                  <a:lnTo>
                    <a:pt x="1358" y="43"/>
                  </a:lnTo>
                  <a:cubicBezTo>
                    <a:pt x="1316" y="15"/>
                    <a:pt x="1275" y="4"/>
                    <a:pt x="1233" y="4"/>
                  </a:cubicBezTo>
                  <a:cubicBezTo>
                    <a:pt x="1203" y="4"/>
                    <a:pt x="1173" y="10"/>
                    <a:pt x="1144" y="19"/>
                  </a:cubicBezTo>
                  <a:cubicBezTo>
                    <a:pt x="1049" y="67"/>
                    <a:pt x="1025" y="138"/>
                    <a:pt x="1025" y="234"/>
                  </a:cubicBezTo>
                  <a:lnTo>
                    <a:pt x="1025" y="591"/>
                  </a:lnTo>
                  <a:lnTo>
                    <a:pt x="215" y="591"/>
                  </a:lnTo>
                  <a:cubicBezTo>
                    <a:pt x="96" y="591"/>
                    <a:pt x="1" y="686"/>
                    <a:pt x="1" y="829"/>
                  </a:cubicBezTo>
                  <a:lnTo>
                    <a:pt x="1" y="2020"/>
                  </a:lnTo>
                  <a:cubicBezTo>
                    <a:pt x="1" y="2139"/>
                    <a:pt x="96" y="2234"/>
                    <a:pt x="215" y="2234"/>
                  </a:cubicBezTo>
                  <a:lnTo>
                    <a:pt x="1025" y="2234"/>
                  </a:lnTo>
                  <a:lnTo>
                    <a:pt x="1025" y="2591"/>
                  </a:lnTo>
                  <a:cubicBezTo>
                    <a:pt x="1025" y="2663"/>
                    <a:pt x="1049" y="2710"/>
                    <a:pt x="1072" y="2758"/>
                  </a:cubicBezTo>
                  <a:cubicBezTo>
                    <a:pt x="1120" y="2806"/>
                    <a:pt x="1192" y="2830"/>
                    <a:pt x="1239" y="2830"/>
                  </a:cubicBezTo>
                  <a:cubicBezTo>
                    <a:pt x="1287" y="2830"/>
                    <a:pt x="1334" y="2806"/>
                    <a:pt x="1358" y="2782"/>
                  </a:cubicBezTo>
                  <a:lnTo>
                    <a:pt x="2859" y="1686"/>
                  </a:lnTo>
                  <a:lnTo>
                    <a:pt x="4335" y="2782"/>
                  </a:lnTo>
                  <a:cubicBezTo>
                    <a:pt x="4383" y="2806"/>
                    <a:pt x="4430" y="2830"/>
                    <a:pt x="4478" y="2830"/>
                  </a:cubicBezTo>
                  <a:cubicBezTo>
                    <a:pt x="4526" y="2830"/>
                    <a:pt x="4573" y="2806"/>
                    <a:pt x="4621" y="2758"/>
                  </a:cubicBezTo>
                  <a:cubicBezTo>
                    <a:pt x="4668" y="2710"/>
                    <a:pt x="4692" y="2663"/>
                    <a:pt x="4692" y="2591"/>
                  </a:cubicBezTo>
                  <a:lnTo>
                    <a:pt x="4692" y="2234"/>
                  </a:lnTo>
                  <a:lnTo>
                    <a:pt x="5502" y="2234"/>
                  </a:lnTo>
                  <a:cubicBezTo>
                    <a:pt x="5621" y="2234"/>
                    <a:pt x="5716" y="2139"/>
                    <a:pt x="5716" y="1996"/>
                  </a:cubicBezTo>
                  <a:lnTo>
                    <a:pt x="5716" y="829"/>
                  </a:lnTo>
                  <a:cubicBezTo>
                    <a:pt x="5716" y="686"/>
                    <a:pt x="5621" y="591"/>
                    <a:pt x="5502" y="591"/>
                  </a:cubicBezTo>
                  <a:lnTo>
                    <a:pt x="4692" y="591"/>
                  </a:lnTo>
                  <a:lnTo>
                    <a:pt x="4692" y="234"/>
                  </a:lnTo>
                  <a:cubicBezTo>
                    <a:pt x="4692" y="162"/>
                    <a:pt x="4668" y="115"/>
                    <a:pt x="4621" y="67"/>
                  </a:cubicBezTo>
                  <a:cubicBezTo>
                    <a:pt x="4579" y="26"/>
                    <a:pt x="4514" y="0"/>
                    <a:pt x="44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96" name="Google Shape;4396;p59"/>
            <p:cNvSpPr/>
            <p:nvPr/>
          </p:nvSpPr>
          <p:spPr>
            <a:xfrm>
              <a:off x="991107" y="3501024"/>
              <a:ext cx="20193" cy="14242"/>
            </a:xfrm>
            <a:custGeom>
              <a:rect b="b" l="l" r="r" t="t"/>
              <a:pathLst>
                <a:path extrusionOk="0" h="430" w="573">
                  <a:moveTo>
                    <a:pt x="262" y="1"/>
                  </a:moveTo>
                  <a:cubicBezTo>
                    <a:pt x="191" y="1"/>
                    <a:pt x="120" y="48"/>
                    <a:pt x="96" y="120"/>
                  </a:cubicBezTo>
                  <a:cubicBezTo>
                    <a:pt x="0" y="263"/>
                    <a:pt x="120" y="429"/>
                    <a:pt x="286" y="429"/>
                  </a:cubicBezTo>
                  <a:cubicBezTo>
                    <a:pt x="453" y="429"/>
                    <a:pt x="572" y="263"/>
                    <a:pt x="477" y="96"/>
                  </a:cubicBezTo>
                  <a:cubicBezTo>
                    <a:pt x="429" y="24"/>
                    <a:pt x="358" y="1"/>
                    <a:pt x="3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397" name="Google Shape;4397;p59"/>
          <p:cNvGrpSpPr/>
          <p:nvPr/>
        </p:nvGrpSpPr>
        <p:grpSpPr>
          <a:xfrm>
            <a:off x="1514759" y="3253355"/>
            <a:ext cx="396979" cy="272942"/>
            <a:chOff x="1514759" y="3253355"/>
            <a:chExt cx="396979" cy="272942"/>
          </a:xfrm>
        </p:grpSpPr>
        <p:sp>
          <p:nvSpPr>
            <p:cNvPr id="4398" name="Google Shape;4398;p59"/>
            <p:cNvSpPr/>
            <p:nvPr/>
          </p:nvSpPr>
          <p:spPr>
            <a:xfrm>
              <a:off x="1514759" y="3253355"/>
              <a:ext cx="396979" cy="272942"/>
            </a:xfrm>
            <a:custGeom>
              <a:rect b="b" l="l" r="r" t="t"/>
              <a:pathLst>
                <a:path extrusionOk="0" h="8241" w="11265">
                  <a:moveTo>
                    <a:pt x="5026" y="430"/>
                  </a:moveTo>
                  <a:cubicBezTo>
                    <a:pt x="5264" y="430"/>
                    <a:pt x="5502" y="549"/>
                    <a:pt x="5669" y="739"/>
                  </a:cubicBezTo>
                  <a:cubicBezTo>
                    <a:pt x="5621" y="763"/>
                    <a:pt x="5573" y="787"/>
                    <a:pt x="5549" y="811"/>
                  </a:cubicBezTo>
                  <a:cubicBezTo>
                    <a:pt x="5526" y="834"/>
                    <a:pt x="5526" y="858"/>
                    <a:pt x="5526" y="882"/>
                  </a:cubicBezTo>
                  <a:cubicBezTo>
                    <a:pt x="5502" y="1049"/>
                    <a:pt x="5621" y="1168"/>
                    <a:pt x="5740" y="1168"/>
                  </a:cubicBezTo>
                  <a:cubicBezTo>
                    <a:pt x="5788" y="1168"/>
                    <a:pt x="5835" y="1144"/>
                    <a:pt x="5883" y="1120"/>
                  </a:cubicBezTo>
                  <a:cubicBezTo>
                    <a:pt x="5931" y="1073"/>
                    <a:pt x="6002" y="1025"/>
                    <a:pt x="6073" y="977"/>
                  </a:cubicBezTo>
                  <a:lnTo>
                    <a:pt x="6097" y="977"/>
                  </a:lnTo>
                  <a:cubicBezTo>
                    <a:pt x="6335" y="834"/>
                    <a:pt x="6621" y="763"/>
                    <a:pt x="6907" y="763"/>
                  </a:cubicBezTo>
                  <a:cubicBezTo>
                    <a:pt x="7574" y="763"/>
                    <a:pt x="8145" y="1120"/>
                    <a:pt x="8455" y="1716"/>
                  </a:cubicBezTo>
                  <a:cubicBezTo>
                    <a:pt x="8598" y="1977"/>
                    <a:pt x="8669" y="2287"/>
                    <a:pt x="8645" y="2573"/>
                  </a:cubicBezTo>
                  <a:cubicBezTo>
                    <a:pt x="8645" y="2597"/>
                    <a:pt x="8669" y="2620"/>
                    <a:pt x="8669" y="2644"/>
                  </a:cubicBezTo>
                  <a:cubicBezTo>
                    <a:pt x="8733" y="2708"/>
                    <a:pt x="8801" y="2734"/>
                    <a:pt x="8865" y="2734"/>
                  </a:cubicBezTo>
                  <a:cubicBezTo>
                    <a:pt x="8992" y="2734"/>
                    <a:pt x="9098" y="2628"/>
                    <a:pt x="9098" y="2501"/>
                  </a:cubicBezTo>
                  <a:cubicBezTo>
                    <a:pt x="9098" y="2263"/>
                    <a:pt x="9050" y="2025"/>
                    <a:pt x="8979" y="1787"/>
                  </a:cubicBezTo>
                  <a:cubicBezTo>
                    <a:pt x="9574" y="1787"/>
                    <a:pt x="10074" y="2263"/>
                    <a:pt x="10074" y="2882"/>
                  </a:cubicBezTo>
                  <a:cubicBezTo>
                    <a:pt x="10074" y="2978"/>
                    <a:pt x="10050" y="3073"/>
                    <a:pt x="10027" y="3168"/>
                  </a:cubicBezTo>
                  <a:cubicBezTo>
                    <a:pt x="9979" y="3383"/>
                    <a:pt x="9860" y="3549"/>
                    <a:pt x="9717" y="3692"/>
                  </a:cubicBezTo>
                  <a:cubicBezTo>
                    <a:pt x="9693" y="3692"/>
                    <a:pt x="9693" y="3716"/>
                    <a:pt x="9693" y="3740"/>
                  </a:cubicBezTo>
                  <a:cubicBezTo>
                    <a:pt x="9693" y="3930"/>
                    <a:pt x="9788" y="4026"/>
                    <a:pt x="9908" y="4026"/>
                  </a:cubicBezTo>
                  <a:cubicBezTo>
                    <a:pt x="9979" y="4026"/>
                    <a:pt x="10027" y="4002"/>
                    <a:pt x="10074" y="3954"/>
                  </a:cubicBezTo>
                  <a:cubicBezTo>
                    <a:pt x="10193" y="3835"/>
                    <a:pt x="10289" y="3692"/>
                    <a:pt x="10360" y="3549"/>
                  </a:cubicBezTo>
                  <a:cubicBezTo>
                    <a:pt x="10646" y="3764"/>
                    <a:pt x="10812" y="4073"/>
                    <a:pt x="10812" y="4430"/>
                  </a:cubicBezTo>
                  <a:cubicBezTo>
                    <a:pt x="10812" y="5050"/>
                    <a:pt x="10336" y="5526"/>
                    <a:pt x="9741" y="5526"/>
                  </a:cubicBezTo>
                  <a:cubicBezTo>
                    <a:pt x="9455" y="5526"/>
                    <a:pt x="9193" y="5431"/>
                    <a:pt x="8979" y="5240"/>
                  </a:cubicBezTo>
                  <a:cubicBezTo>
                    <a:pt x="8812" y="5073"/>
                    <a:pt x="8717" y="4883"/>
                    <a:pt x="8669" y="4669"/>
                  </a:cubicBezTo>
                  <a:cubicBezTo>
                    <a:pt x="8645" y="4645"/>
                    <a:pt x="8645" y="4621"/>
                    <a:pt x="8622" y="4597"/>
                  </a:cubicBezTo>
                  <a:cubicBezTo>
                    <a:pt x="8570" y="4571"/>
                    <a:pt x="8520" y="4560"/>
                    <a:pt x="8475" y="4560"/>
                  </a:cubicBezTo>
                  <a:cubicBezTo>
                    <a:pt x="8312" y="4560"/>
                    <a:pt x="8203" y="4705"/>
                    <a:pt x="8241" y="4835"/>
                  </a:cubicBezTo>
                  <a:cubicBezTo>
                    <a:pt x="8312" y="5050"/>
                    <a:pt x="8407" y="5264"/>
                    <a:pt x="8574" y="5431"/>
                  </a:cubicBezTo>
                  <a:cubicBezTo>
                    <a:pt x="8526" y="5502"/>
                    <a:pt x="8479" y="5597"/>
                    <a:pt x="8431" y="5669"/>
                  </a:cubicBezTo>
                  <a:cubicBezTo>
                    <a:pt x="8407" y="5693"/>
                    <a:pt x="8407" y="5716"/>
                    <a:pt x="8407" y="5716"/>
                  </a:cubicBezTo>
                  <a:cubicBezTo>
                    <a:pt x="8436" y="5875"/>
                    <a:pt x="8543" y="5946"/>
                    <a:pt x="8650" y="5946"/>
                  </a:cubicBezTo>
                  <a:cubicBezTo>
                    <a:pt x="8719" y="5946"/>
                    <a:pt x="8789" y="5916"/>
                    <a:pt x="8836" y="5859"/>
                  </a:cubicBezTo>
                  <a:cubicBezTo>
                    <a:pt x="8860" y="5812"/>
                    <a:pt x="8884" y="5764"/>
                    <a:pt x="8907" y="5716"/>
                  </a:cubicBezTo>
                  <a:cubicBezTo>
                    <a:pt x="9145" y="5883"/>
                    <a:pt x="9431" y="5978"/>
                    <a:pt x="9717" y="5978"/>
                  </a:cubicBezTo>
                  <a:cubicBezTo>
                    <a:pt x="9884" y="5978"/>
                    <a:pt x="10027" y="5954"/>
                    <a:pt x="10169" y="5907"/>
                  </a:cubicBezTo>
                  <a:cubicBezTo>
                    <a:pt x="10193" y="5954"/>
                    <a:pt x="10193" y="6002"/>
                    <a:pt x="10193" y="6074"/>
                  </a:cubicBezTo>
                  <a:cubicBezTo>
                    <a:pt x="10193" y="7026"/>
                    <a:pt x="9407" y="7788"/>
                    <a:pt x="8455" y="7788"/>
                  </a:cubicBezTo>
                  <a:cubicBezTo>
                    <a:pt x="7859" y="7788"/>
                    <a:pt x="7312" y="7502"/>
                    <a:pt x="7002" y="7026"/>
                  </a:cubicBezTo>
                  <a:cubicBezTo>
                    <a:pt x="7050" y="7002"/>
                    <a:pt x="7097" y="7002"/>
                    <a:pt x="7145" y="6978"/>
                  </a:cubicBezTo>
                  <a:cubicBezTo>
                    <a:pt x="7169" y="6978"/>
                    <a:pt x="7169" y="6955"/>
                    <a:pt x="7193" y="6955"/>
                  </a:cubicBezTo>
                  <a:cubicBezTo>
                    <a:pt x="7305" y="6753"/>
                    <a:pt x="7184" y="6572"/>
                    <a:pt x="7010" y="6572"/>
                  </a:cubicBezTo>
                  <a:cubicBezTo>
                    <a:pt x="7000" y="6572"/>
                    <a:pt x="6989" y="6572"/>
                    <a:pt x="6978" y="6574"/>
                  </a:cubicBezTo>
                  <a:cubicBezTo>
                    <a:pt x="6859" y="6597"/>
                    <a:pt x="6740" y="6597"/>
                    <a:pt x="6645" y="6597"/>
                  </a:cubicBezTo>
                  <a:cubicBezTo>
                    <a:pt x="6192" y="6597"/>
                    <a:pt x="5788" y="6478"/>
                    <a:pt x="5430" y="6240"/>
                  </a:cubicBezTo>
                  <a:cubicBezTo>
                    <a:pt x="5430" y="6240"/>
                    <a:pt x="5430" y="6238"/>
                    <a:pt x="5426" y="6238"/>
                  </a:cubicBezTo>
                  <a:cubicBezTo>
                    <a:pt x="5417" y="6238"/>
                    <a:pt x="5391" y="6248"/>
                    <a:pt x="5311" y="6312"/>
                  </a:cubicBezTo>
                  <a:cubicBezTo>
                    <a:pt x="5295" y="6336"/>
                    <a:pt x="5272" y="6346"/>
                    <a:pt x="5248" y="6346"/>
                  </a:cubicBezTo>
                  <a:cubicBezTo>
                    <a:pt x="5200" y="6346"/>
                    <a:pt x="5153" y="6304"/>
                    <a:pt x="5168" y="6240"/>
                  </a:cubicBezTo>
                  <a:cubicBezTo>
                    <a:pt x="5194" y="6013"/>
                    <a:pt x="5065" y="5900"/>
                    <a:pt x="4939" y="5900"/>
                  </a:cubicBezTo>
                  <a:cubicBezTo>
                    <a:pt x="4827" y="5900"/>
                    <a:pt x="4716" y="5989"/>
                    <a:pt x="4716" y="6169"/>
                  </a:cubicBezTo>
                  <a:cubicBezTo>
                    <a:pt x="4716" y="6169"/>
                    <a:pt x="4716" y="6193"/>
                    <a:pt x="4716" y="6216"/>
                  </a:cubicBezTo>
                  <a:cubicBezTo>
                    <a:pt x="4811" y="6312"/>
                    <a:pt x="4906" y="6407"/>
                    <a:pt x="5026" y="6478"/>
                  </a:cubicBezTo>
                  <a:cubicBezTo>
                    <a:pt x="4787" y="6859"/>
                    <a:pt x="4359" y="7098"/>
                    <a:pt x="3906" y="7098"/>
                  </a:cubicBezTo>
                  <a:cubicBezTo>
                    <a:pt x="3263" y="7098"/>
                    <a:pt x="2716" y="6645"/>
                    <a:pt x="2573" y="6026"/>
                  </a:cubicBezTo>
                  <a:cubicBezTo>
                    <a:pt x="2573" y="6002"/>
                    <a:pt x="2573" y="6002"/>
                    <a:pt x="2573" y="6002"/>
                  </a:cubicBezTo>
                  <a:cubicBezTo>
                    <a:pt x="2525" y="5954"/>
                    <a:pt x="2525" y="5883"/>
                    <a:pt x="2549" y="5812"/>
                  </a:cubicBezTo>
                  <a:cubicBezTo>
                    <a:pt x="2582" y="5663"/>
                    <a:pt x="2478" y="5538"/>
                    <a:pt x="2340" y="5538"/>
                  </a:cubicBezTo>
                  <a:cubicBezTo>
                    <a:pt x="2278" y="5538"/>
                    <a:pt x="2210" y="5562"/>
                    <a:pt x="2144" y="5621"/>
                  </a:cubicBezTo>
                  <a:cubicBezTo>
                    <a:pt x="2120" y="5621"/>
                    <a:pt x="2120" y="5645"/>
                    <a:pt x="2120" y="5669"/>
                  </a:cubicBezTo>
                  <a:cubicBezTo>
                    <a:pt x="2120" y="5740"/>
                    <a:pt x="2120" y="5788"/>
                    <a:pt x="2120" y="5859"/>
                  </a:cubicBezTo>
                  <a:cubicBezTo>
                    <a:pt x="1715" y="5835"/>
                    <a:pt x="1382" y="5550"/>
                    <a:pt x="1287" y="5169"/>
                  </a:cubicBezTo>
                  <a:cubicBezTo>
                    <a:pt x="1366" y="5169"/>
                    <a:pt x="1435" y="5179"/>
                    <a:pt x="1507" y="5179"/>
                  </a:cubicBezTo>
                  <a:cubicBezTo>
                    <a:pt x="1543" y="5179"/>
                    <a:pt x="1580" y="5177"/>
                    <a:pt x="1620" y="5169"/>
                  </a:cubicBezTo>
                  <a:cubicBezTo>
                    <a:pt x="1644" y="5169"/>
                    <a:pt x="1644" y="5169"/>
                    <a:pt x="1668" y="5145"/>
                  </a:cubicBezTo>
                  <a:cubicBezTo>
                    <a:pt x="1834" y="4978"/>
                    <a:pt x="1715" y="4740"/>
                    <a:pt x="1525" y="4740"/>
                  </a:cubicBezTo>
                  <a:cubicBezTo>
                    <a:pt x="1406" y="4740"/>
                    <a:pt x="1263" y="4716"/>
                    <a:pt x="1144" y="4669"/>
                  </a:cubicBezTo>
                  <a:cubicBezTo>
                    <a:pt x="715" y="4502"/>
                    <a:pt x="453" y="4097"/>
                    <a:pt x="453" y="3644"/>
                  </a:cubicBezTo>
                  <a:cubicBezTo>
                    <a:pt x="453" y="3240"/>
                    <a:pt x="668" y="2859"/>
                    <a:pt x="1049" y="2668"/>
                  </a:cubicBezTo>
                  <a:cubicBezTo>
                    <a:pt x="1120" y="2597"/>
                    <a:pt x="1168" y="2573"/>
                    <a:pt x="1263" y="2573"/>
                  </a:cubicBezTo>
                  <a:lnTo>
                    <a:pt x="1620" y="2573"/>
                  </a:lnTo>
                  <a:cubicBezTo>
                    <a:pt x="1644" y="2573"/>
                    <a:pt x="1644" y="2549"/>
                    <a:pt x="1668" y="2549"/>
                  </a:cubicBezTo>
                  <a:cubicBezTo>
                    <a:pt x="1858" y="2359"/>
                    <a:pt x="1715" y="2120"/>
                    <a:pt x="1549" y="2120"/>
                  </a:cubicBezTo>
                  <a:lnTo>
                    <a:pt x="1525" y="2120"/>
                  </a:lnTo>
                  <a:cubicBezTo>
                    <a:pt x="1430" y="2120"/>
                    <a:pt x="1311" y="2144"/>
                    <a:pt x="1191" y="2168"/>
                  </a:cubicBezTo>
                  <a:cubicBezTo>
                    <a:pt x="1311" y="1787"/>
                    <a:pt x="1644" y="1525"/>
                    <a:pt x="2025" y="1525"/>
                  </a:cubicBezTo>
                  <a:cubicBezTo>
                    <a:pt x="2096" y="1525"/>
                    <a:pt x="2144" y="1525"/>
                    <a:pt x="2215" y="1549"/>
                  </a:cubicBezTo>
                  <a:cubicBezTo>
                    <a:pt x="2382" y="1573"/>
                    <a:pt x="2525" y="1668"/>
                    <a:pt x="2644" y="1787"/>
                  </a:cubicBezTo>
                  <a:cubicBezTo>
                    <a:pt x="2692" y="1835"/>
                    <a:pt x="2739" y="1858"/>
                    <a:pt x="2811" y="1858"/>
                  </a:cubicBezTo>
                  <a:cubicBezTo>
                    <a:pt x="2930" y="1858"/>
                    <a:pt x="3025" y="1763"/>
                    <a:pt x="3049" y="1596"/>
                  </a:cubicBezTo>
                  <a:cubicBezTo>
                    <a:pt x="3049" y="1573"/>
                    <a:pt x="3025" y="1549"/>
                    <a:pt x="3025" y="1525"/>
                  </a:cubicBezTo>
                  <a:cubicBezTo>
                    <a:pt x="2882" y="1382"/>
                    <a:pt x="2716" y="1263"/>
                    <a:pt x="2549" y="1192"/>
                  </a:cubicBezTo>
                  <a:cubicBezTo>
                    <a:pt x="2716" y="811"/>
                    <a:pt x="3097" y="572"/>
                    <a:pt x="3525" y="572"/>
                  </a:cubicBezTo>
                  <a:cubicBezTo>
                    <a:pt x="3716" y="572"/>
                    <a:pt x="3930" y="644"/>
                    <a:pt x="4097" y="739"/>
                  </a:cubicBezTo>
                  <a:cubicBezTo>
                    <a:pt x="4110" y="735"/>
                    <a:pt x="4122" y="733"/>
                    <a:pt x="4134" y="733"/>
                  </a:cubicBezTo>
                  <a:cubicBezTo>
                    <a:pt x="4185" y="733"/>
                    <a:pt x="4220" y="772"/>
                    <a:pt x="4240" y="811"/>
                  </a:cubicBezTo>
                  <a:cubicBezTo>
                    <a:pt x="4264" y="906"/>
                    <a:pt x="4359" y="953"/>
                    <a:pt x="4454" y="953"/>
                  </a:cubicBezTo>
                  <a:cubicBezTo>
                    <a:pt x="4502" y="953"/>
                    <a:pt x="4549" y="930"/>
                    <a:pt x="4597" y="906"/>
                  </a:cubicBezTo>
                  <a:cubicBezTo>
                    <a:pt x="4692" y="811"/>
                    <a:pt x="4692" y="668"/>
                    <a:pt x="4597" y="596"/>
                  </a:cubicBezTo>
                  <a:cubicBezTo>
                    <a:pt x="4597" y="572"/>
                    <a:pt x="4573" y="572"/>
                    <a:pt x="4573" y="549"/>
                  </a:cubicBezTo>
                  <a:cubicBezTo>
                    <a:pt x="4716" y="477"/>
                    <a:pt x="4859" y="430"/>
                    <a:pt x="5026" y="430"/>
                  </a:cubicBezTo>
                  <a:close/>
                  <a:moveTo>
                    <a:pt x="5383" y="6717"/>
                  </a:moveTo>
                  <a:cubicBezTo>
                    <a:pt x="5740" y="6907"/>
                    <a:pt x="6097" y="7002"/>
                    <a:pt x="6502" y="7026"/>
                  </a:cubicBezTo>
                  <a:cubicBezTo>
                    <a:pt x="6597" y="7240"/>
                    <a:pt x="6740" y="7431"/>
                    <a:pt x="6907" y="7598"/>
                  </a:cubicBezTo>
                  <a:cubicBezTo>
                    <a:pt x="6812" y="7669"/>
                    <a:pt x="6693" y="7717"/>
                    <a:pt x="6574" y="7741"/>
                  </a:cubicBezTo>
                  <a:cubicBezTo>
                    <a:pt x="6425" y="7780"/>
                    <a:pt x="6275" y="7800"/>
                    <a:pt x="6125" y="7800"/>
                  </a:cubicBezTo>
                  <a:cubicBezTo>
                    <a:pt x="5649" y="7800"/>
                    <a:pt x="5185" y="7603"/>
                    <a:pt x="4859" y="7240"/>
                  </a:cubicBezTo>
                  <a:cubicBezTo>
                    <a:pt x="5073" y="7121"/>
                    <a:pt x="5240" y="6931"/>
                    <a:pt x="5383" y="6717"/>
                  </a:cubicBezTo>
                  <a:close/>
                  <a:moveTo>
                    <a:pt x="5026" y="1"/>
                  </a:moveTo>
                  <a:cubicBezTo>
                    <a:pt x="4716" y="1"/>
                    <a:pt x="4430" y="96"/>
                    <a:pt x="4192" y="287"/>
                  </a:cubicBezTo>
                  <a:cubicBezTo>
                    <a:pt x="3978" y="191"/>
                    <a:pt x="3763" y="144"/>
                    <a:pt x="3525" y="144"/>
                  </a:cubicBezTo>
                  <a:cubicBezTo>
                    <a:pt x="2882" y="144"/>
                    <a:pt x="2335" y="525"/>
                    <a:pt x="2096" y="1096"/>
                  </a:cubicBezTo>
                  <a:lnTo>
                    <a:pt x="2025" y="1096"/>
                  </a:lnTo>
                  <a:cubicBezTo>
                    <a:pt x="1334" y="1096"/>
                    <a:pt x="739" y="1644"/>
                    <a:pt x="715" y="2359"/>
                  </a:cubicBezTo>
                  <a:cubicBezTo>
                    <a:pt x="286" y="2620"/>
                    <a:pt x="1" y="3121"/>
                    <a:pt x="1" y="3644"/>
                  </a:cubicBezTo>
                  <a:cubicBezTo>
                    <a:pt x="1" y="4240"/>
                    <a:pt x="334" y="4764"/>
                    <a:pt x="834" y="5002"/>
                  </a:cubicBezTo>
                  <a:cubicBezTo>
                    <a:pt x="858" y="5716"/>
                    <a:pt x="1430" y="6288"/>
                    <a:pt x="2144" y="6288"/>
                  </a:cubicBezTo>
                  <a:lnTo>
                    <a:pt x="2192" y="6288"/>
                  </a:lnTo>
                  <a:cubicBezTo>
                    <a:pt x="2430" y="7026"/>
                    <a:pt x="3120" y="7526"/>
                    <a:pt x="3906" y="7526"/>
                  </a:cubicBezTo>
                  <a:cubicBezTo>
                    <a:pt x="4097" y="7526"/>
                    <a:pt x="4264" y="7502"/>
                    <a:pt x="4454" y="7455"/>
                  </a:cubicBezTo>
                  <a:cubicBezTo>
                    <a:pt x="4692" y="7741"/>
                    <a:pt x="5026" y="7979"/>
                    <a:pt x="5407" y="8122"/>
                  </a:cubicBezTo>
                  <a:cubicBezTo>
                    <a:pt x="5645" y="8193"/>
                    <a:pt x="5883" y="8241"/>
                    <a:pt x="6121" y="8241"/>
                  </a:cubicBezTo>
                  <a:cubicBezTo>
                    <a:pt x="6312" y="8241"/>
                    <a:pt x="6502" y="8217"/>
                    <a:pt x="6693" y="8169"/>
                  </a:cubicBezTo>
                  <a:cubicBezTo>
                    <a:pt x="6907" y="8098"/>
                    <a:pt x="7097" y="8026"/>
                    <a:pt x="7288" y="7907"/>
                  </a:cubicBezTo>
                  <a:cubicBezTo>
                    <a:pt x="7621" y="8122"/>
                    <a:pt x="8026" y="8241"/>
                    <a:pt x="8455" y="8241"/>
                  </a:cubicBezTo>
                  <a:cubicBezTo>
                    <a:pt x="9646" y="8241"/>
                    <a:pt x="10622" y="7264"/>
                    <a:pt x="10622" y="6050"/>
                  </a:cubicBezTo>
                  <a:cubicBezTo>
                    <a:pt x="10622" y="5931"/>
                    <a:pt x="10622" y="5812"/>
                    <a:pt x="10598" y="5716"/>
                  </a:cubicBezTo>
                  <a:cubicBezTo>
                    <a:pt x="11003" y="5431"/>
                    <a:pt x="11265" y="4978"/>
                    <a:pt x="11265" y="4454"/>
                  </a:cubicBezTo>
                  <a:cubicBezTo>
                    <a:pt x="11265" y="3883"/>
                    <a:pt x="10955" y="3406"/>
                    <a:pt x="10503" y="3121"/>
                  </a:cubicBezTo>
                  <a:cubicBezTo>
                    <a:pt x="10503" y="3049"/>
                    <a:pt x="10527" y="2954"/>
                    <a:pt x="10527" y="2882"/>
                  </a:cubicBezTo>
                  <a:cubicBezTo>
                    <a:pt x="10527" y="2025"/>
                    <a:pt x="9836" y="1334"/>
                    <a:pt x="8979" y="1334"/>
                  </a:cubicBezTo>
                  <a:cubicBezTo>
                    <a:pt x="8907" y="1334"/>
                    <a:pt x="8836" y="1358"/>
                    <a:pt x="8764" y="1358"/>
                  </a:cubicBezTo>
                  <a:cubicBezTo>
                    <a:pt x="8383" y="715"/>
                    <a:pt x="7669" y="334"/>
                    <a:pt x="6931" y="334"/>
                  </a:cubicBezTo>
                  <a:cubicBezTo>
                    <a:pt x="6621" y="334"/>
                    <a:pt x="6335" y="382"/>
                    <a:pt x="6050" y="501"/>
                  </a:cubicBezTo>
                  <a:cubicBezTo>
                    <a:pt x="5811" y="191"/>
                    <a:pt x="5430" y="1"/>
                    <a:pt x="50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399" name="Google Shape;4399;p59"/>
            <p:cNvSpPr/>
            <p:nvPr/>
          </p:nvSpPr>
          <p:spPr>
            <a:xfrm>
              <a:off x="1785360" y="3459227"/>
              <a:ext cx="18113" cy="14738"/>
            </a:xfrm>
            <a:custGeom>
              <a:rect b="b" l="l" r="r" t="t"/>
              <a:pathLst>
                <a:path extrusionOk="0" h="445" w="514">
                  <a:moveTo>
                    <a:pt x="252" y="0"/>
                  </a:moveTo>
                  <a:cubicBezTo>
                    <a:pt x="180" y="0"/>
                    <a:pt x="85" y="48"/>
                    <a:pt x="61" y="120"/>
                  </a:cubicBezTo>
                  <a:cubicBezTo>
                    <a:pt x="0" y="282"/>
                    <a:pt x="113" y="444"/>
                    <a:pt x="265" y="444"/>
                  </a:cubicBezTo>
                  <a:cubicBezTo>
                    <a:pt x="292" y="444"/>
                    <a:pt x="319" y="440"/>
                    <a:pt x="347" y="429"/>
                  </a:cubicBezTo>
                  <a:cubicBezTo>
                    <a:pt x="395" y="405"/>
                    <a:pt x="442" y="358"/>
                    <a:pt x="466" y="286"/>
                  </a:cubicBezTo>
                  <a:cubicBezTo>
                    <a:pt x="514" y="143"/>
                    <a:pt x="419" y="0"/>
                    <a:pt x="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00" name="Google Shape;4400;p59"/>
            <p:cNvSpPr/>
            <p:nvPr/>
          </p:nvSpPr>
          <p:spPr>
            <a:xfrm>
              <a:off x="1610433" y="3298133"/>
              <a:ext cx="168729" cy="133507"/>
            </a:xfrm>
            <a:custGeom>
              <a:rect b="b" l="l" r="r" t="t"/>
              <a:pathLst>
                <a:path extrusionOk="0" h="4031" w="4788">
                  <a:moveTo>
                    <a:pt x="2382" y="506"/>
                  </a:moveTo>
                  <a:cubicBezTo>
                    <a:pt x="2668" y="792"/>
                    <a:pt x="2834" y="1245"/>
                    <a:pt x="2834" y="1721"/>
                  </a:cubicBezTo>
                  <a:cubicBezTo>
                    <a:pt x="2834" y="2197"/>
                    <a:pt x="2668" y="2650"/>
                    <a:pt x="2382" y="2935"/>
                  </a:cubicBezTo>
                  <a:cubicBezTo>
                    <a:pt x="2096" y="2650"/>
                    <a:pt x="1930" y="2197"/>
                    <a:pt x="1930" y="1721"/>
                  </a:cubicBezTo>
                  <a:cubicBezTo>
                    <a:pt x="1930" y="1245"/>
                    <a:pt x="2096" y="792"/>
                    <a:pt x="2382" y="506"/>
                  </a:cubicBezTo>
                  <a:close/>
                  <a:moveTo>
                    <a:pt x="739" y="1578"/>
                  </a:moveTo>
                  <a:cubicBezTo>
                    <a:pt x="977" y="1578"/>
                    <a:pt x="1239" y="1673"/>
                    <a:pt x="1477" y="1816"/>
                  </a:cubicBezTo>
                  <a:cubicBezTo>
                    <a:pt x="1501" y="2245"/>
                    <a:pt x="1620" y="2626"/>
                    <a:pt x="1834" y="2959"/>
                  </a:cubicBezTo>
                  <a:cubicBezTo>
                    <a:pt x="1596" y="2888"/>
                    <a:pt x="1382" y="2745"/>
                    <a:pt x="1191" y="2554"/>
                  </a:cubicBezTo>
                  <a:cubicBezTo>
                    <a:pt x="906" y="2269"/>
                    <a:pt x="739" y="1911"/>
                    <a:pt x="739" y="1578"/>
                  </a:cubicBezTo>
                  <a:close/>
                  <a:moveTo>
                    <a:pt x="4025" y="1578"/>
                  </a:moveTo>
                  <a:cubicBezTo>
                    <a:pt x="4025" y="1911"/>
                    <a:pt x="3859" y="2269"/>
                    <a:pt x="3573" y="2554"/>
                  </a:cubicBezTo>
                  <a:cubicBezTo>
                    <a:pt x="3382" y="2745"/>
                    <a:pt x="3144" y="2888"/>
                    <a:pt x="2930" y="2959"/>
                  </a:cubicBezTo>
                  <a:cubicBezTo>
                    <a:pt x="3120" y="2626"/>
                    <a:pt x="3263" y="2245"/>
                    <a:pt x="3263" y="1816"/>
                  </a:cubicBezTo>
                  <a:cubicBezTo>
                    <a:pt x="3501" y="1673"/>
                    <a:pt x="3787" y="1578"/>
                    <a:pt x="4025" y="1578"/>
                  </a:cubicBezTo>
                  <a:close/>
                  <a:moveTo>
                    <a:pt x="929" y="2912"/>
                  </a:moveTo>
                  <a:cubicBezTo>
                    <a:pt x="1191" y="3174"/>
                    <a:pt x="1549" y="3340"/>
                    <a:pt x="1882" y="3412"/>
                  </a:cubicBezTo>
                  <a:cubicBezTo>
                    <a:pt x="1715" y="3531"/>
                    <a:pt x="1501" y="3578"/>
                    <a:pt x="1310" y="3578"/>
                  </a:cubicBezTo>
                  <a:cubicBezTo>
                    <a:pt x="977" y="3578"/>
                    <a:pt x="667" y="3459"/>
                    <a:pt x="477" y="3221"/>
                  </a:cubicBezTo>
                  <a:cubicBezTo>
                    <a:pt x="596" y="3078"/>
                    <a:pt x="763" y="2959"/>
                    <a:pt x="929" y="2912"/>
                  </a:cubicBezTo>
                  <a:close/>
                  <a:moveTo>
                    <a:pt x="3835" y="2912"/>
                  </a:moveTo>
                  <a:cubicBezTo>
                    <a:pt x="4001" y="2959"/>
                    <a:pt x="4168" y="3078"/>
                    <a:pt x="4263" y="3221"/>
                  </a:cubicBezTo>
                  <a:cubicBezTo>
                    <a:pt x="4073" y="3459"/>
                    <a:pt x="3787" y="3578"/>
                    <a:pt x="3454" y="3578"/>
                  </a:cubicBezTo>
                  <a:cubicBezTo>
                    <a:pt x="3239" y="3578"/>
                    <a:pt x="3049" y="3531"/>
                    <a:pt x="2882" y="3412"/>
                  </a:cubicBezTo>
                  <a:cubicBezTo>
                    <a:pt x="3216" y="3340"/>
                    <a:pt x="3549" y="3174"/>
                    <a:pt x="3835" y="2912"/>
                  </a:cubicBezTo>
                  <a:close/>
                  <a:moveTo>
                    <a:pt x="2382" y="0"/>
                  </a:moveTo>
                  <a:cubicBezTo>
                    <a:pt x="2340" y="0"/>
                    <a:pt x="2299" y="18"/>
                    <a:pt x="2263" y="54"/>
                  </a:cubicBezTo>
                  <a:cubicBezTo>
                    <a:pt x="1858" y="316"/>
                    <a:pt x="1596" y="792"/>
                    <a:pt x="1525" y="1340"/>
                  </a:cubicBezTo>
                  <a:cubicBezTo>
                    <a:pt x="1276" y="1198"/>
                    <a:pt x="1015" y="1122"/>
                    <a:pt x="760" y="1122"/>
                  </a:cubicBezTo>
                  <a:cubicBezTo>
                    <a:pt x="673" y="1122"/>
                    <a:pt x="586" y="1131"/>
                    <a:pt x="501" y="1149"/>
                  </a:cubicBezTo>
                  <a:cubicBezTo>
                    <a:pt x="405" y="1149"/>
                    <a:pt x="334" y="1221"/>
                    <a:pt x="310" y="1316"/>
                  </a:cubicBezTo>
                  <a:cubicBezTo>
                    <a:pt x="263" y="1721"/>
                    <a:pt x="382" y="2173"/>
                    <a:pt x="620" y="2554"/>
                  </a:cubicBezTo>
                  <a:cubicBezTo>
                    <a:pt x="382" y="2674"/>
                    <a:pt x="167" y="2864"/>
                    <a:pt x="24" y="3102"/>
                  </a:cubicBezTo>
                  <a:cubicBezTo>
                    <a:pt x="1" y="3174"/>
                    <a:pt x="1" y="3245"/>
                    <a:pt x="24" y="3317"/>
                  </a:cubicBezTo>
                  <a:cubicBezTo>
                    <a:pt x="286" y="3745"/>
                    <a:pt x="786" y="4031"/>
                    <a:pt x="1310" y="4031"/>
                  </a:cubicBezTo>
                  <a:cubicBezTo>
                    <a:pt x="1715" y="4031"/>
                    <a:pt x="2120" y="3864"/>
                    <a:pt x="2382" y="3578"/>
                  </a:cubicBezTo>
                  <a:cubicBezTo>
                    <a:pt x="2668" y="3864"/>
                    <a:pt x="3049" y="4031"/>
                    <a:pt x="3454" y="4031"/>
                  </a:cubicBezTo>
                  <a:cubicBezTo>
                    <a:pt x="3978" y="4031"/>
                    <a:pt x="4478" y="3769"/>
                    <a:pt x="4740" y="3317"/>
                  </a:cubicBezTo>
                  <a:cubicBezTo>
                    <a:pt x="4787" y="3245"/>
                    <a:pt x="4787" y="3174"/>
                    <a:pt x="4740" y="3102"/>
                  </a:cubicBezTo>
                  <a:cubicBezTo>
                    <a:pt x="4597" y="2864"/>
                    <a:pt x="4382" y="2674"/>
                    <a:pt x="4144" y="2554"/>
                  </a:cubicBezTo>
                  <a:cubicBezTo>
                    <a:pt x="4382" y="2173"/>
                    <a:pt x="4502" y="1721"/>
                    <a:pt x="4454" y="1316"/>
                  </a:cubicBezTo>
                  <a:cubicBezTo>
                    <a:pt x="4430" y="1221"/>
                    <a:pt x="4359" y="1149"/>
                    <a:pt x="4263" y="1149"/>
                  </a:cubicBezTo>
                  <a:cubicBezTo>
                    <a:pt x="4178" y="1131"/>
                    <a:pt x="4091" y="1122"/>
                    <a:pt x="4004" y="1122"/>
                  </a:cubicBezTo>
                  <a:cubicBezTo>
                    <a:pt x="3749" y="1122"/>
                    <a:pt x="3488" y="1198"/>
                    <a:pt x="3239" y="1340"/>
                  </a:cubicBezTo>
                  <a:cubicBezTo>
                    <a:pt x="3168" y="792"/>
                    <a:pt x="2882" y="316"/>
                    <a:pt x="2501" y="54"/>
                  </a:cubicBezTo>
                  <a:cubicBezTo>
                    <a:pt x="2465" y="18"/>
                    <a:pt x="2424" y="0"/>
                    <a:pt x="2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401" name="Google Shape;4401;p59"/>
          <p:cNvGrpSpPr/>
          <p:nvPr/>
        </p:nvGrpSpPr>
        <p:grpSpPr>
          <a:xfrm>
            <a:off x="2362284" y="3202742"/>
            <a:ext cx="328134" cy="373073"/>
            <a:chOff x="2362284" y="3202742"/>
            <a:chExt cx="328134" cy="373073"/>
          </a:xfrm>
        </p:grpSpPr>
        <p:sp>
          <p:nvSpPr>
            <p:cNvPr id="4402" name="Google Shape;4402;p59"/>
            <p:cNvSpPr/>
            <p:nvPr/>
          </p:nvSpPr>
          <p:spPr>
            <a:xfrm>
              <a:off x="2596881" y="3494731"/>
              <a:ext cx="18959" cy="14473"/>
            </a:xfrm>
            <a:custGeom>
              <a:rect b="b" l="l" r="r" t="t"/>
              <a:pathLst>
                <a:path extrusionOk="0" h="437" w="538">
                  <a:moveTo>
                    <a:pt x="275" y="0"/>
                  </a:moveTo>
                  <a:cubicBezTo>
                    <a:pt x="180" y="0"/>
                    <a:pt x="109" y="48"/>
                    <a:pt x="85" y="119"/>
                  </a:cubicBezTo>
                  <a:cubicBezTo>
                    <a:pt x="1" y="287"/>
                    <a:pt x="139" y="437"/>
                    <a:pt x="288" y="437"/>
                  </a:cubicBezTo>
                  <a:cubicBezTo>
                    <a:pt x="307" y="437"/>
                    <a:pt x="327" y="434"/>
                    <a:pt x="347" y="429"/>
                  </a:cubicBezTo>
                  <a:cubicBezTo>
                    <a:pt x="418" y="405"/>
                    <a:pt x="466" y="357"/>
                    <a:pt x="490" y="286"/>
                  </a:cubicBezTo>
                  <a:cubicBezTo>
                    <a:pt x="537" y="143"/>
                    <a:pt x="418" y="0"/>
                    <a:pt x="2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nvGrpSpPr>
            <p:cNvPr id="4403" name="Google Shape;4403;p59"/>
            <p:cNvGrpSpPr/>
            <p:nvPr/>
          </p:nvGrpSpPr>
          <p:grpSpPr>
            <a:xfrm>
              <a:off x="2362284" y="3202742"/>
              <a:ext cx="328134" cy="373073"/>
              <a:chOff x="2252266" y="2970741"/>
              <a:chExt cx="344497" cy="416749"/>
            </a:xfrm>
          </p:grpSpPr>
          <p:sp>
            <p:nvSpPr>
              <p:cNvPr id="4404" name="Google Shape;4404;p59"/>
              <p:cNvSpPr/>
              <p:nvPr/>
            </p:nvSpPr>
            <p:spPr>
              <a:xfrm>
                <a:off x="2252266" y="2970741"/>
                <a:ext cx="344497" cy="416749"/>
              </a:xfrm>
              <a:custGeom>
                <a:rect b="b" l="l" r="r" t="t"/>
                <a:pathLst>
                  <a:path extrusionOk="0" h="11265" w="9312">
                    <a:moveTo>
                      <a:pt x="6406" y="453"/>
                    </a:moveTo>
                    <a:cubicBezTo>
                      <a:pt x="6740" y="453"/>
                      <a:pt x="7049" y="620"/>
                      <a:pt x="7240" y="906"/>
                    </a:cubicBezTo>
                    <a:cubicBezTo>
                      <a:pt x="7264" y="977"/>
                      <a:pt x="7359" y="1025"/>
                      <a:pt x="7430" y="1025"/>
                    </a:cubicBezTo>
                    <a:lnTo>
                      <a:pt x="7502" y="1025"/>
                    </a:lnTo>
                    <a:cubicBezTo>
                      <a:pt x="7811" y="1025"/>
                      <a:pt x="8097" y="1263"/>
                      <a:pt x="8121" y="1596"/>
                    </a:cubicBezTo>
                    <a:cubicBezTo>
                      <a:pt x="8121" y="1715"/>
                      <a:pt x="8216" y="1787"/>
                      <a:pt x="8335" y="1787"/>
                    </a:cubicBezTo>
                    <a:lnTo>
                      <a:pt x="8359" y="1787"/>
                    </a:lnTo>
                    <a:cubicBezTo>
                      <a:pt x="8621" y="1787"/>
                      <a:pt x="8859" y="2001"/>
                      <a:pt x="8859" y="2263"/>
                    </a:cubicBezTo>
                    <a:cubicBezTo>
                      <a:pt x="8883" y="2549"/>
                      <a:pt x="8645" y="2787"/>
                      <a:pt x="8383" y="2787"/>
                    </a:cubicBezTo>
                    <a:lnTo>
                      <a:pt x="4287" y="2787"/>
                    </a:lnTo>
                    <a:cubicBezTo>
                      <a:pt x="4120" y="2787"/>
                      <a:pt x="4001" y="2644"/>
                      <a:pt x="4001" y="2477"/>
                    </a:cubicBezTo>
                    <a:cubicBezTo>
                      <a:pt x="4001" y="2311"/>
                      <a:pt x="4120" y="2192"/>
                      <a:pt x="4287" y="2192"/>
                    </a:cubicBezTo>
                    <a:cubicBezTo>
                      <a:pt x="4406" y="2192"/>
                      <a:pt x="4501" y="2073"/>
                      <a:pt x="4501" y="1954"/>
                    </a:cubicBezTo>
                    <a:cubicBezTo>
                      <a:pt x="4501" y="1620"/>
                      <a:pt x="4787" y="1334"/>
                      <a:pt x="5144" y="1334"/>
                    </a:cubicBezTo>
                    <a:lnTo>
                      <a:pt x="5240" y="1334"/>
                    </a:lnTo>
                    <a:cubicBezTo>
                      <a:pt x="5252" y="1337"/>
                      <a:pt x="5265" y="1339"/>
                      <a:pt x="5277" y="1339"/>
                    </a:cubicBezTo>
                    <a:cubicBezTo>
                      <a:pt x="5364" y="1339"/>
                      <a:pt x="5457" y="1271"/>
                      <a:pt x="5478" y="1168"/>
                    </a:cubicBezTo>
                    <a:cubicBezTo>
                      <a:pt x="5573" y="739"/>
                      <a:pt x="5954" y="453"/>
                      <a:pt x="6406" y="453"/>
                    </a:cubicBezTo>
                    <a:close/>
                    <a:moveTo>
                      <a:pt x="6168" y="3216"/>
                    </a:moveTo>
                    <a:lnTo>
                      <a:pt x="5859" y="3954"/>
                    </a:lnTo>
                    <a:cubicBezTo>
                      <a:pt x="5843" y="4000"/>
                      <a:pt x="5858" y="4026"/>
                      <a:pt x="5883" y="4026"/>
                    </a:cubicBezTo>
                    <a:cubicBezTo>
                      <a:pt x="5896" y="4026"/>
                      <a:pt x="5913" y="4018"/>
                      <a:pt x="5930" y="4002"/>
                    </a:cubicBezTo>
                    <a:cubicBezTo>
                      <a:pt x="5954" y="4073"/>
                      <a:pt x="6002" y="4097"/>
                      <a:pt x="6073" y="4121"/>
                    </a:cubicBezTo>
                    <a:lnTo>
                      <a:pt x="6335" y="4192"/>
                    </a:lnTo>
                    <a:lnTo>
                      <a:pt x="5668" y="5026"/>
                    </a:lnTo>
                    <a:lnTo>
                      <a:pt x="5668" y="5026"/>
                    </a:lnTo>
                    <a:lnTo>
                      <a:pt x="5740" y="4597"/>
                    </a:lnTo>
                    <a:cubicBezTo>
                      <a:pt x="5763" y="4573"/>
                      <a:pt x="5763" y="4525"/>
                      <a:pt x="5740" y="4502"/>
                    </a:cubicBezTo>
                    <a:cubicBezTo>
                      <a:pt x="5740" y="4406"/>
                      <a:pt x="5644" y="4335"/>
                      <a:pt x="5549" y="4335"/>
                    </a:cubicBezTo>
                    <a:lnTo>
                      <a:pt x="5216" y="4287"/>
                    </a:lnTo>
                    <a:lnTo>
                      <a:pt x="5478" y="3216"/>
                    </a:lnTo>
                    <a:close/>
                    <a:moveTo>
                      <a:pt x="6406" y="1"/>
                    </a:moveTo>
                    <a:cubicBezTo>
                      <a:pt x="5811" y="1"/>
                      <a:pt x="5311" y="358"/>
                      <a:pt x="5097" y="906"/>
                    </a:cubicBezTo>
                    <a:cubicBezTo>
                      <a:pt x="4644" y="906"/>
                      <a:pt x="4263" y="1215"/>
                      <a:pt x="4120" y="1620"/>
                    </a:cubicBezTo>
                    <a:cubicBezTo>
                      <a:pt x="3239" y="1763"/>
                      <a:pt x="2453" y="2168"/>
                      <a:pt x="1858" y="2811"/>
                    </a:cubicBezTo>
                    <a:cubicBezTo>
                      <a:pt x="1215" y="3501"/>
                      <a:pt x="858" y="4406"/>
                      <a:pt x="858" y="5335"/>
                    </a:cubicBezTo>
                    <a:cubicBezTo>
                      <a:pt x="858" y="5573"/>
                      <a:pt x="667" y="5978"/>
                      <a:pt x="310" y="6454"/>
                    </a:cubicBezTo>
                    <a:cubicBezTo>
                      <a:pt x="0" y="6907"/>
                      <a:pt x="48" y="7217"/>
                      <a:pt x="143" y="7383"/>
                    </a:cubicBezTo>
                    <a:cubicBezTo>
                      <a:pt x="238" y="7574"/>
                      <a:pt x="1072" y="7860"/>
                      <a:pt x="1072" y="7860"/>
                    </a:cubicBezTo>
                    <a:lnTo>
                      <a:pt x="1072" y="8812"/>
                    </a:lnTo>
                    <a:cubicBezTo>
                      <a:pt x="1072" y="9455"/>
                      <a:pt x="1620" y="10003"/>
                      <a:pt x="2263" y="10003"/>
                    </a:cubicBezTo>
                    <a:cubicBezTo>
                      <a:pt x="2834" y="10003"/>
                      <a:pt x="3168" y="10027"/>
                      <a:pt x="3287" y="10122"/>
                    </a:cubicBezTo>
                    <a:cubicBezTo>
                      <a:pt x="3430" y="10241"/>
                      <a:pt x="3477" y="10527"/>
                      <a:pt x="3501" y="11051"/>
                    </a:cubicBezTo>
                    <a:cubicBezTo>
                      <a:pt x="3501" y="11170"/>
                      <a:pt x="3596" y="11265"/>
                      <a:pt x="3715" y="11265"/>
                    </a:cubicBezTo>
                    <a:lnTo>
                      <a:pt x="6883" y="11265"/>
                    </a:lnTo>
                    <a:cubicBezTo>
                      <a:pt x="6907" y="11265"/>
                      <a:pt x="6930" y="11265"/>
                      <a:pt x="6954" y="11241"/>
                    </a:cubicBezTo>
                    <a:cubicBezTo>
                      <a:pt x="7049" y="11217"/>
                      <a:pt x="7097" y="11122"/>
                      <a:pt x="7097" y="11027"/>
                    </a:cubicBezTo>
                    <a:cubicBezTo>
                      <a:pt x="7073" y="10598"/>
                      <a:pt x="7049" y="10289"/>
                      <a:pt x="7049" y="10003"/>
                    </a:cubicBezTo>
                    <a:cubicBezTo>
                      <a:pt x="7049" y="9884"/>
                      <a:pt x="6954" y="9788"/>
                      <a:pt x="6835" y="9788"/>
                    </a:cubicBezTo>
                    <a:cubicBezTo>
                      <a:pt x="6716" y="9788"/>
                      <a:pt x="6621" y="9884"/>
                      <a:pt x="6621" y="10003"/>
                    </a:cubicBezTo>
                    <a:cubicBezTo>
                      <a:pt x="6621" y="10241"/>
                      <a:pt x="6621" y="10503"/>
                      <a:pt x="6645" y="10812"/>
                    </a:cubicBezTo>
                    <a:lnTo>
                      <a:pt x="3930" y="10812"/>
                    </a:lnTo>
                    <a:cubicBezTo>
                      <a:pt x="3882" y="10336"/>
                      <a:pt x="3811" y="10003"/>
                      <a:pt x="3573" y="9788"/>
                    </a:cubicBezTo>
                    <a:cubicBezTo>
                      <a:pt x="3311" y="9574"/>
                      <a:pt x="2906" y="9550"/>
                      <a:pt x="2263" y="9550"/>
                    </a:cubicBezTo>
                    <a:cubicBezTo>
                      <a:pt x="1858" y="9550"/>
                      <a:pt x="1524" y="9217"/>
                      <a:pt x="1524" y="8812"/>
                    </a:cubicBezTo>
                    <a:lnTo>
                      <a:pt x="1524" y="8526"/>
                    </a:lnTo>
                    <a:cubicBezTo>
                      <a:pt x="1524" y="8526"/>
                      <a:pt x="1858" y="8598"/>
                      <a:pt x="2072" y="8717"/>
                    </a:cubicBezTo>
                    <a:cubicBezTo>
                      <a:pt x="2096" y="8741"/>
                      <a:pt x="2144" y="8741"/>
                      <a:pt x="2191" y="8741"/>
                    </a:cubicBezTo>
                    <a:cubicBezTo>
                      <a:pt x="2263" y="8741"/>
                      <a:pt x="2334" y="8693"/>
                      <a:pt x="2382" y="8622"/>
                    </a:cubicBezTo>
                    <a:cubicBezTo>
                      <a:pt x="2429" y="8526"/>
                      <a:pt x="2406" y="8383"/>
                      <a:pt x="2287" y="8336"/>
                    </a:cubicBezTo>
                    <a:cubicBezTo>
                      <a:pt x="2120" y="8241"/>
                      <a:pt x="1810" y="8074"/>
                      <a:pt x="1524" y="8074"/>
                    </a:cubicBezTo>
                    <a:lnTo>
                      <a:pt x="1524" y="7645"/>
                    </a:lnTo>
                    <a:cubicBezTo>
                      <a:pt x="1524" y="7526"/>
                      <a:pt x="1429" y="7407"/>
                      <a:pt x="1310" y="7407"/>
                    </a:cubicBezTo>
                    <a:cubicBezTo>
                      <a:pt x="881" y="7407"/>
                      <a:pt x="596" y="7336"/>
                      <a:pt x="524" y="7193"/>
                    </a:cubicBezTo>
                    <a:cubicBezTo>
                      <a:pt x="477" y="7074"/>
                      <a:pt x="524" y="6907"/>
                      <a:pt x="667" y="6716"/>
                    </a:cubicBezTo>
                    <a:cubicBezTo>
                      <a:pt x="953" y="6312"/>
                      <a:pt x="1286" y="5740"/>
                      <a:pt x="1286" y="5335"/>
                    </a:cubicBezTo>
                    <a:cubicBezTo>
                      <a:pt x="1286" y="3883"/>
                      <a:pt x="2239" y="2620"/>
                      <a:pt x="3596" y="2192"/>
                    </a:cubicBezTo>
                    <a:lnTo>
                      <a:pt x="3596" y="2192"/>
                    </a:lnTo>
                    <a:cubicBezTo>
                      <a:pt x="3549" y="2287"/>
                      <a:pt x="3525" y="2382"/>
                      <a:pt x="3525" y="2477"/>
                    </a:cubicBezTo>
                    <a:cubicBezTo>
                      <a:pt x="3525" y="2882"/>
                      <a:pt x="3858" y="3216"/>
                      <a:pt x="4263" y="3216"/>
                    </a:cubicBezTo>
                    <a:lnTo>
                      <a:pt x="5001" y="3216"/>
                    </a:lnTo>
                    <a:lnTo>
                      <a:pt x="4716" y="4430"/>
                    </a:lnTo>
                    <a:cubicBezTo>
                      <a:pt x="4692" y="4502"/>
                      <a:pt x="4716" y="4549"/>
                      <a:pt x="4739" y="4597"/>
                    </a:cubicBezTo>
                    <a:cubicBezTo>
                      <a:pt x="4787" y="4668"/>
                      <a:pt x="4835" y="4692"/>
                      <a:pt x="4906" y="4692"/>
                    </a:cubicBezTo>
                    <a:lnTo>
                      <a:pt x="5263" y="4740"/>
                    </a:lnTo>
                    <a:lnTo>
                      <a:pt x="5025" y="5811"/>
                    </a:lnTo>
                    <a:cubicBezTo>
                      <a:pt x="5001" y="5907"/>
                      <a:pt x="5049" y="6002"/>
                      <a:pt x="5144" y="6050"/>
                    </a:cubicBezTo>
                    <a:cubicBezTo>
                      <a:pt x="5168" y="6050"/>
                      <a:pt x="5216" y="6073"/>
                      <a:pt x="5240" y="6073"/>
                    </a:cubicBezTo>
                    <a:cubicBezTo>
                      <a:pt x="5311" y="6073"/>
                      <a:pt x="5359" y="6050"/>
                      <a:pt x="5406" y="5978"/>
                    </a:cubicBezTo>
                    <a:lnTo>
                      <a:pt x="6907" y="4192"/>
                    </a:lnTo>
                    <a:cubicBezTo>
                      <a:pt x="6954" y="4144"/>
                      <a:pt x="6954" y="4049"/>
                      <a:pt x="6930" y="3978"/>
                    </a:cubicBezTo>
                    <a:cubicBezTo>
                      <a:pt x="6907" y="3906"/>
                      <a:pt x="6859" y="3859"/>
                      <a:pt x="6787" y="3835"/>
                    </a:cubicBezTo>
                    <a:lnTo>
                      <a:pt x="6406" y="3763"/>
                    </a:lnTo>
                    <a:lnTo>
                      <a:pt x="6621" y="3240"/>
                    </a:lnTo>
                    <a:lnTo>
                      <a:pt x="7216" y="3240"/>
                    </a:lnTo>
                    <a:cubicBezTo>
                      <a:pt x="7716" y="3811"/>
                      <a:pt x="7978" y="4573"/>
                      <a:pt x="7978" y="5335"/>
                    </a:cubicBezTo>
                    <a:cubicBezTo>
                      <a:pt x="7978" y="5931"/>
                      <a:pt x="7811" y="6526"/>
                      <a:pt x="7502" y="7050"/>
                    </a:cubicBezTo>
                    <a:cubicBezTo>
                      <a:pt x="7288" y="7383"/>
                      <a:pt x="7121" y="7693"/>
                      <a:pt x="7002" y="8002"/>
                    </a:cubicBezTo>
                    <a:cubicBezTo>
                      <a:pt x="6954" y="8098"/>
                      <a:pt x="7002" y="8241"/>
                      <a:pt x="7121" y="8288"/>
                    </a:cubicBezTo>
                    <a:cubicBezTo>
                      <a:pt x="7145" y="8288"/>
                      <a:pt x="7169" y="8312"/>
                      <a:pt x="7192" y="8312"/>
                    </a:cubicBezTo>
                    <a:cubicBezTo>
                      <a:pt x="7288" y="8312"/>
                      <a:pt x="7359" y="8241"/>
                      <a:pt x="7407" y="8169"/>
                    </a:cubicBezTo>
                    <a:cubicBezTo>
                      <a:pt x="7526" y="7883"/>
                      <a:pt x="7669" y="7598"/>
                      <a:pt x="7859" y="7288"/>
                    </a:cubicBezTo>
                    <a:cubicBezTo>
                      <a:pt x="8216" y="6693"/>
                      <a:pt x="8431" y="6026"/>
                      <a:pt x="8431" y="5335"/>
                    </a:cubicBezTo>
                    <a:cubicBezTo>
                      <a:pt x="8431" y="4597"/>
                      <a:pt x="8193" y="3859"/>
                      <a:pt x="7764" y="3240"/>
                    </a:cubicBezTo>
                    <a:lnTo>
                      <a:pt x="8359" y="3240"/>
                    </a:lnTo>
                    <a:cubicBezTo>
                      <a:pt x="8883" y="3240"/>
                      <a:pt x="9312" y="2811"/>
                      <a:pt x="9312" y="2287"/>
                    </a:cubicBezTo>
                    <a:cubicBezTo>
                      <a:pt x="9312" y="1834"/>
                      <a:pt x="8978" y="1453"/>
                      <a:pt x="8526" y="1382"/>
                    </a:cubicBezTo>
                    <a:cubicBezTo>
                      <a:pt x="8407" y="930"/>
                      <a:pt x="8002" y="596"/>
                      <a:pt x="7526" y="572"/>
                    </a:cubicBezTo>
                    <a:cubicBezTo>
                      <a:pt x="7264" y="215"/>
                      <a:pt x="6859" y="1"/>
                      <a:pt x="64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05" name="Google Shape;4405;p59"/>
              <p:cNvSpPr/>
              <p:nvPr/>
            </p:nvSpPr>
            <p:spPr>
              <a:xfrm>
                <a:off x="2317451" y="3178653"/>
                <a:ext cx="19792" cy="16463"/>
              </a:xfrm>
              <a:custGeom>
                <a:rect b="b" l="l" r="r" t="t"/>
                <a:pathLst>
                  <a:path extrusionOk="0" h="445" w="535">
                    <a:moveTo>
                      <a:pt x="263" y="1"/>
                    </a:moveTo>
                    <a:cubicBezTo>
                      <a:pt x="120" y="1"/>
                      <a:pt x="1" y="144"/>
                      <a:pt x="48" y="287"/>
                    </a:cubicBezTo>
                    <a:cubicBezTo>
                      <a:pt x="72" y="358"/>
                      <a:pt x="120" y="406"/>
                      <a:pt x="191" y="430"/>
                    </a:cubicBezTo>
                    <a:cubicBezTo>
                      <a:pt x="219" y="440"/>
                      <a:pt x="247" y="445"/>
                      <a:pt x="273" y="445"/>
                    </a:cubicBezTo>
                    <a:cubicBezTo>
                      <a:pt x="425" y="445"/>
                      <a:pt x="534" y="283"/>
                      <a:pt x="453" y="120"/>
                    </a:cubicBezTo>
                    <a:cubicBezTo>
                      <a:pt x="429" y="49"/>
                      <a:pt x="358" y="1"/>
                      <a:pt x="2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06" name="Google Shape;4406;p59"/>
              <p:cNvSpPr/>
              <p:nvPr/>
            </p:nvSpPr>
            <p:spPr>
              <a:xfrm>
                <a:off x="2313048" y="3141658"/>
                <a:ext cx="44986" cy="24713"/>
              </a:xfrm>
              <a:custGeom>
                <a:rect b="b" l="l" r="r" t="t"/>
                <a:pathLst>
                  <a:path extrusionOk="0" h="668" w="1216">
                    <a:moveTo>
                      <a:pt x="215" y="1"/>
                    </a:moveTo>
                    <a:cubicBezTo>
                      <a:pt x="96" y="1"/>
                      <a:pt x="1" y="120"/>
                      <a:pt x="1" y="239"/>
                    </a:cubicBezTo>
                    <a:cubicBezTo>
                      <a:pt x="1" y="358"/>
                      <a:pt x="96" y="453"/>
                      <a:pt x="215" y="453"/>
                    </a:cubicBezTo>
                    <a:cubicBezTo>
                      <a:pt x="310" y="453"/>
                      <a:pt x="405" y="501"/>
                      <a:pt x="524" y="548"/>
                    </a:cubicBezTo>
                    <a:cubicBezTo>
                      <a:pt x="667" y="596"/>
                      <a:pt x="810" y="668"/>
                      <a:pt x="1001" y="668"/>
                    </a:cubicBezTo>
                    <a:cubicBezTo>
                      <a:pt x="1120" y="668"/>
                      <a:pt x="1215" y="572"/>
                      <a:pt x="1215" y="453"/>
                    </a:cubicBezTo>
                    <a:cubicBezTo>
                      <a:pt x="1215" y="334"/>
                      <a:pt x="1120" y="239"/>
                      <a:pt x="1001" y="239"/>
                    </a:cubicBezTo>
                    <a:cubicBezTo>
                      <a:pt x="905" y="239"/>
                      <a:pt x="810" y="191"/>
                      <a:pt x="691" y="144"/>
                    </a:cubicBezTo>
                    <a:cubicBezTo>
                      <a:pt x="548" y="72"/>
                      <a:pt x="382" y="1"/>
                      <a:pt x="2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grpSp>
        <p:nvGrpSpPr>
          <p:cNvPr id="4407" name="Google Shape;4407;p59"/>
          <p:cNvGrpSpPr/>
          <p:nvPr/>
        </p:nvGrpSpPr>
        <p:grpSpPr>
          <a:xfrm>
            <a:off x="3164617" y="3203080"/>
            <a:ext cx="361774" cy="373693"/>
            <a:chOff x="3164617" y="3203080"/>
            <a:chExt cx="361774" cy="373693"/>
          </a:xfrm>
        </p:grpSpPr>
        <p:sp>
          <p:nvSpPr>
            <p:cNvPr id="4408" name="Google Shape;4408;p59"/>
            <p:cNvSpPr/>
            <p:nvPr/>
          </p:nvSpPr>
          <p:spPr>
            <a:xfrm>
              <a:off x="3226744" y="3389013"/>
              <a:ext cx="18818" cy="14772"/>
            </a:xfrm>
            <a:custGeom>
              <a:rect b="b" l="l" r="r" t="t"/>
              <a:pathLst>
                <a:path extrusionOk="0" h="446" w="534">
                  <a:moveTo>
                    <a:pt x="262" y="1"/>
                  </a:moveTo>
                  <a:cubicBezTo>
                    <a:pt x="119" y="1"/>
                    <a:pt x="0" y="144"/>
                    <a:pt x="48" y="311"/>
                  </a:cubicBezTo>
                  <a:cubicBezTo>
                    <a:pt x="72" y="358"/>
                    <a:pt x="119" y="406"/>
                    <a:pt x="191" y="430"/>
                  </a:cubicBezTo>
                  <a:cubicBezTo>
                    <a:pt x="216" y="440"/>
                    <a:pt x="241" y="445"/>
                    <a:pt x="266" y="445"/>
                  </a:cubicBezTo>
                  <a:cubicBezTo>
                    <a:pt x="408" y="445"/>
                    <a:pt x="534" y="286"/>
                    <a:pt x="453" y="144"/>
                  </a:cubicBezTo>
                  <a:cubicBezTo>
                    <a:pt x="429" y="49"/>
                    <a:pt x="357"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09" name="Google Shape;4409;p59"/>
            <p:cNvSpPr/>
            <p:nvPr/>
          </p:nvSpPr>
          <p:spPr>
            <a:xfrm>
              <a:off x="3164617" y="3203080"/>
              <a:ext cx="361774" cy="373693"/>
            </a:xfrm>
            <a:custGeom>
              <a:rect b="b" l="l" r="r" t="t"/>
              <a:pathLst>
                <a:path extrusionOk="0" h="11283" w="10266">
                  <a:moveTo>
                    <a:pt x="6002" y="447"/>
                  </a:moveTo>
                  <a:cubicBezTo>
                    <a:pt x="6288" y="447"/>
                    <a:pt x="6574" y="566"/>
                    <a:pt x="6812" y="781"/>
                  </a:cubicBezTo>
                  <a:cubicBezTo>
                    <a:pt x="6955" y="924"/>
                    <a:pt x="7133" y="995"/>
                    <a:pt x="7312" y="995"/>
                  </a:cubicBezTo>
                  <a:cubicBezTo>
                    <a:pt x="7491" y="995"/>
                    <a:pt x="7669" y="924"/>
                    <a:pt x="7812" y="781"/>
                  </a:cubicBezTo>
                  <a:cubicBezTo>
                    <a:pt x="8038" y="566"/>
                    <a:pt x="8330" y="459"/>
                    <a:pt x="8619" y="459"/>
                  </a:cubicBezTo>
                  <a:cubicBezTo>
                    <a:pt x="8908" y="459"/>
                    <a:pt x="9193" y="566"/>
                    <a:pt x="9408" y="781"/>
                  </a:cubicBezTo>
                  <a:cubicBezTo>
                    <a:pt x="9717" y="1114"/>
                    <a:pt x="9813" y="1495"/>
                    <a:pt x="9693" y="1971"/>
                  </a:cubicBezTo>
                  <a:cubicBezTo>
                    <a:pt x="9384" y="3138"/>
                    <a:pt x="7907" y="4329"/>
                    <a:pt x="7312" y="4543"/>
                  </a:cubicBezTo>
                  <a:cubicBezTo>
                    <a:pt x="7050" y="4472"/>
                    <a:pt x="6669" y="4210"/>
                    <a:pt x="6264" y="3853"/>
                  </a:cubicBezTo>
                  <a:lnTo>
                    <a:pt x="7455" y="2662"/>
                  </a:lnTo>
                  <a:cubicBezTo>
                    <a:pt x="7550" y="2567"/>
                    <a:pt x="7550" y="2448"/>
                    <a:pt x="7455" y="2352"/>
                  </a:cubicBezTo>
                  <a:cubicBezTo>
                    <a:pt x="7419" y="2305"/>
                    <a:pt x="7366" y="2281"/>
                    <a:pt x="7309" y="2281"/>
                  </a:cubicBezTo>
                  <a:cubicBezTo>
                    <a:pt x="7252" y="2281"/>
                    <a:pt x="7193" y="2305"/>
                    <a:pt x="7145" y="2352"/>
                  </a:cubicBezTo>
                  <a:lnTo>
                    <a:pt x="5955" y="3567"/>
                  </a:lnTo>
                  <a:cubicBezTo>
                    <a:pt x="5478" y="3091"/>
                    <a:pt x="5073" y="2543"/>
                    <a:pt x="4931" y="1971"/>
                  </a:cubicBezTo>
                  <a:cubicBezTo>
                    <a:pt x="4788" y="1495"/>
                    <a:pt x="4883" y="1114"/>
                    <a:pt x="5216" y="781"/>
                  </a:cubicBezTo>
                  <a:cubicBezTo>
                    <a:pt x="5431" y="566"/>
                    <a:pt x="5716" y="447"/>
                    <a:pt x="6002" y="447"/>
                  </a:cubicBezTo>
                  <a:close/>
                  <a:moveTo>
                    <a:pt x="4550" y="4805"/>
                  </a:moveTo>
                  <a:lnTo>
                    <a:pt x="4931" y="4877"/>
                  </a:lnTo>
                  <a:lnTo>
                    <a:pt x="5026" y="5258"/>
                  </a:lnTo>
                  <a:lnTo>
                    <a:pt x="4597" y="5686"/>
                  </a:lnTo>
                  <a:lnTo>
                    <a:pt x="4550" y="5424"/>
                  </a:lnTo>
                  <a:cubicBezTo>
                    <a:pt x="4526" y="5353"/>
                    <a:pt x="4454" y="5282"/>
                    <a:pt x="4383" y="5282"/>
                  </a:cubicBezTo>
                  <a:lnTo>
                    <a:pt x="4145" y="5210"/>
                  </a:lnTo>
                  <a:lnTo>
                    <a:pt x="4550" y="4805"/>
                  </a:lnTo>
                  <a:close/>
                  <a:moveTo>
                    <a:pt x="5999" y="1"/>
                  </a:moveTo>
                  <a:cubicBezTo>
                    <a:pt x="5597" y="1"/>
                    <a:pt x="5193" y="150"/>
                    <a:pt x="4883" y="447"/>
                  </a:cubicBezTo>
                  <a:cubicBezTo>
                    <a:pt x="4573" y="781"/>
                    <a:pt x="4430" y="1162"/>
                    <a:pt x="4430" y="1590"/>
                  </a:cubicBezTo>
                  <a:cubicBezTo>
                    <a:pt x="3502" y="1638"/>
                    <a:pt x="2644" y="2019"/>
                    <a:pt x="1978" y="2686"/>
                  </a:cubicBezTo>
                  <a:cubicBezTo>
                    <a:pt x="1263" y="3400"/>
                    <a:pt x="858" y="4329"/>
                    <a:pt x="858" y="5329"/>
                  </a:cubicBezTo>
                  <a:cubicBezTo>
                    <a:pt x="858" y="5567"/>
                    <a:pt x="668" y="5972"/>
                    <a:pt x="311" y="6448"/>
                  </a:cubicBezTo>
                  <a:cubicBezTo>
                    <a:pt x="1" y="6901"/>
                    <a:pt x="49" y="7211"/>
                    <a:pt x="144" y="7401"/>
                  </a:cubicBezTo>
                  <a:cubicBezTo>
                    <a:pt x="239" y="7592"/>
                    <a:pt x="477" y="7806"/>
                    <a:pt x="1096" y="7854"/>
                  </a:cubicBezTo>
                  <a:lnTo>
                    <a:pt x="1096" y="8830"/>
                  </a:lnTo>
                  <a:cubicBezTo>
                    <a:pt x="1096" y="9473"/>
                    <a:pt x="1620" y="9997"/>
                    <a:pt x="2287" y="9997"/>
                  </a:cubicBezTo>
                  <a:cubicBezTo>
                    <a:pt x="2859" y="9997"/>
                    <a:pt x="3168" y="10021"/>
                    <a:pt x="3311" y="10140"/>
                  </a:cubicBezTo>
                  <a:cubicBezTo>
                    <a:pt x="3430" y="10259"/>
                    <a:pt x="3478" y="10545"/>
                    <a:pt x="3502" y="11068"/>
                  </a:cubicBezTo>
                  <a:cubicBezTo>
                    <a:pt x="3526" y="11188"/>
                    <a:pt x="3621" y="11283"/>
                    <a:pt x="3740" y="11283"/>
                  </a:cubicBezTo>
                  <a:lnTo>
                    <a:pt x="6883" y="11283"/>
                  </a:lnTo>
                  <a:cubicBezTo>
                    <a:pt x="6907" y="11283"/>
                    <a:pt x="6931" y="11259"/>
                    <a:pt x="6955" y="11259"/>
                  </a:cubicBezTo>
                  <a:cubicBezTo>
                    <a:pt x="7050" y="11211"/>
                    <a:pt x="7122" y="11116"/>
                    <a:pt x="7098" y="11045"/>
                  </a:cubicBezTo>
                  <a:cubicBezTo>
                    <a:pt x="7074" y="10616"/>
                    <a:pt x="7074" y="10283"/>
                    <a:pt x="7074" y="10021"/>
                  </a:cubicBezTo>
                  <a:cubicBezTo>
                    <a:pt x="7074" y="9902"/>
                    <a:pt x="6979" y="9806"/>
                    <a:pt x="6860" y="9806"/>
                  </a:cubicBezTo>
                  <a:lnTo>
                    <a:pt x="6836" y="9806"/>
                  </a:lnTo>
                  <a:cubicBezTo>
                    <a:pt x="6717" y="9806"/>
                    <a:pt x="6621" y="9902"/>
                    <a:pt x="6621" y="10021"/>
                  </a:cubicBezTo>
                  <a:cubicBezTo>
                    <a:pt x="6621" y="10259"/>
                    <a:pt x="6621" y="10497"/>
                    <a:pt x="6645" y="10830"/>
                  </a:cubicBezTo>
                  <a:lnTo>
                    <a:pt x="3930" y="10830"/>
                  </a:lnTo>
                  <a:cubicBezTo>
                    <a:pt x="3883" y="10354"/>
                    <a:pt x="3835" y="10021"/>
                    <a:pt x="3573" y="9806"/>
                  </a:cubicBezTo>
                  <a:cubicBezTo>
                    <a:pt x="3311" y="9568"/>
                    <a:pt x="2906" y="9568"/>
                    <a:pt x="2263" y="9568"/>
                  </a:cubicBezTo>
                  <a:cubicBezTo>
                    <a:pt x="1859" y="9568"/>
                    <a:pt x="1525" y="9235"/>
                    <a:pt x="1525" y="8806"/>
                  </a:cubicBezTo>
                  <a:lnTo>
                    <a:pt x="1525" y="8520"/>
                  </a:lnTo>
                  <a:cubicBezTo>
                    <a:pt x="1763" y="8520"/>
                    <a:pt x="1978" y="8449"/>
                    <a:pt x="2287" y="8282"/>
                  </a:cubicBezTo>
                  <a:cubicBezTo>
                    <a:pt x="2382" y="8235"/>
                    <a:pt x="2430" y="8115"/>
                    <a:pt x="2382" y="8020"/>
                  </a:cubicBezTo>
                  <a:cubicBezTo>
                    <a:pt x="2350" y="7922"/>
                    <a:pt x="2271" y="7868"/>
                    <a:pt x="2187" y="7868"/>
                  </a:cubicBezTo>
                  <a:cubicBezTo>
                    <a:pt x="2149" y="7868"/>
                    <a:pt x="2110" y="7879"/>
                    <a:pt x="2073" y="7901"/>
                  </a:cubicBezTo>
                  <a:cubicBezTo>
                    <a:pt x="1835" y="8020"/>
                    <a:pt x="1668" y="8092"/>
                    <a:pt x="1525" y="8092"/>
                  </a:cubicBezTo>
                  <a:lnTo>
                    <a:pt x="1525" y="7639"/>
                  </a:lnTo>
                  <a:cubicBezTo>
                    <a:pt x="1525" y="7520"/>
                    <a:pt x="1430" y="7425"/>
                    <a:pt x="1311" y="7425"/>
                  </a:cubicBezTo>
                  <a:cubicBezTo>
                    <a:pt x="882" y="7425"/>
                    <a:pt x="596" y="7330"/>
                    <a:pt x="525" y="7187"/>
                  </a:cubicBezTo>
                  <a:cubicBezTo>
                    <a:pt x="477" y="7091"/>
                    <a:pt x="525" y="6901"/>
                    <a:pt x="668" y="6710"/>
                  </a:cubicBezTo>
                  <a:cubicBezTo>
                    <a:pt x="954" y="6306"/>
                    <a:pt x="1287" y="5758"/>
                    <a:pt x="1287" y="5329"/>
                  </a:cubicBezTo>
                  <a:cubicBezTo>
                    <a:pt x="1287" y="3567"/>
                    <a:pt x="2716" y="2114"/>
                    <a:pt x="4478" y="2019"/>
                  </a:cubicBezTo>
                  <a:cubicBezTo>
                    <a:pt x="4478" y="2043"/>
                    <a:pt x="4478" y="2043"/>
                    <a:pt x="4502" y="2067"/>
                  </a:cubicBezTo>
                  <a:cubicBezTo>
                    <a:pt x="4669" y="2710"/>
                    <a:pt x="5121" y="3329"/>
                    <a:pt x="5621" y="3853"/>
                  </a:cubicBezTo>
                  <a:lnTo>
                    <a:pt x="5026" y="4448"/>
                  </a:lnTo>
                  <a:lnTo>
                    <a:pt x="4526" y="4329"/>
                  </a:lnTo>
                  <a:cubicBezTo>
                    <a:pt x="4507" y="4323"/>
                    <a:pt x="4487" y="4320"/>
                    <a:pt x="4469" y="4320"/>
                  </a:cubicBezTo>
                  <a:cubicBezTo>
                    <a:pt x="4418" y="4320"/>
                    <a:pt x="4370" y="4342"/>
                    <a:pt x="4335" y="4377"/>
                  </a:cubicBezTo>
                  <a:lnTo>
                    <a:pt x="3549" y="5139"/>
                  </a:lnTo>
                  <a:cubicBezTo>
                    <a:pt x="3526" y="5186"/>
                    <a:pt x="3502" y="5234"/>
                    <a:pt x="3478" y="5282"/>
                  </a:cubicBezTo>
                  <a:cubicBezTo>
                    <a:pt x="3478" y="5401"/>
                    <a:pt x="3549" y="5496"/>
                    <a:pt x="3645" y="5520"/>
                  </a:cubicBezTo>
                  <a:lnTo>
                    <a:pt x="4145" y="5639"/>
                  </a:lnTo>
                  <a:lnTo>
                    <a:pt x="4264" y="6139"/>
                  </a:lnTo>
                  <a:cubicBezTo>
                    <a:pt x="4288" y="6210"/>
                    <a:pt x="4335" y="6282"/>
                    <a:pt x="4430" y="6306"/>
                  </a:cubicBezTo>
                  <a:lnTo>
                    <a:pt x="4478" y="6306"/>
                  </a:lnTo>
                  <a:cubicBezTo>
                    <a:pt x="4526" y="6306"/>
                    <a:pt x="4597" y="6282"/>
                    <a:pt x="4645" y="6234"/>
                  </a:cubicBezTo>
                  <a:lnTo>
                    <a:pt x="5407" y="5472"/>
                  </a:lnTo>
                  <a:cubicBezTo>
                    <a:pt x="5455" y="5401"/>
                    <a:pt x="5478" y="5329"/>
                    <a:pt x="5478" y="5258"/>
                  </a:cubicBezTo>
                  <a:lnTo>
                    <a:pt x="5335" y="4758"/>
                  </a:lnTo>
                  <a:lnTo>
                    <a:pt x="5955" y="4138"/>
                  </a:lnTo>
                  <a:cubicBezTo>
                    <a:pt x="6431" y="4567"/>
                    <a:pt x="6931" y="4877"/>
                    <a:pt x="7241" y="4972"/>
                  </a:cubicBezTo>
                  <a:lnTo>
                    <a:pt x="7360" y="4972"/>
                  </a:lnTo>
                  <a:cubicBezTo>
                    <a:pt x="7503" y="4924"/>
                    <a:pt x="7693" y="4829"/>
                    <a:pt x="7907" y="4710"/>
                  </a:cubicBezTo>
                  <a:cubicBezTo>
                    <a:pt x="7955" y="4901"/>
                    <a:pt x="7979" y="5115"/>
                    <a:pt x="7979" y="5329"/>
                  </a:cubicBezTo>
                  <a:cubicBezTo>
                    <a:pt x="7979" y="5925"/>
                    <a:pt x="7812" y="6520"/>
                    <a:pt x="7479" y="7044"/>
                  </a:cubicBezTo>
                  <a:cubicBezTo>
                    <a:pt x="7288" y="7377"/>
                    <a:pt x="7122" y="7687"/>
                    <a:pt x="7002" y="7973"/>
                  </a:cubicBezTo>
                  <a:cubicBezTo>
                    <a:pt x="6955" y="8068"/>
                    <a:pt x="6979" y="8187"/>
                    <a:pt x="7074" y="8258"/>
                  </a:cubicBezTo>
                  <a:cubicBezTo>
                    <a:pt x="7098" y="8282"/>
                    <a:pt x="7145" y="8282"/>
                    <a:pt x="7193" y="8282"/>
                  </a:cubicBezTo>
                  <a:cubicBezTo>
                    <a:pt x="7288" y="8282"/>
                    <a:pt x="7360" y="8235"/>
                    <a:pt x="7383" y="8163"/>
                  </a:cubicBezTo>
                  <a:cubicBezTo>
                    <a:pt x="7503" y="7877"/>
                    <a:pt x="7669" y="7592"/>
                    <a:pt x="7860" y="7258"/>
                  </a:cubicBezTo>
                  <a:cubicBezTo>
                    <a:pt x="8217" y="6687"/>
                    <a:pt x="8408" y="5996"/>
                    <a:pt x="8408" y="5329"/>
                  </a:cubicBezTo>
                  <a:cubicBezTo>
                    <a:pt x="8408" y="5020"/>
                    <a:pt x="8384" y="4710"/>
                    <a:pt x="8312" y="4424"/>
                  </a:cubicBezTo>
                  <a:cubicBezTo>
                    <a:pt x="9027" y="3853"/>
                    <a:pt x="9860" y="2948"/>
                    <a:pt x="10098" y="2067"/>
                  </a:cubicBezTo>
                  <a:cubicBezTo>
                    <a:pt x="10265" y="1424"/>
                    <a:pt x="10122" y="876"/>
                    <a:pt x="9693" y="447"/>
                  </a:cubicBezTo>
                  <a:lnTo>
                    <a:pt x="9622" y="423"/>
                  </a:lnTo>
                  <a:cubicBezTo>
                    <a:pt x="9327" y="347"/>
                    <a:pt x="9024" y="313"/>
                    <a:pt x="8721" y="313"/>
                  </a:cubicBezTo>
                  <a:cubicBezTo>
                    <a:pt x="8267" y="313"/>
                    <a:pt x="7812" y="390"/>
                    <a:pt x="7383" y="519"/>
                  </a:cubicBezTo>
                  <a:cubicBezTo>
                    <a:pt x="7357" y="532"/>
                    <a:pt x="7328" y="538"/>
                    <a:pt x="7300" y="538"/>
                  </a:cubicBezTo>
                  <a:cubicBezTo>
                    <a:pt x="7225" y="538"/>
                    <a:pt x="7149" y="499"/>
                    <a:pt x="7098" y="447"/>
                  </a:cubicBezTo>
                  <a:cubicBezTo>
                    <a:pt x="6800" y="150"/>
                    <a:pt x="6401" y="1"/>
                    <a:pt x="59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10" name="Google Shape;4410;p59"/>
            <p:cNvSpPr/>
            <p:nvPr/>
          </p:nvSpPr>
          <p:spPr>
            <a:xfrm>
              <a:off x="3399133" y="3494731"/>
              <a:ext cx="18959" cy="14738"/>
            </a:xfrm>
            <a:custGeom>
              <a:rect b="b" l="l" r="r" t="t"/>
              <a:pathLst>
                <a:path extrusionOk="0" h="445" w="538">
                  <a:moveTo>
                    <a:pt x="276" y="0"/>
                  </a:moveTo>
                  <a:cubicBezTo>
                    <a:pt x="181" y="0"/>
                    <a:pt x="109" y="48"/>
                    <a:pt x="62" y="119"/>
                  </a:cubicBezTo>
                  <a:cubicBezTo>
                    <a:pt x="1" y="282"/>
                    <a:pt x="113" y="444"/>
                    <a:pt x="266" y="444"/>
                  </a:cubicBezTo>
                  <a:cubicBezTo>
                    <a:pt x="292" y="444"/>
                    <a:pt x="319" y="439"/>
                    <a:pt x="347" y="429"/>
                  </a:cubicBezTo>
                  <a:cubicBezTo>
                    <a:pt x="419" y="405"/>
                    <a:pt x="467" y="357"/>
                    <a:pt x="467" y="310"/>
                  </a:cubicBezTo>
                  <a:cubicBezTo>
                    <a:pt x="538" y="143"/>
                    <a:pt x="419" y="0"/>
                    <a:pt x="2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411" name="Google Shape;4411;p59"/>
          <p:cNvGrpSpPr/>
          <p:nvPr/>
        </p:nvGrpSpPr>
        <p:grpSpPr>
          <a:xfrm>
            <a:off x="3975996" y="3202742"/>
            <a:ext cx="370948" cy="373073"/>
            <a:chOff x="3946452" y="2970741"/>
            <a:chExt cx="389446" cy="416749"/>
          </a:xfrm>
        </p:grpSpPr>
        <p:sp>
          <p:nvSpPr>
            <p:cNvPr id="4412" name="Google Shape;4412;p59"/>
            <p:cNvSpPr/>
            <p:nvPr/>
          </p:nvSpPr>
          <p:spPr>
            <a:xfrm>
              <a:off x="4193541" y="3296741"/>
              <a:ext cx="19015" cy="16463"/>
            </a:xfrm>
            <a:custGeom>
              <a:rect b="b" l="l" r="r" t="t"/>
              <a:pathLst>
                <a:path extrusionOk="0" h="445" w="514">
                  <a:moveTo>
                    <a:pt x="252" y="0"/>
                  </a:moveTo>
                  <a:cubicBezTo>
                    <a:pt x="180" y="0"/>
                    <a:pt x="109" y="48"/>
                    <a:pt x="61" y="119"/>
                  </a:cubicBezTo>
                  <a:cubicBezTo>
                    <a:pt x="0" y="282"/>
                    <a:pt x="112" y="444"/>
                    <a:pt x="265" y="444"/>
                  </a:cubicBezTo>
                  <a:cubicBezTo>
                    <a:pt x="291" y="444"/>
                    <a:pt x="319" y="439"/>
                    <a:pt x="347" y="429"/>
                  </a:cubicBezTo>
                  <a:cubicBezTo>
                    <a:pt x="395" y="405"/>
                    <a:pt x="442" y="357"/>
                    <a:pt x="466" y="286"/>
                  </a:cubicBezTo>
                  <a:cubicBezTo>
                    <a:pt x="514" y="143"/>
                    <a:pt x="418" y="0"/>
                    <a:pt x="2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13" name="Google Shape;4413;p59"/>
            <p:cNvSpPr/>
            <p:nvPr/>
          </p:nvSpPr>
          <p:spPr>
            <a:xfrm>
              <a:off x="4127949" y="3161931"/>
              <a:ext cx="37032" cy="20310"/>
            </a:xfrm>
            <a:custGeom>
              <a:rect b="b" l="l" r="r" t="t"/>
              <a:pathLst>
                <a:path extrusionOk="0" h="549" w="1001">
                  <a:moveTo>
                    <a:pt x="242" y="0"/>
                  </a:moveTo>
                  <a:cubicBezTo>
                    <a:pt x="185" y="0"/>
                    <a:pt x="131" y="24"/>
                    <a:pt x="96" y="72"/>
                  </a:cubicBezTo>
                  <a:cubicBezTo>
                    <a:pt x="0" y="143"/>
                    <a:pt x="0" y="286"/>
                    <a:pt x="96" y="382"/>
                  </a:cubicBezTo>
                  <a:cubicBezTo>
                    <a:pt x="191" y="477"/>
                    <a:pt x="358" y="548"/>
                    <a:pt x="500" y="548"/>
                  </a:cubicBezTo>
                  <a:cubicBezTo>
                    <a:pt x="667" y="548"/>
                    <a:pt x="810" y="477"/>
                    <a:pt x="929" y="382"/>
                  </a:cubicBezTo>
                  <a:cubicBezTo>
                    <a:pt x="1001" y="286"/>
                    <a:pt x="1001" y="143"/>
                    <a:pt x="929" y="72"/>
                  </a:cubicBezTo>
                  <a:cubicBezTo>
                    <a:pt x="882" y="24"/>
                    <a:pt x="822" y="0"/>
                    <a:pt x="762" y="0"/>
                  </a:cubicBezTo>
                  <a:cubicBezTo>
                    <a:pt x="703" y="0"/>
                    <a:pt x="643" y="24"/>
                    <a:pt x="596" y="72"/>
                  </a:cubicBezTo>
                  <a:cubicBezTo>
                    <a:pt x="572" y="96"/>
                    <a:pt x="548" y="96"/>
                    <a:pt x="500" y="96"/>
                  </a:cubicBezTo>
                  <a:cubicBezTo>
                    <a:pt x="453" y="96"/>
                    <a:pt x="429" y="96"/>
                    <a:pt x="405" y="72"/>
                  </a:cubicBezTo>
                  <a:cubicBezTo>
                    <a:pt x="358" y="24"/>
                    <a:pt x="298" y="0"/>
                    <a:pt x="2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14" name="Google Shape;4414;p59"/>
            <p:cNvSpPr/>
            <p:nvPr/>
          </p:nvSpPr>
          <p:spPr>
            <a:xfrm>
              <a:off x="4102385" y="3132853"/>
              <a:ext cx="37032" cy="20532"/>
            </a:xfrm>
            <a:custGeom>
              <a:rect b="b" l="l" r="r" t="t"/>
              <a:pathLst>
                <a:path extrusionOk="0" h="555" w="1001">
                  <a:moveTo>
                    <a:pt x="501" y="1"/>
                  </a:moveTo>
                  <a:cubicBezTo>
                    <a:pt x="334" y="1"/>
                    <a:pt x="191" y="72"/>
                    <a:pt x="72" y="167"/>
                  </a:cubicBezTo>
                  <a:cubicBezTo>
                    <a:pt x="1" y="263"/>
                    <a:pt x="1" y="405"/>
                    <a:pt x="72" y="501"/>
                  </a:cubicBezTo>
                  <a:cubicBezTo>
                    <a:pt x="120" y="536"/>
                    <a:pt x="179" y="554"/>
                    <a:pt x="236" y="554"/>
                  </a:cubicBezTo>
                  <a:cubicBezTo>
                    <a:pt x="292" y="554"/>
                    <a:pt x="346" y="536"/>
                    <a:pt x="382" y="501"/>
                  </a:cubicBezTo>
                  <a:cubicBezTo>
                    <a:pt x="406" y="453"/>
                    <a:pt x="453" y="453"/>
                    <a:pt x="477" y="453"/>
                  </a:cubicBezTo>
                  <a:cubicBezTo>
                    <a:pt x="525" y="453"/>
                    <a:pt x="572" y="453"/>
                    <a:pt x="596" y="501"/>
                  </a:cubicBezTo>
                  <a:cubicBezTo>
                    <a:pt x="620" y="525"/>
                    <a:pt x="691" y="548"/>
                    <a:pt x="739" y="548"/>
                  </a:cubicBezTo>
                  <a:cubicBezTo>
                    <a:pt x="810" y="548"/>
                    <a:pt x="858" y="525"/>
                    <a:pt x="906" y="501"/>
                  </a:cubicBezTo>
                  <a:cubicBezTo>
                    <a:pt x="1001" y="405"/>
                    <a:pt x="1001" y="263"/>
                    <a:pt x="906" y="167"/>
                  </a:cubicBezTo>
                  <a:cubicBezTo>
                    <a:pt x="787" y="72"/>
                    <a:pt x="644" y="1"/>
                    <a:pt x="5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15" name="Google Shape;4415;p59"/>
            <p:cNvSpPr/>
            <p:nvPr/>
          </p:nvSpPr>
          <p:spPr>
            <a:xfrm>
              <a:off x="4153513" y="3132853"/>
              <a:ext cx="37032" cy="20532"/>
            </a:xfrm>
            <a:custGeom>
              <a:rect b="b" l="l" r="r" t="t"/>
              <a:pathLst>
                <a:path extrusionOk="0" h="555" w="1001">
                  <a:moveTo>
                    <a:pt x="500" y="1"/>
                  </a:moveTo>
                  <a:cubicBezTo>
                    <a:pt x="357" y="1"/>
                    <a:pt x="214" y="72"/>
                    <a:pt x="95" y="191"/>
                  </a:cubicBezTo>
                  <a:cubicBezTo>
                    <a:pt x="0" y="263"/>
                    <a:pt x="0" y="405"/>
                    <a:pt x="95" y="501"/>
                  </a:cubicBezTo>
                  <a:cubicBezTo>
                    <a:pt x="143" y="536"/>
                    <a:pt x="202" y="554"/>
                    <a:pt x="259" y="554"/>
                  </a:cubicBezTo>
                  <a:cubicBezTo>
                    <a:pt x="316" y="554"/>
                    <a:pt x="369" y="536"/>
                    <a:pt x="405" y="501"/>
                  </a:cubicBezTo>
                  <a:cubicBezTo>
                    <a:pt x="429" y="453"/>
                    <a:pt x="476" y="453"/>
                    <a:pt x="500" y="453"/>
                  </a:cubicBezTo>
                  <a:cubicBezTo>
                    <a:pt x="548" y="453"/>
                    <a:pt x="572" y="453"/>
                    <a:pt x="619" y="501"/>
                  </a:cubicBezTo>
                  <a:cubicBezTo>
                    <a:pt x="643" y="525"/>
                    <a:pt x="714" y="548"/>
                    <a:pt x="762" y="548"/>
                  </a:cubicBezTo>
                  <a:cubicBezTo>
                    <a:pt x="810" y="548"/>
                    <a:pt x="881" y="525"/>
                    <a:pt x="905" y="501"/>
                  </a:cubicBezTo>
                  <a:cubicBezTo>
                    <a:pt x="1000" y="405"/>
                    <a:pt x="1000" y="263"/>
                    <a:pt x="929" y="191"/>
                  </a:cubicBezTo>
                  <a:cubicBezTo>
                    <a:pt x="810" y="72"/>
                    <a:pt x="667" y="1"/>
                    <a:pt x="5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16" name="Google Shape;4416;p59"/>
            <p:cNvSpPr/>
            <p:nvPr/>
          </p:nvSpPr>
          <p:spPr>
            <a:xfrm>
              <a:off x="4164056" y="3055312"/>
              <a:ext cx="37032" cy="20310"/>
            </a:xfrm>
            <a:custGeom>
              <a:rect b="b" l="l" r="r" t="t"/>
              <a:pathLst>
                <a:path extrusionOk="0" h="549" w="1001">
                  <a:moveTo>
                    <a:pt x="501" y="1"/>
                  </a:moveTo>
                  <a:cubicBezTo>
                    <a:pt x="358" y="1"/>
                    <a:pt x="191" y="49"/>
                    <a:pt x="96" y="168"/>
                  </a:cubicBezTo>
                  <a:cubicBezTo>
                    <a:pt x="1" y="263"/>
                    <a:pt x="1" y="382"/>
                    <a:pt x="96" y="477"/>
                  </a:cubicBezTo>
                  <a:cubicBezTo>
                    <a:pt x="144" y="525"/>
                    <a:pt x="203" y="549"/>
                    <a:pt x="260" y="549"/>
                  </a:cubicBezTo>
                  <a:cubicBezTo>
                    <a:pt x="316" y="549"/>
                    <a:pt x="370" y="525"/>
                    <a:pt x="406" y="477"/>
                  </a:cubicBezTo>
                  <a:cubicBezTo>
                    <a:pt x="429" y="453"/>
                    <a:pt x="477" y="430"/>
                    <a:pt x="501" y="430"/>
                  </a:cubicBezTo>
                  <a:cubicBezTo>
                    <a:pt x="549" y="430"/>
                    <a:pt x="572" y="453"/>
                    <a:pt x="620" y="477"/>
                  </a:cubicBezTo>
                  <a:cubicBezTo>
                    <a:pt x="644" y="525"/>
                    <a:pt x="715" y="549"/>
                    <a:pt x="763" y="549"/>
                  </a:cubicBezTo>
                  <a:cubicBezTo>
                    <a:pt x="810" y="549"/>
                    <a:pt x="882" y="525"/>
                    <a:pt x="906" y="477"/>
                  </a:cubicBezTo>
                  <a:cubicBezTo>
                    <a:pt x="1001" y="382"/>
                    <a:pt x="1001" y="239"/>
                    <a:pt x="906" y="168"/>
                  </a:cubicBezTo>
                  <a:cubicBezTo>
                    <a:pt x="810" y="49"/>
                    <a:pt x="668" y="1"/>
                    <a:pt x="5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17" name="Google Shape;4417;p59"/>
            <p:cNvSpPr/>
            <p:nvPr/>
          </p:nvSpPr>
          <p:spPr>
            <a:xfrm>
              <a:off x="4138530" y="3026271"/>
              <a:ext cx="37032" cy="20273"/>
            </a:xfrm>
            <a:custGeom>
              <a:rect b="b" l="l" r="r" t="t"/>
              <a:pathLst>
                <a:path extrusionOk="0" h="548" w="1001">
                  <a:moveTo>
                    <a:pt x="241" y="0"/>
                  </a:moveTo>
                  <a:cubicBezTo>
                    <a:pt x="185" y="0"/>
                    <a:pt x="131" y="24"/>
                    <a:pt x="95" y="72"/>
                  </a:cubicBezTo>
                  <a:cubicBezTo>
                    <a:pt x="0" y="167"/>
                    <a:pt x="0" y="286"/>
                    <a:pt x="95" y="381"/>
                  </a:cubicBezTo>
                  <a:cubicBezTo>
                    <a:pt x="191" y="500"/>
                    <a:pt x="357" y="548"/>
                    <a:pt x="500" y="548"/>
                  </a:cubicBezTo>
                  <a:cubicBezTo>
                    <a:pt x="667" y="548"/>
                    <a:pt x="810" y="500"/>
                    <a:pt x="905" y="381"/>
                  </a:cubicBezTo>
                  <a:cubicBezTo>
                    <a:pt x="1000" y="286"/>
                    <a:pt x="1000" y="143"/>
                    <a:pt x="905" y="72"/>
                  </a:cubicBezTo>
                  <a:cubicBezTo>
                    <a:pt x="869" y="24"/>
                    <a:pt x="816" y="0"/>
                    <a:pt x="759" y="0"/>
                  </a:cubicBezTo>
                  <a:cubicBezTo>
                    <a:pt x="703" y="0"/>
                    <a:pt x="643" y="24"/>
                    <a:pt x="596" y="72"/>
                  </a:cubicBezTo>
                  <a:cubicBezTo>
                    <a:pt x="572" y="95"/>
                    <a:pt x="548" y="119"/>
                    <a:pt x="500" y="119"/>
                  </a:cubicBezTo>
                  <a:cubicBezTo>
                    <a:pt x="453" y="119"/>
                    <a:pt x="429" y="95"/>
                    <a:pt x="405" y="72"/>
                  </a:cubicBezTo>
                  <a:cubicBezTo>
                    <a:pt x="357" y="24"/>
                    <a:pt x="298" y="0"/>
                    <a:pt x="2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18" name="Google Shape;4418;p59"/>
            <p:cNvSpPr/>
            <p:nvPr/>
          </p:nvSpPr>
          <p:spPr>
            <a:xfrm>
              <a:off x="4190508" y="3026271"/>
              <a:ext cx="37032" cy="20273"/>
            </a:xfrm>
            <a:custGeom>
              <a:rect b="b" l="l" r="r" t="t"/>
              <a:pathLst>
                <a:path extrusionOk="0" h="548" w="1001">
                  <a:moveTo>
                    <a:pt x="241" y="0"/>
                  </a:moveTo>
                  <a:cubicBezTo>
                    <a:pt x="185" y="0"/>
                    <a:pt x="131" y="24"/>
                    <a:pt x="95" y="72"/>
                  </a:cubicBezTo>
                  <a:cubicBezTo>
                    <a:pt x="0" y="167"/>
                    <a:pt x="0" y="286"/>
                    <a:pt x="95" y="381"/>
                  </a:cubicBezTo>
                  <a:cubicBezTo>
                    <a:pt x="191" y="500"/>
                    <a:pt x="334" y="548"/>
                    <a:pt x="500" y="548"/>
                  </a:cubicBezTo>
                  <a:cubicBezTo>
                    <a:pt x="643" y="548"/>
                    <a:pt x="810" y="500"/>
                    <a:pt x="905" y="381"/>
                  </a:cubicBezTo>
                  <a:cubicBezTo>
                    <a:pt x="1000" y="286"/>
                    <a:pt x="1000" y="143"/>
                    <a:pt x="905" y="72"/>
                  </a:cubicBezTo>
                  <a:cubicBezTo>
                    <a:pt x="869" y="24"/>
                    <a:pt x="816" y="0"/>
                    <a:pt x="759" y="0"/>
                  </a:cubicBezTo>
                  <a:cubicBezTo>
                    <a:pt x="703" y="0"/>
                    <a:pt x="643" y="24"/>
                    <a:pt x="596" y="72"/>
                  </a:cubicBezTo>
                  <a:cubicBezTo>
                    <a:pt x="572" y="95"/>
                    <a:pt x="548" y="119"/>
                    <a:pt x="500" y="119"/>
                  </a:cubicBezTo>
                  <a:cubicBezTo>
                    <a:pt x="453" y="119"/>
                    <a:pt x="429" y="95"/>
                    <a:pt x="405" y="72"/>
                  </a:cubicBezTo>
                  <a:cubicBezTo>
                    <a:pt x="357" y="24"/>
                    <a:pt x="298" y="0"/>
                    <a:pt x="2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19" name="Google Shape;4419;p59"/>
            <p:cNvSpPr/>
            <p:nvPr/>
          </p:nvSpPr>
          <p:spPr>
            <a:xfrm>
              <a:off x="3946452" y="2970741"/>
              <a:ext cx="389446" cy="416749"/>
            </a:xfrm>
            <a:custGeom>
              <a:rect b="b" l="l" r="r" t="t"/>
              <a:pathLst>
                <a:path extrusionOk="0" h="11265" w="10527">
                  <a:moveTo>
                    <a:pt x="6383" y="453"/>
                  </a:moveTo>
                  <a:cubicBezTo>
                    <a:pt x="7240" y="453"/>
                    <a:pt x="7931" y="1144"/>
                    <a:pt x="7931" y="2001"/>
                  </a:cubicBezTo>
                  <a:cubicBezTo>
                    <a:pt x="7931" y="2835"/>
                    <a:pt x="7240" y="3525"/>
                    <a:pt x="6383" y="3525"/>
                  </a:cubicBezTo>
                  <a:cubicBezTo>
                    <a:pt x="5549" y="3525"/>
                    <a:pt x="4859" y="2835"/>
                    <a:pt x="4859" y="2001"/>
                  </a:cubicBezTo>
                  <a:cubicBezTo>
                    <a:pt x="4859" y="1144"/>
                    <a:pt x="5549" y="453"/>
                    <a:pt x="6383" y="453"/>
                  </a:cubicBezTo>
                  <a:close/>
                  <a:moveTo>
                    <a:pt x="7526" y="3621"/>
                  </a:moveTo>
                  <a:cubicBezTo>
                    <a:pt x="7621" y="3811"/>
                    <a:pt x="7716" y="4002"/>
                    <a:pt x="7788" y="4192"/>
                  </a:cubicBezTo>
                  <a:cubicBezTo>
                    <a:pt x="7621" y="4240"/>
                    <a:pt x="7478" y="4335"/>
                    <a:pt x="7335" y="4430"/>
                  </a:cubicBezTo>
                  <a:cubicBezTo>
                    <a:pt x="7288" y="4240"/>
                    <a:pt x="7193" y="4025"/>
                    <a:pt x="7097" y="3859"/>
                  </a:cubicBezTo>
                  <a:cubicBezTo>
                    <a:pt x="7240" y="3787"/>
                    <a:pt x="7383" y="3716"/>
                    <a:pt x="7526" y="3621"/>
                  </a:cubicBezTo>
                  <a:close/>
                  <a:moveTo>
                    <a:pt x="5002" y="3406"/>
                  </a:moveTo>
                  <a:cubicBezTo>
                    <a:pt x="5359" y="3763"/>
                    <a:pt x="5859" y="3978"/>
                    <a:pt x="6383" y="3978"/>
                  </a:cubicBezTo>
                  <a:cubicBezTo>
                    <a:pt x="6478" y="3978"/>
                    <a:pt x="6550" y="3978"/>
                    <a:pt x="6645" y="3954"/>
                  </a:cubicBezTo>
                  <a:cubicBezTo>
                    <a:pt x="6835" y="4216"/>
                    <a:pt x="6954" y="4549"/>
                    <a:pt x="6954" y="4883"/>
                  </a:cubicBezTo>
                  <a:cubicBezTo>
                    <a:pt x="6954" y="5740"/>
                    <a:pt x="6264" y="6431"/>
                    <a:pt x="5406" y="6431"/>
                  </a:cubicBezTo>
                  <a:cubicBezTo>
                    <a:pt x="4549" y="6431"/>
                    <a:pt x="3859" y="5740"/>
                    <a:pt x="3859" y="4883"/>
                  </a:cubicBezTo>
                  <a:cubicBezTo>
                    <a:pt x="3859" y="4192"/>
                    <a:pt x="4335" y="3573"/>
                    <a:pt x="5002" y="3406"/>
                  </a:cubicBezTo>
                  <a:close/>
                  <a:moveTo>
                    <a:pt x="8502" y="4502"/>
                  </a:moveTo>
                  <a:cubicBezTo>
                    <a:pt x="9360" y="4502"/>
                    <a:pt x="10050" y="5192"/>
                    <a:pt x="10050" y="6026"/>
                  </a:cubicBezTo>
                  <a:cubicBezTo>
                    <a:pt x="10050" y="6883"/>
                    <a:pt x="9360" y="7574"/>
                    <a:pt x="8502" y="7574"/>
                  </a:cubicBezTo>
                  <a:cubicBezTo>
                    <a:pt x="7669" y="7574"/>
                    <a:pt x="7002" y="6907"/>
                    <a:pt x="6978" y="6097"/>
                  </a:cubicBezTo>
                  <a:cubicBezTo>
                    <a:pt x="7216" y="5788"/>
                    <a:pt x="7359" y="5407"/>
                    <a:pt x="7383" y="4978"/>
                  </a:cubicBezTo>
                  <a:cubicBezTo>
                    <a:pt x="7669" y="4668"/>
                    <a:pt x="8074" y="4502"/>
                    <a:pt x="8502" y="4502"/>
                  </a:cubicBezTo>
                  <a:close/>
                  <a:moveTo>
                    <a:pt x="6382" y="0"/>
                  </a:moveTo>
                  <a:cubicBezTo>
                    <a:pt x="5426" y="0"/>
                    <a:pt x="4618" y="683"/>
                    <a:pt x="4454" y="1596"/>
                  </a:cubicBezTo>
                  <a:cubicBezTo>
                    <a:pt x="2453" y="1715"/>
                    <a:pt x="882" y="3359"/>
                    <a:pt x="882" y="5335"/>
                  </a:cubicBezTo>
                  <a:cubicBezTo>
                    <a:pt x="882" y="5573"/>
                    <a:pt x="667" y="5978"/>
                    <a:pt x="334" y="6454"/>
                  </a:cubicBezTo>
                  <a:cubicBezTo>
                    <a:pt x="1" y="6907"/>
                    <a:pt x="48" y="7217"/>
                    <a:pt x="143" y="7383"/>
                  </a:cubicBezTo>
                  <a:cubicBezTo>
                    <a:pt x="239" y="7574"/>
                    <a:pt x="477" y="7812"/>
                    <a:pt x="1096" y="7860"/>
                  </a:cubicBezTo>
                  <a:lnTo>
                    <a:pt x="1096" y="8812"/>
                  </a:lnTo>
                  <a:cubicBezTo>
                    <a:pt x="1096" y="9479"/>
                    <a:pt x="1620" y="10003"/>
                    <a:pt x="2287" y="10003"/>
                  </a:cubicBezTo>
                  <a:cubicBezTo>
                    <a:pt x="2858" y="10003"/>
                    <a:pt x="3168" y="10027"/>
                    <a:pt x="3311" y="10146"/>
                  </a:cubicBezTo>
                  <a:cubicBezTo>
                    <a:pt x="3430" y="10241"/>
                    <a:pt x="3478" y="10551"/>
                    <a:pt x="3525" y="11074"/>
                  </a:cubicBezTo>
                  <a:cubicBezTo>
                    <a:pt x="3525" y="11170"/>
                    <a:pt x="3620" y="11265"/>
                    <a:pt x="3739" y="11265"/>
                  </a:cubicBezTo>
                  <a:lnTo>
                    <a:pt x="6978" y="11265"/>
                  </a:lnTo>
                  <a:cubicBezTo>
                    <a:pt x="7074" y="11217"/>
                    <a:pt x="7121" y="11122"/>
                    <a:pt x="7097" y="11027"/>
                  </a:cubicBezTo>
                  <a:cubicBezTo>
                    <a:pt x="7074" y="10598"/>
                    <a:pt x="7074" y="10289"/>
                    <a:pt x="7074" y="10003"/>
                  </a:cubicBezTo>
                  <a:cubicBezTo>
                    <a:pt x="7074" y="9884"/>
                    <a:pt x="6978" y="9788"/>
                    <a:pt x="6859" y="9788"/>
                  </a:cubicBezTo>
                  <a:cubicBezTo>
                    <a:pt x="6740" y="9788"/>
                    <a:pt x="6621" y="9884"/>
                    <a:pt x="6621" y="10003"/>
                  </a:cubicBezTo>
                  <a:cubicBezTo>
                    <a:pt x="6621" y="10241"/>
                    <a:pt x="6645" y="10503"/>
                    <a:pt x="6645" y="10836"/>
                  </a:cubicBezTo>
                  <a:lnTo>
                    <a:pt x="3930" y="10836"/>
                  </a:lnTo>
                  <a:cubicBezTo>
                    <a:pt x="3906" y="10336"/>
                    <a:pt x="3835" y="10003"/>
                    <a:pt x="3597" y="9812"/>
                  </a:cubicBezTo>
                  <a:cubicBezTo>
                    <a:pt x="3335" y="9574"/>
                    <a:pt x="2930" y="9550"/>
                    <a:pt x="2287" y="9550"/>
                  </a:cubicBezTo>
                  <a:cubicBezTo>
                    <a:pt x="1858" y="9550"/>
                    <a:pt x="1525" y="9217"/>
                    <a:pt x="1525" y="8812"/>
                  </a:cubicBezTo>
                  <a:lnTo>
                    <a:pt x="1525" y="8526"/>
                  </a:lnTo>
                  <a:lnTo>
                    <a:pt x="2168" y="8526"/>
                  </a:lnTo>
                  <a:cubicBezTo>
                    <a:pt x="2287" y="8526"/>
                    <a:pt x="2382" y="8455"/>
                    <a:pt x="2406" y="8336"/>
                  </a:cubicBezTo>
                  <a:cubicBezTo>
                    <a:pt x="2430" y="8193"/>
                    <a:pt x="2311" y="8074"/>
                    <a:pt x="2192" y="8074"/>
                  </a:cubicBezTo>
                  <a:lnTo>
                    <a:pt x="1525" y="8074"/>
                  </a:lnTo>
                  <a:lnTo>
                    <a:pt x="1525" y="7645"/>
                  </a:lnTo>
                  <a:cubicBezTo>
                    <a:pt x="1525" y="7526"/>
                    <a:pt x="1429" y="7407"/>
                    <a:pt x="1310" y="7407"/>
                  </a:cubicBezTo>
                  <a:cubicBezTo>
                    <a:pt x="906" y="7407"/>
                    <a:pt x="596" y="7336"/>
                    <a:pt x="525" y="7193"/>
                  </a:cubicBezTo>
                  <a:cubicBezTo>
                    <a:pt x="477" y="7074"/>
                    <a:pt x="525" y="6907"/>
                    <a:pt x="667" y="6716"/>
                  </a:cubicBezTo>
                  <a:cubicBezTo>
                    <a:pt x="953" y="6312"/>
                    <a:pt x="1310" y="5740"/>
                    <a:pt x="1310" y="5335"/>
                  </a:cubicBezTo>
                  <a:cubicBezTo>
                    <a:pt x="1310" y="3597"/>
                    <a:pt x="2668" y="2168"/>
                    <a:pt x="4382" y="2049"/>
                  </a:cubicBezTo>
                  <a:cubicBezTo>
                    <a:pt x="4406" y="2406"/>
                    <a:pt x="4502" y="2739"/>
                    <a:pt x="4692" y="3025"/>
                  </a:cubicBezTo>
                  <a:cubicBezTo>
                    <a:pt x="3930" y="3311"/>
                    <a:pt x="3406" y="4049"/>
                    <a:pt x="3406" y="4883"/>
                  </a:cubicBezTo>
                  <a:cubicBezTo>
                    <a:pt x="3406" y="5954"/>
                    <a:pt x="4287" y="6859"/>
                    <a:pt x="5383" y="6859"/>
                  </a:cubicBezTo>
                  <a:cubicBezTo>
                    <a:pt x="5811" y="6859"/>
                    <a:pt x="6216" y="6716"/>
                    <a:pt x="6550" y="6478"/>
                  </a:cubicBezTo>
                  <a:cubicBezTo>
                    <a:pt x="6645" y="6883"/>
                    <a:pt x="6883" y="7264"/>
                    <a:pt x="7216" y="7526"/>
                  </a:cubicBezTo>
                  <a:cubicBezTo>
                    <a:pt x="7145" y="7693"/>
                    <a:pt x="7074" y="7836"/>
                    <a:pt x="7002" y="7979"/>
                  </a:cubicBezTo>
                  <a:cubicBezTo>
                    <a:pt x="6954" y="8098"/>
                    <a:pt x="7002" y="8217"/>
                    <a:pt x="7097" y="8264"/>
                  </a:cubicBezTo>
                  <a:cubicBezTo>
                    <a:pt x="7121" y="8288"/>
                    <a:pt x="7169" y="8288"/>
                    <a:pt x="7193" y="8288"/>
                  </a:cubicBezTo>
                  <a:cubicBezTo>
                    <a:pt x="7288" y="8288"/>
                    <a:pt x="7359" y="8241"/>
                    <a:pt x="7407" y="8169"/>
                  </a:cubicBezTo>
                  <a:cubicBezTo>
                    <a:pt x="7455" y="8050"/>
                    <a:pt x="7526" y="7907"/>
                    <a:pt x="7574" y="7788"/>
                  </a:cubicBezTo>
                  <a:cubicBezTo>
                    <a:pt x="7883" y="7931"/>
                    <a:pt x="8193" y="8002"/>
                    <a:pt x="8550" y="8002"/>
                  </a:cubicBezTo>
                  <a:cubicBezTo>
                    <a:pt x="9574" y="7979"/>
                    <a:pt x="10431" y="7145"/>
                    <a:pt x="10455" y="6097"/>
                  </a:cubicBezTo>
                  <a:cubicBezTo>
                    <a:pt x="10527" y="4978"/>
                    <a:pt x="9622" y="4049"/>
                    <a:pt x="8502" y="4049"/>
                  </a:cubicBezTo>
                  <a:cubicBezTo>
                    <a:pt x="8407" y="4049"/>
                    <a:pt x="8312" y="4049"/>
                    <a:pt x="8217" y="4073"/>
                  </a:cubicBezTo>
                  <a:cubicBezTo>
                    <a:pt x="8121" y="3811"/>
                    <a:pt x="7978" y="3549"/>
                    <a:pt x="7836" y="3335"/>
                  </a:cubicBezTo>
                  <a:cubicBezTo>
                    <a:pt x="8169" y="2978"/>
                    <a:pt x="8359" y="2477"/>
                    <a:pt x="8359" y="1954"/>
                  </a:cubicBezTo>
                  <a:cubicBezTo>
                    <a:pt x="8336" y="906"/>
                    <a:pt x="7502" y="48"/>
                    <a:pt x="6431" y="1"/>
                  </a:cubicBezTo>
                  <a:cubicBezTo>
                    <a:pt x="6414" y="0"/>
                    <a:pt x="6398" y="0"/>
                    <a:pt x="6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20" name="Google Shape;4420;p59"/>
            <p:cNvSpPr/>
            <p:nvPr/>
          </p:nvSpPr>
          <p:spPr>
            <a:xfrm>
              <a:off x="4242486" y="3212133"/>
              <a:ext cx="37032" cy="20310"/>
            </a:xfrm>
            <a:custGeom>
              <a:rect b="b" l="l" r="r" t="t"/>
              <a:pathLst>
                <a:path extrusionOk="0" h="549" w="1001">
                  <a:moveTo>
                    <a:pt x="500" y="1"/>
                  </a:moveTo>
                  <a:cubicBezTo>
                    <a:pt x="357" y="1"/>
                    <a:pt x="191" y="72"/>
                    <a:pt x="96" y="168"/>
                  </a:cubicBezTo>
                  <a:cubicBezTo>
                    <a:pt x="0" y="263"/>
                    <a:pt x="0" y="406"/>
                    <a:pt x="96" y="477"/>
                  </a:cubicBezTo>
                  <a:cubicBezTo>
                    <a:pt x="143" y="525"/>
                    <a:pt x="191" y="549"/>
                    <a:pt x="238" y="549"/>
                  </a:cubicBezTo>
                  <a:cubicBezTo>
                    <a:pt x="310" y="549"/>
                    <a:pt x="357" y="525"/>
                    <a:pt x="405" y="477"/>
                  </a:cubicBezTo>
                  <a:cubicBezTo>
                    <a:pt x="429" y="453"/>
                    <a:pt x="453" y="453"/>
                    <a:pt x="500" y="453"/>
                  </a:cubicBezTo>
                  <a:cubicBezTo>
                    <a:pt x="548" y="453"/>
                    <a:pt x="572" y="453"/>
                    <a:pt x="596" y="477"/>
                  </a:cubicBezTo>
                  <a:cubicBezTo>
                    <a:pt x="643" y="525"/>
                    <a:pt x="703" y="549"/>
                    <a:pt x="759" y="549"/>
                  </a:cubicBezTo>
                  <a:cubicBezTo>
                    <a:pt x="816" y="549"/>
                    <a:pt x="869" y="525"/>
                    <a:pt x="905" y="477"/>
                  </a:cubicBezTo>
                  <a:cubicBezTo>
                    <a:pt x="1000" y="406"/>
                    <a:pt x="1000" y="263"/>
                    <a:pt x="905" y="168"/>
                  </a:cubicBezTo>
                  <a:cubicBezTo>
                    <a:pt x="810" y="72"/>
                    <a:pt x="667" y="1"/>
                    <a:pt x="5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21" name="Google Shape;4421;p59"/>
            <p:cNvSpPr/>
            <p:nvPr/>
          </p:nvSpPr>
          <p:spPr>
            <a:xfrm>
              <a:off x="4226615" y="3182685"/>
              <a:ext cx="26488" cy="20680"/>
            </a:xfrm>
            <a:custGeom>
              <a:rect b="b" l="l" r="r" t="t"/>
              <a:pathLst>
                <a:path extrusionOk="0" h="559" w="716">
                  <a:moveTo>
                    <a:pt x="251" y="0"/>
                  </a:moveTo>
                  <a:cubicBezTo>
                    <a:pt x="175" y="0"/>
                    <a:pt x="96" y="43"/>
                    <a:pt x="48" y="106"/>
                  </a:cubicBezTo>
                  <a:cubicBezTo>
                    <a:pt x="1" y="202"/>
                    <a:pt x="24" y="344"/>
                    <a:pt x="143" y="416"/>
                  </a:cubicBezTo>
                  <a:lnTo>
                    <a:pt x="358" y="535"/>
                  </a:lnTo>
                  <a:cubicBezTo>
                    <a:pt x="405" y="559"/>
                    <a:pt x="429" y="559"/>
                    <a:pt x="477" y="559"/>
                  </a:cubicBezTo>
                  <a:cubicBezTo>
                    <a:pt x="548" y="559"/>
                    <a:pt x="620" y="535"/>
                    <a:pt x="667" y="464"/>
                  </a:cubicBezTo>
                  <a:cubicBezTo>
                    <a:pt x="715" y="344"/>
                    <a:pt x="691" y="225"/>
                    <a:pt x="572" y="154"/>
                  </a:cubicBezTo>
                  <a:lnTo>
                    <a:pt x="358" y="35"/>
                  </a:lnTo>
                  <a:cubicBezTo>
                    <a:pt x="326" y="11"/>
                    <a:pt x="289" y="0"/>
                    <a:pt x="2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22" name="Google Shape;4422;p59"/>
            <p:cNvSpPr/>
            <p:nvPr/>
          </p:nvSpPr>
          <p:spPr>
            <a:xfrm>
              <a:off x="4268900" y="3182685"/>
              <a:ext cx="27339" cy="20680"/>
            </a:xfrm>
            <a:custGeom>
              <a:rect b="b" l="l" r="r" t="t"/>
              <a:pathLst>
                <a:path extrusionOk="0" h="559" w="739">
                  <a:moveTo>
                    <a:pt x="481" y="0"/>
                  </a:moveTo>
                  <a:cubicBezTo>
                    <a:pt x="440" y="0"/>
                    <a:pt x="398" y="11"/>
                    <a:pt x="358" y="35"/>
                  </a:cubicBezTo>
                  <a:lnTo>
                    <a:pt x="144" y="154"/>
                  </a:lnTo>
                  <a:cubicBezTo>
                    <a:pt x="48" y="225"/>
                    <a:pt x="1" y="344"/>
                    <a:pt x="72" y="464"/>
                  </a:cubicBezTo>
                  <a:cubicBezTo>
                    <a:pt x="96" y="535"/>
                    <a:pt x="167" y="559"/>
                    <a:pt x="263" y="559"/>
                  </a:cubicBezTo>
                  <a:cubicBezTo>
                    <a:pt x="286" y="559"/>
                    <a:pt x="334" y="559"/>
                    <a:pt x="358" y="535"/>
                  </a:cubicBezTo>
                  <a:lnTo>
                    <a:pt x="596" y="416"/>
                  </a:lnTo>
                  <a:cubicBezTo>
                    <a:pt x="691" y="344"/>
                    <a:pt x="739" y="202"/>
                    <a:pt x="668" y="106"/>
                  </a:cubicBezTo>
                  <a:cubicBezTo>
                    <a:pt x="636" y="43"/>
                    <a:pt x="562" y="0"/>
                    <a:pt x="4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23" name="Google Shape;4423;p59"/>
            <p:cNvSpPr/>
            <p:nvPr/>
          </p:nvSpPr>
          <p:spPr>
            <a:xfrm>
              <a:off x="4009898" y="3166334"/>
              <a:ext cx="31742" cy="30891"/>
            </a:xfrm>
            <a:custGeom>
              <a:rect b="b" l="l" r="r" t="t"/>
              <a:pathLst>
                <a:path extrusionOk="0" h="835" w="858">
                  <a:moveTo>
                    <a:pt x="235" y="1"/>
                  </a:moveTo>
                  <a:cubicBezTo>
                    <a:pt x="179" y="1"/>
                    <a:pt x="119" y="24"/>
                    <a:pt x="72" y="72"/>
                  </a:cubicBezTo>
                  <a:cubicBezTo>
                    <a:pt x="0" y="143"/>
                    <a:pt x="0" y="286"/>
                    <a:pt x="72" y="382"/>
                  </a:cubicBezTo>
                  <a:lnTo>
                    <a:pt x="119" y="405"/>
                  </a:lnTo>
                  <a:lnTo>
                    <a:pt x="72" y="453"/>
                  </a:lnTo>
                  <a:cubicBezTo>
                    <a:pt x="0" y="524"/>
                    <a:pt x="0" y="667"/>
                    <a:pt x="72" y="763"/>
                  </a:cubicBezTo>
                  <a:cubicBezTo>
                    <a:pt x="119" y="810"/>
                    <a:pt x="167" y="834"/>
                    <a:pt x="238" y="834"/>
                  </a:cubicBezTo>
                  <a:cubicBezTo>
                    <a:pt x="286" y="834"/>
                    <a:pt x="334" y="810"/>
                    <a:pt x="381" y="763"/>
                  </a:cubicBezTo>
                  <a:lnTo>
                    <a:pt x="429" y="715"/>
                  </a:lnTo>
                  <a:lnTo>
                    <a:pt x="453" y="763"/>
                  </a:lnTo>
                  <a:cubicBezTo>
                    <a:pt x="500" y="810"/>
                    <a:pt x="572" y="834"/>
                    <a:pt x="619" y="834"/>
                  </a:cubicBezTo>
                  <a:cubicBezTo>
                    <a:pt x="667" y="834"/>
                    <a:pt x="738" y="810"/>
                    <a:pt x="762" y="763"/>
                  </a:cubicBezTo>
                  <a:cubicBezTo>
                    <a:pt x="858" y="667"/>
                    <a:pt x="858" y="524"/>
                    <a:pt x="762" y="453"/>
                  </a:cubicBezTo>
                  <a:lnTo>
                    <a:pt x="738" y="405"/>
                  </a:lnTo>
                  <a:lnTo>
                    <a:pt x="762" y="382"/>
                  </a:lnTo>
                  <a:cubicBezTo>
                    <a:pt x="858" y="286"/>
                    <a:pt x="858" y="143"/>
                    <a:pt x="786" y="72"/>
                  </a:cubicBezTo>
                  <a:cubicBezTo>
                    <a:pt x="738" y="24"/>
                    <a:pt x="679" y="1"/>
                    <a:pt x="619" y="1"/>
                  </a:cubicBezTo>
                  <a:cubicBezTo>
                    <a:pt x="560" y="1"/>
                    <a:pt x="500" y="24"/>
                    <a:pt x="453" y="72"/>
                  </a:cubicBezTo>
                  <a:lnTo>
                    <a:pt x="429" y="96"/>
                  </a:lnTo>
                  <a:lnTo>
                    <a:pt x="381" y="72"/>
                  </a:lnTo>
                  <a:cubicBezTo>
                    <a:pt x="346" y="24"/>
                    <a:pt x="292" y="1"/>
                    <a:pt x="2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424" name="Google Shape;4424;p59"/>
          <p:cNvGrpSpPr/>
          <p:nvPr/>
        </p:nvGrpSpPr>
        <p:grpSpPr>
          <a:xfrm>
            <a:off x="4821878" y="3203405"/>
            <a:ext cx="296279" cy="372411"/>
            <a:chOff x="4834517" y="2971481"/>
            <a:chExt cx="311054" cy="416009"/>
          </a:xfrm>
        </p:grpSpPr>
        <p:sp>
          <p:nvSpPr>
            <p:cNvPr id="4425" name="Google Shape;4425;p59"/>
            <p:cNvSpPr/>
            <p:nvPr/>
          </p:nvSpPr>
          <p:spPr>
            <a:xfrm>
              <a:off x="4834517" y="2971481"/>
              <a:ext cx="311054" cy="416009"/>
            </a:xfrm>
            <a:custGeom>
              <a:rect b="b" l="l" r="r" t="t"/>
              <a:pathLst>
                <a:path extrusionOk="0" h="11245" w="8408">
                  <a:moveTo>
                    <a:pt x="3244" y="1"/>
                  </a:moveTo>
                  <a:cubicBezTo>
                    <a:pt x="3121" y="1"/>
                    <a:pt x="3025" y="91"/>
                    <a:pt x="3025" y="219"/>
                  </a:cubicBezTo>
                  <a:lnTo>
                    <a:pt x="3025" y="1934"/>
                  </a:lnTo>
                  <a:cubicBezTo>
                    <a:pt x="2644" y="2124"/>
                    <a:pt x="2263" y="2362"/>
                    <a:pt x="1953" y="2672"/>
                  </a:cubicBezTo>
                  <a:cubicBezTo>
                    <a:pt x="1239" y="3386"/>
                    <a:pt x="858" y="4315"/>
                    <a:pt x="858" y="5315"/>
                  </a:cubicBezTo>
                  <a:cubicBezTo>
                    <a:pt x="858" y="5530"/>
                    <a:pt x="644" y="5958"/>
                    <a:pt x="310" y="6434"/>
                  </a:cubicBezTo>
                  <a:cubicBezTo>
                    <a:pt x="1" y="6863"/>
                    <a:pt x="24" y="7173"/>
                    <a:pt x="120" y="7363"/>
                  </a:cubicBezTo>
                  <a:cubicBezTo>
                    <a:pt x="239" y="7554"/>
                    <a:pt x="477" y="7792"/>
                    <a:pt x="1072" y="7816"/>
                  </a:cubicBezTo>
                  <a:lnTo>
                    <a:pt x="1072" y="8792"/>
                  </a:lnTo>
                  <a:cubicBezTo>
                    <a:pt x="1072" y="9459"/>
                    <a:pt x="1596" y="9983"/>
                    <a:pt x="2263" y="9983"/>
                  </a:cubicBezTo>
                  <a:cubicBezTo>
                    <a:pt x="2835" y="9983"/>
                    <a:pt x="3144" y="10007"/>
                    <a:pt x="3287" y="10102"/>
                  </a:cubicBezTo>
                  <a:cubicBezTo>
                    <a:pt x="3406" y="10221"/>
                    <a:pt x="3454" y="10507"/>
                    <a:pt x="3501" y="11031"/>
                  </a:cubicBezTo>
                  <a:cubicBezTo>
                    <a:pt x="3501" y="11150"/>
                    <a:pt x="3597" y="11245"/>
                    <a:pt x="3716" y="11245"/>
                  </a:cubicBezTo>
                  <a:lnTo>
                    <a:pt x="6859" y="11245"/>
                  </a:lnTo>
                  <a:cubicBezTo>
                    <a:pt x="6883" y="11245"/>
                    <a:pt x="6931" y="11245"/>
                    <a:pt x="6954" y="11221"/>
                  </a:cubicBezTo>
                  <a:cubicBezTo>
                    <a:pt x="7026" y="11197"/>
                    <a:pt x="7097" y="11102"/>
                    <a:pt x="7074" y="11007"/>
                  </a:cubicBezTo>
                  <a:cubicBezTo>
                    <a:pt x="7050" y="10578"/>
                    <a:pt x="7050" y="10269"/>
                    <a:pt x="7050" y="9983"/>
                  </a:cubicBezTo>
                  <a:cubicBezTo>
                    <a:pt x="7050" y="9864"/>
                    <a:pt x="6954" y="9768"/>
                    <a:pt x="6835" y="9768"/>
                  </a:cubicBezTo>
                  <a:cubicBezTo>
                    <a:pt x="6716" y="9768"/>
                    <a:pt x="6597" y="9864"/>
                    <a:pt x="6597" y="9983"/>
                  </a:cubicBezTo>
                  <a:cubicBezTo>
                    <a:pt x="6597" y="10221"/>
                    <a:pt x="6621" y="10483"/>
                    <a:pt x="6621" y="10792"/>
                  </a:cubicBezTo>
                  <a:lnTo>
                    <a:pt x="3906" y="10792"/>
                  </a:lnTo>
                  <a:cubicBezTo>
                    <a:pt x="3882" y="10316"/>
                    <a:pt x="3811" y="9983"/>
                    <a:pt x="3573" y="9768"/>
                  </a:cubicBezTo>
                  <a:cubicBezTo>
                    <a:pt x="3311" y="9554"/>
                    <a:pt x="2906" y="9530"/>
                    <a:pt x="2263" y="9530"/>
                  </a:cubicBezTo>
                  <a:cubicBezTo>
                    <a:pt x="1834" y="9530"/>
                    <a:pt x="1501" y="9197"/>
                    <a:pt x="1501" y="8792"/>
                  </a:cubicBezTo>
                  <a:lnTo>
                    <a:pt x="1501" y="8482"/>
                  </a:lnTo>
                  <a:lnTo>
                    <a:pt x="2168" y="8482"/>
                  </a:lnTo>
                  <a:cubicBezTo>
                    <a:pt x="2263" y="8482"/>
                    <a:pt x="2358" y="8411"/>
                    <a:pt x="2382" y="8316"/>
                  </a:cubicBezTo>
                  <a:cubicBezTo>
                    <a:pt x="2406" y="8173"/>
                    <a:pt x="2287" y="8054"/>
                    <a:pt x="2168" y="8054"/>
                  </a:cubicBezTo>
                  <a:lnTo>
                    <a:pt x="1501" y="8054"/>
                  </a:lnTo>
                  <a:lnTo>
                    <a:pt x="1501" y="7601"/>
                  </a:lnTo>
                  <a:cubicBezTo>
                    <a:pt x="1501" y="7482"/>
                    <a:pt x="1406" y="7387"/>
                    <a:pt x="1287" y="7387"/>
                  </a:cubicBezTo>
                  <a:cubicBezTo>
                    <a:pt x="882" y="7387"/>
                    <a:pt x="596" y="7292"/>
                    <a:pt x="525" y="7149"/>
                  </a:cubicBezTo>
                  <a:cubicBezTo>
                    <a:pt x="453" y="7054"/>
                    <a:pt x="525" y="6887"/>
                    <a:pt x="667" y="6673"/>
                  </a:cubicBezTo>
                  <a:cubicBezTo>
                    <a:pt x="953" y="6292"/>
                    <a:pt x="1287" y="5720"/>
                    <a:pt x="1287" y="5315"/>
                  </a:cubicBezTo>
                  <a:cubicBezTo>
                    <a:pt x="1287" y="4053"/>
                    <a:pt x="1977" y="2958"/>
                    <a:pt x="3025" y="2410"/>
                  </a:cubicBezTo>
                  <a:lnTo>
                    <a:pt x="3025" y="3362"/>
                  </a:lnTo>
                  <a:cubicBezTo>
                    <a:pt x="3025" y="3481"/>
                    <a:pt x="3096" y="3577"/>
                    <a:pt x="3216" y="3577"/>
                  </a:cubicBezTo>
                  <a:cubicBezTo>
                    <a:pt x="3228" y="3579"/>
                    <a:pt x="3240" y="3580"/>
                    <a:pt x="3252" y="3580"/>
                  </a:cubicBezTo>
                  <a:cubicBezTo>
                    <a:pt x="3358" y="3580"/>
                    <a:pt x="3454" y="3491"/>
                    <a:pt x="3454" y="3362"/>
                  </a:cubicBezTo>
                  <a:lnTo>
                    <a:pt x="3454" y="2219"/>
                  </a:lnTo>
                  <a:cubicBezTo>
                    <a:pt x="3668" y="2124"/>
                    <a:pt x="3906" y="2076"/>
                    <a:pt x="4121" y="2053"/>
                  </a:cubicBezTo>
                  <a:lnTo>
                    <a:pt x="4121" y="4244"/>
                  </a:lnTo>
                  <a:cubicBezTo>
                    <a:pt x="4121" y="4363"/>
                    <a:pt x="4192" y="4458"/>
                    <a:pt x="4311" y="4458"/>
                  </a:cubicBezTo>
                  <a:cubicBezTo>
                    <a:pt x="4326" y="4460"/>
                    <a:pt x="4340" y="4462"/>
                    <a:pt x="4354" y="4462"/>
                  </a:cubicBezTo>
                  <a:cubicBezTo>
                    <a:pt x="4477" y="4462"/>
                    <a:pt x="4573" y="4372"/>
                    <a:pt x="4573" y="4244"/>
                  </a:cubicBezTo>
                  <a:lnTo>
                    <a:pt x="4573" y="2005"/>
                  </a:lnTo>
                  <a:lnTo>
                    <a:pt x="4621" y="2005"/>
                  </a:lnTo>
                  <a:cubicBezTo>
                    <a:pt x="4835" y="2005"/>
                    <a:pt x="5025" y="2029"/>
                    <a:pt x="5216" y="2053"/>
                  </a:cubicBezTo>
                  <a:lnTo>
                    <a:pt x="5216" y="3362"/>
                  </a:lnTo>
                  <a:cubicBezTo>
                    <a:pt x="5216" y="3458"/>
                    <a:pt x="5311" y="3577"/>
                    <a:pt x="5406" y="3577"/>
                  </a:cubicBezTo>
                  <a:cubicBezTo>
                    <a:pt x="5421" y="3579"/>
                    <a:pt x="5436" y="3580"/>
                    <a:pt x="5450" y="3580"/>
                  </a:cubicBezTo>
                  <a:cubicBezTo>
                    <a:pt x="5573" y="3580"/>
                    <a:pt x="5668" y="3491"/>
                    <a:pt x="5668" y="3362"/>
                  </a:cubicBezTo>
                  <a:lnTo>
                    <a:pt x="5668" y="2172"/>
                  </a:lnTo>
                  <a:cubicBezTo>
                    <a:pt x="5907" y="2243"/>
                    <a:pt x="6121" y="2338"/>
                    <a:pt x="6335" y="2457"/>
                  </a:cubicBezTo>
                  <a:lnTo>
                    <a:pt x="6335" y="5410"/>
                  </a:lnTo>
                  <a:cubicBezTo>
                    <a:pt x="6335" y="5506"/>
                    <a:pt x="6407" y="5601"/>
                    <a:pt x="6502" y="5625"/>
                  </a:cubicBezTo>
                  <a:cubicBezTo>
                    <a:pt x="6514" y="5627"/>
                    <a:pt x="6527" y="5628"/>
                    <a:pt x="6539" y="5628"/>
                  </a:cubicBezTo>
                  <a:cubicBezTo>
                    <a:pt x="6665" y="5628"/>
                    <a:pt x="6764" y="5519"/>
                    <a:pt x="6764" y="5410"/>
                  </a:cubicBezTo>
                  <a:lnTo>
                    <a:pt x="6764" y="2767"/>
                  </a:lnTo>
                  <a:cubicBezTo>
                    <a:pt x="6764" y="2767"/>
                    <a:pt x="7978" y="4291"/>
                    <a:pt x="7978" y="5291"/>
                  </a:cubicBezTo>
                  <a:cubicBezTo>
                    <a:pt x="7978" y="5911"/>
                    <a:pt x="7812" y="6506"/>
                    <a:pt x="7478" y="7006"/>
                  </a:cubicBezTo>
                  <a:cubicBezTo>
                    <a:pt x="7288" y="7339"/>
                    <a:pt x="7121" y="7649"/>
                    <a:pt x="6978" y="7959"/>
                  </a:cubicBezTo>
                  <a:cubicBezTo>
                    <a:pt x="6931" y="8078"/>
                    <a:pt x="7002" y="8197"/>
                    <a:pt x="7097" y="8244"/>
                  </a:cubicBezTo>
                  <a:cubicBezTo>
                    <a:pt x="7128" y="8257"/>
                    <a:pt x="7160" y="8263"/>
                    <a:pt x="7192" y="8263"/>
                  </a:cubicBezTo>
                  <a:cubicBezTo>
                    <a:pt x="7284" y="8263"/>
                    <a:pt x="7372" y="8214"/>
                    <a:pt x="7407" y="8125"/>
                  </a:cubicBezTo>
                  <a:cubicBezTo>
                    <a:pt x="7502" y="7863"/>
                    <a:pt x="7669" y="7554"/>
                    <a:pt x="7859" y="7244"/>
                  </a:cubicBezTo>
                  <a:cubicBezTo>
                    <a:pt x="8217" y="6673"/>
                    <a:pt x="8407" y="5982"/>
                    <a:pt x="8407" y="5315"/>
                  </a:cubicBezTo>
                  <a:cubicBezTo>
                    <a:pt x="8407" y="4315"/>
                    <a:pt x="8026" y="3386"/>
                    <a:pt x="7312" y="2672"/>
                  </a:cubicBezTo>
                  <a:cubicBezTo>
                    <a:pt x="7145" y="2505"/>
                    <a:pt x="6788" y="2243"/>
                    <a:pt x="6788" y="2243"/>
                  </a:cubicBezTo>
                  <a:lnTo>
                    <a:pt x="6788" y="1100"/>
                  </a:lnTo>
                  <a:cubicBezTo>
                    <a:pt x="6788" y="1005"/>
                    <a:pt x="6740" y="910"/>
                    <a:pt x="6645" y="886"/>
                  </a:cubicBezTo>
                  <a:cubicBezTo>
                    <a:pt x="6611" y="871"/>
                    <a:pt x="6578" y="865"/>
                    <a:pt x="6547" y="865"/>
                  </a:cubicBezTo>
                  <a:cubicBezTo>
                    <a:pt x="6426" y="865"/>
                    <a:pt x="6335" y="967"/>
                    <a:pt x="6335" y="1100"/>
                  </a:cubicBezTo>
                  <a:lnTo>
                    <a:pt x="6335" y="1981"/>
                  </a:lnTo>
                  <a:cubicBezTo>
                    <a:pt x="6121" y="1862"/>
                    <a:pt x="5907" y="1791"/>
                    <a:pt x="5668" y="1719"/>
                  </a:cubicBezTo>
                  <a:lnTo>
                    <a:pt x="5668" y="219"/>
                  </a:lnTo>
                  <a:cubicBezTo>
                    <a:pt x="5668" y="100"/>
                    <a:pt x="5597" y="5"/>
                    <a:pt x="5478" y="5"/>
                  </a:cubicBezTo>
                  <a:cubicBezTo>
                    <a:pt x="5463" y="2"/>
                    <a:pt x="5449" y="1"/>
                    <a:pt x="5435" y="1"/>
                  </a:cubicBezTo>
                  <a:cubicBezTo>
                    <a:pt x="5312" y="1"/>
                    <a:pt x="5216" y="91"/>
                    <a:pt x="5216" y="219"/>
                  </a:cubicBezTo>
                  <a:lnTo>
                    <a:pt x="5216" y="1624"/>
                  </a:lnTo>
                  <a:cubicBezTo>
                    <a:pt x="5025" y="1600"/>
                    <a:pt x="4835" y="1576"/>
                    <a:pt x="4621" y="1576"/>
                  </a:cubicBezTo>
                  <a:lnTo>
                    <a:pt x="4573" y="1576"/>
                  </a:lnTo>
                  <a:lnTo>
                    <a:pt x="4573" y="1100"/>
                  </a:lnTo>
                  <a:cubicBezTo>
                    <a:pt x="4573" y="981"/>
                    <a:pt x="4502" y="886"/>
                    <a:pt x="4382" y="886"/>
                  </a:cubicBezTo>
                  <a:cubicBezTo>
                    <a:pt x="4368" y="883"/>
                    <a:pt x="4353" y="882"/>
                    <a:pt x="4339" y="882"/>
                  </a:cubicBezTo>
                  <a:cubicBezTo>
                    <a:pt x="4216" y="882"/>
                    <a:pt x="4121" y="972"/>
                    <a:pt x="4121" y="1100"/>
                  </a:cubicBezTo>
                  <a:lnTo>
                    <a:pt x="4121" y="1600"/>
                  </a:lnTo>
                  <a:cubicBezTo>
                    <a:pt x="3906" y="1648"/>
                    <a:pt x="3692" y="1695"/>
                    <a:pt x="3478" y="1743"/>
                  </a:cubicBezTo>
                  <a:lnTo>
                    <a:pt x="3478" y="219"/>
                  </a:lnTo>
                  <a:cubicBezTo>
                    <a:pt x="3478" y="100"/>
                    <a:pt x="3382" y="5"/>
                    <a:pt x="3287" y="5"/>
                  </a:cubicBezTo>
                  <a:cubicBezTo>
                    <a:pt x="3272" y="2"/>
                    <a:pt x="3258" y="1"/>
                    <a:pt x="32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26" name="Google Shape;4426;p59"/>
            <p:cNvSpPr/>
            <p:nvPr/>
          </p:nvSpPr>
          <p:spPr>
            <a:xfrm>
              <a:off x="4898851" y="3178653"/>
              <a:ext cx="20273" cy="15908"/>
            </a:xfrm>
            <a:custGeom>
              <a:rect b="b" l="l" r="r" t="t"/>
              <a:pathLst>
                <a:path extrusionOk="0" h="430" w="548">
                  <a:moveTo>
                    <a:pt x="262" y="1"/>
                  </a:moveTo>
                  <a:cubicBezTo>
                    <a:pt x="191" y="1"/>
                    <a:pt x="119" y="49"/>
                    <a:pt x="72" y="120"/>
                  </a:cubicBezTo>
                  <a:cubicBezTo>
                    <a:pt x="0" y="287"/>
                    <a:pt x="119" y="430"/>
                    <a:pt x="262" y="430"/>
                  </a:cubicBezTo>
                  <a:cubicBezTo>
                    <a:pt x="429" y="430"/>
                    <a:pt x="548" y="263"/>
                    <a:pt x="453" y="96"/>
                  </a:cubicBezTo>
                  <a:cubicBezTo>
                    <a:pt x="429" y="25"/>
                    <a:pt x="357" y="1"/>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27" name="Google Shape;4427;p59"/>
            <p:cNvSpPr/>
            <p:nvPr/>
          </p:nvSpPr>
          <p:spPr>
            <a:xfrm>
              <a:off x="5080644" y="3296741"/>
              <a:ext cx="19089" cy="16167"/>
            </a:xfrm>
            <a:custGeom>
              <a:rect b="b" l="l" r="r" t="t"/>
              <a:pathLst>
                <a:path extrusionOk="0" h="437" w="516">
                  <a:moveTo>
                    <a:pt x="254" y="0"/>
                  </a:moveTo>
                  <a:cubicBezTo>
                    <a:pt x="182" y="0"/>
                    <a:pt x="87" y="48"/>
                    <a:pt x="63" y="119"/>
                  </a:cubicBezTo>
                  <a:cubicBezTo>
                    <a:pt x="0" y="287"/>
                    <a:pt x="123" y="437"/>
                    <a:pt x="283" y="437"/>
                  </a:cubicBezTo>
                  <a:cubicBezTo>
                    <a:pt x="305" y="437"/>
                    <a:pt x="327" y="434"/>
                    <a:pt x="349" y="429"/>
                  </a:cubicBezTo>
                  <a:cubicBezTo>
                    <a:pt x="397" y="405"/>
                    <a:pt x="444" y="357"/>
                    <a:pt x="468" y="286"/>
                  </a:cubicBezTo>
                  <a:cubicBezTo>
                    <a:pt x="516" y="143"/>
                    <a:pt x="421" y="0"/>
                    <a:pt x="2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28" name="Google Shape;4428;p59"/>
            <p:cNvSpPr/>
            <p:nvPr/>
          </p:nvSpPr>
          <p:spPr>
            <a:xfrm>
              <a:off x="4894411" y="3141658"/>
              <a:ext cx="44986" cy="24713"/>
            </a:xfrm>
            <a:custGeom>
              <a:rect b="b" l="l" r="r" t="t"/>
              <a:pathLst>
                <a:path extrusionOk="0" h="668" w="1216">
                  <a:moveTo>
                    <a:pt x="215" y="1"/>
                  </a:moveTo>
                  <a:cubicBezTo>
                    <a:pt x="96" y="1"/>
                    <a:pt x="1" y="120"/>
                    <a:pt x="1" y="239"/>
                  </a:cubicBezTo>
                  <a:cubicBezTo>
                    <a:pt x="1" y="358"/>
                    <a:pt x="96" y="453"/>
                    <a:pt x="215" y="453"/>
                  </a:cubicBezTo>
                  <a:cubicBezTo>
                    <a:pt x="311" y="453"/>
                    <a:pt x="406" y="501"/>
                    <a:pt x="525" y="548"/>
                  </a:cubicBezTo>
                  <a:cubicBezTo>
                    <a:pt x="668" y="596"/>
                    <a:pt x="834" y="668"/>
                    <a:pt x="1001" y="668"/>
                  </a:cubicBezTo>
                  <a:cubicBezTo>
                    <a:pt x="1120" y="668"/>
                    <a:pt x="1216" y="572"/>
                    <a:pt x="1216" y="453"/>
                  </a:cubicBezTo>
                  <a:cubicBezTo>
                    <a:pt x="1216" y="334"/>
                    <a:pt x="1120" y="239"/>
                    <a:pt x="1001" y="239"/>
                  </a:cubicBezTo>
                  <a:cubicBezTo>
                    <a:pt x="906" y="239"/>
                    <a:pt x="811" y="191"/>
                    <a:pt x="692" y="144"/>
                  </a:cubicBezTo>
                  <a:cubicBezTo>
                    <a:pt x="549" y="72"/>
                    <a:pt x="406" y="1"/>
                    <a:pt x="2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29" name="Google Shape;4429;p59"/>
            <p:cNvSpPr/>
            <p:nvPr/>
          </p:nvSpPr>
          <p:spPr>
            <a:xfrm>
              <a:off x="4909394" y="3196300"/>
              <a:ext cx="52903" cy="61708"/>
            </a:xfrm>
            <a:custGeom>
              <a:rect b="b" l="l" r="r" t="t"/>
              <a:pathLst>
                <a:path extrusionOk="0" h="1668" w="1430">
                  <a:moveTo>
                    <a:pt x="715" y="453"/>
                  </a:moveTo>
                  <a:cubicBezTo>
                    <a:pt x="834" y="548"/>
                    <a:pt x="1001" y="786"/>
                    <a:pt x="1001" y="953"/>
                  </a:cubicBezTo>
                  <a:cubicBezTo>
                    <a:pt x="1001" y="1024"/>
                    <a:pt x="977" y="1096"/>
                    <a:pt x="906" y="1143"/>
                  </a:cubicBezTo>
                  <a:cubicBezTo>
                    <a:pt x="858" y="1215"/>
                    <a:pt x="787" y="1239"/>
                    <a:pt x="715" y="1239"/>
                  </a:cubicBezTo>
                  <a:cubicBezTo>
                    <a:pt x="644" y="1239"/>
                    <a:pt x="596" y="1215"/>
                    <a:pt x="525" y="1143"/>
                  </a:cubicBezTo>
                  <a:cubicBezTo>
                    <a:pt x="477" y="1096"/>
                    <a:pt x="453" y="1024"/>
                    <a:pt x="453" y="953"/>
                  </a:cubicBezTo>
                  <a:cubicBezTo>
                    <a:pt x="453" y="786"/>
                    <a:pt x="620" y="548"/>
                    <a:pt x="715" y="453"/>
                  </a:cubicBezTo>
                  <a:close/>
                  <a:moveTo>
                    <a:pt x="715" y="0"/>
                  </a:moveTo>
                  <a:cubicBezTo>
                    <a:pt x="549" y="0"/>
                    <a:pt x="358" y="167"/>
                    <a:pt x="263" y="334"/>
                  </a:cubicBezTo>
                  <a:cubicBezTo>
                    <a:pt x="168" y="453"/>
                    <a:pt x="1" y="691"/>
                    <a:pt x="1" y="953"/>
                  </a:cubicBezTo>
                  <a:cubicBezTo>
                    <a:pt x="1" y="1143"/>
                    <a:pt x="72" y="1334"/>
                    <a:pt x="215" y="1477"/>
                  </a:cubicBezTo>
                  <a:cubicBezTo>
                    <a:pt x="358" y="1596"/>
                    <a:pt x="525" y="1667"/>
                    <a:pt x="715" y="1667"/>
                  </a:cubicBezTo>
                  <a:cubicBezTo>
                    <a:pt x="906" y="1667"/>
                    <a:pt x="1096" y="1596"/>
                    <a:pt x="1215" y="1477"/>
                  </a:cubicBezTo>
                  <a:cubicBezTo>
                    <a:pt x="1358" y="1334"/>
                    <a:pt x="1430" y="1143"/>
                    <a:pt x="1430" y="953"/>
                  </a:cubicBezTo>
                  <a:cubicBezTo>
                    <a:pt x="1430" y="691"/>
                    <a:pt x="1287" y="453"/>
                    <a:pt x="1192" y="334"/>
                  </a:cubicBezTo>
                  <a:cubicBezTo>
                    <a:pt x="1072" y="167"/>
                    <a:pt x="906" y="0"/>
                    <a:pt x="7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430" name="Google Shape;4430;p59"/>
          <p:cNvGrpSpPr/>
          <p:nvPr/>
        </p:nvGrpSpPr>
        <p:grpSpPr>
          <a:xfrm>
            <a:off x="5611758" y="3202881"/>
            <a:ext cx="359201" cy="373097"/>
            <a:chOff x="5611758" y="3202881"/>
            <a:chExt cx="359201" cy="373097"/>
          </a:xfrm>
        </p:grpSpPr>
        <p:sp>
          <p:nvSpPr>
            <p:cNvPr id="4431" name="Google Shape;4431;p59"/>
            <p:cNvSpPr/>
            <p:nvPr/>
          </p:nvSpPr>
          <p:spPr>
            <a:xfrm>
              <a:off x="5673850" y="3389013"/>
              <a:ext cx="18818" cy="14738"/>
            </a:xfrm>
            <a:custGeom>
              <a:rect b="b" l="l" r="r" t="t"/>
              <a:pathLst>
                <a:path extrusionOk="0" h="445" w="534">
                  <a:moveTo>
                    <a:pt x="262" y="1"/>
                  </a:moveTo>
                  <a:cubicBezTo>
                    <a:pt x="119" y="1"/>
                    <a:pt x="0" y="144"/>
                    <a:pt x="48" y="287"/>
                  </a:cubicBezTo>
                  <a:cubicBezTo>
                    <a:pt x="72" y="358"/>
                    <a:pt x="119" y="406"/>
                    <a:pt x="191" y="430"/>
                  </a:cubicBezTo>
                  <a:cubicBezTo>
                    <a:pt x="215" y="440"/>
                    <a:pt x="240" y="445"/>
                    <a:pt x="265" y="445"/>
                  </a:cubicBezTo>
                  <a:cubicBezTo>
                    <a:pt x="407" y="445"/>
                    <a:pt x="534" y="283"/>
                    <a:pt x="453" y="120"/>
                  </a:cubicBezTo>
                  <a:cubicBezTo>
                    <a:pt x="429" y="49"/>
                    <a:pt x="358"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32" name="Google Shape;4432;p59"/>
            <p:cNvSpPr/>
            <p:nvPr/>
          </p:nvSpPr>
          <p:spPr>
            <a:xfrm>
              <a:off x="5611758" y="3202881"/>
              <a:ext cx="359201" cy="373097"/>
            </a:xfrm>
            <a:custGeom>
              <a:rect b="b" l="l" r="r" t="t"/>
              <a:pathLst>
                <a:path extrusionOk="0" h="11265" w="10193">
                  <a:moveTo>
                    <a:pt x="7549" y="453"/>
                  </a:moveTo>
                  <a:cubicBezTo>
                    <a:pt x="7835" y="477"/>
                    <a:pt x="8097" y="548"/>
                    <a:pt x="8359" y="668"/>
                  </a:cubicBezTo>
                  <a:lnTo>
                    <a:pt x="8311" y="739"/>
                  </a:lnTo>
                  <a:cubicBezTo>
                    <a:pt x="8287" y="763"/>
                    <a:pt x="8287" y="787"/>
                    <a:pt x="8287" y="810"/>
                  </a:cubicBezTo>
                  <a:cubicBezTo>
                    <a:pt x="8335" y="953"/>
                    <a:pt x="8430" y="1025"/>
                    <a:pt x="8526" y="1025"/>
                  </a:cubicBezTo>
                  <a:cubicBezTo>
                    <a:pt x="8621" y="1025"/>
                    <a:pt x="8692" y="977"/>
                    <a:pt x="8716" y="906"/>
                  </a:cubicBezTo>
                  <a:lnTo>
                    <a:pt x="8740" y="906"/>
                  </a:lnTo>
                  <a:cubicBezTo>
                    <a:pt x="8954" y="1049"/>
                    <a:pt x="9145" y="1263"/>
                    <a:pt x="9311" y="1477"/>
                  </a:cubicBezTo>
                  <a:lnTo>
                    <a:pt x="9240" y="1525"/>
                  </a:lnTo>
                  <a:cubicBezTo>
                    <a:pt x="9216" y="1525"/>
                    <a:pt x="9192" y="1549"/>
                    <a:pt x="9192" y="1573"/>
                  </a:cubicBezTo>
                  <a:cubicBezTo>
                    <a:pt x="9145" y="1763"/>
                    <a:pt x="9288" y="1882"/>
                    <a:pt x="9407" y="1882"/>
                  </a:cubicBezTo>
                  <a:cubicBezTo>
                    <a:pt x="9454" y="1882"/>
                    <a:pt x="9478" y="1882"/>
                    <a:pt x="9526" y="1858"/>
                  </a:cubicBezTo>
                  <a:cubicBezTo>
                    <a:pt x="9645" y="2096"/>
                    <a:pt x="9716" y="2358"/>
                    <a:pt x="9740" y="2644"/>
                  </a:cubicBezTo>
                  <a:lnTo>
                    <a:pt x="9454" y="2644"/>
                  </a:lnTo>
                  <a:cubicBezTo>
                    <a:pt x="9431" y="2644"/>
                    <a:pt x="9407" y="2668"/>
                    <a:pt x="9407" y="2668"/>
                  </a:cubicBezTo>
                  <a:cubicBezTo>
                    <a:pt x="9216" y="2858"/>
                    <a:pt x="9335" y="3097"/>
                    <a:pt x="9526" y="3097"/>
                  </a:cubicBezTo>
                  <a:lnTo>
                    <a:pt x="9740" y="3097"/>
                  </a:lnTo>
                  <a:cubicBezTo>
                    <a:pt x="9716" y="3359"/>
                    <a:pt x="9645" y="3644"/>
                    <a:pt x="9526" y="3883"/>
                  </a:cubicBezTo>
                  <a:lnTo>
                    <a:pt x="9454" y="3835"/>
                  </a:lnTo>
                  <a:lnTo>
                    <a:pt x="9383" y="3835"/>
                  </a:lnTo>
                  <a:cubicBezTo>
                    <a:pt x="9145" y="3906"/>
                    <a:pt x="9145" y="4168"/>
                    <a:pt x="9288" y="4264"/>
                  </a:cubicBezTo>
                  <a:lnTo>
                    <a:pt x="9311" y="4264"/>
                  </a:lnTo>
                  <a:cubicBezTo>
                    <a:pt x="9145" y="4478"/>
                    <a:pt x="8954" y="4692"/>
                    <a:pt x="8716" y="4835"/>
                  </a:cubicBezTo>
                  <a:lnTo>
                    <a:pt x="8692" y="4764"/>
                  </a:lnTo>
                  <a:cubicBezTo>
                    <a:pt x="8669" y="4764"/>
                    <a:pt x="8645" y="4740"/>
                    <a:pt x="8645" y="4740"/>
                  </a:cubicBezTo>
                  <a:cubicBezTo>
                    <a:pt x="8612" y="4731"/>
                    <a:pt x="8581" y="4727"/>
                    <a:pt x="8552" y="4727"/>
                  </a:cubicBezTo>
                  <a:cubicBezTo>
                    <a:pt x="8351" y="4727"/>
                    <a:pt x="8252" y="4924"/>
                    <a:pt x="8335" y="5049"/>
                  </a:cubicBezTo>
                  <a:lnTo>
                    <a:pt x="8359" y="5073"/>
                  </a:lnTo>
                  <a:cubicBezTo>
                    <a:pt x="8097" y="5168"/>
                    <a:pt x="7835" y="5240"/>
                    <a:pt x="7549" y="5264"/>
                  </a:cubicBezTo>
                  <a:lnTo>
                    <a:pt x="7549" y="4978"/>
                  </a:lnTo>
                  <a:cubicBezTo>
                    <a:pt x="7549" y="4978"/>
                    <a:pt x="7549" y="4954"/>
                    <a:pt x="7525" y="4930"/>
                  </a:cubicBezTo>
                  <a:cubicBezTo>
                    <a:pt x="7462" y="4867"/>
                    <a:pt x="7396" y="4840"/>
                    <a:pt x="7336" y="4840"/>
                  </a:cubicBezTo>
                  <a:cubicBezTo>
                    <a:pt x="7216" y="4840"/>
                    <a:pt x="7121" y="4946"/>
                    <a:pt x="7121" y="5073"/>
                  </a:cubicBezTo>
                  <a:lnTo>
                    <a:pt x="7121" y="5264"/>
                  </a:lnTo>
                  <a:cubicBezTo>
                    <a:pt x="6835" y="5240"/>
                    <a:pt x="6573" y="5168"/>
                    <a:pt x="6311" y="5073"/>
                  </a:cubicBezTo>
                  <a:lnTo>
                    <a:pt x="6358" y="4978"/>
                  </a:lnTo>
                  <a:cubicBezTo>
                    <a:pt x="6382" y="4978"/>
                    <a:pt x="6382" y="4954"/>
                    <a:pt x="6358" y="4930"/>
                  </a:cubicBezTo>
                  <a:cubicBezTo>
                    <a:pt x="6319" y="4785"/>
                    <a:pt x="6220" y="4720"/>
                    <a:pt x="6128" y="4720"/>
                  </a:cubicBezTo>
                  <a:cubicBezTo>
                    <a:pt x="6055" y="4720"/>
                    <a:pt x="5985" y="4761"/>
                    <a:pt x="5954" y="4835"/>
                  </a:cubicBezTo>
                  <a:lnTo>
                    <a:pt x="5930" y="4835"/>
                  </a:lnTo>
                  <a:cubicBezTo>
                    <a:pt x="5716" y="4692"/>
                    <a:pt x="5525" y="4478"/>
                    <a:pt x="5358" y="4264"/>
                  </a:cubicBezTo>
                  <a:lnTo>
                    <a:pt x="5430" y="4216"/>
                  </a:lnTo>
                  <a:cubicBezTo>
                    <a:pt x="5454" y="4216"/>
                    <a:pt x="5454" y="4192"/>
                    <a:pt x="5477" y="4168"/>
                  </a:cubicBezTo>
                  <a:cubicBezTo>
                    <a:pt x="5514" y="3967"/>
                    <a:pt x="5396" y="3850"/>
                    <a:pt x="5263" y="3850"/>
                  </a:cubicBezTo>
                  <a:cubicBezTo>
                    <a:pt x="5224" y="3850"/>
                    <a:pt x="5182" y="3860"/>
                    <a:pt x="5144" y="3883"/>
                  </a:cubicBezTo>
                  <a:cubicBezTo>
                    <a:pt x="5025" y="3644"/>
                    <a:pt x="4953" y="3359"/>
                    <a:pt x="4930" y="3097"/>
                  </a:cubicBezTo>
                  <a:lnTo>
                    <a:pt x="5215" y="3097"/>
                  </a:lnTo>
                  <a:cubicBezTo>
                    <a:pt x="5239" y="3097"/>
                    <a:pt x="5239" y="3073"/>
                    <a:pt x="5263" y="3073"/>
                  </a:cubicBezTo>
                  <a:cubicBezTo>
                    <a:pt x="5454" y="2882"/>
                    <a:pt x="5311" y="2644"/>
                    <a:pt x="5144" y="2644"/>
                  </a:cubicBezTo>
                  <a:lnTo>
                    <a:pt x="4930" y="2644"/>
                  </a:lnTo>
                  <a:cubicBezTo>
                    <a:pt x="4953" y="2358"/>
                    <a:pt x="5025" y="2096"/>
                    <a:pt x="5144" y="1858"/>
                  </a:cubicBezTo>
                  <a:cubicBezTo>
                    <a:pt x="5192" y="1882"/>
                    <a:pt x="5215" y="1882"/>
                    <a:pt x="5263" y="1882"/>
                  </a:cubicBezTo>
                  <a:cubicBezTo>
                    <a:pt x="5382" y="1882"/>
                    <a:pt x="5525" y="1763"/>
                    <a:pt x="5477" y="1573"/>
                  </a:cubicBezTo>
                  <a:cubicBezTo>
                    <a:pt x="5477" y="1549"/>
                    <a:pt x="5454" y="1525"/>
                    <a:pt x="5430" y="1525"/>
                  </a:cubicBezTo>
                  <a:lnTo>
                    <a:pt x="5358" y="1477"/>
                  </a:lnTo>
                  <a:cubicBezTo>
                    <a:pt x="5525" y="1239"/>
                    <a:pt x="5716" y="1049"/>
                    <a:pt x="5930" y="906"/>
                  </a:cubicBezTo>
                  <a:lnTo>
                    <a:pt x="5954" y="906"/>
                  </a:lnTo>
                  <a:cubicBezTo>
                    <a:pt x="5977" y="977"/>
                    <a:pt x="6049" y="1001"/>
                    <a:pt x="6144" y="1001"/>
                  </a:cubicBezTo>
                  <a:cubicBezTo>
                    <a:pt x="6239" y="1001"/>
                    <a:pt x="6335" y="953"/>
                    <a:pt x="6382" y="810"/>
                  </a:cubicBezTo>
                  <a:cubicBezTo>
                    <a:pt x="6382" y="787"/>
                    <a:pt x="6382" y="763"/>
                    <a:pt x="6358" y="739"/>
                  </a:cubicBezTo>
                  <a:lnTo>
                    <a:pt x="6311" y="668"/>
                  </a:lnTo>
                  <a:cubicBezTo>
                    <a:pt x="6573" y="572"/>
                    <a:pt x="6835" y="477"/>
                    <a:pt x="7121" y="453"/>
                  </a:cubicBezTo>
                  <a:lnTo>
                    <a:pt x="7121" y="739"/>
                  </a:lnTo>
                  <a:cubicBezTo>
                    <a:pt x="7121" y="763"/>
                    <a:pt x="7121" y="787"/>
                    <a:pt x="7144" y="810"/>
                  </a:cubicBezTo>
                  <a:cubicBezTo>
                    <a:pt x="7208" y="866"/>
                    <a:pt x="7274" y="890"/>
                    <a:pt x="7334" y="890"/>
                  </a:cubicBezTo>
                  <a:cubicBezTo>
                    <a:pt x="7454" y="890"/>
                    <a:pt x="7549" y="795"/>
                    <a:pt x="7549" y="668"/>
                  </a:cubicBezTo>
                  <a:lnTo>
                    <a:pt x="7549" y="453"/>
                  </a:lnTo>
                  <a:close/>
                  <a:moveTo>
                    <a:pt x="7335" y="1"/>
                  </a:moveTo>
                  <a:cubicBezTo>
                    <a:pt x="6216" y="1"/>
                    <a:pt x="5239" y="668"/>
                    <a:pt x="4763" y="1596"/>
                  </a:cubicBezTo>
                  <a:lnTo>
                    <a:pt x="4644" y="1596"/>
                  </a:lnTo>
                  <a:cubicBezTo>
                    <a:pt x="3644" y="1596"/>
                    <a:pt x="2691" y="1977"/>
                    <a:pt x="1977" y="2692"/>
                  </a:cubicBezTo>
                  <a:cubicBezTo>
                    <a:pt x="1262" y="3406"/>
                    <a:pt x="857" y="4335"/>
                    <a:pt x="857" y="5335"/>
                  </a:cubicBezTo>
                  <a:cubicBezTo>
                    <a:pt x="857" y="5573"/>
                    <a:pt x="667" y="5978"/>
                    <a:pt x="310" y="6454"/>
                  </a:cubicBezTo>
                  <a:cubicBezTo>
                    <a:pt x="0" y="6907"/>
                    <a:pt x="48" y="7217"/>
                    <a:pt x="143" y="7383"/>
                  </a:cubicBezTo>
                  <a:cubicBezTo>
                    <a:pt x="238" y="7574"/>
                    <a:pt x="476" y="7812"/>
                    <a:pt x="1095" y="7860"/>
                  </a:cubicBezTo>
                  <a:lnTo>
                    <a:pt x="1095" y="8812"/>
                  </a:lnTo>
                  <a:cubicBezTo>
                    <a:pt x="1095" y="9479"/>
                    <a:pt x="1619" y="10003"/>
                    <a:pt x="2286" y="10003"/>
                  </a:cubicBezTo>
                  <a:cubicBezTo>
                    <a:pt x="2858" y="10003"/>
                    <a:pt x="3167" y="10003"/>
                    <a:pt x="3310" y="10122"/>
                  </a:cubicBezTo>
                  <a:cubicBezTo>
                    <a:pt x="3429" y="10241"/>
                    <a:pt x="3477" y="10527"/>
                    <a:pt x="3501" y="11051"/>
                  </a:cubicBezTo>
                  <a:cubicBezTo>
                    <a:pt x="3525" y="11170"/>
                    <a:pt x="3620" y="11265"/>
                    <a:pt x="3739" y="11265"/>
                  </a:cubicBezTo>
                  <a:lnTo>
                    <a:pt x="6882" y="11265"/>
                  </a:lnTo>
                  <a:cubicBezTo>
                    <a:pt x="6954" y="11265"/>
                    <a:pt x="7001" y="11241"/>
                    <a:pt x="7049" y="11194"/>
                  </a:cubicBezTo>
                  <a:cubicBezTo>
                    <a:pt x="7073" y="11146"/>
                    <a:pt x="7097" y="11098"/>
                    <a:pt x="7097" y="11027"/>
                  </a:cubicBezTo>
                  <a:cubicBezTo>
                    <a:pt x="7073" y="10598"/>
                    <a:pt x="7073" y="10289"/>
                    <a:pt x="7073" y="10003"/>
                  </a:cubicBezTo>
                  <a:cubicBezTo>
                    <a:pt x="7073" y="9884"/>
                    <a:pt x="6835" y="9788"/>
                    <a:pt x="6835" y="9788"/>
                  </a:cubicBezTo>
                  <a:cubicBezTo>
                    <a:pt x="6835" y="9788"/>
                    <a:pt x="6620" y="9884"/>
                    <a:pt x="6620" y="10003"/>
                  </a:cubicBezTo>
                  <a:cubicBezTo>
                    <a:pt x="6620" y="10241"/>
                    <a:pt x="6620" y="10503"/>
                    <a:pt x="6644" y="10812"/>
                  </a:cubicBezTo>
                  <a:lnTo>
                    <a:pt x="3929" y="10812"/>
                  </a:lnTo>
                  <a:cubicBezTo>
                    <a:pt x="3882" y="10336"/>
                    <a:pt x="3834" y="10003"/>
                    <a:pt x="3596" y="9788"/>
                  </a:cubicBezTo>
                  <a:cubicBezTo>
                    <a:pt x="3334" y="9574"/>
                    <a:pt x="2905" y="9550"/>
                    <a:pt x="2286" y="9550"/>
                  </a:cubicBezTo>
                  <a:cubicBezTo>
                    <a:pt x="1858" y="9550"/>
                    <a:pt x="1524" y="9217"/>
                    <a:pt x="1524" y="8812"/>
                  </a:cubicBezTo>
                  <a:lnTo>
                    <a:pt x="1524" y="8526"/>
                  </a:lnTo>
                  <a:cubicBezTo>
                    <a:pt x="1691" y="8526"/>
                    <a:pt x="1929" y="8622"/>
                    <a:pt x="2072" y="8717"/>
                  </a:cubicBezTo>
                  <a:cubicBezTo>
                    <a:pt x="2120" y="8741"/>
                    <a:pt x="2143" y="8741"/>
                    <a:pt x="2191" y="8741"/>
                  </a:cubicBezTo>
                  <a:cubicBezTo>
                    <a:pt x="2262" y="8741"/>
                    <a:pt x="2334" y="8693"/>
                    <a:pt x="2381" y="8622"/>
                  </a:cubicBezTo>
                  <a:cubicBezTo>
                    <a:pt x="2429" y="8526"/>
                    <a:pt x="2405" y="8383"/>
                    <a:pt x="2286" y="8336"/>
                  </a:cubicBezTo>
                  <a:cubicBezTo>
                    <a:pt x="2167" y="8264"/>
                    <a:pt x="1548" y="8074"/>
                    <a:pt x="1548" y="8074"/>
                  </a:cubicBezTo>
                  <a:lnTo>
                    <a:pt x="1548" y="7645"/>
                  </a:lnTo>
                  <a:cubicBezTo>
                    <a:pt x="1548" y="7645"/>
                    <a:pt x="1429" y="7407"/>
                    <a:pt x="1310" y="7407"/>
                  </a:cubicBezTo>
                  <a:cubicBezTo>
                    <a:pt x="905" y="7407"/>
                    <a:pt x="595" y="7336"/>
                    <a:pt x="524" y="7193"/>
                  </a:cubicBezTo>
                  <a:cubicBezTo>
                    <a:pt x="476" y="7074"/>
                    <a:pt x="524" y="6907"/>
                    <a:pt x="667" y="6716"/>
                  </a:cubicBezTo>
                  <a:cubicBezTo>
                    <a:pt x="953" y="6312"/>
                    <a:pt x="1310" y="5740"/>
                    <a:pt x="1310" y="5335"/>
                  </a:cubicBezTo>
                  <a:cubicBezTo>
                    <a:pt x="1310" y="3525"/>
                    <a:pt x="2763" y="2049"/>
                    <a:pt x="4596" y="2025"/>
                  </a:cubicBezTo>
                  <a:lnTo>
                    <a:pt x="4596" y="2025"/>
                  </a:lnTo>
                  <a:cubicBezTo>
                    <a:pt x="4501" y="2287"/>
                    <a:pt x="4477" y="2573"/>
                    <a:pt x="4477" y="2858"/>
                  </a:cubicBezTo>
                  <a:cubicBezTo>
                    <a:pt x="4477" y="4430"/>
                    <a:pt x="5739" y="5716"/>
                    <a:pt x="7335" y="5716"/>
                  </a:cubicBezTo>
                  <a:cubicBezTo>
                    <a:pt x="7549" y="5716"/>
                    <a:pt x="7764" y="5692"/>
                    <a:pt x="7978" y="5645"/>
                  </a:cubicBezTo>
                  <a:lnTo>
                    <a:pt x="7978" y="5645"/>
                  </a:lnTo>
                  <a:cubicBezTo>
                    <a:pt x="7930" y="6145"/>
                    <a:pt x="7764" y="6621"/>
                    <a:pt x="7502" y="7050"/>
                  </a:cubicBezTo>
                  <a:cubicBezTo>
                    <a:pt x="7287" y="7383"/>
                    <a:pt x="7121" y="7693"/>
                    <a:pt x="7001" y="8002"/>
                  </a:cubicBezTo>
                  <a:cubicBezTo>
                    <a:pt x="6954" y="8098"/>
                    <a:pt x="7001" y="8241"/>
                    <a:pt x="7121" y="8288"/>
                  </a:cubicBezTo>
                  <a:lnTo>
                    <a:pt x="7192" y="8288"/>
                  </a:lnTo>
                  <a:cubicBezTo>
                    <a:pt x="7287" y="8288"/>
                    <a:pt x="7359" y="8241"/>
                    <a:pt x="7406" y="8169"/>
                  </a:cubicBezTo>
                  <a:cubicBezTo>
                    <a:pt x="7525" y="7883"/>
                    <a:pt x="7668" y="7598"/>
                    <a:pt x="7859" y="7288"/>
                  </a:cubicBezTo>
                  <a:cubicBezTo>
                    <a:pt x="8192" y="6740"/>
                    <a:pt x="8383" y="6145"/>
                    <a:pt x="8407" y="5502"/>
                  </a:cubicBezTo>
                  <a:cubicBezTo>
                    <a:pt x="9454" y="5073"/>
                    <a:pt x="10193" y="4049"/>
                    <a:pt x="10193" y="2858"/>
                  </a:cubicBezTo>
                  <a:cubicBezTo>
                    <a:pt x="10193" y="1287"/>
                    <a:pt x="8907" y="1"/>
                    <a:pt x="7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33" name="Google Shape;4433;p59"/>
            <p:cNvSpPr/>
            <p:nvPr/>
          </p:nvSpPr>
          <p:spPr>
            <a:xfrm>
              <a:off x="5862661" y="3246963"/>
              <a:ext cx="47045" cy="58490"/>
            </a:xfrm>
            <a:custGeom>
              <a:rect b="b" l="l" r="r" t="t"/>
              <a:pathLst>
                <a:path extrusionOk="0" h="1766" w="1335">
                  <a:moveTo>
                    <a:pt x="202" y="0"/>
                  </a:moveTo>
                  <a:cubicBezTo>
                    <a:pt x="80" y="0"/>
                    <a:pt x="1" y="109"/>
                    <a:pt x="1" y="218"/>
                  </a:cubicBezTo>
                  <a:lnTo>
                    <a:pt x="1" y="1527"/>
                  </a:lnTo>
                  <a:cubicBezTo>
                    <a:pt x="1" y="1670"/>
                    <a:pt x="96" y="1766"/>
                    <a:pt x="215" y="1766"/>
                  </a:cubicBezTo>
                  <a:lnTo>
                    <a:pt x="1096" y="1766"/>
                  </a:lnTo>
                  <a:cubicBezTo>
                    <a:pt x="1215" y="1766"/>
                    <a:pt x="1334" y="1647"/>
                    <a:pt x="1310" y="1504"/>
                  </a:cubicBezTo>
                  <a:cubicBezTo>
                    <a:pt x="1287" y="1408"/>
                    <a:pt x="1191" y="1313"/>
                    <a:pt x="1096" y="1313"/>
                  </a:cubicBezTo>
                  <a:lnTo>
                    <a:pt x="429" y="1313"/>
                  </a:lnTo>
                  <a:lnTo>
                    <a:pt x="429" y="218"/>
                  </a:lnTo>
                  <a:cubicBezTo>
                    <a:pt x="429" y="122"/>
                    <a:pt x="358" y="27"/>
                    <a:pt x="239" y="3"/>
                  </a:cubicBezTo>
                  <a:cubicBezTo>
                    <a:pt x="226" y="1"/>
                    <a:pt x="214" y="0"/>
                    <a:pt x="2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34" name="Google Shape;4434;p59"/>
            <p:cNvSpPr/>
            <p:nvPr/>
          </p:nvSpPr>
          <p:spPr>
            <a:xfrm>
              <a:off x="5846274" y="3494731"/>
              <a:ext cx="18924" cy="14473"/>
            </a:xfrm>
            <a:custGeom>
              <a:rect b="b" l="l" r="r" t="t"/>
              <a:pathLst>
                <a:path extrusionOk="0" h="437" w="537">
                  <a:moveTo>
                    <a:pt x="275" y="0"/>
                  </a:moveTo>
                  <a:cubicBezTo>
                    <a:pt x="180" y="0"/>
                    <a:pt x="108" y="48"/>
                    <a:pt x="85" y="119"/>
                  </a:cubicBezTo>
                  <a:cubicBezTo>
                    <a:pt x="0" y="287"/>
                    <a:pt x="120" y="437"/>
                    <a:pt x="281" y="437"/>
                  </a:cubicBezTo>
                  <a:cubicBezTo>
                    <a:pt x="302" y="437"/>
                    <a:pt x="324" y="434"/>
                    <a:pt x="346" y="429"/>
                  </a:cubicBezTo>
                  <a:cubicBezTo>
                    <a:pt x="418" y="405"/>
                    <a:pt x="466" y="357"/>
                    <a:pt x="489" y="286"/>
                  </a:cubicBezTo>
                  <a:cubicBezTo>
                    <a:pt x="537" y="143"/>
                    <a:pt x="418" y="0"/>
                    <a:pt x="2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435" name="Google Shape;4435;p59"/>
          <p:cNvGrpSpPr/>
          <p:nvPr/>
        </p:nvGrpSpPr>
        <p:grpSpPr>
          <a:xfrm>
            <a:off x="6462676" y="3202881"/>
            <a:ext cx="278678" cy="373097"/>
            <a:chOff x="6462676" y="3202881"/>
            <a:chExt cx="278678" cy="373097"/>
          </a:xfrm>
        </p:grpSpPr>
        <p:sp>
          <p:nvSpPr>
            <p:cNvPr id="4436" name="Google Shape;4436;p59"/>
            <p:cNvSpPr/>
            <p:nvPr/>
          </p:nvSpPr>
          <p:spPr>
            <a:xfrm>
              <a:off x="6462676" y="3202881"/>
              <a:ext cx="278678" cy="373097"/>
            </a:xfrm>
            <a:custGeom>
              <a:rect b="b" l="l" r="r" t="t"/>
              <a:pathLst>
                <a:path extrusionOk="0" h="11265" w="7908">
                  <a:moveTo>
                    <a:pt x="5716" y="453"/>
                  </a:moveTo>
                  <a:cubicBezTo>
                    <a:pt x="5835" y="453"/>
                    <a:pt x="5931" y="548"/>
                    <a:pt x="5931" y="668"/>
                  </a:cubicBezTo>
                  <a:lnTo>
                    <a:pt x="5931" y="1763"/>
                  </a:lnTo>
                  <a:lnTo>
                    <a:pt x="1978" y="1763"/>
                  </a:lnTo>
                  <a:lnTo>
                    <a:pt x="1978" y="668"/>
                  </a:lnTo>
                  <a:cubicBezTo>
                    <a:pt x="1978" y="548"/>
                    <a:pt x="2073" y="453"/>
                    <a:pt x="2192" y="453"/>
                  </a:cubicBezTo>
                  <a:close/>
                  <a:moveTo>
                    <a:pt x="5502" y="2216"/>
                  </a:moveTo>
                  <a:lnTo>
                    <a:pt x="5502" y="2858"/>
                  </a:lnTo>
                  <a:cubicBezTo>
                    <a:pt x="5502" y="3001"/>
                    <a:pt x="5597" y="3097"/>
                    <a:pt x="5716" y="3097"/>
                  </a:cubicBezTo>
                  <a:lnTo>
                    <a:pt x="5931" y="3097"/>
                  </a:lnTo>
                  <a:cubicBezTo>
                    <a:pt x="6717" y="3097"/>
                    <a:pt x="7360" y="3668"/>
                    <a:pt x="7455" y="4406"/>
                  </a:cubicBezTo>
                  <a:lnTo>
                    <a:pt x="4954" y="4406"/>
                  </a:lnTo>
                  <a:cubicBezTo>
                    <a:pt x="4835" y="4406"/>
                    <a:pt x="4740" y="4478"/>
                    <a:pt x="4740" y="4597"/>
                  </a:cubicBezTo>
                  <a:cubicBezTo>
                    <a:pt x="4716" y="4740"/>
                    <a:pt x="4811" y="4859"/>
                    <a:pt x="4954" y="4859"/>
                  </a:cubicBezTo>
                  <a:lnTo>
                    <a:pt x="7479" y="4859"/>
                  </a:lnTo>
                  <a:lnTo>
                    <a:pt x="7479" y="9503"/>
                  </a:lnTo>
                  <a:lnTo>
                    <a:pt x="430" y="9503"/>
                  </a:lnTo>
                  <a:lnTo>
                    <a:pt x="430" y="4859"/>
                  </a:lnTo>
                  <a:lnTo>
                    <a:pt x="2954" y="4859"/>
                  </a:lnTo>
                  <a:cubicBezTo>
                    <a:pt x="3073" y="4859"/>
                    <a:pt x="3168" y="4764"/>
                    <a:pt x="3192" y="4668"/>
                  </a:cubicBezTo>
                  <a:cubicBezTo>
                    <a:pt x="3192" y="4525"/>
                    <a:pt x="3097" y="4406"/>
                    <a:pt x="2954" y="4406"/>
                  </a:cubicBezTo>
                  <a:lnTo>
                    <a:pt x="453" y="4406"/>
                  </a:lnTo>
                  <a:cubicBezTo>
                    <a:pt x="572" y="3668"/>
                    <a:pt x="1215" y="3097"/>
                    <a:pt x="1978" y="3097"/>
                  </a:cubicBezTo>
                  <a:lnTo>
                    <a:pt x="2192" y="3097"/>
                  </a:lnTo>
                  <a:cubicBezTo>
                    <a:pt x="2311" y="3097"/>
                    <a:pt x="2406" y="3001"/>
                    <a:pt x="2406" y="2858"/>
                  </a:cubicBezTo>
                  <a:lnTo>
                    <a:pt x="2406" y="2216"/>
                  </a:lnTo>
                  <a:close/>
                  <a:moveTo>
                    <a:pt x="7479" y="9931"/>
                  </a:moveTo>
                  <a:lnTo>
                    <a:pt x="7479" y="10598"/>
                  </a:lnTo>
                  <a:cubicBezTo>
                    <a:pt x="7479" y="10717"/>
                    <a:pt x="7360" y="10836"/>
                    <a:pt x="7241" y="10836"/>
                  </a:cubicBezTo>
                  <a:lnTo>
                    <a:pt x="644" y="10836"/>
                  </a:lnTo>
                  <a:cubicBezTo>
                    <a:pt x="525" y="10836"/>
                    <a:pt x="430" y="10717"/>
                    <a:pt x="430" y="10598"/>
                  </a:cubicBezTo>
                  <a:lnTo>
                    <a:pt x="430" y="9931"/>
                  </a:lnTo>
                  <a:close/>
                  <a:moveTo>
                    <a:pt x="2192" y="1"/>
                  </a:moveTo>
                  <a:cubicBezTo>
                    <a:pt x="1835" y="1"/>
                    <a:pt x="1525" y="310"/>
                    <a:pt x="1525" y="668"/>
                  </a:cubicBezTo>
                  <a:lnTo>
                    <a:pt x="1525" y="1763"/>
                  </a:lnTo>
                  <a:cubicBezTo>
                    <a:pt x="1525" y="2001"/>
                    <a:pt x="1739" y="2216"/>
                    <a:pt x="1978" y="2216"/>
                  </a:cubicBezTo>
                  <a:lnTo>
                    <a:pt x="1978" y="2644"/>
                  </a:lnTo>
                  <a:cubicBezTo>
                    <a:pt x="882" y="2644"/>
                    <a:pt x="1" y="3525"/>
                    <a:pt x="1" y="4621"/>
                  </a:cubicBezTo>
                  <a:lnTo>
                    <a:pt x="1" y="10598"/>
                  </a:lnTo>
                  <a:cubicBezTo>
                    <a:pt x="1" y="10979"/>
                    <a:pt x="287" y="11265"/>
                    <a:pt x="644" y="11265"/>
                  </a:cubicBezTo>
                  <a:lnTo>
                    <a:pt x="7241" y="11265"/>
                  </a:lnTo>
                  <a:cubicBezTo>
                    <a:pt x="7622" y="11265"/>
                    <a:pt x="7907" y="10979"/>
                    <a:pt x="7907" y="10598"/>
                  </a:cubicBezTo>
                  <a:lnTo>
                    <a:pt x="7907" y="4621"/>
                  </a:lnTo>
                  <a:cubicBezTo>
                    <a:pt x="7907" y="3549"/>
                    <a:pt x="7026" y="2644"/>
                    <a:pt x="5931" y="2644"/>
                  </a:cubicBezTo>
                  <a:lnTo>
                    <a:pt x="5931" y="2216"/>
                  </a:lnTo>
                  <a:cubicBezTo>
                    <a:pt x="6169" y="2216"/>
                    <a:pt x="6359" y="2001"/>
                    <a:pt x="6359" y="1763"/>
                  </a:cubicBezTo>
                  <a:lnTo>
                    <a:pt x="6359" y="668"/>
                  </a:lnTo>
                  <a:cubicBezTo>
                    <a:pt x="6359" y="310"/>
                    <a:pt x="6074" y="1"/>
                    <a:pt x="57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37" name="Google Shape;4437;p59"/>
            <p:cNvSpPr/>
            <p:nvPr/>
          </p:nvSpPr>
          <p:spPr>
            <a:xfrm>
              <a:off x="6532344" y="3374838"/>
              <a:ext cx="139339" cy="131751"/>
            </a:xfrm>
            <a:custGeom>
              <a:rect b="b" l="l" r="r" t="t"/>
              <a:pathLst>
                <a:path extrusionOk="0" h="3978" w="3954">
                  <a:moveTo>
                    <a:pt x="1977" y="453"/>
                  </a:moveTo>
                  <a:cubicBezTo>
                    <a:pt x="2834" y="453"/>
                    <a:pt x="3525" y="1143"/>
                    <a:pt x="3525" y="2001"/>
                  </a:cubicBezTo>
                  <a:cubicBezTo>
                    <a:pt x="3525" y="2834"/>
                    <a:pt x="2834" y="3525"/>
                    <a:pt x="1977" y="3525"/>
                  </a:cubicBezTo>
                  <a:cubicBezTo>
                    <a:pt x="1120" y="3525"/>
                    <a:pt x="429" y="2834"/>
                    <a:pt x="429" y="2001"/>
                  </a:cubicBezTo>
                  <a:cubicBezTo>
                    <a:pt x="429" y="1143"/>
                    <a:pt x="1120" y="453"/>
                    <a:pt x="1977" y="453"/>
                  </a:cubicBezTo>
                  <a:close/>
                  <a:moveTo>
                    <a:pt x="1977" y="0"/>
                  </a:moveTo>
                  <a:cubicBezTo>
                    <a:pt x="882" y="0"/>
                    <a:pt x="1" y="905"/>
                    <a:pt x="1" y="2001"/>
                  </a:cubicBezTo>
                  <a:cubicBezTo>
                    <a:pt x="1" y="3072"/>
                    <a:pt x="882" y="3977"/>
                    <a:pt x="1977" y="3977"/>
                  </a:cubicBezTo>
                  <a:cubicBezTo>
                    <a:pt x="3073" y="3977"/>
                    <a:pt x="3954" y="3072"/>
                    <a:pt x="3954" y="2001"/>
                  </a:cubicBezTo>
                  <a:cubicBezTo>
                    <a:pt x="3954" y="905"/>
                    <a:pt x="3073" y="0"/>
                    <a:pt x="19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38" name="Google Shape;4438;p59"/>
            <p:cNvSpPr/>
            <p:nvPr/>
          </p:nvSpPr>
          <p:spPr>
            <a:xfrm>
              <a:off x="6584392" y="3457637"/>
              <a:ext cx="35275" cy="18183"/>
            </a:xfrm>
            <a:custGeom>
              <a:rect b="b" l="l" r="r" t="t"/>
              <a:pathLst>
                <a:path extrusionOk="0" h="549" w="1001">
                  <a:moveTo>
                    <a:pt x="500" y="1"/>
                  </a:moveTo>
                  <a:cubicBezTo>
                    <a:pt x="357" y="1"/>
                    <a:pt x="191" y="48"/>
                    <a:pt x="95" y="168"/>
                  </a:cubicBezTo>
                  <a:cubicBezTo>
                    <a:pt x="0" y="239"/>
                    <a:pt x="0" y="382"/>
                    <a:pt x="95" y="477"/>
                  </a:cubicBezTo>
                  <a:cubicBezTo>
                    <a:pt x="131" y="513"/>
                    <a:pt x="185" y="531"/>
                    <a:pt x="241" y="531"/>
                  </a:cubicBezTo>
                  <a:cubicBezTo>
                    <a:pt x="298" y="531"/>
                    <a:pt x="357" y="513"/>
                    <a:pt x="405" y="477"/>
                  </a:cubicBezTo>
                  <a:cubicBezTo>
                    <a:pt x="429" y="453"/>
                    <a:pt x="452" y="429"/>
                    <a:pt x="500" y="429"/>
                  </a:cubicBezTo>
                  <a:cubicBezTo>
                    <a:pt x="548" y="429"/>
                    <a:pt x="572" y="453"/>
                    <a:pt x="595" y="477"/>
                  </a:cubicBezTo>
                  <a:cubicBezTo>
                    <a:pt x="643" y="525"/>
                    <a:pt x="691" y="549"/>
                    <a:pt x="762" y="549"/>
                  </a:cubicBezTo>
                  <a:cubicBezTo>
                    <a:pt x="810" y="549"/>
                    <a:pt x="857" y="525"/>
                    <a:pt x="905" y="477"/>
                  </a:cubicBezTo>
                  <a:cubicBezTo>
                    <a:pt x="1000" y="382"/>
                    <a:pt x="1000" y="239"/>
                    <a:pt x="905" y="168"/>
                  </a:cubicBezTo>
                  <a:cubicBezTo>
                    <a:pt x="810" y="48"/>
                    <a:pt x="667" y="1"/>
                    <a:pt x="5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39" name="Google Shape;4439;p59"/>
            <p:cNvSpPr/>
            <p:nvPr/>
          </p:nvSpPr>
          <p:spPr>
            <a:xfrm>
              <a:off x="6560042" y="3431605"/>
              <a:ext cx="35275" cy="18183"/>
            </a:xfrm>
            <a:custGeom>
              <a:rect b="b" l="l" r="r" t="t"/>
              <a:pathLst>
                <a:path extrusionOk="0" h="549" w="1001">
                  <a:moveTo>
                    <a:pt x="242" y="1"/>
                  </a:moveTo>
                  <a:cubicBezTo>
                    <a:pt x="185" y="1"/>
                    <a:pt x="131" y="25"/>
                    <a:pt x="96" y="72"/>
                  </a:cubicBezTo>
                  <a:cubicBezTo>
                    <a:pt x="0" y="144"/>
                    <a:pt x="0" y="287"/>
                    <a:pt x="96" y="382"/>
                  </a:cubicBezTo>
                  <a:cubicBezTo>
                    <a:pt x="191" y="477"/>
                    <a:pt x="334" y="549"/>
                    <a:pt x="501" y="549"/>
                  </a:cubicBezTo>
                  <a:cubicBezTo>
                    <a:pt x="643" y="549"/>
                    <a:pt x="810" y="477"/>
                    <a:pt x="905" y="382"/>
                  </a:cubicBezTo>
                  <a:cubicBezTo>
                    <a:pt x="1001" y="287"/>
                    <a:pt x="1001" y="144"/>
                    <a:pt x="905" y="72"/>
                  </a:cubicBezTo>
                  <a:cubicBezTo>
                    <a:pt x="858" y="25"/>
                    <a:pt x="804" y="1"/>
                    <a:pt x="751" y="1"/>
                  </a:cubicBezTo>
                  <a:cubicBezTo>
                    <a:pt x="697" y="1"/>
                    <a:pt x="643" y="25"/>
                    <a:pt x="596" y="72"/>
                  </a:cubicBezTo>
                  <a:cubicBezTo>
                    <a:pt x="572" y="96"/>
                    <a:pt x="524" y="120"/>
                    <a:pt x="501" y="120"/>
                  </a:cubicBezTo>
                  <a:cubicBezTo>
                    <a:pt x="453" y="120"/>
                    <a:pt x="429" y="96"/>
                    <a:pt x="405" y="72"/>
                  </a:cubicBezTo>
                  <a:cubicBezTo>
                    <a:pt x="358" y="25"/>
                    <a:pt x="298" y="1"/>
                    <a:pt x="2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40" name="Google Shape;4440;p59"/>
            <p:cNvSpPr/>
            <p:nvPr/>
          </p:nvSpPr>
          <p:spPr>
            <a:xfrm>
              <a:off x="6609553" y="3431605"/>
              <a:ext cx="35275" cy="18183"/>
            </a:xfrm>
            <a:custGeom>
              <a:rect b="b" l="l" r="r" t="t"/>
              <a:pathLst>
                <a:path extrusionOk="0" h="549" w="1001">
                  <a:moveTo>
                    <a:pt x="236" y="1"/>
                  </a:moveTo>
                  <a:cubicBezTo>
                    <a:pt x="179" y="1"/>
                    <a:pt x="120" y="25"/>
                    <a:pt x="72" y="72"/>
                  </a:cubicBezTo>
                  <a:cubicBezTo>
                    <a:pt x="0" y="168"/>
                    <a:pt x="0" y="287"/>
                    <a:pt x="72" y="382"/>
                  </a:cubicBezTo>
                  <a:cubicBezTo>
                    <a:pt x="191" y="477"/>
                    <a:pt x="334" y="549"/>
                    <a:pt x="501" y="549"/>
                  </a:cubicBezTo>
                  <a:cubicBezTo>
                    <a:pt x="643" y="549"/>
                    <a:pt x="786" y="501"/>
                    <a:pt x="905" y="382"/>
                  </a:cubicBezTo>
                  <a:cubicBezTo>
                    <a:pt x="1001" y="287"/>
                    <a:pt x="1001" y="144"/>
                    <a:pt x="905" y="72"/>
                  </a:cubicBezTo>
                  <a:cubicBezTo>
                    <a:pt x="858" y="25"/>
                    <a:pt x="798" y="1"/>
                    <a:pt x="742" y="1"/>
                  </a:cubicBezTo>
                  <a:cubicBezTo>
                    <a:pt x="685" y="1"/>
                    <a:pt x="632" y="25"/>
                    <a:pt x="596" y="72"/>
                  </a:cubicBezTo>
                  <a:cubicBezTo>
                    <a:pt x="572" y="96"/>
                    <a:pt x="524" y="120"/>
                    <a:pt x="501" y="120"/>
                  </a:cubicBezTo>
                  <a:cubicBezTo>
                    <a:pt x="453" y="120"/>
                    <a:pt x="429" y="96"/>
                    <a:pt x="381" y="72"/>
                  </a:cubicBezTo>
                  <a:cubicBezTo>
                    <a:pt x="346" y="25"/>
                    <a:pt x="292"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41" name="Google Shape;4441;p59"/>
            <p:cNvSpPr/>
            <p:nvPr/>
          </p:nvSpPr>
          <p:spPr>
            <a:xfrm>
              <a:off x="6592779" y="3348806"/>
              <a:ext cx="19312" cy="15003"/>
            </a:xfrm>
            <a:custGeom>
              <a:rect b="b" l="l" r="r" t="t"/>
              <a:pathLst>
                <a:path extrusionOk="0" h="453" w="548">
                  <a:moveTo>
                    <a:pt x="262" y="0"/>
                  </a:moveTo>
                  <a:cubicBezTo>
                    <a:pt x="167" y="0"/>
                    <a:pt x="95" y="48"/>
                    <a:pt x="72" y="119"/>
                  </a:cubicBezTo>
                  <a:cubicBezTo>
                    <a:pt x="0" y="286"/>
                    <a:pt x="119" y="453"/>
                    <a:pt x="262" y="453"/>
                  </a:cubicBezTo>
                  <a:cubicBezTo>
                    <a:pt x="429" y="453"/>
                    <a:pt x="548" y="262"/>
                    <a:pt x="453" y="96"/>
                  </a:cubicBezTo>
                  <a:cubicBezTo>
                    <a:pt x="405" y="48"/>
                    <a:pt x="357" y="0"/>
                    <a:pt x="2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442" name="Google Shape;4442;p59"/>
          <p:cNvGrpSpPr/>
          <p:nvPr/>
        </p:nvGrpSpPr>
        <p:grpSpPr>
          <a:xfrm>
            <a:off x="7251538" y="3202881"/>
            <a:ext cx="344964" cy="373097"/>
            <a:chOff x="7251538" y="3202881"/>
            <a:chExt cx="344964" cy="373097"/>
          </a:xfrm>
        </p:grpSpPr>
        <p:sp>
          <p:nvSpPr>
            <p:cNvPr id="4443" name="Google Shape;4443;p59"/>
            <p:cNvSpPr/>
            <p:nvPr/>
          </p:nvSpPr>
          <p:spPr>
            <a:xfrm>
              <a:off x="7251538" y="3202881"/>
              <a:ext cx="344964" cy="373097"/>
            </a:xfrm>
            <a:custGeom>
              <a:rect b="b" l="l" r="r" t="t"/>
              <a:pathLst>
                <a:path extrusionOk="0" h="11265" w="9789">
                  <a:moveTo>
                    <a:pt x="5383" y="1"/>
                  </a:moveTo>
                  <a:cubicBezTo>
                    <a:pt x="4216" y="1"/>
                    <a:pt x="3120" y="453"/>
                    <a:pt x="2287" y="1287"/>
                  </a:cubicBezTo>
                  <a:cubicBezTo>
                    <a:pt x="1453" y="2120"/>
                    <a:pt x="1001" y="3192"/>
                    <a:pt x="1001" y="4359"/>
                  </a:cubicBezTo>
                  <a:cubicBezTo>
                    <a:pt x="1001" y="4645"/>
                    <a:pt x="763" y="5121"/>
                    <a:pt x="358" y="5692"/>
                  </a:cubicBezTo>
                  <a:cubicBezTo>
                    <a:pt x="1" y="6193"/>
                    <a:pt x="48" y="6550"/>
                    <a:pt x="143" y="6764"/>
                  </a:cubicBezTo>
                  <a:cubicBezTo>
                    <a:pt x="262" y="6978"/>
                    <a:pt x="548" y="7240"/>
                    <a:pt x="1263" y="7288"/>
                  </a:cubicBezTo>
                  <a:lnTo>
                    <a:pt x="1263" y="8431"/>
                  </a:lnTo>
                  <a:cubicBezTo>
                    <a:pt x="1263" y="9169"/>
                    <a:pt x="1858" y="9788"/>
                    <a:pt x="2620" y="9788"/>
                  </a:cubicBezTo>
                  <a:cubicBezTo>
                    <a:pt x="3311" y="9788"/>
                    <a:pt x="3668" y="9812"/>
                    <a:pt x="3835" y="9955"/>
                  </a:cubicBezTo>
                  <a:cubicBezTo>
                    <a:pt x="4001" y="10098"/>
                    <a:pt x="4049" y="10431"/>
                    <a:pt x="4097" y="11051"/>
                  </a:cubicBezTo>
                  <a:cubicBezTo>
                    <a:pt x="4097" y="11170"/>
                    <a:pt x="4192" y="11265"/>
                    <a:pt x="4311" y="11265"/>
                  </a:cubicBezTo>
                  <a:lnTo>
                    <a:pt x="8002" y="11265"/>
                  </a:lnTo>
                  <a:cubicBezTo>
                    <a:pt x="8026" y="11265"/>
                    <a:pt x="8050" y="11265"/>
                    <a:pt x="8074" y="11241"/>
                  </a:cubicBezTo>
                  <a:cubicBezTo>
                    <a:pt x="8169" y="11217"/>
                    <a:pt x="8240" y="11122"/>
                    <a:pt x="8217" y="11027"/>
                  </a:cubicBezTo>
                  <a:cubicBezTo>
                    <a:pt x="8193" y="10455"/>
                    <a:pt x="8169" y="10050"/>
                    <a:pt x="8193" y="9669"/>
                  </a:cubicBezTo>
                  <a:cubicBezTo>
                    <a:pt x="8193" y="9550"/>
                    <a:pt x="8097" y="9455"/>
                    <a:pt x="7978" y="9455"/>
                  </a:cubicBezTo>
                  <a:lnTo>
                    <a:pt x="7955" y="9455"/>
                  </a:lnTo>
                  <a:cubicBezTo>
                    <a:pt x="7835" y="9455"/>
                    <a:pt x="7740" y="9550"/>
                    <a:pt x="7740" y="9669"/>
                  </a:cubicBezTo>
                  <a:cubicBezTo>
                    <a:pt x="7740" y="10003"/>
                    <a:pt x="7740" y="10360"/>
                    <a:pt x="7764" y="10836"/>
                  </a:cubicBezTo>
                  <a:lnTo>
                    <a:pt x="4525" y="10836"/>
                  </a:lnTo>
                  <a:cubicBezTo>
                    <a:pt x="4478" y="10265"/>
                    <a:pt x="4406" y="9860"/>
                    <a:pt x="4120" y="9622"/>
                  </a:cubicBezTo>
                  <a:cubicBezTo>
                    <a:pt x="3811" y="9360"/>
                    <a:pt x="3358" y="9336"/>
                    <a:pt x="2620" y="9336"/>
                  </a:cubicBezTo>
                  <a:cubicBezTo>
                    <a:pt x="2096" y="9336"/>
                    <a:pt x="1691" y="8931"/>
                    <a:pt x="1691" y="8431"/>
                  </a:cubicBezTo>
                  <a:lnTo>
                    <a:pt x="1691" y="8050"/>
                  </a:lnTo>
                  <a:lnTo>
                    <a:pt x="2501" y="8050"/>
                  </a:lnTo>
                  <a:cubicBezTo>
                    <a:pt x="2596" y="8050"/>
                    <a:pt x="2715" y="7979"/>
                    <a:pt x="2715" y="7860"/>
                  </a:cubicBezTo>
                  <a:cubicBezTo>
                    <a:pt x="2739" y="7740"/>
                    <a:pt x="2644" y="7621"/>
                    <a:pt x="2501" y="7621"/>
                  </a:cubicBezTo>
                  <a:lnTo>
                    <a:pt x="1691" y="7621"/>
                  </a:lnTo>
                  <a:lnTo>
                    <a:pt x="1691" y="7074"/>
                  </a:lnTo>
                  <a:cubicBezTo>
                    <a:pt x="1691" y="6931"/>
                    <a:pt x="1596" y="6835"/>
                    <a:pt x="1477" y="6835"/>
                  </a:cubicBezTo>
                  <a:cubicBezTo>
                    <a:pt x="977" y="6835"/>
                    <a:pt x="620" y="6740"/>
                    <a:pt x="524" y="6550"/>
                  </a:cubicBezTo>
                  <a:cubicBezTo>
                    <a:pt x="453" y="6407"/>
                    <a:pt x="524" y="6193"/>
                    <a:pt x="691" y="5954"/>
                  </a:cubicBezTo>
                  <a:cubicBezTo>
                    <a:pt x="1025" y="5502"/>
                    <a:pt x="1429" y="4835"/>
                    <a:pt x="1429" y="4359"/>
                  </a:cubicBezTo>
                  <a:cubicBezTo>
                    <a:pt x="1429" y="2216"/>
                    <a:pt x="3192" y="453"/>
                    <a:pt x="5383" y="453"/>
                  </a:cubicBezTo>
                  <a:cubicBezTo>
                    <a:pt x="7550" y="453"/>
                    <a:pt x="9336" y="2216"/>
                    <a:pt x="9336" y="4359"/>
                  </a:cubicBezTo>
                  <a:cubicBezTo>
                    <a:pt x="9336" y="5073"/>
                    <a:pt x="9145" y="5788"/>
                    <a:pt x="8764" y="6383"/>
                  </a:cubicBezTo>
                  <a:cubicBezTo>
                    <a:pt x="8478" y="6835"/>
                    <a:pt x="8264" y="7240"/>
                    <a:pt x="8121" y="7645"/>
                  </a:cubicBezTo>
                  <a:cubicBezTo>
                    <a:pt x="8074" y="7764"/>
                    <a:pt x="8121" y="7907"/>
                    <a:pt x="8240" y="7931"/>
                  </a:cubicBezTo>
                  <a:cubicBezTo>
                    <a:pt x="8271" y="7943"/>
                    <a:pt x="8302" y="7949"/>
                    <a:pt x="8331" y="7949"/>
                  </a:cubicBezTo>
                  <a:cubicBezTo>
                    <a:pt x="8416" y="7949"/>
                    <a:pt x="8491" y="7900"/>
                    <a:pt x="8526" y="7812"/>
                  </a:cubicBezTo>
                  <a:cubicBezTo>
                    <a:pt x="8669" y="7431"/>
                    <a:pt x="8860" y="7050"/>
                    <a:pt x="9121" y="6621"/>
                  </a:cubicBezTo>
                  <a:cubicBezTo>
                    <a:pt x="9550" y="5931"/>
                    <a:pt x="9764" y="5168"/>
                    <a:pt x="9764" y="4359"/>
                  </a:cubicBezTo>
                  <a:cubicBezTo>
                    <a:pt x="9788" y="3192"/>
                    <a:pt x="9336" y="2120"/>
                    <a:pt x="8502" y="1287"/>
                  </a:cubicBezTo>
                  <a:cubicBezTo>
                    <a:pt x="7669" y="477"/>
                    <a:pt x="6550" y="1"/>
                    <a:pt x="53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44" name="Google Shape;4444;p59"/>
            <p:cNvSpPr/>
            <p:nvPr/>
          </p:nvSpPr>
          <p:spPr>
            <a:xfrm>
              <a:off x="7323707" y="3359835"/>
              <a:ext cx="18853" cy="14738"/>
            </a:xfrm>
            <a:custGeom>
              <a:rect b="b" l="l" r="r" t="t"/>
              <a:pathLst>
                <a:path extrusionOk="0" h="445" w="535">
                  <a:moveTo>
                    <a:pt x="263" y="1"/>
                  </a:moveTo>
                  <a:cubicBezTo>
                    <a:pt x="120" y="1"/>
                    <a:pt x="1" y="144"/>
                    <a:pt x="48" y="287"/>
                  </a:cubicBezTo>
                  <a:cubicBezTo>
                    <a:pt x="72" y="358"/>
                    <a:pt x="120" y="406"/>
                    <a:pt x="191" y="429"/>
                  </a:cubicBezTo>
                  <a:cubicBezTo>
                    <a:pt x="219" y="440"/>
                    <a:pt x="247" y="445"/>
                    <a:pt x="273" y="445"/>
                  </a:cubicBezTo>
                  <a:cubicBezTo>
                    <a:pt x="425" y="445"/>
                    <a:pt x="534" y="282"/>
                    <a:pt x="453" y="120"/>
                  </a:cubicBezTo>
                  <a:cubicBezTo>
                    <a:pt x="429" y="48"/>
                    <a:pt x="358" y="1"/>
                    <a:pt x="2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45" name="Google Shape;4445;p59"/>
            <p:cNvSpPr/>
            <p:nvPr/>
          </p:nvSpPr>
          <p:spPr>
            <a:xfrm>
              <a:off x="7525944" y="3483669"/>
              <a:ext cx="19347" cy="14242"/>
            </a:xfrm>
            <a:custGeom>
              <a:rect b="b" l="l" r="r" t="t"/>
              <a:pathLst>
                <a:path extrusionOk="0" h="430" w="549">
                  <a:moveTo>
                    <a:pt x="263" y="1"/>
                  </a:moveTo>
                  <a:cubicBezTo>
                    <a:pt x="191" y="1"/>
                    <a:pt x="96" y="48"/>
                    <a:pt x="72" y="120"/>
                  </a:cubicBezTo>
                  <a:cubicBezTo>
                    <a:pt x="1" y="286"/>
                    <a:pt x="120" y="429"/>
                    <a:pt x="263" y="429"/>
                  </a:cubicBezTo>
                  <a:cubicBezTo>
                    <a:pt x="430" y="429"/>
                    <a:pt x="549" y="263"/>
                    <a:pt x="453" y="96"/>
                  </a:cubicBezTo>
                  <a:cubicBezTo>
                    <a:pt x="430" y="24"/>
                    <a:pt x="358" y="1"/>
                    <a:pt x="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46" name="Google Shape;4446;p59"/>
            <p:cNvSpPr/>
            <p:nvPr/>
          </p:nvSpPr>
          <p:spPr>
            <a:xfrm>
              <a:off x="7319514" y="3327510"/>
              <a:ext cx="42852" cy="22124"/>
            </a:xfrm>
            <a:custGeom>
              <a:rect b="b" l="l" r="r" t="t"/>
              <a:pathLst>
                <a:path extrusionOk="0" h="668" w="1216">
                  <a:moveTo>
                    <a:pt x="215" y="0"/>
                  </a:moveTo>
                  <a:cubicBezTo>
                    <a:pt x="96" y="0"/>
                    <a:pt x="1" y="96"/>
                    <a:pt x="1" y="215"/>
                  </a:cubicBezTo>
                  <a:cubicBezTo>
                    <a:pt x="1" y="334"/>
                    <a:pt x="96" y="429"/>
                    <a:pt x="215" y="429"/>
                  </a:cubicBezTo>
                  <a:cubicBezTo>
                    <a:pt x="310" y="429"/>
                    <a:pt x="405" y="477"/>
                    <a:pt x="524" y="524"/>
                  </a:cubicBezTo>
                  <a:cubicBezTo>
                    <a:pt x="667" y="596"/>
                    <a:pt x="810" y="667"/>
                    <a:pt x="1001" y="667"/>
                  </a:cubicBezTo>
                  <a:cubicBezTo>
                    <a:pt x="1120" y="667"/>
                    <a:pt x="1215" y="572"/>
                    <a:pt x="1215" y="429"/>
                  </a:cubicBezTo>
                  <a:cubicBezTo>
                    <a:pt x="1215" y="310"/>
                    <a:pt x="1120" y="215"/>
                    <a:pt x="1001" y="215"/>
                  </a:cubicBezTo>
                  <a:cubicBezTo>
                    <a:pt x="905" y="215"/>
                    <a:pt x="810" y="167"/>
                    <a:pt x="691" y="120"/>
                  </a:cubicBezTo>
                  <a:cubicBezTo>
                    <a:pt x="548" y="72"/>
                    <a:pt x="382" y="0"/>
                    <a:pt x="2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47" name="Google Shape;4447;p59"/>
            <p:cNvSpPr/>
            <p:nvPr/>
          </p:nvSpPr>
          <p:spPr>
            <a:xfrm>
              <a:off x="7387490" y="3250010"/>
              <a:ext cx="171231" cy="135891"/>
            </a:xfrm>
            <a:custGeom>
              <a:rect b="b" l="l" r="r" t="t"/>
              <a:pathLst>
                <a:path extrusionOk="0" h="4103" w="4859">
                  <a:moveTo>
                    <a:pt x="2430" y="531"/>
                  </a:moveTo>
                  <a:cubicBezTo>
                    <a:pt x="2715" y="816"/>
                    <a:pt x="2906" y="1269"/>
                    <a:pt x="2906" y="1745"/>
                  </a:cubicBezTo>
                  <a:cubicBezTo>
                    <a:pt x="2906" y="2245"/>
                    <a:pt x="2715" y="2698"/>
                    <a:pt x="2430" y="2983"/>
                  </a:cubicBezTo>
                  <a:cubicBezTo>
                    <a:pt x="2144" y="2698"/>
                    <a:pt x="1953" y="2245"/>
                    <a:pt x="1953" y="1745"/>
                  </a:cubicBezTo>
                  <a:cubicBezTo>
                    <a:pt x="1953" y="1269"/>
                    <a:pt x="2144" y="816"/>
                    <a:pt x="2430" y="531"/>
                  </a:cubicBezTo>
                  <a:close/>
                  <a:moveTo>
                    <a:pt x="739" y="1602"/>
                  </a:moveTo>
                  <a:cubicBezTo>
                    <a:pt x="1001" y="1602"/>
                    <a:pt x="1286" y="1697"/>
                    <a:pt x="1525" y="1864"/>
                  </a:cubicBezTo>
                  <a:cubicBezTo>
                    <a:pt x="1548" y="2293"/>
                    <a:pt x="1667" y="2698"/>
                    <a:pt x="1882" y="3007"/>
                  </a:cubicBezTo>
                  <a:cubicBezTo>
                    <a:pt x="1644" y="2936"/>
                    <a:pt x="1406" y="2793"/>
                    <a:pt x="1215" y="2602"/>
                  </a:cubicBezTo>
                  <a:cubicBezTo>
                    <a:pt x="929" y="2317"/>
                    <a:pt x="763" y="1936"/>
                    <a:pt x="739" y="1602"/>
                  </a:cubicBezTo>
                  <a:close/>
                  <a:moveTo>
                    <a:pt x="4097" y="1602"/>
                  </a:moveTo>
                  <a:cubicBezTo>
                    <a:pt x="4097" y="1936"/>
                    <a:pt x="3930" y="2317"/>
                    <a:pt x="3644" y="2602"/>
                  </a:cubicBezTo>
                  <a:cubicBezTo>
                    <a:pt x="3454" y="2793"/>
                    <a:pt x="3215" y="2936"/>
                    <a:pt x="2977" y="3007"/>
                  </a:cubicBezTo>
                  <a:cubicBezTo>
                    <a:pt x="3192" y="2698"/>
                    <a:pt x="3311" y="2293"/>
                    <a:pt x="3335" y="1864"/>
                  </a:cubicBezTo>
                  <a:cubicBezTo>
                    <a:pt x="3573" y="1697"/>
                    <a:pt x="3858" y="1602"/>
                    <a:pt x="4097" y="1602"/>
                  </a:cubicBezTo>
                  <a:close/>
                  <a:moveTo>
                    <a:pt x="953" y="2960"/>
                  </a:moveTo>
                  <a:cubicBezTo>
                    <a:pt x="1239" y="3222"/>
                    <a:pt x="1572" y="3412"/>
                    <a:pt x="1929" y="3484"/>
                  </a:cubicBezTo>
                  <a:cubicBezTo>
                    <a:pt x="1763" y="3579"/>
                    <a:pt x="1548" y="3650"/>
                    <a:pt x="1334" y="3650"/>
                  </a:cubicBezTo>
                  <a:cubicBezTo>
                    <a:pt x="1001" y="3650"/>
                    <a:pt x="691" y="3507"/>
                    <a:pt x="501" y="3269"/>
                  </a:cubicBezTo>
                  <a:cubicBezTo>
                    <a:pt x="620" y="3126"/>
                    <a:pt x="763" y="3007"/>
                    <a:pt x="953" y="2960"/>
                  </a:cubicBezTo>
                  <a:close/>
                  <a:moveTo>
                    <a:pt x="3906" y="2960"/>
                  </a:moveTo>
                  <a:cubicBezTo>
                    <a:pt x="4097" y="3007"/>
                    <a:pt x="4239" y="3126"/>
                    <a:pt x="4359" y="3269"/>
                  </a:cubicBezTo>
                  <a:cubicBezTo>
                    <a:pt x="4168" y="3507"/>
                    <a:pt x="3858" y="3650"/>
                    <a:pt x="3525" y="3650"/>
                  </a:cubicBezTo>
                  <a:cubicBezTo>
                    <a:pt x="3311" y="3650"/>
                    <a:pt x="3096" y="3579"/>
                    <a:pt x="2930" y="3460"/>
                  </a:cubicBezTo>
                  <a:cubicBezTo>
                    <a:pt x="3263" y="3412"/>
                    <a:pt x="3620" y="3222"/>
                    <a:pt x="3906" y="2960"/>
                  </a:cubicBezTo>
                  <a:close/>
                  <a:moveTo>
                    <a:pt x="2427" y="1"/>
                  </a:moveTo>
                  <a:cubicBezTo>
                    <a:pt x="2382" y="1"/>
                    <a:pt x="2334" y="19"/>
                    <a:pt x="2287" y="54"/>
                  </a:cubicBezTo>
                  <a:cubicBezTo>
                    <a:pt x="1906" y="340"/>
                    <a:pt x="1644" y="816"/>
                    <a:pt x="1548" y="1364"/>
                  </a:cubicBezTo>
                  <a:cubicBezTo>
                    <a:pt x="1300" y="1222"/>
                    <a:pt x="1039" y="1146"/>
                    <a:pt x="774" y="1146"/>
                  </a:cubicBezTo>
                  <a:cubicBezTo>
                    <a:pt x="683" y="1146"/>
                    <a:pt x="592" y="1155"/>
                    <a:pt x="501" y="1174"/>
                  </a:cubicBezTo>
                  <a:cubicBezTo>
                    <a:pt x="405" y="1174"/>
                    <a:pt x="334" y="1245"/>
                    <a:pt x="334" y="1340"/>
                  </a:cubicBezTo>
                  <a:cubicBezTo>
                    <a:pt x="262" y="1769"/>
                    <a:pt x="382" y="2221"/>
                    <a:pt x="643" y="2602"/>
                  </a:cubicBezTo>
                  <a:cubicBezTo>
                    <a:pt x="405" y="2721"/>
                    <a:pt x="191" y="2912"/>
                    <a:pt x="48" y="3150"/>
                  </a:cubicBezTo>
                  <a:cubicBezTo>
                    <a:pt x="0" y="3222"/>
                    <a:pt x="0" y="3317"/>
                    <a:pt x="48" y="3388"/>
                  </a:cubicBezTo>
                  <a:cubicBezTo>
                    <a:pt x="310" y="3817"/>
                    <a:pt x="810" y="4103"/>
                    <a:pt x="1334" y="4103"/>
                  </a:cubicBezTo>
                  <a:cubicBezTo>
                    <a:pt x="1739" y="4103"/>
                    <a:pt x="2144" y="3912"/>
                    <a:pt x="2430" y="3626"/>
                  </a:cubicBezTo>
                  <a:cubicBezTo>
                    <a:pt x="2715" y="3912"/>
                    <a:pt x="3096" y="4103"/>
                    <a:pt x="3525" y="4103"/>
                  </a:cubicBezTo>
                  <a:cubicBezTo>
                    <a:pt x="4049" y="4103"/>
                    <a:pt x="4549" y="3817"/>
                    <a:pt x="4811" y="3388"/>
                  </a:cubicBezTo>
                  <a:cubicBezTo>
                    <a:pt x="4859" y="3317"/>
                    <a:pt x="4859" y="3222"/>
                    <a:pt x="4811" y="3150"/>
                  </a:cubicBezTo>
                  <a:cubicBezTo>
                    <a:pt x="4668" y="2912"/>
                    <a:pt x="4454" y="2721"/>
                    <a:pt x="4216" y="2602"/>
                  </a:cubicBezTo>
                  <a:cubicBezTo>
                    <a:pt x="4478" y="2221"/>
                    <a:pt x="4597" y="1769"/>
                    <a:pt x="4525" y="1340"/>
                  </a:cubicBezTo>
                  <a:cubicBezTo>
                    <a:pt x="4501" y="1245"/>
                    <a:pt x="4430" y="1174"/>
                    <a:pt x="4335" y="1174"/>
                  </a:cubicBezTo>
                  <a:cubicBezTo>
                    <a:pt x="4250" y="1155"/>
                    <a:pt x="4163" y="1146"/>
                    <a:pt x="4075" y="1146"/>
                  </a:cubicBezTo>
                  <a:cubicBezTo>
                    <a:pt x="3820" y="1146"/>
                    <a:pt x="3559" y="1222"/>
                    <a:pt x="3311" y="1364"/>
                  </a:cubicBezTo>
                  <a:cubicBezTo>
                    <a:pt x="3215" y="816"/>
                    <a:pt x="2953" y="340"/>
                    <a:pt x="2549" y="54"/>
                  </a:cubicBezTo>
                  <a:cubicBezTo>
                    <a:pt x="2513" y="19"/>
                    <a:pt x="2471" y="1"/>
                    <a:pt x="24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448" name="Google Shape;4448;p59"/>
          <p:cNvGrpSpPr/>
          <p:nvPr/>
        </p:nvGrpSpPr>
        <p:grpSpPr>
          <a:xfrm>
            <a:off x="8080678" y="3202881"/>
            <a:ext cx="309689" cy="373097"/>
            <a:chOff x="8080678" y="3202881"/>
            <a:chExt cx="309689" cy="373097"/>
          </a:xfrm>
        </p:grpSpPr>
        <p:sp>
          <p:nvSpPr>
            <p:cNvPr id="4449" name="Google Shape;4449;p59"/>
            <p:cNvSpPr/>
            <p:nvPr/>
          </p:nvSpPr>
          <p:spPr>
            <a:xfrm>
              <a:off x="8080678" y="3202881"/>
              <a:ext cx="309689" cy="373097"/>
            </a:xfrm>
            <a:custGeom>
              <a:rect b="b" l="l" r="r" t="t"/>
              <a:pathLst>
                <a:path extrusionOk="0" h="11265" w="8788">
                  <a:moveTo>
                    <a:pt x="4406" y="453"/>
                  </a:moveTo>
                  <a:cubicBezTo>
                    <a:pt x="4573" y="453"/>
                    <a:pt x="4739" y="572"/>
                    <a:pt x="4811" y="739"/>
                  </a:cubicBezTo>
                  <a:cubicBezTo>
                    <a:pt x="4835" y="834"/>
                    <a:pt x="4930" y="882"/>
                    <a:pt x="5025" y="882"/>
                  </a:cubicBezTo>
                  <a:lnTo>
                    <a:pt x="6383" y="882"/>
                  </a:lnTo>
                  <a:lnTo>
                    <a:pt x="6383" y="1763"/>
                  </a:lnTo>
                  <a:lnTo>
                    <a:pt x="5406" y="1763"/>
                  </a:lnTo>
                  <a:cubicBezTo>
                    <a:pt x="5287" y="1763"/>
                    <a:pt x="5192" y="1834"/>
                    <a:pt x="5168" y="1954"/>
                  </a:cubicBezTo>
                  <a:cubicBezTo>
                    <a:pt x="5144" y="2096"/>
                    <a:pt x="5263" y="2216"/>
                    <a:pt x="5382" y="2216"/>
                  </a:cubicBezTo>
                  <a:lnTo>
                    <a:pt x="6383" y="2216"/>
                  </a:lnTo>
                  <a:cubicBezTo>
                    <a:pt x="6549" y="2216"/>
                    <a:pt x="6692" y="2120"/>
                    <a:pt x="6764" y="2001"/>
                  </a:cubicBezTo>
                  <a:lnTo>
                    <a:pt x="7478" y="2001"/>
                  </a:lnTo>
                  <a:lnTo>
                    <a:pt x="7478" y="9955"/>
                  </a:lnTo>
                  <a:lnTo>
                    <a:pt x="1310" y="9955"/>
                  </a:lnTo>
                  <a:lnTo>
                    <a:pt x="1310" y="2001"/>
                  </a:lnTo>
                  <a:lnTo>
                    <a:pt x="2048" y="2001"/>
                  </a:lnTo>
                  <a:cubicBezTo>
                    <a:pt x="2120" y="2120"/>
                    <a:pt x="2263" y="2216"/>
                    <a:pt x="2429" y="2216"/>
                  </a:cubicBezTo>
                  <a:lnTo>
                    <a:pt x="3406" y="2216"/>
                  </a:lnTo>
                  <a:cubicBezTo>
                    <a:pt x="3525" y="2216"/>
                    <a:pt x="3620" y="2144"/>
                    <a:pt x="3644" y="2025"/>
                  </a:cubicBezTo>
                  <a:cubicBezTo>
                    <a:pt x="3644" y="1882"/>
                    <a:pt x="3549" y="1763"/>
                    <a:pt x="3406" y="1763"/>
                  </a:cubicBezTo>
                  <a:lnTo>
                    <a:pt x="2429" y="1763"/>
                  </a:lnTo>
                  <a:lnTo>
                    <a:pt x="2429" y="882"/>
                  </a:lnTo>
                  <a:lnTo>
                    <a:pt x="3787" y="882"/>
                  </a:lnTo>
                  <a:cubicBezTo>
                    <a:pt x="3882" y="882"/>
                    <a:pt x="3953" y="834"/>
                    <a:pt x="3977" y="739"/>
                  </a:cubicBezTo>
                  <a:cubicBezTo>
                    <a:pt x="4049" y="572"/>
                    <a:pt x="4215" y="453"/>
                    <a:pt x="4406" y="453"/>
                  </a:cubicBezTo>
                  <a:close/>
                  <a:moveTo>
                    <a:pt x="8121" y="1120"/>
                  </a:moveTo>
                  <a:cubicBezTo>
                    <a:pt x="8264" y="1120"/>
                    <a:pt x="8359" y="1215"/>
                    <a:pt x="8359" y="1334"/>
                  </a:cubicBezTo>
                  <a:lnTo>
                    <a:pt x="8359" y="10598"/>
                  </a:lnTo>
                  <a:cubicBezTo>
                    <a:pt x="8359" y="10741"/>
                    <a:pt x="8264" y="10836"/>
                    <a:pt x="8145" y="10836"/>
                  </a:cubicBezTo>
                  <a:lnTo>
                    <a:pt x="667" y="10836"/>
                  </a:lnTo>
                  <a:cubicBezTo>
                    <a:pt x="548" y="10836"/>
                    <a:pt x="429" y="10741"/>
                    <a:pt x="429" y="10598"/>
                  </a:cubicBezTo>
                  <a:lnTo>
                    <a:pt x="429" y="1334"/>
                  </a:lnTo>
                  <a:cubicBezTo>
                    <a:pt x="429" y="1215"/>
                    <a:pt x="548" y="1120"/>
                    <a:pt x="667" y="1120"/>
                  </a:cubicBezTo>
                  <a:lnTo>
                    <a:pt x="1977" y="1120"/>
                  </a:lnTo>
                  <a:lnTo>
                    <a:pt x="1977" y="1549"/>
                  </a:lnTo>
                  <a:lnTo>
                    <a:pt x="1096" y="1549"/>
                  </a:lnTo>
                  <a:cubicBezTo>
                    <a:pt x="977" y="1549"/>
                    <a:pt x="881" y="1644"/>
                    <a:pt x="881" y="1763"/>
                  </a:cubicBezTo>
                  <a:lnTo>
                    <a:pt x="881" y="10169"/>
                  </a:lnTo>
                  <a:cubicBezTo>
                    <a:pt x="881" y="10289"/>
                    <a:pt x="977" y="10384"/>
                    <a:pt x="1096" y="10384"/>
                  </a:cubicBezTo>
                  <a:lnTo>
                    <a:pt x="7692" y="10384"/>
                  </a:lnTo>
                  <a:cubicBezTo>
                    <a:pt x="7811" y="10384"/>
                    <a:pt x="7907" y="10289"/>
                    <a:pt x="7907" y="10169"/>
                  </a:cubicBezTo>
                  <a:lnTo>
                    <a:pt x="7907" y="1763"/>
                  </a:lnTo>
                  <a:cubicBezTo>
                    <a:pt x="7907" y="1644"/>
                    <a:pt x="7811" y="1549"/>
                    <a:pt x="7692" y="1549"/>
                  </a:cubicBezTo>
                  <a:lnTo>
                    <a:pt x="6811" y="1549"/>
                  </a:lnTo>
                  <a:lnTo>
                    <a:pt x="6811" y="1120"/>
                  </a:lnTo>
                  <a:close/>
                  <a:moveTo>
                    <a:pt x="4406" y="1"/>
                  </a:moveTo>
                  <a:cubicBezTo>
                    <a:pt x="4073" y="1"/>
                    <a:pt x="3787" y="191"/>
                    <a:pt x="3644" y="453"/>
                  </a:cubicBezTo>
                  <a:lnTo>
                    <a:pt x="2429" y="453"/>
                  </a:lnTo>
                  <a:cubicBezTo>
                    <a:pt x="2263" y="453"/>
                    <a:pt x="2120" y="548"/>
                    <a:pt x="2048" y="668"/>
                  </a:cubicBezTo>
                  <a:lnTo>
                    <a:pt x="667" y="668"/>
                  </a:lnTo>
                  <a:cubicBezTo>
                    <a:pt x="286" y="668"/>
                    <a:pt x="0" y="977"/>
                    <a:pt x="0" y="1334"/>
                  </a:cubicBezTo>
                  <a:lnTo>
                    <a:pt x="0" y="10598"/>
                  </a:lnTo>
                  <a:cubicBezTo>
                    <a:pt x="0" y="10979"/>
                    <a:pt x="286" y="11265"/>
                    <a:pt x="667" y="11265"/>
                  </a:cubicBezTo>
                  <a:lnTo>
                    <a:pt x="8121" y="11265"/>
                  </a:lnTo>
                  <a:cubicBezTo>
                    <a:pt x="8502" y="11265"/>
                    <a:pt x="8788" y="10979"/>
                    <a:pt x="8788" y="10598"/>
                  </a:cubicBezTo>
                  <a:lnTo>
                    <a:pt x="8788" y="1334"/>
                  </a:lnTo>
                  <a:cubicBezTo>
                    <a:pt x="8788" y="977"/>
                    <a:pt x="8502" y="668"/>
                    <a:pt x="8145" y="668"/>
                  </a:cubicBezTo>
                  <a:lnTo>
                    <a:pt x="6764" y="668"/>
                  </a:lnTo>
                  <a:cubicBezTo>
                    <a:pt x="6692" y="548"/>
                    <a:pt x="6549" y="453"/>
                    <a:pt x="6383" y="453"/>
                  </a:cubicBezTo>
                  <a:lnTo>
                    <a:pt x="5168" y="453"/>
                  </a:lnTo>
                  <a:cubicBezTo>
                    <a:pt x="5001" y="191"/>
                    <a:pt x="4716" y="1"/>
                    <a:pt x="44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50" name="Google Shape;4450;p59"/>
            <p:cNvSpPr/>
            <p:nvPr/>
          </p:nvSpPr>
          <p:spPr>
            <a:xfrm>
              <a:off x="8226673" y="3261271"/>
              <a:ext cx="19347" cy="15003"/>
            </a:xfrm>
            <a:custGeom>
              <a:rect b="b" l="l" r="r" t="t"/>
              <a:pathLst>
                <a:path extrusionOk="0" h="453" w="549">
                  <a:moveTo>
                    <a:pt x="263" y="0"/>
                  </a:moveTo>
                  <a:cubicBezTo>
                    <a:pt x="168" y="0"/>
                    <a:pt x="96" y="48"/>
                    <a:pt x="72" y="119"/>
                  </a:cubicBezTo>
                  <a:cubicBezTo>
                    <a:pt x="1" y="286"/>
                    <a:pt x="96" y="453"/>
                    <a:pt x="263" y="453"/>
                  </a:cubicBezTo>
                  <a:cubicBezTo>
                    <a:pt x="430" y="453"/>
                    <a:pt x="549" y="286"/>
                    <a:pt x="453" y="95"/>
                  </a:cubicBezTo>
                  <a:cubicBezTo>
                    <a:pt x="406" y="48"/>
                    <a:pt x="358" y="0"/>
                    <a:pt x="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51" name="Google Shape;4451;p59"/>
            <p:cNvSpPr/>
            <p:nvPr/>
          </p:nvSpPr>
          <p:spPr>
            <a:xfrm>
              <a:off x="8181356" y="3305419"/>
              <a:ext cx="109138" cy="101778"/>
            </a:xfrm>
            <a:custGeom>
              <a:rect b="b" l="l" r="r" t="t"/>
              <a:pathLst>
                <a:path extrusionOk="0" h="3073" w="3097">
                  <a:moveTo>
                    <a:pt x="1835" y="429"/>
                  </a:moveTo>
                  <a:lnTo>
                    <a:pt x="1835" y="1048"/>
                  </a:lnTo>
                  <a:cubicBezTo>
                    <a:pt x="1835" y="1168"/>
                    <a:pt x="1930" y="1263"/>
                    <a:pt x="2049" y="1263"/>
                  </a:cubicBezTo>
                  <a:lnTo>
                    <a:pt x="2668" y="1263"/>
                  </a:lnTo>
                  <a:lnTo>
                    <a:pt x="2668" y="1787"/>
                  </a:lnTo>
                  <a:lnTo>
                    <a:pt x="2049" y="1787"/>
                  </a:lnTo>
                  <a:cubicBezTo>
                    <a:pt x="1930" y="1787"/>
                    <a:pt x="1835" y="1882"/>
                    <a:pt x="1835" y="2025"/>
                  </a:cubicBezTo>
                  <a:lnTo>
                    <a:pt x="1835" y="2620"/>
                  </a:lnTo>
                  <a:lnTo>
                    <a:pt x="1287" y="2620"/>
                  </a:lnTo>
                  <a:lnTo>
                    <a:pt x="1287" y="2049"/>
                  </a:lnTo>
                  <a:cubicBezTo>
                    <a:pt x="1287" y="1906"/>
                    <a:pt x="1192" y="1811"/>
                    <a:pt x="1049" y="1811"/>
                  </a:cubicBezTo>
                  <a:lnTo>
                    <a:pt x="453" y="1811"/>
                  </a:lnTo>
                  <a:lnTo>
                    <a:pt x="453" y="1263"/>
                  </a:lnTo>
                  <a:lnTo>
                    <a:pt x="1049" y="1263"/>
                  </a:lnTo>
                  <a:cubicBezTo>
                    <a:pt x="1168" y="1263"/>
                    <a:pt x="1287" y="1168"/>
                    <a:pt x="1287" y="1048"/>
                  </a:cubicBezTo>
                  <a:lnTo>
                    <a:pt x="1287" y="429"/>
                  </a:lnTo>
                  <a:close/>
                  <a:moveTo>
                    <a:pt x="1263" y="1"/>
                  </a:moveTo>
                  <a:cubicBezTo>
                    <a:pt x="1025" y="1"/>
                    <a:pt x="834" y="191"/>
                    <a:pt x="834" y="405"/>
                  </a:cubicBezTo>
                  <a:lnTo>
                    <a:pt x="834" y="834"/>
                  </a:lnTo>
                  <a:lnTo>
                    <a:pt x="430" y="834"/>
                  </a:lnTo>
                  <a:cubicBezTo>
                    <a:pt x="191" y="834"/>
                    <a:pt x="1" y="1025"/>
                    <a:pt x="1" y="1239"/>
                  </a:cubicBezTo>
                  <a:lnTo>
                    <a:pt x="1" y="1811"/>
                  </a:lnTo>
                  <a:cubicBezTo>
                    <a:pt x="1" y="2049"/>
                    <a:pt x="191" y="2239"/>
                    <a:pt x="430" y="2239"/>
                  </a:cubicBezTo>
                  <a:lnTo>
                    <a:pt x="834" y="2239"/>
                  </a:lnTo>
                  <a:lnTo>
                    <a:pt x="834" y="2644"/>
                  </a:lnTo>
                  <a:cubicBezTo>
                    <a:pt x="834" y="2882"/>
                    <a:pt x="1025" y="3073"/>
                    <a:pt x="1239" y="3073"/>
                  </a:cubicBezTo>
                  <a:lnTo>
                    <a:pt x="1859" y="3073"/>
                  </a:lnTo>
                  <a:cubicBezTo>
                    <a:pt x="2073" y="3073"/>
                    <a:pt x="2263" y="2882"/>
                    <a:pt x="2263" y="2644"/>
                  </a:cubicBezTo>
                  <a:lnTo>
                    <a:pt x="2263" y="2239"/>
                  </a:lnTo>
                  <a:lnTo>
                    <a:pt x="2692" y="2239"/>
                  </a:lnTo>
                  <a:cubicBezTo>
                    <a:pt x="2906" y="2239"/>
                    <a:pt x="3097" y="2049"/>
                    <a:pt x="3097" y="1811"/>
                  </a:cubicBezTo>
                  <a:lnTo>
                    <a:pt x="3097" y="1239"/>
                  </a:lnTo>
                  <a:cubicBezTo>
                    <a:pt x="3097" y="1025"/>
                    <a:pt x="2906" y="834"/>
                    <a:pt x="2692" y="834"/>
                  </a:cubicBezTo>
                  <a:lnTo>
                    <a:pt x="2263" y="834"/>
                  </a:lnTo>
                  <a:lnTo>
                    <a:pt x="2263" y="405"/>
                  </a:lnTo>
                  <a:cubicBezTo>
                    <a:pt x="2263" y="191"/>
                    <a:pt x="2073" y="1"/>
                    <a:pt x="18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52" name="Google Shape;4452;p59"/>
            <p:cNvSpPr/>
            <p:nvPr/>
          </p:nvSpPr>
          <p:spPr>
            <a:xfrm>
              <a:off x="8150310" y="3437931"/>
              <a:ext cx="171231" cy="14242"/>
            </a:xfrm>
            <a:custGeom>
              <a:rect b="b" l="l" r="r" t="t"/>
              <a:pathLst>
                <a:path extrusionOk="0" h="430" w="4859">
                  <a:moveTo>
                    <a:pt x="239" y="0"/>
                  </a:moveTo>
                  <a:cubicBezTo>
                    <a:pt x="96" y="0"/>
                    <a:pt x="1" y="96"/>
                    <a:pt x="1" y="239"/>
                  </a:cubicBezTo>
                  <a:cubicBezTo>
                    <a:pt x="25" y="358"/>
                    <a:pt x="120" y="429"/>
                    <a:pt x="239" y="429"/>
                  </a:cubicBezTo>
                  <a:lnTo>
                    <a:pt x="4621" y="429"/>
                  </a:lnTo>
                  <a:cubicBezTo>
                    <a:pt x="4740" y="429"/>
                    <a:pt x="4835" y="358"/>
                    <a:pt x="4835" y="239"/>
                  </a:cubicBezTo>
                  <a:cubicBezTo>
                    <a:pt x="4859" y="120"/>
                    <a:pt x="4764" y="0"/>
                    <a:pt x="46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53" name="Google Shape;4453;p59"/>
            <p:cNvSpPr/>
            <p:nvPr/>
          </p:nvSpPr>
          <p:spPr>
            <a:xfrm>
              <a:off x="8150310" y="3467110"/>
              <a:ext cx="171231" cy="14242"/>
            </a:xfrm>
            <a:custGeom>
              <a:rect b="b" l="l" r="r" t="t"/>
              <a:pathLst>
                <a:path extrusionOk="0" h="430" w="4859">
                  <a:moveTo>
                    <a:pt x="239" y="1"/>
                  </a:moveTo>
                  <a:cubicBezTo>
                    <a:pt x="120" y="1"/>
                    <a:pt x="25" y="72"/>
                    <a:pt x="1" y="167"/>
                  </a:cubicBezTo>
                  <a:cubicBezTo>
                    <a:pt x="1" y="310"/>
                    <a:pt x="96" y="429"/>
                    <a:pt x="239" y="429"/>
                  </a:cubicBezTo>
                  <a:lnTo>
                    <a:pt x="4621" y="429"/>
                  </a:lnTo>
                  <a:cubicBezTo>
                    <a:pt x="4740" y="429"/>
                    <a:pt x="4835" y="358"/>
                    <a:pt x="4835" y="239"/>
                  </a:cubicBezTo>
                  <a:cubicBezTo>
                    <a:pt x="4859" y="120"/>
                    <a:pt x="4764" y="1"/>
                    <a:pt x="46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54" name="Google Shape;4454;p59"/>
            <p:cNvSpPr/>
            <p:nvPr/>
          </p:nvSpPr>
          <p:spPr>
            <a:xfrm>
              <a:off x="8150310" y="3496288"/>
              <a:ext cx="171231" cy="14242"/>
            </a:xfrm>
            <a:custGeom>
              <a:rect b="b" l="l" r="r" t="t"/>
              <a:pathLst>
                <a:path extrusionOk="0" h="430" w="4859">
                  <a:moveTo>
                    <a:pt x="239" y="1"/>
                  </a:moveTo>
                  <a:cubicBezTo>
                    <a:pt x="120" y="1"/>
                    <a:pt x="25" y="72"/>
                    <a:pt x="1" y="167"/>
                  </a:cubicBezTo>
                  <a:cubicBezTo>
                    <a:pt x="1" y="310"/>
                    <a:pt x="96" y="429"/>
                    <a:pt x="239" y="429"/>
                  </a:cubicBezTo>
                  <a:lnTo>
                    <a:pt x="4621" y="429"/>
                  </a:lnTo>
                  <a:cubicBezTo>
                    <a:pt x="4740" y="429"/>
                    <a:pt x="4835" y="358"/>
                    <a:pt x="4835" y="239"/>
                  </a:cubicBezTo>
                  <a:cubicBezTo>
                    <a:pt x="4859" y="96"/>
                    <a:pt x="4764" y="1"/>
                    <a:pt x="46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455" name="Google Shape;4455;p59"/>
          <p:cNvGrpSpPr/>
          <p:nvPr/>
        </p:nvGrpSpPr>
        <p:grpSpPr>
          <a:xfrm>
            <a:off x="741015" y="3781018"/>
            <a:ext cx="297144" cy="372335"/>
            <a:chOff x="741015" y="3781018"/>
            <a:chExt cx="297144" cy="372335"/>
          </a:xfrm>
        </p:grpSpPr>
        <p:sp>
          <p:nvSpPr>
            <p:cNvPr id="4456" name="Google Shape;4456;p59"/>
            <p:cNvSpPr/>
            <p:nvPr/>
          </p:nvSpPr>
          <p:spPr>
            <a:xfrm>
              <a:off x="803142" y="3967150"/>
              <a:ext cx="18078" cy="14010"/>
            </a:xfrm>
            <a:custGeom>
              <a:rect b="b" l="l" r="r" t="t"/>
              <a:pathLst>
                <a:path extrusionOk="0" h="423" w="513">
                  <a:moveTo>
                    <a:pt x="262" y="1"/>
                  </a:moveTo>
                  <a:cubicBezTo>
                    <a:pt x="119" y="1"/>
                    <a:pt x="0" y="144"/>
                    <a:pt x="48" y="287"/>
                  </a:cubicBezTo>
                  <a:cubicBezTo>
                    <a:pt x="71" y="358"/>
                    <a:pt x="119" y="406"/>
                    <a:pt x="167" y="406"/>
                  </a:cubicBezTo>
                  <a:cubicBezTo>
                    <a:pt x="198" y="417"/>
                    <a:pt x="228" y="423"/>
                    <a:pt x="256" y="423"/>
                  </a:cubicBezTo>
                  <a:cubicBezTo>
                    <a:pt x="405" y="423"/>
                    <a:pt x="512" y="280"/>
                    <a:pt x="453" y="120"/>
                  </a:cubicBezTo>
                  <a:cubicBezTo>
                    <a:pt x="429" y="49"/>
                    <a:pt x="333"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57" name="Google Shape;4457;p59"/>
            <p:cNvSpPr/>
            <p:nvPr/>
          </p:nvSpPr>
          <p:spPr>
            <a:xfrm>
              <a:off x="975567" y="4072073"/>
              <a:ext cx="18078" cy="14772"/>
            </a:xfrm>
            <a:custGeom>
              <a:rect b="b" l="l" r="r" t="t"/>
              <a:pathLst>
                <a:path extrusionOk="0" h="446" w="513">
                  <a:moveTo>
                    <a:pt x="251" y="0"/>
                  </a:moveTo>
                  <a:cubicBezTo>
                    <a:pt x="180" y="0"/>
                    <a:pt x="108" y="48"/>
                    <a:pt x="60" y="143"/>
                  </a:cubicBezTo>
                  <a:cubicBezTo>
                    <a:pt x="1" y="303"/>
                    <a:pt x="108" y="446"/>
                    <a:pt x="257" y="446"/>
                  </a:cubicBezTo>
                  <a:cubicBezTo>
                    <a:pt x="285" y="446"/>
                    <a:pt x="315" y="440"/>
                    <a:pt x="346" y="429"/>
                  </a:cubicBezTo>
                  <a:cubicBezTo>
                    <a:pt x="394" y="405"/>
                    <a:pt x="441" y="357"/>
                    <a:pt x="465" y="310"/>
                  </a:cubicBezTo>
                  <a:cubicBezTo>
                    <a:pt x="513" y="143"/>
                    <a:pt x="418" y="0"/>
                    <a:pt x="2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58" name="Google Shape;4458;p59"/>
            <p:cNvSpPr/>
            <p:nvPr/>
          </p:nvSpPr>
          <p:spPr>
            <a:xfrm>
              <a:off x="798103" y="3934030"/>
              <a:ext cx="42817" cy="22124"/>
            </a:xfrm>
            <a:custGeom>
              <a:rect b="b" l="l" r="r" t="t"/>
              <a:pathLst>
                <a:path extrusionOk="0" h="668" w="1215">
                  <a:moveTo>
                    <a:pt x="238" y="1"/>
                  </a:moveTo>
                  <a:cubicBezTo>
                    <a:pt x="119" y="1"/>
                    <a:pt x="0" y="96"/>
                    <a:pt x="0" y="239"/>
                  </a:cubicBezTo>
                  <a:cubicBezTo>
                    <a:pt x="0" y="358"/>
                    <a:pt x="119" y="453"/>
                    <a:pt x="238" y="453"/>
                  </a:cubicBezTo>
                  <a:cubicBezTo>
                    <a:pt x="310" y="453"/>
                    <a:pt x="405" y="501"/>
                    <a:pt x="524" y="548"/>
                  </a:cubicBezTo>
                  <a:cubicBezTo>
                    <a:pt x="667" y="596"/>
                    <a:pt x="834" y="667"/>
                    <a:pt x="1000" y="667"/>
                  </a:cubicBezTo>
                  <a:cubicBezTo>
                    <a:pt x="1119" y="667"/>
                    <a:pt x="1215" y="572"/>
                    <a:pt x="1215" y="453"/>
                  </a:cubicBezTo>
                  <a:cubicBezTo>
                    <a:pt x="1215" y="334"/>
                    <a:pt x="1119" y="239"/>
                    <a:pt x="1000" y="239"/>
                  </a:cubicBezTo>
                  <a:cubicBezTo>
                    <a:pt x="929" y="239"/>
                    <a:pt x="810" y="191"/>
                    <a:pt x="715" y="144"/>
                  </a:cubicBezTo>
                  <a:cubicBezTo>
                    <a:pt x="572" y="72"/>
                    <a:pt x="405" y="1"/>
                    <a:pt x="2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59" name="Google Shape;4459;p59"/>
            <p:cNvSpPr/>
            <p:nvPr/>
          </p:nvSpPr>
          <p:spPr>
            <a:xfrm>
              <a:off x="741015" y="3781018"/>
              <a:ext cx="297144" cy="372335"/>
            </a:xfrm>
            <a:custGeom>
              <a:rect b="b" l="l" r="r" t="t"/>
              <a:pathLst>
                <a:path extrusionOk="0" h="11242" w="8432">
                  <a:moveTo>
                    <a:pt x="6871" y="449"/>
                  </a:moveTo>
                  <a:cubicBezTo>
                    <a:pt x="6899" y="449"/>
                    <a:pt x="6926" y="451"/>
                    <a:pt x="6955" y="453"/>
                  </a:cubicBezTo>
                  <a:cubicBezTo>
                    <a:pt x="7407" y="477"/>
                    <a:pt x="7764" y="882"/>
                    <a:pt x="7764" y="1334"/>
                  </a:cubicBezTo>
                  <a:lnTo>
                    <a:pt x="7764" y="1763"/>
                  </a:lnTo>
                  <a:lnTo>
                    <a:pt x="6002" y="1763"/>
                  </a:lnTo>
                  <a:lnTo>
                    <a:pt x="6002" y="1310"/>
                  </a:lnTo>
                  <a:cubicBezTo>
                    <a:pt x="6002" y="837"/>
                    <a:pt x="6386" y="449"/>
                    <a:pt x="6871" y="449"/>
                  </a:cubicBezTo>
                  <a:close/>
                  <a:moveTo>
                    <a:pt x="4097" y="2977"/>
                  </a:moveTo>
                  <a:cubicBezTo>
                    <a:pt x="4216" y="2977"/>
                    <a:pt x="4311" y="3073"/>
                    <a:pt x="4311" y="3192"/>
                  </a:cubicBezTo>
                  <a:cubicBezTo>
                    <a:pt x="4311" y="3311"/>
                    <a:pt x="4216" y="3406"/>
                    <a:pt x="4097" y="3406"/>
                  </a:cubicBezTo>
                  <a:cubicBezTo>
                    <a:pt x="3978" y="3406"/>
                    <a:pt x="3859" y="3311"/>
                    <a:pt x="3859" y="3192"/>
                  </a:cubicBezTo>
                  <a:cubicBezTo>
                    <a:pt x="3859" y="3073"/>
                    <a:pt x="3978" y="2977"/>
                    <a:pt x="4097" y="2977"/>
                  </a:cubicBezTo>
                  <a:close/>
                  <a:moveTo>
                    <a:pt x="7979" y="2192"/>
                  </a:moveTo>
                  <a:lnTo>
                    <a:pt x="7979" y="3740"/>
                  </a:lnTo>
                  <a:cubicBezTo>
                    <a:pt x="7979" y="3859"/>
                    <a:pt x="7883" y="3954"/>
                    <a:pt x="7764" y="3954"/>
                  </a:cubicBezTo>
                  <a:lnTo>
                    <a:pt x="6002" y="3954"/>
                  </a:lnTo>
                  <a:cubicBezTo>
                    <a:pt x="5883" y="3954"/>
                    <a:pt x="5788" y="3859"/>
                    <a:pt x="5788" y="3740"/>
                  </a:cubicBezTo>
                  <a:lnTo>
                    <a:pt x="5788" y="2192"/>
                  </a:lnTo>
                  <a:close/>
                  <a:moveTo>
                    <a:pt x="6883" y="5669"/>
                  </a:moveTo>
                  <a:cubicBezTo>
                    <a:pt x="7002" y="5669"/>
                    <a:pt x="7097" y="5764"/>
                    <a:pt x="7097" y="5883"/>
                  </a:cubicBezTo>
                  <a:cubicBezTo>
                    <a:pt x="7097" y="6002"/>
                    <a:pt x="7002" y="6121"/>
                    <a:pt x="6883" y="6121"/>
                  </a:cubicBezTo>
                  <a:cubicBezTo>
                    <a:pt x="6764" y="6121"/>
                    <a:pt x="6669" y="6002"/>
                    <a:pt x="6669" y="5883"/>
                  </a:cubicBezTo>
                  <a:cubicBezTo>
                    <a:pt x="6669" y="5764"/>
                    <a:pt x="6764" y="5669"/>
                    <a:pt x="6883" y="5669"/>
                  </a:cubicBezTo>
                  <a:close/>
                  <a:moveTo>
                    <a:pt x="4883" y="7264"/>
                  </a:moveTo>
                  <a:cubicBezTo>
                    <a:pt x="4954" y="7264"/>
                    <a:pt x="5049" y="7312"/>
                    <a:pt x="5073" y="7407"/>
                  </a:cubicBezTo>
                  <a:cubicBezTo>
                    <a:pt x="5121" y="7550"/>
                    <a:pt x="5026" y="7693"/>
                    <a:pt x="4883" y="7693"/>
                  </a:cubicBezTo>
                  <a:cubicBezTo>
                    <a:pt x="4716" y="7693"/>
                    <a:pt x="4621" y="7550"/>
                    <a:pt x="4668" y="7407"/>
                  </a:cubicBezTo>
                  <a:cubicBezTo>
                    <a:pt x="4692" y="7312"/>
                    <a:pt x="4787" y="7264"/>
                    <a:pt x="4883" y="7264"/>
                  </a:cubicBezTo>
                  <a:close/>
                  <a:moveTo>
                    <a:pt x="6910" y="0"/>
                  </a:moveTo>
                  <a:cubicBezTo>
                    <a:pt x="6169" y="0"/>
                    <a:pt x="5573" y="587"/>
                    <a:pt x="5573" y="1334"/>
                  </a:cubicBezTo>
                  <a:lnTo>
                    <a:pt x="5573" y="1692"/>
                  </a:lnTo>
                  <a:cubicBezTo>
                    <a:pt x="5264" y="1620"/>
                    <a:pt x="4954" y="1572"/>
                    <a:pt x="4645" y="1572"/>
                  </a:cubicBezTo>
                  <a:cubicBezTo>
                    <a:pt x="3644" y="1572"/>
                    <a:pt x="2692" y="1953"/>
                    <a:pt x="1977" y="2668"/>
                  </a:cubicBezTo>
                  <a:cubicBezTo>
                    <a:pt x="1263" y="3382"/>
                    <a:pt x="858" y="4311"/>
                    <a:pt x="858" y="5311"/>
                  </a:cubicBezTo>
                  <a:cubicBezTo>
                    <a:pt x="858" y="5549"/>
                    <a:pt x="668" y="5978"/>
                    <a:pt x="310" y="6431"/>
                  </a:cubicBezTo>
                  <a:cubicBezTo>
                    <a:pt x="1" y="6883"/>
                    <a:pt x="48" y="7193"/>
                    <a:pt x="144" y="7383"/>
                  </a:cubicBezTo>
                  <a:cubicBezTo>
                    <a:pt x="239" y="7574"/>
                    <a:pt x="477" y="7788"/>
                    <a:pt x="1096" y="7836"/>
                  </a:cubicBezTo>
                  <a:lnTo>
                    <a:pt x="1096" y="8788"/>
                  </a:lnTo>
                  <a:cubicBezTo>
                    <a:pt x="1096" y="9455"/>
                    <a:pt x="1620" y="9979"/>
                    <a:pt x="2287" y="9979"/>
                  </a:cubicBezTo>
                  <a:cubicBezTo>
                    <a:pt x="2858" y="9979"/>
                    <a:pt x="3168" y="10003"/>
                    <a:pt x="3311" y="10122"/>
                  </a:cubicBezTo>
                  <a:cubicBezTo>
                    <a:pt x="3430" y="10241"/>
                    <a:pt x="3478" y="10527"/>
                    <a:pt x="3501" y="11051"/>
                  </a:cubicBezTo>
                  <a:cubicBezTo>
                    <a:pt x="3525" y="11170"/>
                    <a:pt x="3621" y="11241"/>
                    <a:pt x="3740" y="11241"/>
                  </a:cubicBezTo>
                  <a:lnTo>
                    <a:pt x="6955" y="11241"/>
                  </a:lnTo>
                  <a:cubicBezTo>
                    <a:pt x="7050" y="11193"/>
                    <a:pt x="7097" y="11098"/>
                    <a:pt x="7097" y="11003"/>
                  </a:cubicBezTo>
                  <a:cubicBezTo>
                    <a:pt x="7074" y="10598"/>
                    <a:pt x="7050" y="10265"/>
                    <a:pt x="7050" y="10003"/>
                  </a:cubicBezTo>
                  <a:cubicBezTo>
                    <a:pt x="7050" y="9884"/>
                    <a:pt x="6955" y="9765"/>
                    <a:pt x="6836" y="9765"/>
                  </a:cubicBezTo>
                  <a:cubicBezTo>
                    <a:pt x="6716" y="9765"/>
                    <a:pt x="6621" y="9884"/>
                    <a:pt x="6621" y="10003"/>
                  </a:cubicBezTo>
                  <a:cubicBezTo>
                    <a:pt x="6621" y="10241"/>
                    <a:pt x="6621" y="10479"/>
                    <a:pt x="6645" y="10812"/>
                  </a:cubicBezTo>
                  <a:lnTo>
                    <a:pt x="3930" y="10812"/>
                  </a:lnTo>
                  <a:cubicBezTo>
                    <a:pt x="3883" y="10336"/>
                    <a:pt x="3835" y="10003"/>
                    <a:pt x="3597" y="9788"/>
                  </a:cubicBezTo>
                  <a:cubicBezTo>
                    <a:pt x="3311" y="9550"/>
                    <a:pt x="2906" y="9550"/>
                    <a:pt x="2263" y="9550"/>
                  </a:cubicBezTo>
                  <a:cubicBezTo>
                    <a:pt x="1858" y="9550"/>
                    <a:pt x="1525" y="9217"/>
                    <a:pt x="1525" y="8788"/>
                  </a:cubicBezTo>
                  <a:lnTo>
                    <a:pt x="1525" y="8502"/>
                  </a:lnTo>
                  <a:cubicBezTo>
                    <a:pt x="1668" y="8502"/>
                    <a:pt x="1858" y="8574"/>
                    <a:pt x="2073" y="8693"/>
                  </a:cubicBezTo>
                  <a:cubicBezTo>
                    <a:pt x="2120" y="8717"/>
                    <a:pt x="2144" y="8717"/>
                    <a:pt x="2192" y="8717"/>
                  </a:cubicBezTo>
                  <a:cubicBezTo>
                    <a:pt x="2263" y="8717"/>
                    <a:pt x="2358" y="8669"/>
                    <a:pt x="2382" y="8574"/>
                  </a:cubicBezTo>
                  <a:cubicBezTo>
                    <a:pt x="2430" y="8479"/>
                    <a:pt x="2382" y="8360"/>
                    <a:pt x="2287" y="8312"/>
                  </a:cubicBezTo>
                  <a:cubicBezTo>
                    <a:pt x="2096" y="8193"/>
                    <a:pt x="1811" y="8050"/>
                    <a:pt x="1525" y="8050"/>
                  </a:cubicBezTo>
                  <a:lnTo>
                    <a:pt x="1525" y="7621"/>
                  </a:lnTo>
                  <a:cubicBezTo>
                    <a:pt x="1525" y="7502"/>
                    <a:pt x="1430" y="7407"/>
                    <a:pt x="1311" y="7407"/>
                  </a:cubicBezTo>
                  <a:cubicBezTo>
                    <a:pt x="906" y="7407"/>
                    <a:pt x="596" y="7312"/>
                    <a:pt x="525" y="7169"/>
                  </a:cubicBezTo>
                  <a:cubicBezTo>
                    <a:pt x="477" y="7074"/>
                    <a:pt x="525" y="6883"/>
                    <a:pt x="668" y="6693"/>
                  </a:cubicBezTo>
                  <a:cubicBezTo>
                    <a:pt x="953" y="6288"/>
                    <a:pt x="1311" y="5716"/>
                    <a:pt x="1311" y="5311"/>
                  </a:cubicBezTo>
                  <a:cubicBezTo>
                    <a:pt x="1311" y="3478"/>
                    <a:pt x="2811" y="2001"/>
                    <a:pt x="4645" y="2001"/>
                  </a:cubicBezTo>
                  <a:cubicBezTo>
                    <a:pt x="4883" y="2001"/>
                    <a:pt x="5121" y="2025"/>
                    <a:pt x="5359" y="2073"/>
                  </a:cubicBezTo>
                  <a:cubicBezTo>
                    <a:pt x="5359" y="2120"/>
                    <a:pt x="5359" y="2144"/>
                    <a:pt x="5359" y="2168"/>
                  </a:cubicBezTo>
                  <a:lnTo>
                    <a:pt x="5359" y="2954"/>
                  </a:lnTo>
                  <a:lnTo>
                    <a:pt x="4716" y="2954"/>
                  </a:lnTo>
                  <a:cubicBezTo>
                    <a:pt x="4626" y="2707"/>
                    <a:pt x="4388" y="2523"/>
                    <a:pt x="4101" y="2523"/>
                  </a:cubicBezTo>
                  <a:cubicBezTo>
                    <a:pt x="4084" y="2523"/>
                    <a:pt x="4067" y="2524"/>
                    <a:pt x="4049" y="2525"/>
                  </a:cubicBezTo>
                  <a:cubicBezTo>
                    <a:pt x="3716" y="2549"/>
                    <a:pt x="3454" y="2811"/>
                    <a:pt x="3430" y="3144"/>
                  </a:cubicBezTo>
                  <a:cubicBezTo>
                    <a:pt x="3406" y="3525"/>
                    <a:pt x="3716" y="3835"/>
                    <a:pt x="4097" y="3835"/>
                  </a:cubicBezTo>
                  <a:cubicBezTo>
                    <a:pt x="4383" y="3835"/>
                    <a:pt x="4621" y="3644"/>
                    <a:pt x="4716" y="3406"/>
                  </a:cubicBezTo>
                  <a:lnTo>
                    <a:pt x="5359" y="3406"/>
                  </a:lnTo>
                  <a:lnTo>
                    <a:pt x="5359" y="3740"/>
                  </a:lnTo>
                  <a:cubicBezTo>
                    <a:pt x="5359" y="4025"/>
                    <a:pt x="5526" y="4263"/>
                    <a:pt x="5788" y="4359"/>
                  </a:cubicBezTo>
                  <a:lnTo>
                    <a:pt x="5788" y="4716"/>
                  </a:lnTo>
                  <a:lnTo>
                    <a:pt x="4716" y="5788"/>
                  </a:lnTo>
                  <a:cubicBezTo>
                    <a:pt x="4668" y="5835"/>
                    <a:pt x="4645" y="5883"/>
                    <a:pt x="4645" y="5930"/>
                  </a:cubicBezTo>
                  <a:lnTo>
                    <a:pt x="4645" y="6859"/>
                  </a:lnTo>
                  <a:cubicBezTo>
                    <a:pt x="4383" y="6954"/>
                    <a:pt x="4192" y="7216"/>
                    <a:pt x="4216" y="7526"/>
                  </a:cubicBezTo>
                  <a:cubicBezTo>
                    <a:pt x="4240" y="7859"/>
                    <a:pt x="4502" y="8121"/>
                    <a:pt x="4811" y="8121"/>
                  </a:cubicBezTo>
                  <a:cubicBezTo>
                    <a:pt x="4839" y="8125"/>
                    <a:pt x="4866" y="8126"/>
                    <a:pt x="4893" y="8126"/>
                  </a:cubicBezTo>
                  <a:cubicBezTo>
                    <a:pt x="5257" y="8126"/>
                    <a:pt x="5526" y="7833"/>
                    <a:pt x="5526" y="7478"/>
                  </a:cubicBezTo>
                  <a:cubicBezTo>
                    <a:pt x="5526" y="7193"/>
                    <a:pt x="5335" y="6954"/>
                    <a:pt x="5097" y="6859"/>
                  </a:cubicBezTo>
                  <a:lnTo>
                    <a:pt x="5097" y="6026"/>
                  </a:lnTo>
                  <a:lnTo>
                    <a:pt x="6169" y="4954"/>
                  </a:lnTo>
                  <a:cubicBezTo>
                    <a:pt x="6216" y="4906"/>
                    <a:pt x="6240" y="4859"/>
                    <a:pt x="6240" y="4811"/>
                  </a:cubicBezTo>
                  <a:lnTo>
                    <a:pt x="6240" y="4383"/>
                  </a:lnTo>
                  <a:lnTo>
                    <a:pt x="6669" y="4383"/>
                  </a:lnTo>
                  <a:lnTo>
                    <a:pt x="6669" y="5264"/>
                  </a:lnTo>
                  <a:cubicBezTo>
                    <a:pt x="6407" y="5359"/>
                    <a:pt x="6216" y="5621"/>
                    <a:pt x="6240" y="5930"/>
                  </a:cubicBezTo>
                  <a:cubicBezTo>
                    <a:pt x="6264" y="6264"/>
                    <a:pt x="6526" y="6526"/>
                    <a:pt x="6836" y="6526"/>
                  </a:cubicBezTo>
                  <a:cubicBezTo>
                    <a:pt x="6863" y="6529"/>
                    <a:pt x="6891" y="6531"/>
                    <a:pt x="6917" y="6531"/>
                  </a:cubicBezTo>
                  <a:cubicBezTo>
                    <a:pt x="7281" y="6531"/>
                    <a:pt x="7550" y="6238"/>
                    <a:pt x="7550" y="5883"/>
                  </a:cubicBezTo>
                  <a:cubicBezTo>
                    <a:pt x="7550" y="5597"/>
                    <a:pt x="7359" y="5359"/>
                    <a:pt x="7121" y="5264"/>
                  </a:cubicBezTo>
                  <a:lnTo>
                    <a:pt x="7121" y="4406"/>
                  </a:lnTo>
                  <a:lnTo>
                    <a:pt x="7764" y="4406"/>
                  </a:lnTo>
                  <a:cubicBezTo>
                    <a:pt x="7788" y="4406"/>
                    <a:pt x="7836" y="4383"/>
                    <a:pt x="7860" y="4383"/>
                  </a:cubicBezTo>
                  <a:cubicBezTo>
                    <a:pt x="7955" y="4692"/>
                    <a:pt x="8002" y="5002"/>
                    <a:pt x="8002" y="5335"/>
                  </a:cubicBezTo>
                  <a:cubicBezTo>
                    <a:pt x="8002" y="5930"/>
                    <a:pt x="7812" y="6526"/>
                    <a:pt x="7502" y="7050"/>
                  </a:cubicBezTo>
                  <a:cubicBezTo>
                    <a:pt x="7288" y="7359"/>
                    <a:pt x="7145" y="7669"/>
                    <a:pt x="7002" y="7979"/>
                  </a:cubicBezTo>
                  <a:cubicBezTo>
                    <a:pt x="6955" y="8074"/>
                    <a:pt x="7002" y="8193"/>
                    <a:pt x="7097" y="8264"/>
                  </a:cubicBezTo>
                  <a:cubicBezTo>
                    <a:pt x="7145" y="8288"/>
                    <a:pt x="7169" y="8288"/>
                    <a:pt x="7217" y="8288"/>
                  </a:cubicBezTo>
                  <a:cubicBezTo>
                    <a:pt x="7288" y="8288"/>
                    <a:pt x="7383" y="8240"/>
                    <a:pt x="7407" y="8145"/>
                  </a:cubicBezTo>
                  <a:cubicBezTo>
                    <a:pt x="7526" y="7883"/>
                    <a:pt x="7669" y="7597"/>
                    <a:pt x="7883" y="7264"/>
                  </a:cubicBezTo>
                  <a:cubicBezTo>
                    <a:pt x="8241" y="6693"/>
                    <a:pt x="8431" y="6026"/>
                    <a:pt x="8431" y="5335"/>
                  </a:cubicBezTo>
                  <a:cubicBezTo>
                    <a:pt x="8431" y="4930"/>
                    <a:pt x="8360" y="4549"/>
                    <a:pt x="8241" y="4192"/>
                  </a:cubicBezTo>
                  <a:cubicBezTo>
                    <a:pt x="8360" y="4073"/>
                    <a:pt x="8431" y="3906"/>
                    <a:pt x="8431" y="3740"/>
                  </a:cubicBezTo>
                  <a:lnTo>
                    <a:pt x="8431" y="2192"/>
                  </a:lnTo>
                  <a:cubicBezTo>
                    <a:pt x="8431" y="2049"/>
                    <a:pt x="8336" y="1906"/>
                    <a:pt x="8193" y="1811"/>
                  </a:cubicBezTo>
                  <a:lnTo>
                    <a:pt x="8193" y="1334"/>
                  </a:lnTo>
                  <a:cubicBezTo>
                    <a:pt x="8193" y="644"/>
                    <a:pt x="7645" y="48"/>
                    <a:pt x="6955" y="1"/>
                  </a:cubicBezTo>
                  <a:cubicBezTo>
                    <a:pt x="6940" y="0"/>
                    <a:pt x="6925" y="0"/>
                    <a:pt x="69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60" name="Google Shape;4460;p59"/>
            <p:cNvSpPr/>
            <p:nvPr/>
          </p:nvSpPr>
          <p:spPr>
            <a:xfrm>
              <a:off x="968448" y="3861399"/>
              <a:ext cx="31082" cy="43619"/>
            </a:xfrm>
            <a:custGeom>
              <a:rect b="b" l="l" r="r" t="t"/>
              <a:pathLst>
                <a:path extrusionOk="0" h="1317" w="882">
                  <a:moveTo>
                    <a:pt x="445" y="1"/>
                  </a:moveTo>
                  <a:cubicBezTo>
                    <a:pt x="432" y="1"/>
                    <a:pt x="419" y="2"/>
                    <a:pt x="405" y="3"/>
                  </a:cubicBezTo>
                  <a:cubicBezTo>
                    <a:pt x="191" y="3"/>
                    <a:pt x="0" y="193"/>
                    <a:pt x="0" y="431"/>
                  </a:cubicBezTo>
                  <a:cubicBezTo>
                    <a:pt x="0" y="598"/>
                    <a:pt x="72" y="741"/>
                    <a:pt x="215" y="812"/>
                  </a:cubicBezTo>
                  <a:lnTo>
                    <a:pt x="215" y="1098"/>
                  </a:lnTo>
                  <a:cubicBezTo>
                    <a:pt x="215" y="1193"/>
                    <a:pt x="286" y="1313"/>
                    <a:pt x="405" y="1313"/>
                  </a:cubicBezTo>
                  <a:cubicBezTo>
                    <a:pt x="420" y="1315"/>
                    <a:pt x="434" y="1316"/>
                    <a:pt x="448" y="1316"/>
                  </a:cubicBezTo>
                  <a:cubicBezTo>
                    <a:pt x="567" y="1316"/>
                    <a:pt x="643" y="1226"/>
                    <a:pt x="643" y="1098"/>
                  </a:cubicBezTo>
                  <a:lnTo>
                    <a:pt x="643" y="812"/>
                  </a:lnTo>
                  <a:cubicBezTo>
                    <a:pt x="786" y="741"/>
                    <a:pt x="882" y="598"/>
                    <a:pt x="882" y="431"/>
                  </a:cubicBezTo>
                  <a:cubicBezTo>
                    <a:pt x="882" y="205"/>
                    <a:pt x="689" y="1"/>
                    <a:pt x="4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461" name="Google Shape;4461;p59"/>
          <p:cNvGrpSpPr/>
          <p:nvPr/>
        </p:nvGrpSpPr>
        <p:grpSpPr>
          <a:xfrm>
            <a:off x="1512257" y="3781018"/>
            <a:ext cx="399481" cy="373097"/>
            <a:chOff x="1512257" y="3781018"/>
            <a:chExt cx="399481" cy="373097"/>
          </a:xfrm>
        </p:grpSpPr>
        <p:sp>
          <p:nvSpPr>
            <p:cNvPr id="4462" name="Google Shape;4462;p59"/>
            <p:cNvSpPr/>
            <p:nvPr/>
          </p:nvSpPr>
          <p:spPr>
            <a:xfrm>
              <a:off x="1585273" y="3937972"/>
              <a:ext cx="18184" cy="14507"/>
            </a:xfrm>
            <a:custGeom>
              <a:rect b="b" l="l" r="r" t="t"/>
              <a:pathLst>
                <a:path extrusionOk="0" h="438" w="516">
                  <a:moveTo>
                    <a:pt x="238" y="1"/>
                  </a:moveTo>
                  <a:cubicBezTo>
                    <a:pt x="95" y="1"/>
                    <a:pt x="0" y="144"/>
                    <a:pt x="48" y="287"/>
                  </a:cubicBezTo>
                  <a:cubicBezTo>
                    <a:pt x="72" y="358"/>
                    <a:pt x="119" y="406"/>
                    <a:pt x="167" y="429"/>
                  </a:cubicBezTo>
                  <a:cubicBezTo>
                    <a:pt x="189" y="435"/>
                    <a:pt x="211" y="438"/>
                    <a:pt x="232" y="438"/>
                  </a:cubicBezTo>
                  <a:cubicBezTo>
                    <a:pt x="393" y="438"/>
                    <a:pt x="516" y="288"/>
                    <a:pt x="453" y="120"/>
                  </a:cubicBezTo>
                  <a:cubicBezTo>
                    <a:pt x="405" y="48"/>
                    <a:pt x="334"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63" name="Google Shape;4463;p59"/>
            <p:cNvSpPr/>
            <p:nvPr/>
          </p:nvSpPr>
          <p:spPr>
            <a:xfrm>
              <a:off x="1787087" y="4061806"/>
              <a:ext cx="18924" cy="14010"/>
            </a:xfrm>
            <a:custGeom>
              <a:rect b="b" l="l" r="r" t="t"/>
              <a:pathLst>
                <a:path extrusionOk="0" h="423" w="537">
                  <a:moveTo>
                    <a:pt x="251" y="1"/>
                  </a:moveTo>
                  <a:cubicBezTo>
                    <a:pt x="179" y="1"/>
                    <a:pt x="108" y="48"/>
                    <a:pt x="60" y="120"/>
                  </a:cubicBezTo>
                  <a:cubicBezTo>
                    <a:pt x="0" y="279"/>
                    <a:pt x="108" y="422"/>
                    <a:pt x="256" y="422"/>
                  </a:cubicBezTo>
                  <a:cubicBezTo>
                    <a:pt x="285" y="422"/>
                    <a:pt x="315" y="417"/>
                    <a:pt x="346" y="405"/>
                  </a:cubicBezTo>
                  <a:cubicBezTo>
                    <a:pt x="393" y="405"/>
                    <a:pt x="441" y="358"/>
                    <a:pt x="465" y="286"/>
                  </a:cubicBezTo>
                  <a:cubicBezTo>
                    <a:pt x="536" y="143"/>
                    <a:pt x="417" y="1"/>
                    <a:pt x="2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64" name="Google Shape;4464;p59"/>
            <p:cNvSpPr/>
            <p:nvPr/>
          </p:nvSpPr>
          <p:spPr>
            <a:xfrm>
              <a:off x="1512257" y="3781018"/>
              <a:ext cx="399481" cy="373097"/>
            </a:xfrm>
            <a:custGeom>
              <a:rect b="b" l="l" r="r" t="t"/>
              <a:pathLst>
                <a:path extrusionOk="0" h="11265" w="11336">
                  <a:moveTo>
                    <a:pt x="6716" y="2215"/>
                  </a:moveTo>
                  <a:lnTo>
                    <a:pt x="6716" y="3978"/>
                  </a:lnTo>
                  <a:lnTo>
                    <a:pt x="6049" y="3978"/>
                  </a:lnTo>
                  <a:cubicBezTo>
                    <a:pt x="5930" y="3978"/>
                    <a:pt x="5835" y="3882"/>
                    <a:pt x="5835" y="3763"/>
                  </a:cubicBezTo>
                  <a:lnTo>
                    <a:pt x="5835" y="2454"/>
                  </a:lnTo>
                  <a:cubicBezTo>
                    <a:pt x="5835" y="2335"/>
                    <a:pt x="5930" y="2215"/>
                    <a:pt x="6049" y="2215"/>
                  </a:cubicBezTo>
                  <a:close/>
                  <a:moveTo>
                    <a:pt x="10455" y="2215"/>
                  </a:moveTo>
                  <a:cubicBezTo>
                    <a:pt x="10574" y="2215"/>
                    <a:pt x="10669" y="2311"/>
                    <a:pt x="10669" y="2454"/>
                  </a:cubicBezTo>
                  <a:lnTo>
                    <a:pt x="10669" y="3763"/>
                  </a:lnTo>
                  <a:cubicBezTo>
                    <a:pt x="10669" y="3882"/>
                    <a:pt x="10574" y="3978"/>
                    <a:pt x="10455" y="3978"/>
                  </a:cubicBezTo>
                  <a:lnTo>
                    <a:pt x="7145" y="3978"/>
                  </a:lnTo>
                  <a:lnTo>
                    <a:pt x="7145" y="2215"/>
                  </a:lnTo>
                  <a:close/>
                  <a:moveTo>
                    <a:pt x="5406" y="1"/>
                  </a:moveTo>
                  <a:cubicBezTo>
                    <a:pt x="4239" y="1"/>
                    <a:pt x="3120" y="453"/>
                    <a:pt x="2286" y="1287"/>
                  </a:cubicBezTo>
                  <a:cubicBezTo>
                    <a:pt x="1453" y="2120"/>
                    <a:pt x="1000" y="3192"/>
                    <a:pt x="1000" y="4359"/>
                  </a:cubicBezTo>
                  <a:cubicBezTo>
                    <a:pt x="1000" y="4644"/>
                    <a:pt x="762" y="5121"/>
                    <a:pt x="357" y="5692"/>
                  </a:cubicBezTo>
                  <a:cubicBezTo>
                    <a:pt x="0" y="6192"/>
                    <a:pt x="48" y="6550"/>
                    <a:pt x="143" y="6740"/>
                  </a:cubicBezTo>
                  <a:cubicBezTo>
                    <a:pt x="262" y="6978"/>
                    <a:pt x="1262" y="7264"/>
                    <a:pt x="1262" y="7264"/>
                  </a:cubicBezTo>
                  <a:lnTo>
                    <a:pt x="1262" y="8431"/>
                  </a:lnTo>
                  <a:cubicBezTo>
                    <a:pt x="1262" y="9169"/>
                    <a:pt x="1882" y="9765"/>
                    <a:pt x="2620" y="9765"/>
                  </a:cubicBezTo>
                  <a:cubicBezTo>
                    <a:pt x="3310" y="9765"/>
                    <a:pt x="3668" y="9812"/>
                    <a:pt x="3834" y="9955"/>
                  </a:cubicBezTo>
                  <a:cubicBezTo>
                    <a:pt x="4001" y="10098"/>
                    <a:pt x="4049" y="10431"/>
                    <a:pt x="4096" y="11051"/>
                  </a:cubicBezTo>
                  <a:cubicBezTo>
                    <a:pt x="4120" y="11170"/>
                    <a:pt x="4215" y="11265"/>
                    <a:pt x="4311" y="11265"/>
                  </a:cubicBezTo>
                  <a:lnTo>
                    <a:pt x="8002" y="11265"/>
                  </a:lnTo>
                  <a:cubicBezTo>
                    <a:pt x="8026" y="11265"/>
                    <a:pt x="8073" y="11265"/>
                    <a:pt x="8097" y="11241"/>
                  </a:cubicBezTo>
                  <a:cubicBezTo>
                    <a:pt x="8192" y="11217"/>
                    <a:pt x="8240" y="11122"/>
                    <a:pt x="8240" y="11027"/>
                  </a:cubicBezTo>
                  <a:cubicBezTo>
                    <a:pt x="8192" y="10431"/>
                    <a:pt x="8169" y="10027"/>
                    <a:pt x="8192" y="9669"/>
                  </a:cubicBezTo>
                  <a:cubicBezTo>
                    <a:pt x="8192" y="9550"/>
                    <a:pt x="8097" y="9455"/>
                    <a:pt x="7978" y="9431"/>
                  </a:cubicBezTo>
                  <a:cubicBezTo>
                    <a:pt x="7859" y="9431"/>
                    <a:pt x="7740" y="9526"/>
                    <a:pt x="7740" y="9646"/>
                  </a:cubicBezTo>
                  <a:cubicBezTo>
                    <a:pt x="7740" y="9979"/>
                    <a:pt x="7740" y="10336"/>
                    <a:pt x="7764" y="10812"/>
                  </a:cubicBezTo>
                  <a:lnTo>
                    <a:pt x="4525" y="10812"/>
                  </a:lnTo>
                  <a:cubicBezTo>
                    <a:pt x="4477" y="10241"/>
                    <a:pt x="4406" y="9860"/>
                    <a:pt x="4120" y="9622"/>
                  </a:cubicBezTo>
                  <a:cubicBezTo>
                    <a:pt x="3834" y="9360"/>
                    <a:pt x="3358" y="9336"/>
                    <a:pt x="2620" y="9336"/>
                  </a:cubicBezTo>
                  <a:cubicBezTo>
                    <a:pt x="2120" y="9336"/>
                    <a:pt x="1691" y="8931"/>
                    <a:pt x="1691" y="8431"/>
                  </a:cubicBezTo>
                  <a:lnTo>
                    <a:pt x="1691" y="8002"/>
                  </a:lnTo>
                  <a:lnTo>
                    <a:pt x="1739" y="8002"/>
                  </a:lnTo>
                  <a:cubicBezTo>
                    <a:pt x="1810" y="8002"/>
                    <a:pt x="1929" y="8050"/>
                    <a:pt x="2048" y="8098"/>
                  </a:cubicBezTo>
                  <a:cubicBezTo>
                    <a:pt x="2167" y="8169"/>
                    <a:pt x="2334" y="8217"/>
                    <a:pt x="2501" y="8217"/>
                  </a:cubicBezTo>
                  <a:cubicBezTo>
                    <a:pt x="2620" y="8217"/>
                    <a:pt x="2715" y="8145"/>
                    <a:pt x="2739" y="8026"/>
                  </a:cubicBezTo>
                  <a:cubicBezTo>
                    <a:pt x="2739" y="7907"/>
                    <a:pt x="2644" y="7788"/>
                    <a:pt x="2501" y="7788"/>
                  </a:cubicBezTo>
                  <a:cubicBezTo>
                    <a:pt x="2429" y="7788"/>
                    <a:pt x="2334" y="7740"/>
                    <a:pt x="2215" y="7693"/>
                  </a:cubicBezTo>
                  <a:cubicBezTo>
                    <a:pt x="2072" y="7645"/>
                    <a:pt x="1905" y="7574"/>
                    <a:pt x="1739" y="7574"/>
                  </a:cubicBezTo>
                  <a:lnTo>
                    <a:pt x="1691" y="7574"/>
                  </a:lnTo>
                  <a:lnTo>
                    <a:pt x="1691" y="7026"/>
                  </a:lnTo>
                  <a:cubicBezTo>
                    <a:pt x="1691" y="6907"/>
                    <a:pt x="1596" y="6812"/>
                    <a:pt x="1477" y="6812"/>
                  </a:cubicBezTo>
                  <a:cubicBezTo>
                    <a:pt x="977" y="6812"/>
                    <a:pt x="643" y="6693"/>
                    <a:pt x="548" y="6502"/>
                  </a:cubicBezTo>
                  <a:cubicBezTo>
                    <a:pt x="477" y="6383"/>
                    <a:pt x="524" y="6169"/>
                    <a:pt x="715" y="5930"/>
                  </a:cubicBezTo>
                  <a:cubicBezTo>
                    <a:pt x="1048" y="5454"/>
                    <a:pt x="1429" y="4811"/>
                    <a:pt x="1429" y="4335"/>
                  </a:cubicBezTo>
                  <a:cubicBezTo>
                    <a:pt x="1429" y="2192"/>
                    <a:pt x="3215" y="477"/>
                    <a:pt x="5382" y="477"/>
                  </a:cubicBezTo>
                  <a:cubicBezTo>
                    <a:pt x="6525" y="477"/>
                    <a:pt x="7597" y="953"/>
                    <a:pt x="8359" y="1787"/>
                  </a:cubicBezTo>
                  <a:lnTo>
                    <a:pt x="6049" y="1787"/>
                  </a:lnTo>
                  <a:cubicBezTo>
                    <a:pt x="5692" y="1787"/>
                    <a:pt x="5382" y="2073"/>
                    <a:pt x="5382" y="2454"/>
                  </a:cubicBezTo>
                  <a:lnTo>
                    <a:pt x="5382" y="3740"/>
                  </a:lnTo>
                  <a:cubicBezTo>
                    <a:pt x="5382" y="4121"/>
                    <a:pt x="5692" y="4406"/>
                    <a:pt x="6049" y="4406"/>
                  </a:cubicBezTo>
                  <a:lnTo>
                    <a:pt x="9336" y="4406"/>
                  </a:lnTo>
                  <a:cubicBezTo>
                    <a:pt x="9336" y="5097"/>
                    <a:pt x="9121" y="5764"/>
                    <a:pt x="8764" y="6359"/>
                  </a:cubicBezTo>
                  <a:cubicBezTo>
                    <a:pt x="8478" y="6812"/>
                    <a:pt x="8264" y="7216"/>
                    <a:pt x="8121" y="7621"/>
                  </a:cubicBezTo>
                  <a:cubicBezTo>
                    <a:pt x="8073" y="7717"/>
                    <a:pt x="8121" y="7859"/>
                    <a:pt x="8240" y="7907"/>
                  </a:cubicBezTo>
                  <a:lnTo>
                    <a:pt x="8335" y="7907"/>
                  </a:lnTo>
                  <a:cubicBezTo>
                    <a:pt x="8407" y="7907"/>
                    <a:pt x="8502" y="7859"/>
                    <a:pt x="8526" y="7788"/>
                  </a:cubicBezTo>
                  <a:cubicBezTo>
                    <a:pt x="8669" y="7407"/>
                    <a:pt x="8883" y="7026"/>
                    <a:pt x="9145" y="6597"/>
                  </a:cubicBezTo>
                  <a:cubicBezTo>
                    <a:pt x="9550" y="5930"/>
                    <a:pt x="9764" y="5192"/>
                    <a:pt x="9788" y="4406"/>
                  </a:cubicBezTo>
                  <a:lnTo>
                    <a:pt x="10455" y="4406"/>
                  </a:lnTo>
                  <a:cubicBezTo>
                    <a:pt x="10812" y="4406"/>
                    <a:pt x="11098" y="4121"/>
                    <a:pt x="11098" y="3740"/>
                  </a:cubicBezTo>
                  <a:lnTo>
                    <a:pt x="11098" y="3525"/>
                  </a:lnTo>
                  <a:cubicBezTo>
                    <a:pt x="11241" y="3525"/>
                    <a:pt x="11336" y="3430"/>
                    <a:pt x="11336" y="3311"/>
                  </a:cubicBezTo>
                  <a:lnTo>
                    <a:pt x="11336" y="2882"/>
                  </a:lnTo>
                  <a:cubicBezTo>
                    <a:pt x="11336" y="2763"/>
                    <a:pt x="11241" y="2668"/>
                    <a:pt x="11122" y="2668"/>
                  </a:cubicBezTo>
                  <a:lnTo>
                    <a:pt x="11122" y="2430"/>
                  </a:lnTo>
                  <a:cubicBezTo>
                    <a:pt x="11122" y="2073"/>
                    <a:pt x="10812" y="1787"/>
                    <a:pt x="10455" y="1787"/>
                  </a:cubicBezTo>
                  <a:lnTo>
                    <a:pt x="8931" y="1787"/>
                  </a:lnTo>
                  <a:cubicBezTo>
                    <a:pt x="8097" y="667"/>
                    <a:pt x="6787" y="1"/>
                    <a:pt x="54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65" name="Google Shape;4465;p59"/>
            <p:cNvSpPr/>
            <p:nvPr/>
          </p:nvSpPr>
          <p:spPr>
            <a:xfrm>
              <a:off x="1580234" y="3899321"/>
              <a:ext cx="42817" cy="21329"/>
            </a:xfrm>
            <a:custGeom>
              <a:rect b="b" l="l" r="r" t="t"/>
              <a:pathLst>
                <a:path extrusionOk="0" h="644" w="1215">
                  <a:moveTo>
                    <a:pt x="215" y="1"/>
                  </a:moveTo>
                  <a:cubicBezTo>
                    <a:pt x="95" y="1"/>
                    <a:pt x="0" y="96"/>
                    <a:pt x="0" y="215"/>
                  </a:cubicBezTo>
                  <a:cubicBezTo>
                    <a:pt x="0" y="334"/>
                    <a:pt x="95" y="430"/>
                    <a:pt x="215" y="430"/>
                  </a:cubicBezTo>
                  <a:cubicBezTo>
                    <a:pt x="310" y="430"/>
                    <a:pt x="405" y="477"/>
                    <a:pt x="524" y="525"/>
                  </a:cubicBezTo>
                  <a:cubicBezTo>
                    <a:pt x="667" y="596"/>
                    <a:pt x="810" y="644"/>
                    <a:pt x="1000" y="644"/>
                  </a:cubicBezTo>
                  <a:cubicBezTo>
                    <a:pt x="1120" y="644"/>
                    <a:pt x="1215" y="549"/>
                    <a:pt x="1215" y="430"/>
                  </a:cubicBezTo>
                  <a:cubicBezTo>
                    <a:pt x="1215" y="310"/>
                    <a:pt x="1120" y="215"/>
                    <a:pt x="1000" y="215"/>
                  </a:cubicBezTo>
                  <a:cubicBezTo>
                    <a:pt x="905" y="215"/>
                    <a:pt x="810" y="168"/>
                    <a:pt x="691" y="120"/>
                  </a:cubicBezTo>
                  <a:cubicBezTo>
                    <a:pt x="548" y="72"/>
                    <a:pt x="405" y="1"/>
                    <a:pt x="2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466" name="Google Shape;4466;p59"/>
          <p:cNvGrpSpPr/>
          <p:nvPr/>
        </p:nvGrpSpPr>
        <p:grpSpPr>
          <a:xfrm>
            <a:off x="2347247" y="3781018"/>
            <a:ext cx="358391" cy="373097"/>
            <a:chOff x="2347247" y="3781018"/>
            <a:chExt cx="358391" cy="373097"/>
          </a:xfrm>
        </p:grpSpPr>
        <p:sp>
          <p:nvSpPr>
            <p:cNvPr id="4467" name="Google Shape;4467;p59"/>
            <p:cNvSpPr/>
            <p:nvPr/>
          </p:nvSpPr>
          <p:spPr>
            <a:xfrm>
              <a:off x="2409338" y="3967150"/>
              <a:ext cx="18219" cy="14507"/>
            </a:xfrm>
            <a:custGeom>
              <a:rect b="b" l="l" r="r" t="t"/>
              <a:pathLst>
                <a:path extrusionOk="0" h="438" w="517">
                  <a:moveTo>
                    <a:pt x="239" y="1"/>
                  </a:moveTo>
                  <a:cubicBezTo>
                    <a:pt x="96" y="1"/>
                    <a:pt x="1" y="144"/>
                    <a:pt x="49" y="287"/>
                  </a:cubicBezTo>
                  <a:cubicBezTo>
                    <a:pt x="72" y="358"/>
                    <a:pt x="120" y="406"/>
                    <a:pt x="168" y="430"/>
                  </a:cubicBezTo>
                  <a:cubicBezTo>
                    <a:pt x="190" y="435"/>
                    <a:pt x="212" y="438"/>
                    <a:pt x="233" y="438"/>
                  </a:cubicBezTo>
                  <a:cubicBezTo>
                    <a:pt x="394" y="438"/>
                    <a:pt x="516" y="288"/>
                    <a:pt x="453" y="120"/>
                  </a:cubicBezTo>
                  <a:cubicBezTo>
                    <a:pt x="406" y="49"/>
                    <a:pt x="334" y="1"/>
                    <a:pt x="2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68" name="Google Shape;4468;p59"/>
            <p:cNvSpPr/>
            <p:nvPr/>
          </p:nvSpPr>
          <p:spPr>
            <a:xfrm>
              <a:off x="2347247" y="3781018"/>
              <a:ext cx="358391" cy="373097"/>
            </a:xfrm>
            <a:custGeom>
              <a:rect b="b" l="l" r="r" t="t"/>
              <a:pathLst>
                <a:path extrusionOk="0" h="11265" w="10170">
                  <a:moveTo>
                    <a:pt x="7312" y="453"/>
                  </a:moveTo>
                  <a:cubicBezTo>
                    <a:pt x="8645" y="453"/>
                    <a:pt x="9741" y="1525"/>
                    <a:pt x="9741" y="2858"/>
                  </a:cubicBezTo>
                  <a:cubicBezTo>
                    <a:pt x="9741" y="4192"/>
                    <a:pt x="8645" y="5287"/>
                    <a:pt x="7312" y="5287"/>
                  </a:cubicBezTo>
                  <a:cubicBezTo>
                    <a:pt x="5978" y="5287"/>
                    <a:pt x="4906" y="4192"/>
                    <a:pt x="4906" y="2858"/>
                  </a:cubicBezTo>
                  <a:cubicBezTo>
                    <a:pt x="4906" y="1525"/>
                    <a:pt x="5978" y="453"/>
                    <a:pt x="7312" y="453"/>
                  </a:cubicBezTo>
                  <a:close/>
                  <a:moveTo>
                    <a:pt x="7312" y="1"/>
                  </a:moveTo>
                  <a:cubicBezTo>
                    <a:pt x="6192" y="1"/>
                    <a:pt x="5240" y="644"/>
                    <a:pt x="4764" y="1596"/>
                  </a:cubicBezTo>
                  <a:lnTo>
                    <a:pt x="4645" y="1596"/>
                  </a:lnTo>
                  <a:cubicBezTo>
                    <a:pt x="3620" y="1596"/>
                    <a:pt x="2692" y="1977"/>
                    <a:pt x="1977" y="2692"/>
                  </a:cubicBezTo>
                  <a:cubicBezTo>
                    <a:pt x="1239" y="3382"/>
                    <a:pt x="858" y="4335"/>
                    <a:pt x="858" y="5335"/>
                  </a:cubicBezTo>
                  <a:cubicBezTo>
                    <a:pt x="858" y="5549"/>
                    <a:pt x="644" y="5978"/>
                    <a:pt x="310" y="6454"/>
                  </a:cubicBezTo>
                  <a:cubicBezTo>
                    <a:pt x="1" y="6883"/>
                    <a:pt x="48" y="7193"/>
                    <a:pt x="144" y="7383"/>
                  </a:cubicBezTo>
                  <a:cubicBezTo>
                    <a:pt x="239" y="7574"/>
                    <a:pt x="477" y="7812"/>
                    <a:pt x="1072" y="7859"/>
                  </a:cubicBezTo>
                  <a:lnTo>
                    <a:pt x="1072" y="8812"/>
                  </a:lnTo>
                  <a:cubicBezTo>
                    <a:pt x="1072" y="9455"/>
                    <a:pt x="1620" y="10003"/>
                    <a:pt x="2263" y="10003"/>
                  </a:cubicBezTo>
                  <a:cubicBezTo>
                    <a:pt x="2835" y="10003"/>
                    <a:pt x="3168" y="10027"/>
                    <a:pt x="3287" y="10122"/>
                  </a:cubicBezTo>
                  <a:cubicBezTo>
                    <a:pt x="3430" y="10241"/>
                    <a:pt x="3478" y="10527"/>
                    <a:pt x="3501" y="11051"/>
                  </a:cubicBezTo>
                  <a:cubicBezTo>
                    <a:pt x="3501" y="11170"/>
                    <a:pt x="3597" y="11265"/>
                    <a:pt x="3716" y="11265"/>
                  </a:cubicBezTo>
                  <a:lnTo>
                    <a:pt x="6883" y="11265"/>
                  </a:lnTo>
                  <a:cubicBezTo>
                    <a:pt x="6907" y="11265"/>
                    <a:pt x="6931" y="11265"/>
                    <a:pt x="6955" y="11241"/>
                  </a:cubicBezTo>
                  <a:cubicBezTo>
                    <a:pt x="7050" y="11217"/>
                    <a:pt x="7097" y="11122"/>
                    <a:pt x="7097" y="11027"/>
                  </a:cubicBezTo>
                  <a:cubicBezTo>
                    <a:pt x="7074" y="10598"/>
                    <a:pt x="7050" y="10288"/>
                    <a:pt x="7050" y="10003"/>
                  </a:cubicBezTo>
                  <a:cubicBezTo>
                    <a:pt x="7050" y="9884"/>
                    <a:pt x="6955" y="9788"/>
                    <a:pt x="6835" y="9788"/>
                  </a:cubicBezTo>
                  <a:cubicBezTo>
                    <a:pt x="6716" y="9788"/>
                    <a:pt x="6621" y="9884"/>
                    <a:pt x="6621" y="10003"/>
                  </a:cubicBezTo>
                  <a:cubicBezTo>
                    <a:pt x="6621" y="10241"/>
                    <a:pt x="6621" y="10503"/>
                    <a:pt x="6645" y="10812"/>
                  </a:cubicBezTo>
                  <a:lnTo>
                    <a:pt x="3930" y="10812"/>
                  </a:lnTo>
                  <a:cubicBezTo>
                    <a:pt x="3882" y="10336"/>
                    <a:pt x="3811" y="10003"/>
                    <a:pt x="3573" y="9788"/>
                  </a:cubicBezTo>
                  <a:cubicBezTo>
                    <a:pt x="3311" y="9574"/>
                    <a:pt x="2906" y="9550"/>
                    <a:pt x="2263" y="9550"/>
                  </a:cubicBezTo>
                  <a:cubicBezTo>
                    <a:pt x="1858" y="9550"/>
                    <a:pt x="1525" y="9217"/>
                    <a:pt x="1525" y="8812"/>
                  </a:cubicBezTo>
                  <a:lnTo>
                    <a:pt x="1525" y="8526"/>
                  </a:lnTo>
                  <a:lnTo>
                    <a:pt x="2168" y="8526"/>
                  </a:lnTo>
                  <a:cubicBezTo>
                    <a:pt x="2287" y="8526"/>
                    <a:pt x="2382" y="8431"/>
                    <a:pt x="2382" y="8336"/>
                  </a:cubicBezTo>
                  <a:cubicBezTo>
                    <a:pt x="2406" y="8193"/>
                    <a:pt x="2311" y="8074"/>
                    <a:pt x="2168" y="8074"/>
                  </a:cubicBezTo>
                  <a:lnTo>
                    <a:pt x="1501" y="8074"/>
                  </a:lnTo>
                  <a:lnTo>
                    <a:pt x="1501" y="7621"/>
                  </a:lnTo>
                  <a:cubicBezTo>
                    <a:pt x="1501" y="7502"/>
                    <a:pt x="1406" y="7407"/>
                    <a:pt x="1287" y="7407"/>
                  </a:cubicBezTo>
                  <a:cubicBezTo>
                    <a:pt x="882" y="7407"/>
                    <a:pt x="596" y="7336"/>
                    <a:pt x="525" y="7169"/>
                  </a:cubicBezTo>
                  <a:cubicBezTo>
                    <a:pt x="477" y="7074"/>
                    <a:pt x="525" y="6907"/>
                    <a:pt x="667" y="6693"/>
                  </a:cubicBezTo>
                  <a:cubicBezTo>
                    <a:pt x="953" y="6311"/>
                    <a:pt x="1287" y="5740"/>
                    <a:pt x="1287" y="5335"/>
                  </a:cubicBezTo>
                  <a:cubicBezTo>
                    <a:pt x="1287" y="3525"/>
                    <a:pt x="2763" y="2049"/>
                    <a:pt x="4573" y="2025"/>
                  </a:cubicBezTo>
                  <a:lnTo>
                    <a:pt x="4573" y="2025"/>
                  </a:lnTo>
                  <a:cubicBezTo>
                    <a:pt x="4502" y="2287"/>
                    <a:pt x="4454" y="2573"/>
                    <a:pt x="4454" y="2858"/>
                  </a:cubicBezTo>
                  <a:cubicBezTo>
                    <a:pt x="4454" y="4430"/>
                    <a:pt x="5740" y="5716"/>
                    <a:pt x="7312" y="5716"/>
                  </a:cubicBezTo>
                  <a:cubicBezTo>
                    <a:pt x="7526" y="5716"/>
                    <a:pt x="7740" y="5692"/>
                    <a:pt x="7955" y="5645"/>
                  </a:cubicBezTo>
                  <a:lnTo>
                    <a:pt x="7955" y="5645"/>
                  </a:lnTo>
                  <a:cubicBezTo>
                    <a:pt x="7907" y="6145"/>
                    <a:pt x="7740" y="6621"/>
                    <a:pt x="7478" y="7050"/>
                  </a:cubicBezTo>
                  <a:cubicBezTo>
                    <a:pt x="7288" y="7383"/>
                    <a:pt x="7121" y="7669"/>
                    <a:pt x="7002" y="7979"/>
                  </a:cubicBezTo>
                  <a:cubicBezTo>
                    <a:pt x="6955" y="8074"/>
                    <a:pt x="6978" y="8217"/>
                    <a:pt x="7097" y="8264"/>
                  </a:cubicBezTo>
                  <a:cubicBezTo>
                    <a:pt x="7121" y="8288"/>
                    <a:pt x="7169" y="8288"/>
                    <a:pt x="7193" y="8288"/>
                  </a:cubicBezTo>
                  <a:cubicBezTo>
                    <a:pt x="7288" y="8288"/>
                    <a:pt x="7359" y="8240"/>
                    <a:pt x="7383" y="8145"/>
                  </a:cubicBezTo>
                  <a:cubicBezTo>
                    <a:pt x="7502" y="7883"/>
                    <a:pt x="7669" y="7597"/>
                    <a:pt x="7859" y="7264"/>
                  </a:cubicBezTo>
                  <a:cubicBezTo>
                    <a:pt x="8193" y="6740"/>
                    <a:pt x="8383" y="6121"/>
                    <a:pt x="8407" y="5502"/>
                  </a:cubicBezTo>
                  <a:cubicBezTo>
                    <a:pt x="9455" y="5073"/>
                    <a:pt x="10169" y="4049"/>
                    <a:pt x="10169" y="2858"/>
                  </a:cubicBezTo>
                  <a:cubicBezTo>
                    <a:pt x="10169" y="1287"/>
                    <a:pt x="8907" y="1"/>
                    <a:pt x="73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69" name="Google Shape;4469;p59"/>
            <p:cNvSpPr/>
            <p:nvPr/>
          </p:nvSpPr>
          <p:spPr>
            <a:xfrm>
              <a:off x="2581798" y="4072868"/>
              <a:ext cx="18078" cy="13977"/>
            </a:xfrm>
            <a:custGeom>
              <a:rect b="b" l="l" r="r" t="t"/>
              <a:pathLst>
                <a:path extrusionOk="0" h="422" w="513">
                  <a:moveTo>
                    <a:pt x="251" y="0"/>
                  </a:moveTo>
                  <a:cubicBezTo>
                    <a:pt x="179" y="0"/>
                    <a:pt x="108" y="48"/>
                    <a:pt x="60" y="119"/>
                  </a:cubicBezTo>
                  <a:cubicBezTo>
                    <a:pt x="0" y="279"/>
                    <a:pt x="108" y="422"/>
                    <a:pt x="256" y="422"/>
                  </a:cubicBezTo>
                  <a:cubicBezTo>
                    <a:pt x="285" y="422"/>
                    <a:pt x="315" y="416"/>
                    <a:pt x="346" y="405"/>
                  </a:cubicBezTo>
                  <a:cubicBezTo>
                    <a:pt x="394" y="405"/>
                    <a:pt x="441" y="357"/>
                    <a:pt x="465" y="286"/>
                  </a:cubicBezTo>
                  <a:cubicBezTo>
                    <a:pt x="513" y="143"/>
                    <a:pt x="418" y="0"/>
                    <a:pt x="2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70" name="Google Shape;4470;p59"/>
            <p:cNvSpPr/>
            <p:nvPr/>
          </p:nvSpPr>
          <p:spPr>
            <a:xfrm>
              <a:off x="2552867" y="3832287"/>
              <a:ext cx="105755" cy="101778"/>
            </a:xfrm>
            <a:custGeom>
              <a:rect b="b" l="l" r="r" t="t"/>
              <a:pathLst>
                <a:path extrusionOk="0" h="3073" w="3001">
                  <a:moveTo>
                    <a:pt x="262" y="1"/>
                  </a:moveTo>
                  <a:cubicBezTo>
                    <a:pt x="143" y="1"/>
                    <a:pt x="48" y="72"/>
                    <a:pt x="24" y="167"/>
                  </a:cubicBezTo>
                  <a:cubicBezTo>
                    <a:pt x="0" y="310"/>
                    <a:pt x="95" y="429"/>
                    <a:pt x="215" y="429"/>
                  </a:cubicBezTo>
                  <a:cubicBezTo>
                    <a:pt x="262" y="429"/>
                    <a:pt x="286" y="477"/>
                    <a:pt x="286" y="525"/>
                  </a:cubicBezTo>
                  <a:lnTo>
                    <a:pt x="286" y="977"/>
                  </a:lnTo>
                  <a:cubicBezTo>
                    <a:pt x="286" y="1525"/>
                    <a:pt x="715" y="1977"/>
                    <a:pt x="1262" y="1977"/>
                  </a:cubicBezTo>
                  <a:lnTo>
                    <a:pt x="1262" y="2644"/>
                  </a:lnTo>
                  <a:lnTo>
                    <a:pt x="1143" y="2644"/>
                  </a:lnTo>
                  <a:cubicBezTo>
                    <a:pt x="1120" y="2644"/>
                    <a:pt x="1072" y="2644"/>
                    <a:pt x="1072" y="2668"/>
                  </a:cubicBezTo>
                  <a:cubicBezTo>
                    <a:pt x="905" y="2858"/>
                    <a:pt x="1024" y="3073"/>
                    <a:pt x="1215" y="3073"/>
                  </a:cubicBezTo>
                  <a:lnTo>
                    <a:pt x="1810" y="3073"/>
                  </a:lnTo>
                  <a:cubicBezTo>
                    <a:pt x="1858" y="3073"/>
                    <a:pt x="1882" y="3049"/>
                    <a:pt x="1905" y="3025"/>
                  </a:cubicBezTo>
                  <a:cubicBezTo>
                    <a:pt x="2072" y="2858"/>
                    <a:pt x="1953" y="2644"/>
                    <a:pt x="1763" y="2644"/>
                  </a:cubicBezTo>
                  <a:lnTo>
                    <a:pt x="1715" y="2644"/>
                  </a:lnTo>
                  <a:lnTo>
                    <a:pt x="1715" y="1977"/>
                  </a:lnTo>
                  <a:cubicBezTo>
                    <a:pt x="2239" y="1977"/>
                    <a:pt x="2667" y="1525"/>
                    <a:pt x="2667" y="977"/>
                  </a:cubicBezTo>
                  <a:lnTo>
                    <a:pt x="2667" y="525"/>
                  </a:lnTo>
                  <a:cubicBezTo>
                    <a:pt x="2667" y="477"/>
                    <a:pt x="2715" y="429"/>
                    <a:pt x="2763" y="429"/>
                  </a:cubicBezTo>
                  <a:cubicBezTo>
                    <a:pt x="2882" y="429"/>
                    <a:pt x="3001" y="310"/>
                    <a:pt x="2953" y="167"/>
                  </a:cubicBezTo>
                  <a:cubicBezTo>
                    <a:pt x="2953" y="72"/>
                    <a:pt x="2858" y="1"/>
                    <a:pt x="2739" y="1"/>
                  </a:cubicBezTo>
                  <a:cubicBezTo>
                    <a:pt x="2477" y="1"/>
                    <a:pt x="2239" y="239"/>
                    <a:pt x="2239" y="525"/>
                  </a:cubicBezTo>
                  <a:lnTo>
                    <a:pt x="2239" y="1001"/>
                  </a:lnTo>
                  <a:cubicBezTo>
                    <a:pt x="2239" y="1287"/>
                    <a:pt x="2001" y="1549"/>
                    <a:pt x="1715" y="1549"/>
                  </a:cubicBezTo>
                  <a:lnTo>
                    <a:pt x="1715" y="429"/>
                  </a:lnTo>
                  <a:lnTo>
                    <a:pt x="1834" y="429"/>
                  </a:lnTo>
                  <a:cubicBezTo>
                    <a:pt x="1858" y="429"/>
                    <a:pt x="1882" y="429"/>
                    <a:pt x="1905" y="405"/>
                  </a:cubicBezTo>
                  <a:cubicBezTo>
                    <a:pt x="2072" y="215"/>
                    <a:pt x="1953" y="1"/>
                    <a:pt x="1763" y="1"/>
                  </a:cubicBezTo>
                  <a:lnTo>
                    <a:pt x="1143" y="1"/>
                  </a:lnTo>
                  <a:cubicBezTo>
                    <a:pt x="1120" y="1"/>
                    <a:pt x="1096" y="24"/>
                    <a:pt x="1072" y="48"/>
                  </a:cubicBezTo>
                  <a:cubicBezTo>
                    <a:pt x="905" y="215"/>
                    <a:pt x="1024" y="429"/>
                    <a:pt x="1215" y="429"/>
                  </a:cubicBezTo>
                  <a:lnTo>
                    <a:pt x="1262" y="429"/>
                  </a:lnTo>
                  <a:lnTo>
                    <a:pt x="1262" y="1549"/>
                  </a:lnTo>
                  <a:lnTo>
                    <a:pt x="1215" y="1549"/>
                  </a:lnTo>
                  <a:cubicBezTo>
                    <a:pt x="929" y="1549"/>
                    <a:pt x="715" y="1287"/>
                    <a:pt x="715" y="1001"/>
                  </a:cubicBezTo>
                  <a:lnTo>
                    <a:pt x="715" y="525"/>
                  </a:lnTo>
                  <a:cubicBezTo>
                    <a:pt x="715" y="239"/>
                    <a:pt x="500" y="24"/>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471" name="Google Shape;4471;p59"/>
          <p:cNvGrpSpPr/>
          <p:nvPr/>
        </p:nvGrpSpPr>
        <p:grpSpPr>
          <a:xfrm>
            <a:off x="3182272" y="3781018"/>
            <a:ext cx="325653" cy="373097"/>
            <a:chOff x="3182272" y="3781018"/>
            <a:chExt cx="325653" cy="373097"/>
          </a:xfrm>
        </p:grpSpPr>
        <p:sp>
          <p:nvSpPr>
            <p:cNvPr id="4472" name="Google Shape;4472;p59"/>
            <p:cNvSpPr/>
            <p:nvPr/>
          </p:nvSpPr>
          <p:spPr>
            <a:xfrm>
              <a:off x="3182272" y="3781018"/>
              <a:ext cx="325653" cy="373097"/>
            </a:xfrm>
            <a:custGeom>
              <a:rect b="b" l="l" r="r" t="t"/>
              <a:pathLst>
                <a:path extrusionOk="0" h="11265" w="9241">
                  <a:moveTo>
                    <a:pt x="8573" y="453"/>
                  </a:moveTo>
                  <a:cubicBezTo>
                    <a:pt x="8716" y="453"/>
                    <a:pt x="8811" y="548"/>
                    <a:pt x="8811" y="667"/>
                  </a:cubicBezTo>
                  <a:lnTo>
                    <a:pt x="8811" y="8621"/>
                  </a:lnTo>
                  <a:cubicBezTo>
                    <a:pt x="8811" y="8741"/>
                    <a:pt x="8716" y="8836"/>
                    <a:pt x="8573" y="8836"/>
                  </a:cubicBezTo>
                  <a:lnTo>
                    <a:pt x="1429" y="8836"/>
                  </a:lnTo>
                  <a:lnTo>
                    <a:pt x="1429" y="5645"/>
                  </a:lnTo>
                  <a:cubicBezTo>
                    <a:pt x="1429" y="5526"/>
                    <a:pt x="1358" y="5430"/>
                    <a:pt x="1262" y="5407"/>
                  </a:cubicBezTo>
                  <a:cubicBezTo>
                    <a:pt x="1119" y="5407"/>
                    <a:pt x="1000" y="5502"/>
                    <a:pt x="1000" y="5645"/>
                  </a:cubicBezTo>
                  <a:lnTo>
                    <a:pt x="1000" y="8860"/>
                  </a:lnTo>
                  <a:cubicBezTo>
                    <a:pt x="786" y="8907"/>
                    <a:pt x="595" y="9003"/>
                    <a:pt x="453" y="9122"/>
                  </a:cubicBezTo>
                  <a:lnTo>
                    <a:pt x="453" y="1215"/>
                  </a:lnTo>
                  <a:cubicBezTo>
                    <a:pt x="453" y="858"/>
                    <a:pt x="667" y="572"/>
                    <a:pt x="1000" y="477"/>
                  </a:cubicBezTo>
                  <a:lnTo>
                    <a:pt x="1000" y="3644"/>
                  </a:lnTo>
                  <a:cubicBezTo>
                    <a:pt x="1000" y="3763"/>
                    <a:pt x="1072" y="3859"/>
                    <a:pt x="1191" y="3882"/>
                  </a:cubicBezTo>
                  <a:cubicBezTo>
                    <a:pt x="1310" y="3882"/>
                    <a:pt x="1429" y="3787"/>
                    <a:pt x="1429" y="3644"/>
                  </a:cubicBezTo>
                  <a:lnTo>
                    <a:pt x="1429" y="453"/>
                  </a:lnTo>
                  <a:close/>
                  <a:moveTo>
                    <a:pt x="7930" y="9288"/>
                  </a:moveTo>
                  <a:lnTo>
                    <a:pt x="7930" y="10812"/>
                  </a:lnTo>
                  <a:lnTo>
                    <a:pt x="1215" y="10812"/>
                  </a:lnTo>
                  <a:cubicBezTo>
                    <a:pt x="786" y="10812"/>
                    <a:pt x="429" y="10455"/>
                    <a:pt x="453" y="10003"/>
                  </a:cubicBezTo>
                  <a:cubicBezTo>
                    <a:pt x="476" y="9598"/>
                    <a:pt x="834" y="9288"/>
                    <a:pt x="1238" y="9288"/>
                  </a:cubicBezTo>
                  <a:close/>
                  <a:moveTo>
                    <a:pt x="8811" y="9241"/>
                  </a:moveTo>
                  <a:lnTo>
                    <a:pt x="8811" y="10598"/>
                  </a:lnTo>
                  <a:cubicBezTo>
                    <a:pt x="8811" y="10717"/>
                    <a:pt x="8716" y="10812"/>
                    <a:pt x="8573" y="10812"/>
                  </a:cubicBezTo>
                  <a:lnTo>
                    <a:pt x="8359" y="10812"/>
                  </a:lnTo>
                  <a:lnTo>
                    <a:pt x="8359" y="9288"/>
                  </a:lnTo>
                  <a:lnTo>
                    <a:pt x="8573" y="9288"/>
                  </a:lnTo>
                  <a:cubicBezTo>
                    <a:pt x="8669" y="9288"/>
                    <a:pt x="8740" y="9264"/>
                    <a:pt x="8811" y="9241"/>
                  </a:cubicBezTo>
                  <a:close/>
                  <a:moveTo>
                    <a:pt x="1215" y="1"/>
                  </a:moveTo>
                  <a:cubicBezTo>
                    <a:pt x="548" y="1"/>
                    <a:pt x="0" y="548"/>
                    <a:pt x="0" y="1215"/>
                  </a:cubicBezTo>
                  <a:lnTo>
                    <a:pt x="0" y="10050"/>
                  </a:lnTo>
                  <a:cubicBezTo>
                    <a:pt x="0" y="10717"/>
                    <a:pt x="548" y="11265"/>
                    <a:pt x="1215" y="11265"/>
                  </a:cubicBezTo>
                  <a:lnTo>
                    <a:pt x="8573" y="11265"/>
                  </a:lnTo>
                  <a:cubicBezTo>
                    <a:pt x="8954" y="11265"/>
                    <a:pt x="9240" y="10955"/>
                    <a:pt x="9240" y="10598"/>
                  </a:cubicBezTo>
                  <a:lnTo>
                    <a:pt x="9240" y="667"/>
                  </a:lnTo>
                  <a:cubicBezTo>
                    <a:pt x="9240" y="310"/>
                    <a:pt x="8954" y="1"/>
                    <a:pt x="85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73" name="Google Shape;4473;p59"/>
            <p:cNvSpPr/>
            <p:nvPr/>
          </p:nvSpPr>
          <p:spPr>
            <a:xfrm>
              <a:off x="3251904" y="3819668"/>
              <a:ext cx="221589" cy="231144"/>
            </a:xfrm>
            <a:custGeom>
              <a:rect b="b" l="l" r="r" t="t"/>
              <a:pathLst>
                <a:path extrusionOk="0" h="6979" w="6288">
                  <a:moveTo>
                    <a:pt x="3735" y="430"/>
                  </a:moveTo>
                  <a:cubicBezTo>
                    <a:pt x="3918" y="430"/>
                    <a:pt x="4067" y="561"/>
                    <a:pt x="4097" y="739"/>
                  </a:cubicBezTo>
                  <a:cubicBezTo>
                    <a:pt x="3978" y="810"/>
                    <a:pt x="3859" y="953"/>
                    <a:pt x="3787" y="1096"/>
                  </a:cubicBezTo>
                  <a:cubicBezTo>
                    <a:pt x="3787" y="1120"/>
                    <a:pt x="3787" y="1120"/>
                    <a:pt x="3787" y="1144"/>
                  </a:cubicBezTo>
                  <a:cubicBezTo>
                    <a:pt x="3835" y="1287"/>
                    <a:pt x="3930" y="1358"/>
                    <a:pt x="4025" y="1358"/>
                  </a:cubicBezTo>
                  <a:cubicBezTo>
                    <a:pt x="4097" y="1358"/>
                    <a:pt x="4168" y="1310"/>
                    <a:pt x="4216" y="1239"/>
                  </a:cubicBezTo>
                  <a:cubicBezTo>
                    <a:pt x="4263" y="1168"/>
                    <a:pt x="4335" y="1096"/>
                    <a:pt x="4430" y="1048"/>
                  </a:cubicBezTo>
                  <a:cubicBezTo>
                    <a:pt x="4487" y="1020"/>
                    <a:pt x="4547" y="1007"/>
                    <a:pt x="4609" y="1007"/>
                  </a:cubicBezTo>
                  <a:cubicBezTo>
                    <a:pt x="4705" y="1007"/>
                    <a:pt x="4806" y="1038"/>
                    <a:pt x="4906" y="1096"/>
                  </a:cubicBezTo>
                  <a:cubicBezTo>
                    <a:pt x="4930" y="1096"/>
                    <a:pt x="4930" y="1120"/>
                    <a:pt x="4954" y="1120"/>
                  </a:cubicBezTo>
                  <a:cubicBezTo>
                    <a:pt x="5073" y="1287"/>
                    <a:pt x="5097" y="1477"/>
                    <a:pt x="5049" y="1620"/>
                  </a:cubicBezTo>
                  <a:cubicBezTo>
                    <a:pt x="5002" y="1763"/>
                    <a:pt x="4906" y="1858"/>
                    <a:pt x="4787" y="1906"/>
                  </a:cubicBezTo>
                  <a:cubicBezTo>
                    <a:pt x="4764" y="1906"/>
                    <a:pt x="4764" y="1930"/>
                    <a:pt x="4740" y="1953"/>
                  </a:cubicBezTo>
                  <a:cubicBezTo>
                    <a:pt x="4692" y="2168"/>
                    <a:pt x="4811" y="2287"/>
                    <a:pt x="4954" y="2287"/>
                  </a:cubicBezTo>
                  <a:cubicBezTo>
                    <a:pt x="5002" y="2287"/>
                    <a:pt x="5026" y="2287"/>
                    <a:pt x="5073" y="2263"/>
                  </a:cubicBezTo>
                  <a:cubicBezTo>
                    <a:pt x="5168" y="2192"/>
                    <a:pt x="5264" y="2120"/>
                    <a:pt x="5335" y="2025"/>
                  </a:cubicBezTo>
                  <a:cubicBezTo>
                    <a:pt x="5478" y="2144"/>
                    <a:pt x="5549" y="2311"/>
                    <a:pt x="5549" y="2525"/>
                  </a:cubicBezTo>
                  <a:cubicBezTo>
                    <a:pt x="5549" y="2668"/>
                    <a:pt x="5502" y="2811"/>
                    <a:pt x="5430" y="2930"/>
                  </a:cubicBezTo>
                  <a:cubicBezTo>
                    <a:pt x="5359" y="2906"/>
                    <a:pt x="5311" y="2882"/>
                    <a:pt x="5264" y="2882"/>
                  </a:cubicBezTo>
                  <a:lnTo>
                    <a:pt x="5216" y="2882"/>
                  </a:lnTo>
                  <a:cubicBezTo>
                    <a:pt x="4957" y="3033"/>
                    <a:pt x="5070" y="3321"/>
                    <a:pt x="5288" y="3321"/>
                  </a:cubicBezTo>
                  <a:cubicBezTo>
                    <a:pt x="5310" y="3321"/>
                    <a:pt x="5334" y="3318"/>
                    <a:pt x="5359" y="3311"/>
                  </a:cubicBezTo>
                  <a:cubicBezTo>
                    <a:pt x="5383" y="3311"/>
                    <a:pt x="5383" y="3335"/>
                    <a:pt x="5383" y="3358"/>
                  </a:cubicBezTo>
                  <a:cubicBezTo>
                    <a:pt x="5383" y="3382"/>
                    <a:pt x="5383" y="3382"/>
                    <a:pt x="5383" y="3382"/>
                  </a:cubicBezTo>
                  <a:cubicBezTo>
                    <a:pt x="5669" y="3525"/>
                    <a:pt x="5835" y="3787"/>
                    <a:pt x="5835" y="4120"/>
                  </a:cubicBezTo>
                  <a:cubicBezTo>
                    <a:pt x="5835" y="4454"/>
                    <a:pt x="5645" y="4740"/>
                    <a:pt x="5335" y="4859"/>
                  </a:cubicBezTo>
                  <a:cubicBezTo>
                    <a:pt x="5240" y="4906"/>
                    <a:pt x="5121" y="4930"/>
                    <a:pt x="5026" y="4930"/>
                  </a:cubicBezTo>
                  <a:cubicBezTo>
                    <a:pt x="4930" y="4930"/>
                    <a:pt x="4835" y="4906"/>
                    <a:pt x="4740" y="4883"/>
                  </a:cubicBezTo>
                  <a:lnTo>
                    <a:pt x="4692" y="4883"/>
                  </a:lnTo>
                  <a:cubicBezTo>
                    <a:pt x="4454" y="5025"/>
                    <a:pt x="4525" y="5264"/>
                    <a:pt x="4692" y="5335"/>
                  </a:cubicBezTo>
                  <a:cubicBezTo>
                    <a:pt x="4811" y="5359"/>
                    <a:pt x="4906" y="5359"/>
                    <a:pt x="5026" y="5359"/>
                  </a:cubicBezTo>
                  <a:lnTo>
                    <a:pt x="5192" y="5359"/>
                  </a:lnTo>
                  <a:cubicBezTo>
                    <a:pt x="5145" y="5621"/>
                    <a:pt x="4930" y="5859"/>
                    <a:pt x="4645" y="5907"/>
                  </a:cubicBezTo>
                  <a:cubicBezTo>
                    <a:pt x="4549" y="5907"/>
                    <a:pt x="4454" y="5907"/>
                    <a:pt x="4359" y="5883"/>
                  </a:cubicBezTo>
                  <a:cubicBezTo>
                    <a:pt x="4339" y="5878"/>
                    <a:pt x="4319" y="5875"/>
                    <a:pt x="4300" y="5875"/>
                  </a:cubicBezTo>
                  <a:cubicBezTo>
                    <a:pt x="4136" y="5875"/>
                    <a:pt x="4014" y="6048"/>
                    <a:pt x="4121" y="6240"/>
                  </a:cubicBezTo>
                  <a:cubicBezTo>
                    <a:pt x="4121" y="6264"/>
                    <a:pt x="4144" y="6264"/>
                    <a:pt x="4144" y="6288"/>
                  </a:cubicBezTo>
                  <a:cubicBezTo>
                    <a:pt x="4216" y="6311"/>
                    <a:pt x="4263" y="6311"/>
                    <a:pt x="4335" y="6335"/>
                  </a:cubicBezTo>
                  <a:cubicBezTo>
                    <a:pt x="4230" y="6452"/>
                    <a:pt x="4079" y="6523"/>
                    <a:pt x="3916" y="6523"/>
                  </a:cubicBezTo>
                  <a:cubicBezTo>
                    <a:pt x="3747" y="6523"/>
                    <a:pt x="3564" y="6446"/>
                    <a:pt x="3406" y="6264"/>
                  </a:cubicBezTo>
                  <a:cubicBezTo>
                    <a:pt x="3382" y="6216"/>
                    <a:pt x="3359" y="6169"/>
                    <a:pt x="3359" y="6145"/>
                  </a:cubicBezTo>
                  <a:lnTo>
                    <a:pt x="3359" y="4954"/>
                  </a:lnTo>
                  <a:cubicBezTo>
                    <a:pt x="3430" y="4740"/>
                    <a:pt x="3620" y="4621"/>
                    <a:pt x="3835" y="4621"/>
                  </a:cubicBezTo>
                  <a:cubicBezTo>
                    <a:pt x="3882" y="4621"/>
                    <a:pt x="3954" y="4621"/>
                    <a:pt x="4025" y="4644"/>
                  </a:cubicBezTo>
                  <a:cubicBezTo>
                    <a:pt x="4033" y="4652"/>
                    <a:pt x="4041" y="4655"/>
                    <a:pt x="4048" y="4655"/>
                  </a:cubicBezTo>
                  <a:cubicBezTo>
                    <a:pt x="4062" y="4655"/>
                    <a:pt x="4073" y="4644"/>
                    <a:pt x="4073" y="4644"/>
                  </a:cubicBezTo>
                  <a:cubicBezTo>
                    <a:pt x="4311" y="4502"/>
                    <a:pt x="4263" y="4263"/>
                    <a:pt x="4073" y="4216"/>
                  </a:cubicBezTo>
                  <a:cubicBezTo>
                    <a:pt x="4002" y="4192"/>
                    <a:pt x="3906" y="4168"/>
                    <a:pt x="3835" y="4168"/>
                  </a:cubicBezTo>
                  <a:cubicBezTo>
                    <a:pt x="3668" y="4168"/>
                    <a:pt x="3501" y="4216"/>
                    <a:pt x="3359" y="4311"/>
                  </a:cubicBezTo>
                  <a:lnTo>
                    <a:pt x="3359" y="667"/>
                  </a:lnTo>
                  <a:cubicBezTo>
                    <a:pt x="3359" y="644"/>
                    <a:pt x="3359" y="596"/>
                    <a:pt x="3382" y="596"/>
                  </a:cubicBezTo>
                  <a:cubicBezTo>
                    <a:pt x="3500" y="479"/>
                    <a:pt x="3624" y="430"/>
                    <a:pt x="3735" y="430"/>
                  </a:cubicBezTo>
                  <a:close/>
                  <a:moveTo>
                    <a:pt x="2549" y="429"/>
                  </a:moveTo>
                  <a:cubicBezTo>
                    <a:pt x="2763" y="429"/>
                    <a:pt x="2930" y="596"/>
                    <a:pt x="2930" y="810"/>
                  </a:cubicBezTo>
                  <a:lnTo>
                    <a:pt x="2930" y="1620"/>
                  </a:lnTo>
                  <a:cubicBezTo>
                    <a:pt x="2882" y="1668"/>
                    <a:pt x="2811" y="1691"/>
                    <a:pt x="2739" y="1691"/>
                  </a:cubicBezTo>
                  <a:cubicBezTo>
                    <a:pt x="2692" y="1691"/>
                    <a:pt x="2668" y="1691"/>
                    <a:pt x="2644" y="1668"/>
                  </a:cubicBezTo>
                  <a:cubicBezTo>
                    <a:pt x="2629" y="1665"/>
                    <a:pt x="2613" y="1663"/>
                    <a:pt x="2598" y="1663"/>
                  </a:cubicBezTo>
                  <a:cubicBezTo>
                    <a:pt x="2496" y="1663"/>
                    <a:pt x="2403" y="1731"/>
                    <a:pt x="2382" y="1834"/>
                  </a:cubicBezTo>
                  <a:cubicBezTo>
                    <a:pt x="2335" y="1953"/>
                    <a:pt x="2406" y="2072"/>
                    <a:pt x="2525" y="2096"/>
                  </a:cubicBezTo>
                  <a:cubicBezTo>
                    <a:pt x="2596" y="2120"/>
                    <a:pt x="2668" y="2120"/>
                    <a:pt x="2739" y="2120"/>
                  </a:cubicBezTo>
                  <a:cubicBezTo>
                    <a:pt x="2787" y="2120"/>
                    <a:pt x="2858" y="2120"/>
                    <a:pt x="2954" y="2096"/>
                  </a:cubicBezTo>
                  <a:lnTo>
                    <a:pt x="2954" y="5978"/>
                  </a:lnTo>
                  <a:cubicBezTo>
                    <a:pt x="2930" y="6288"/>
                    <a:pt x="2668" y="6526"/>
                    <a:pt x="2358" y="6526"/>
                  </a:cubicBezTo>
                  <a:cubicBezTo>
                    <a:pt x="2192" y="6526"/>
                    <a:pt x="2049" y="6454"/>
                    <a:pt x="1930" y="6335"/>
                  </a:cubicBezTo>
                  <a:cubicBezTo>
                    <a:pt x="1977" y="6335"/>
                    <a:pt x="2001" y="6335"/>
                    <a:pt x="2025" y="6311"/>
                  </a:cubicBezTo>
                  <a:cubicBezTo>
                    <a:pt x="2144" y="6288"/>
                    <a:pt x="2215" y="6169"/>
                    <a:pt x="2192" y="6049"/>
                  </a:cubicBezTo>
                  <a:cubicBezTo>
                    <a:pt x="2150" y="5946"/>
                    <a:pt x="2054" y="5878"/>
                    <a:pt x="1968" y="5878"/>
                  </a:cubicBezTo>
                  <a:cubicBezTo>
                    <a:pt x="1955" y="5878"/>
                    <a:pt x="1942" y="5880"/>
                    <a:pt x="1930" y="5883"/>
                  </a:cubicBezTo>
                  <a:cubicBezTo>
                    <a:pt x="1862" y="5900"/>
                    <a:pt x="1795" y="5916"/>
                    <a:pt x="1728" y="5916"/>
                  </a:cubicBezTo>
                  <a:cubicBezTo>
                    <a:pt x="1700" y="5916"/>
                    <a:pt x="1672" y="5914"/>
                    <a:pt x="1644" y="5907"/>
                  </a:cubicBezTo>
                  <a:cubicBezTo>
                    <a:pt x="1358" y="5859"/>
                    <a:pt x="1120" y="5645"/>
                    <a:pt x="1072" y="5359"/>
                  </a:cubicBezTo>
                  <a:cubicBezTo>
                    <a:pt x="1144" y="5359"/>
                    <a:pt x="1191" y="5383"/>
                    <a:pt x="1263" y="5383"/>
                  </a:cubicBezTo>
                  <a:cubicBezTo>
                    <a:pt x="1358" y="5383"/>
                    <a:pt x="1477" y="5359"/>
                    <a:pt x="1572" y="5335"/>
                  </a:cubicBezTo>
                  <a:cubicBezTo>
                    <a:pt x="1692" y="5287"/>
                    <a:pt x="1763" y="5168"/>
                    <a:pt x="1739" y="5073"/>
                  </a:cubicBezTo>
                  <a:cubicBezTo>
                    <a:pt x="1698" y="4969"/>
                    <a:pt x="1602" y="4902"/>
                    <a:pt x="1515" y="4902"/>
                  </a:cubicBezTo>
                  <a:cubicBezTo>
                    <a:pt x="1502" y="4902"/>
                    <a:pt x="1489" y="4903"/>
                    <a:pt x="1477" y="4906"/>
                  </a:cubicBezTo>
                  <a:cubicBezTo>
                    <a:pt x="1406" y="4930"/>
                    <a:pt x="1334" y="4930"/>
                    <a:pt x="1263" y="4930"/>
                  </a:cubicBezTo>
                  <a:cubicBezTo>
                    <a:pt x="1144" y="4930"/>
                    <a:pt x="1049" y="4906"/>
                    <a:pt x="953" y="4883"/>
                  </a:cubicBezTo>
                  <a:cubicBezTo>
                    <a:pt x="644" y="4740"/>
                    <a:pt x="429" y="4454"/>
                    <a:pt x="429" y="4120"/>
                  </a:cubicBezTo>
                  <a:cubicBezTo>
                    <a:pt x="429" y="3811"/>
                    <a:pt x="620" y="3525"/>
                    <a:pt x="906" y="3382"/>
                  </a:cubicBezTo>
                  <a:cubicBezTo>
                    <a:pt x="953" y="3358"/>
                    <a:pt x="1001" y="3335"/>
                    <a:pt x="1049" y="3335"/>
                  </a:cubicBezTo>
                  <a:cubicBezTo>
                    <a:pt x="1168" y="3287"/>
                    <a:pt x="1239" y="3168"/>
                    <a:pt x="1191" y="3073"/>
                  </a:cubicBezTo>
                  <a:cubicBezTo>
                    <a:pt x="1171" y="2969"/>
                    <a:pt x="1078" y="2901"/>
                    <a:pt x="975" y="2901"/>
                  </a:cubicBezTo>
                  <a:cubicBezTo>
                    <a:pt x="960" y="2901"/>
                    <a:pt x="945" y="2903"/>
                    <a:pt x="929" y="2906"/>
                  </a:cubicBezTo>
                  <a:cubicBezTo>
                    <a:pt x="906" y="2906"/>
                    <a:pt x="882" y="2930"/>
                    <a:pt x="858" y="2930"/>
                  </a:cubicBezTo>
                  <a:cubicBezTo>
                    <a:pt x="763" y="2811"/>
                    <a:pt x="715" y="2668"/>
                    <a:pt x="715" y="2525"/>
                  </a:cubicBezTo>
                  <a:cubicBezTo>
                    <a:pt x="715" y="2334"/>
                    <a:pt x="810" y="2144"/>
                    <a:pt x="953" y="2025"/>
                  </a:cubicBezTo>
                  <a:cubicBezTo>
                    <a:pt x="1025" y="2120"/>
                    <a:pt x="1120" y="2215"/>
                    <a:pt x="1215" y="2263"/>
                  </a:cubicBezTo>
                  <a:cubicBezTo>
                    <a:pt x="1263" y="2287"/>
                    <a:pt x="1287" y="2287"/>
                    <a:pt x="1334" y="2287"/>
                  </a:cubicBezTo>
                  <a:cubicBezTo>
                    <a:pt x="1406" y="2287"/>
                    <a:pt x="1477" y="2263"/>
                    <a:pt x="1525" y="2192"/>
                  </a:cubicBezTo>
                  <a:cubicBezTo>
                    <a:pt x="1572" y="2072"/>
                    <a:pt x="1549" y="1953"/>
                    <a:pt x="1430" y="1882"/>
                  </a:cubicBezTo>
                  <a:cubicBezTo>
                    <a:pt x="1334" y="1834"/>
                    <a:pt x="1263" y="1739"/>
                    <a:pt x="1239" y="1644"/>
                  </a:cubicBezTo>
                  <a:cubicBezTo>
                    <a:pt x="1215" y="1596"/>
                    <a:pt x="1191" y="1525"/>
                    <a:pt x="1191" y="1477"/>
                  </a:cubicBezTo>
                  <a:cubicBezTo>
                    <a:pt x="1191" y="1239"/>
                    <a:pt x="1406" y="1025"/>
                    <a:pt x="1668" y="1025"/>
                  </a:cubicBezTo>
                  <a:cubicBezTo>
                    <a:pt x="1739" y="1025"/>
                    <a:pt x="1811" y="1025"/>
                    <a:pt x="1858" y="1048"/>
                  </a:cubicBezTo>
                  <a:cubicBezTo>
                    <a:pt x="1953" y="1096"/>
                    <a:pt x="2025" y="1168"/>
                    <a:pt x="2073" y="1239"/>
                  </a:cubicBezTo>
                  <a:cubicBezTo>
                    <a:pt x="2120" y="1310"/>
                    <a:pt x="2192" y="1358"/>
                    <a:pt x="2263" y="1358"/>
                  </a:cubicBezTo>
                  <a:cubicBezTo>
                    <a:pt x="2311" y="1358"/>
                    <a:pt x="2335" y="1358"/>
                    <a:pt x="2382" y="1334"/>
                  </a:cubicBezTo>
                  <a:cubicBezTo>
                    <a:pt x="2477" y="1263"/>
                    <a:pt x="2501" y="1144"/>
                    <a:pt x="2454" y="1025"/>
                  </a:cubicBezTo>
                  <a:cubicBezTo>
                    <a:pt x="2382" y="906"/>
                    <a:pt x="2287" y="810"/>
                    <a:pt x="2192" y="739"/>
                  </a:cubicBezTo>
                  <a:cubicBezTo>
                    <a:pt x="2215" y="572"/>
                    <a:pt x="2358" y="429"/>
                    <a:pt x="2549" y="429"/>
                  </a:cubicBezTo>
                  <a:close/>
                  <a:moveTo>
                    <a:pt x="2549" y="1"/>
                  </a:moveTo>
                  <a:cubicBezTo>
                    <a:pt x="2192" y="1"/>
                    <a:pt x="1858" y="239"/>
                    <a:pt x="1763" y="572"/>
                  </a:cubicBezTo>
                  <a:lnTo>
                    <a:pt x="1668" y="572"/>
                  </a:lnTo>
                  <a:cubicBezTo>
                    <a:pt x="1168" y="572"/>
                    <a:pt x="763" y="977"/>
                    <a:pt x="763" y="1477"/>
                  </a:cubicBezTo>
                  <a:cubicBezTo>
                    <a:pt x="763" y="1525"/>
                    <a:pt x="763" y="1549"/>
                    <a:pt x="763" y="1596"/>
                  </a:cubicBezTo>
                  <a:cubicBezTo>
                    <a:pt x="477" y="1810"/>
                    <a:pt x="286" y="2144"/>
                    <a:pt x="286" y="2525"/>
                  </a:cubicBezTo>
                  <a:cubicBezTo>
                    <a:pt x="286" y="2739"/>
                    <a:pt x="358" y="2954"/>
                    <a:pt x="477" y="3144"/>
                  </a:cubicBezTo>
                  <a:cubicBezTo>
                    <a:pt x="167" y="3358"/>
                    <a:pt x="1" y="3716"/>
                    <a:pt x="1" y="4120"/>
                  </a:cubicBezTo>
                  <a:cubicBezTo>
                    <a:pt x="1" y="4573"/>
                    <a:pt x="239" y="4978"/>
                    <a:pt x="644" y="5216"/>
                  </a:cubicBezTo>
                  <a:lnTo>
                    <a:pt x="644" y="5240"/>
                  </a:lnTo>
                  <a:cubicBezTo>
                    <a:pt x="644" y="5740"/>
                    <a:pt x="953" y="6169"/>
                    <a:pt x="1430" y="6311"/>
                  </a:cubicBezTo>
                  <a:cubicBezTo>
                    <a:pt x="1572" y="6692"/>
                    <a:pt x="1953" y="6978"/>
                    <a:pt x="2382" y="6978"/>
                  </a:cubicBezTo>
                  <a:cubicBezTo>
                    <a:pt x="2692" y="6978"/>
                    <a:pt x="2978" y="6835"/>
                    <a:pt x="3144" y="6597"/>
                  </a:cubicBezTo>
                  <a:cubicBezTo>
                    <a:pt x="3335" y="6835"/>
                    <a:pt x="3620" y="6978"/>
                    <a:pt x="3930" y="6978"/>
                  </a:cubicBezTo>
                  <a:cubicBezTo>
                    <a:pt x="4359" y="6978"/>
                    <a:pt x="4740" y="6692"/>
                    <a:pt x="4883" y="6311"/>
                  </a:cubicBezTo>
                  <a:cubicBezTo>
                    <a:pt x="5335" y="6169"/>
                    <a:pt x="5669" y="5740"/>
                    <a:pt x="5669" y="5240"/>
                  </a:cubicBezTo>
                  <a:lnTo>
                    <a:pt x="5669" y="5216"/>
                  </a:lnTo>
                  <a:cubicBezTo>
                    <a:pt x="6050" y="4978"/>
                    <a:pt x="6288" y="4573"/>
                    <a:pt x="6288" y="4120"/>
                  </a:cubicBezTo>
                  <a:cubicBezTo>
                    <a:pt x="6288" y="3716"/>
                    <a:pt x="6121" y="3358"/>
                    <a:pt x="5811" y="3144"/>
                  </a:cubicBezTo>
                  <a:cubicBezTo>
                    <a:pt x="5931" y="2954"/>
                    <a:pt x="6002" y="2739"/>
                    <a:pt x="6002" y="2525"/>
                  </a:cubicBezTo>
                  <a:cubicBezTo>
                    <a:pt x="6002" y="2144"/>
                    <a:pt x="5811" y="1810"/>
                    <a:pt x="5526" y="1596"/>
                  </a:cubicBezTo>
                  <a:cubicBezTo>
                    <a:pt x="5526" y="1549"/>
                    <a:pt x="5526" y="1525"/>
                    <a:pt x="5526" y="1477"/>
                  </a:cubicBezTo>
                  <a:cubicBezTo>
                    <a:pt x="5526" y="977"/>
                    <a:pt x="5121" y="572"/>
                    <a:pt x="4621" y="572"/>
                  </a:cubicBezTo>
                  <a:lnTo>
                    <a:pt x="4525" y="572"/>
                  </a:lnTo>
                  <a:cubicBezTo>
                    <a:pt x="4430" y="239"/>
                    <a:pt x="4121" y="1"/>
                    <a:pt x="3740" y="1"/>
                  </a:cubicBezTo>
                  <a:cubicBezTo>
                    <a:pt x="3501" y="1"/>
                    <a:pt x="3287" y="96"/>
                    <a:pt x="3144" y="263"/>
                  </a:cubicBezTo>
                  <a:cubicBezTo>
                    <a:pt x="3001" y="96"/>
                    <a:pt x="2787" y="1"/>
                    <a:pt x="25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74" name="Google Shape;4474;p59"/>
            <p:cNvSpPr/>
            <p:nvPr/>
          </p:nvSpPr>
          <p:spPr>
            <a:xfrm>
              <a:off x="3300569" y="3910019"/>
              <a:ext cx="32773" cy="46136"/>
            </a:xfrm>
            <a:custGeom>
              <a:rect b="b" l="l" r="r" t="t"/>
              <a:pathLst>
                <a:path extrusionOk="0" h="1393" w="930">
                  <a:moveTo>
                    <a:pt x="631" y="1"/>
                  </a:moveTo>
                  <a:cubicBezTo>
                    <a:pt x="594" y="1"/>
                    <a:pt x="557" y="11"/>
                    <a:pt x="525" y="35"/>
                  </a:cubicBezTo>
                  <a:cubicBezTo>
                    <a:pt x="406" y="83"/>
                    <a:pt x="382" y="226"/>
                    <a:pt x="430" y="345"/>
                  </a:cubicBezTo>
                  <a:cubicBezTo>
                    <a:pt x="477" y="392"/>
                    <a:pt x="501" y="464"/>
                    <a:pt x="501" y="535"/>
                  </a:cubicBezTo>
                  <a:cubicBezTo>
                    <a:pt x="501" y="726"/>
                    <a:pt x="358" y="892"/>
                    <a:pt x="191" y="964"/>
                  </a:cubicBezTo>
                  <a:cubicBezTo>
                    <a:pt x="72" y="988"/>
                    <a:pt x="1" y="1107"/>
                    <a:pt x="25" y="1226"/>
                  </a:cubicBezTo>
                  <a:cubicBezTo>
                    <a:pt x="49" y="1321"/>
                    <a:pt x="144" y="1392"/>
                    <a:pt x="239" y="1392"/>
                  </a:cubicBezTo>
                  <a:cubicBezTo>
                    <a:pt x="263" y="1392"/>
                    <a:pt x="287" y="1392"/>
                    <a:pt x="287" y="1369"/>
                  </a:cubicBezTo>
                  <a:cubicBezTo>
                    <a:pt x="668" y="1273"/>
                    <a:pt x="930" y="940"/>
                    <a:pt x="930" y="535"/>
                  </a:cubicBezTo>
                  <a:cubicBezTo>
                    <a:pt x="930" y="392"/>
                    <a:pt x="906" y="249"/>
                    <a:pt x="811" y="107"/>
                  </a:cubicBezTo>
                  <a:cubicBezTo>
                    <a:pt x="779" y="43"/>
                    <a:pt x="705" y="1"/>
                    <a:pt x="6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75" name="Google Shape;4475;p59"/>
            <p:cNvSpPr/>
            <p:nvPr/>
          </p:nvSpPr>
          <p:spPr>
            <a:xfrm>
              <a:off x="3385355" y="3883987"/>
              <a:ext cx="30236" cy="40605"/>
            </a:xfrm>
            <a:custGeom>
              <a:rect b="b" l="l" r="r" t="t"/>
              <a:pathLst>
                <a:path extrusionOk="0" h="1226" w="858">
                  <a:moveTo>
                    <a:pt x="288" y="1"/>
                  </a:moveTo>
                  <a:cubicBezTo>
                    <a:pt x="212" y="1"/>
                    <a:pt x="143" y="43"/>
                    <a:pt x="95" y="107"/>
                  </a:cubicBezTo>
                  <a:cubicBezTo>
                    <a:pt x="24" y="226"/>
                    <a:pt x="0" y="345"/>
                    <a:pt x="0" y="488"/>
                  </a:cubicBezTo>
                  <a:cubicBezTo>
                    <a:pt x="0" y="845"/>
                    <a:pt x="238" y="1131"/>
                    <a:pt x="572" y="1226"/>
                  </a:cubicBezTo>
                  <a:lnTo>
                    <a:pt x="619" y="1226"/>
                  </a:lnTo>
                  <a:cubicBezTo>
                    <a:pt x="715" y="1226"/>
                    <a:pt x="810" y="1178"/>
                    <a:pt x="834" y="1083"/>
                  </a:cubicBezTo>
                  <a:cubicBezTo>
                    <a:pt x="858" y="964"/>
                    <a:pt x="786" y="845"/>
                    <a:pt x="667" y="797"/>
                  </a:cubicBezTo>
                  <a:cubicBezTo>
                    <a:pt x="548" y="773"/>
                    <a:pt x="429" y="631"/>
                    <a:pt x="429" y="488"/>
                  </a:cubicBezTo>
                  <a:cubicBezTo>
                    <a:pt x="429" y="440"/>
                    <a:pt x="453" y="369"/>
                    <a:pt x="476" y="321"/>
                  </a:cubicBezTo>
                  <a:cubicBezTo>
                    <a:pt x="548" y="226"/>
                    <a:pt x="500" y="83"/>
                    <a:pt x="405" y="35"/>
                  </a:cubicBezTo>
                  <a:cubicBezTo>
                    <a:pt x="365" y="11"/>
                    <a:pt x="326" y="1"/>
                    <a:pt x="2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76" name="Google Shape;4476;p59"/>
            <p:cNvSpPr/>
            <p:nvPr/>
          </p:nvSpPr>
          <p:spPr>
            <a:xfrm>
              <a:off x="3217511" y="3927373"/>
              <a:ext cx="15118" cy="14573"/>
            </a:xfrm>
            <a:custGeom>
              <a:rect b="b" l="l" r="r" t="t"/>
              <a:pathLst>
                <a:path extrusionOk="0" h="440" w="429">
                  <a:moveTo>
                    <a:pt x="221" y="0"/>
                  </a:moveTo>
                  <a:cubicBezTo>
                    <a:pt x="103" y="0"/>
                    <a:pt x="0" y="104"/>
                    <a:pt x="0" y="225"/>
                  </a:cubicBezTo>
                  <a:cubicBezTo>
                    <a:pt x="0" y="345"/>
                    <a:pt x="96" y="440"/>
                    <a:pt x="215" y="440"/>
                  </a:cubicBezTo>
                  <a:cubicBezTo>
                    <a:pt x="334" y="440"/>
                    <a:pt x="429" y="345"/>
                    <a:pt x="429" y="225"/>
                  </a:cubicBezTo>
                  <a:cubicBezTo>
                    <a:pt x="429" y="130"/>
                    <a:pt x="381" y="59"/>
                    <a:pt x="286" y="11"/>
                  </a:cubicBezTo>
                  <a:cubicBezTo>
                    <a:pt x="264" y="4"/>
                    <a:pt x="242" y="0"/>
                    <a:pt x="2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477" name="Google Shape;4477;p59"/>
          <p:cNvGrpSpPr/>
          <p:nvPr/>
        </p:nvGrpSpPr>
        <p:grpSpPr>
          <a:xfrm>
            <a:off x="3961020" y="3780819"/>
            <a:ext cx="400362" cy="373296"/>
            <a:chOff x="3961020" y="3780819"/>
            <a:chExt cx="400362" cy="373296"/>
          </a:xfrm>
        </p:grpSpPr>
        <p:sp>
          <p:nvSpPr>
            <p:cNvPr id="4478" name="Google Shape;4478;p59"/>
            <p:cNvSpPr/>
            <p:nvPr/>
          </p:nvSpPr>
          <p:spPr>
            <a:xfrm>
              <a:off x="4023146" y="3967150"/>
              <a:ext cx="18818" cy="14738"/>
            </a:xfrm>
            <a:custGeom>
              <a:rect b="b" l="l" r="r" t="t"/>
              <a:pathLst>
                <a:path extrusionOk="0" h="445" w="534">
                  <a:moveTo>
                    <a:pt x="262" y="1"/>
                  </a:moveTo>
                  <a:cubicBezTo>
                    <a:pt x="119" y="1"/>
                    <a:pt x="0" y="144"/>
                    <a:pt x="48" y="310"/>
                  </a:cubicBezTo>
                  <a:cubicBezTo>
                    <a:pt x="72" y="358"/>
                    <a:pt x="119" y="406"/>
                    <a:pt x="191" y="430"/>
                  </a:cubicBezTo>
                  <a:cubicBezTo>
                    <a:pt x="215" y="440"/>
                    <a:pt x="240" y="445"/>
                    <a:pt x="265" y="445"/>
                  </a:cubicBezTo>
                  <a:cubicBezTo>
                    <a:pt x="407" y="445"/>
                    <a:pt x="534" y="282"/>
                    <a:pt x="453" y="120"/>
                  </a:cubicBezTo>
                  <a:cubicBezTo>
                    <a:pt x="429" y="49"/>
                    <a:pt x="357"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79" name="Google Shape;4479;p59"/>
            <p:cNvSpPr/>
            <p:nvPr/>
          </p:nvSpPr>
          <p:spPr>
            <a:xfrm>
              <a:off x="3961020" y="3780819"/>
              <a:ext cx="400362" cy="373296"/>
            </a:xfrm>
            <a:custGeom>
              <a:rect b="b" l="l" r="r" t="t"/>
              <a:pathLst>
                <a:path extrusionOk="0" h="11271" w="11361">
                  <a:moveTo>
                    <a:pt x="8050" y="531"/>
                  </a:moveTo>
                  <a:lnTo>
                    <a:pt x="8431" y="864"/>
                  </a:lnTo>
                  <a:cubicBezTo>
                    <a:pt x="8484" y="899"/>
                    <a:pt x="8536" y="921"/>
                    <a:pt x="8588" y="921"/>
                  </a:cubicBezTo>
                  <a:cubicBezTo>
                    <a:pt x="8607" y="921"/>
                    <a:pt x="8626" y="918"/>
                    <a:pt x="8646" y="912"/>
                  </a:cubicBezTo>
                  <a:lnTo>
                    <a:pt x="9098" y="745"/>
                  </a:lnTo>
                  <a:lnTo>
                    <a:pt x="9336" y="1197"/>
                  </a:lnTo>
                  <a:cubicBezTo>
                    <a:pt x="9384" y="1269"/>
                    <a:pt x="9455" y="1316"/>
                    <a:pt x="9527" y="1316"/>
                  </a:cubicBezTo>
                  <a:lnTo>
                    <a:pt x="10003" y="1364"/>
                  </a:lnTo>
                  <a:lnTo>
                    <a:pt x="10051" y="1864"/>
                  </a:lnTo>
                  <a:cubicBezTo>
                    <a:pt x="10051" y="1936"/>
                    <a:pt x="10098" y="2007"/>
                    <a:pt x="10170" y="2055"/>
                  </a:cubicBezTo>
                  <a:lnTo>
                    <a:pt x="10622" y="2269"/>
                  </a:lnTo>
                  <a:lnTo>
                    <a:pt x="10455" y="2745"/>
                  </a:lnTo>
                  <a:cubicBezTo>
                    <a:pt x="10432" y="2817"/>
                    <a:pt x="10455" y="2912"/>
                    <a:pt x="10503" y="2960"/>
                  </a:cubicBezTo>
                  <a:lnTo>
                    <a:pt x="10813" y="3317"/>
                  </a:lnTo>
                  <a:lnTo>
                    <a:pt x="10479" y="3722"/>
                  </a:lnTo>
                  <a:cubicBezTo>
                    <a:pt x="10432" y="3769"/>
                    <a:pt x="10432" y="3865"/>
                    <a:pt x="10455" y="3936"/>
                  </a:cubicBezTo>
                  <a:lnTo>
                    <a:pt x="10598" y="4389"/>
                  </a:lnTo>
                  <a:lnTo>
                    <a:pt x="10146" y="4627"/>
                  </a:lnTo>
                  <a:cubicBezTo>
                    <a:pt x="10074" y="4674"/>
                    <a:pt x="10027" y="4722"/>
                    <a:pt x="10027" y="4817"/>
                  </a:cubicBezTo>
                  <a:lnTo>
                    <a:pt x="10003" y="5293"/>
                  </a:lnTo>
                  <a:lnTo>
                    <a:pt x="9479" y="5341"/>
                  </a:lnTo>
                  <a:cubicBezTo>
                    <a:pt x="9408" y="5341"/>
                    <a:pt x="9336" y="5389"/>
                    <a:pt x="9312" y="5460"/>
                  </a:cubicBezTo>
                  <a:lnTo>
                    <a:pt x="9098" y="5889"/>
                  </a:lnTo>
                  <a:lnTo>
                    <a:pt x="8598" y="5746"/>
                  </a:lnTo>
                  <a:cubicBezTo>
                    <a:pt x="8572" y="5737"/>
                    <a:pt x="8542" y="5732"/>
                    <a:pt x="8513" y="5732"/>
                  </a:cubicBezTo>
                  <a:cubicBezTo>
                    <a:pt x="8463" y="5732"/>
                    <a:pt x="8414" y="5748"/>
                    <a:pt x="8384" y="5794"/>
                  </a:cubicBezTo>
                  <a:lnTo>
                    <a:pt x="8026" y="6103"/>
                  </a:lnTo>
                  <a:lnTo>
                    <a:pt x="7622" y="5770"/>
                  </a:lnTo>
                  <a:cubicBezTo>
                    <a:pt x="7598" y="5746"/>
                    <a:pt x="7550" y="5722"/>
                    <a:pt x="7479" y="5722"/>
                  </a:cubicBezTo>
                  <a:lnTo>
                    <a:pt x="7407" y="5722"/>
                  </a:lnTo>
                  <a:lnTo>
                    <a:pt x="6955" y="5889"/>
                  </a:lnTo>
                  <a:lnTo>
                    <a:pt x="6717" y="5436"/>
                  </a:lnTo>
                  <a:cubicBezTo>
                    <a:pt x="6693" y="5365"/>
                    <a:pt x="6621" y="5317"/>
                    <a:pt x="6550" y="5317"/>
                  </a:cubicBezTo>
                  <a:lnTo>
                    <a:pt x="6050" y="5270"/>
                  </a:lnTo>
                  <a:lnTo>
                    <a:pt x="6026" y="4770"/>
                  </a:lnTo>
                  <a:cubicBezTo>
                    <a:pt x="6002" y="4698"/>
                    <a:pt x="5955" y="4627"/>
                    <a:pt x="5883" y="4579"/>
                  </a:cubicBezTo>
                  <a:lnTo>
                    <a:pt x="5454" y="4365"/>
                  </a:lnTo>
                  <a:lnTo>
                    <a:pt x="5621" y="3888"/>
                  </a:lnTo>
                  <a:cubicBezTo>
                    <a:pt x="5645" y="3817"/>
                    <a:pt x="5621" y="3722"/>
                    <a:pt x="5574" y="3674"/>
                  </a:cubicBezTo>
                  <a:lnTo>
                    <a:pt x="5240" y="3317"/>
                  </a:lnTo>
                  <a:lnTo>
                    <a:pt x="5574" y="2912"/>
                  </a:lnTo>
                  <a:cubicBezTo>
                    <a:pt x="5645" y="2864"/>
                    <a:pt x="5645" y="2769"/>
                    <a:pt x="5621" y="2698"/>
                  </a:cubicBezTo>
                  <a:lnTo>
                    <a:pt x="5454" y="2245"/>
                  </a:lnTo>
                  <a:lnTo>
                    <a:pt x="5931" y="2007"/>
                  </a:lnTo>
                  <a:cubicBezTo>
                    <a:pt x="6002" y="1959"/>
                    <a:pt x="6026" y="1912"/>
                    <a:pt x="6050" y="1817"/>
                  </a:cubicBezTo>
                  <a:lnTo>
                    <a:pt x="6074" y="1340"/>
                  </a:lnTo>
                  <a:lnTo>
                    <a:pt x="6598" y="1293"/>
                  </a:lnTo>
                  <a:cubicBezTo>
                    <a:pt x="6669" y="1293"/>
                    <a:pt x="6740" y="1245"/>
                    <a:pt x="6764" y="1174"/>
                  </a:cubicBezTo>
                  <a:lnTo>
                    <a:pt x="6979" y="745"/>
                  </a:lnTo>
                  <a:lnTo>
                    <a:pt x="7479" y="888"/>
                  </a:lnTo>
                  <a:cubicBezTo>
                    <a:pt x="7505" y="897"/>
                    <a:pt x="7531" y="902"/>
                    <a:pt x="7557" y="902"/>
                  </a:cubicBezTo>
                  <a:cubicBezTo>
                    <a:pt x="7602" y="902"/>
                    <a:pt x="7648" y="885"/>
                    <a:pt x="7693" y="840"/>
                  </a:cubicBezTo>
                  <a:lnTo>
                    <a:pt x="8050" y="531"/>
                  </a:lnTo>
                  <a:close/>
                  <a:moveTo>
                    <a:pt x="8041" y="1"/>
                  </a:moveTo>
                  <a:cubicBezTo>
                    <a:pt x="7991" y="1"/>
                    <a:pt x="7943" y="19"/>
                    <a:pt x="7907" y="54"/>
                  </a:cubicBezTo>
                  <a:lnTo>
                    <a:pt x="7479" y="412"/>
                  </a:lnTo>
                  <a:lnTo>
                    <a:pt x="6931" y="245"/>
                  </a:lnTo>
                  <a:cubicBezTo>
                    <a:pt x="6915" y="241"/>
                    <a:pt x="6898" y="239"/>
                    <a:pt x="6880" y="239"/>
                  </a:cubicBezTo>
                  <a:cubicBezTo>
                    <a:pt x="6797" y="239"/>
                    <a:pt x="6708" y="285"/>
                    <a:pt x="6669" y="364"/>
                  </a:cubicBezTo>
                  <a:lnTo>
                    <a:pt x="6431" y="864"/>
                  </a:lnTo>
                  <a:lnTo>
                    <a:pt x="5835" y="912"/>
                  </a:lnTo>
                  <a:cubicBezTo>
                    <a:pt x="5740" y="912"/>
                    <a:pt x="5645" y="1007"/>
                    <a:pt x="5645" y="1102"/>
                  </a:cubicBezTo>
                  <a:lnTo>
                    <a:pt x="5621" y="1650"/>
                  </a:lnTo>
                  <a:lnTo>
                    <a:pt x="5550" y="1698"/>
                  </a:lnTo>
                  <a:cubicBezTo>
                    <a:pt x="5264" y="1626"/>
                    <a:pt x="4954" y="1578"/>
                    <a:pt x="4645" y="1578"/>
                  </a:cubicBezTo>
                  <a:cubicBezTo>
                    <a:pt x="3645" y="1578"/>
                    <a:pt x="2692" y="1983"/>
                    <a:pt x="1978" y="2674"/>
                  </a:cubicBezTo>
                  <a:cubicBezTo>
                    <a:pt x="1263" y="3388"/>
                    <a:pt x="882" y="4341"/>
                    <a:pt x="882" y="5341"/>
                  </a:cubicBezTo>
                  <a:cubicBezTo>
                    <a:pt x="882" y="5555"/>
                    <a:pt x="668" y="5984"/>
                    <a:pt x="334" y="6460"/>
                  </a:cubicBezTo>
                  <a:cubicBezTo>
                    <a:pt x="1" y="6889"/>
                    <a:pt x="49" y="7199"/>
                    <a:pt x="144" y="7389"/>
                  </a:cubicBezTo>
                  <a:cubicBezTo>
                    <a:pt x="239" y="7580"/>
                    <a:pt x="501" y="7818"/>
                    <a:pt x="1096" y="7865"/>
                  </a:cubicBezTo>
                  <a:lnTo>
                    <a:pt x="1096" y="8818"/>
                  </a:lnTo>
                  <a:cubicBezTo>
                    <a:pt x="1096" y="9461"/>
                    <a:pt x="1620" y="10009"/>
                    <a:pt x="2287" y="10009"/>
                  </a:cubicBezTo>
                  <a:cubicBezTo>
                    <a:pt x="2859" y="10009"/>
                    <a:pt x="3168" y="10033"/>
                    <a:pt x="3311" y="10128"/>
                  </a:cubicBezTo>
                  <a:cubicBezTo>
                    <a:pt x="3430" y="10247"/>
                    <a:pt x="3478" y="10533"/>
                    <a:pt x="3525" y="11057"/>
                  </a:cubicBezTo>
                  <a:cubicBezTo>
                    <a:pt x="3525" y="11176"/>
                    <a:pt x="3621" y="11271"/>
                    <a:pt x="3740" y="11271"/>
                  </a:cubicBezTo>
                  <a:lnTo>
                    <a:pt x="6883" y="11271"/>
                  </a:lnTo>
                  <a:cubicBezTo>
                    <a:pt x="6907" y="11271"/>
                    <a:pt x="6955" y="11271"/>
                    <a:pt x="6979" y="11247"/>
                  </a:cubicBezTo>
                  <a:cubicBezTo>
                    <a:pt x="7074" y="11223"/>
                    <a:pt x="7121" y="11128"/>
                    <a:pt x="7121" y="11033"/>
                  </a:cubicBezTo>
                  <a:cubicBezTo>
                    <a:pt x="7074" y="10604"/>
                    <a:pt x="7074" y="10294"/>
                    <a:pt x="7074" y="10009"/>
                  </a:cubicBezTo>
                  <a:cubicBezTo>
                    <a:pt x="7074" y="9890"/>
                    <a:pt x="6979" y="9794"/>
                    <a:pt x="6860" y="9794"/>
                  </a:cubicBezTo>
                  <a:lnTo>
                    <a:pt x="6836" y="9794"/>
                  </a:lnTo>
                  <a:cubicBezTo>
                    <a:pt x="6717" y="9794"/>
                    <a:pt x="6621" y="9890"/>
                    <a:pt x="6621" y="10009"/>
                  </a:cubicBezTo>
                  <a:cubicBezTo>
                    <a:pt x="6621" y="10247"/>
                    <a:pt x="6621" y="10509"/>
                    <a:pt x="6645" y="10818"/>
                  </a:cubicBezTo>
                  <a:lnTo>
                    <a:pt x="3930" y="10818"/>
                  </a:lnTo>
                  <a:cubicBezTo>
                    <a:pt x="3907" y="10342"/>
                    <a:pt x="3835" y="10009"/>
                    <a:pt x="3597" y="9794"/>
                  </a:cubicBezTo>
                  <a:cubicBezTo>
                    <a:pt x="3335" y="9580"/>
                    <a:pt x="2906" y="9556"/>
                    <a:pt x="2287" y="9556"/>
                  </a:cubicBezTo>
                  <a:cubicBezTo>
                    <a:pt x="1858" y="9556"/>
                    <a:pt x="1525" y="9223"/>
                    <a:pt x="1525" y="8818"/>
                  </a:cubicBezTo>
                  <a:lnTo>
                    <a:pt x="1525" y="8532"/>
                  </a:lnTo>
                  <a:cubicBezTo>
                    <a:pt x="1763" y="8532"/>
                    <a:pt x="2001" y="8437"/>
                    <a:pt x="2287" y="8270"/>
                  </a:cubicBezTo>
                  <a:cubicBezTo>
                    <a:pt x="2382" y="8223"/>
                    <a:pt x="2430" y="8127"/>
                    <a:pt x="2406" y="8008"/>
                  </a:cubicBezTo>
                  <a:cubicBezTo>
                    <a:pt x="2373" y="7910"/>
                    <a:pt x="2284" y="7856"/>
                    <a:pt x="2192" y="7856"/>
                  </a:cubicBezTo>
                  <a:cubicBezTo>
                    <a:pt x="2151" y="7856"/>
                    <a:pt x="2110" y="7867"/>
                    <a:pt x="2073" y="7889"/>
                  </a:cubicBezTo>
                  <a:cubicBezTo>
                    <a:pt x="1858" y="8032"/>
                    <a:pt x="1668" y="8080"/>
                    <a:pt x="1525" y="8080"/>
                  </a:cubicBezTo>
                  <a:lnTo>
                    <a:pt x="1525" y="7651"/>
                  </a:lnTo>
                  <a:cubicBezTo>
                    <a:pt x="1525" y="7508"/>
                    <a:pt x="1430" y="7413"/>
                    <a:pt x="1311" y="7413"/>
                  </a:cubicBezTo>
                  <a:cubicBezTo>
                    <a:pt x="906" y="7413"/>
                    <a:pt x="596" y="7342"/>
                    <a:pt x="525" y="7199"/>
                  </a:cubicBezTo>
                  <a:cubicBezTo>
                    <a:pt x="477" y="7080"/>
                    <a:pt x="525" y="6913"/>
                    <a:pt x="668" y="6699"/>
                  </a:cubicBezTo>
                  <a:cubicBezTo>
                    <a:pt x="954" y="6317"/>
                    <a:pt x="1311" y="5746"/>
                    <a:pt x="1311" y="5317"/>
                  </a:cubicBezTo>
                  <a:cubicBezTo>
                    <a:pt x="1311" y="3507"/>
                    <a:pt x="2811" y="2031"/>
                    <a:pt x="4645" y="2031"/>
                  </a:cubicBezTo>
                  <a:lnTo>
                    <a:pt x="4978" y="2031"/>
                  </a:lnTo>
                  <a:cubicBezTo>
                    <a:pt x="4954" y="2079"/>
                    <a:pt x="4954" y="2150"/>
                    <a:pt x="4978" y="2198"/>
                  </a:cubicBezTo>
                  <a:lnTo>
                    <a:pt x="5169" y="2698"/>
                  </a:lnTo>
                  <a:lnTo>
                    <a:pt x="4788" y="3150"/>
                  </a:lnTo>
                  <a:cubicBezTo>
                    <a:pt x="4716" y="3245"/>
                    <a:pt x="4716" y="3365"/>
                    <a:pt x="4788" y="3436"/>
                  </a:cubicBezTo>
                  <a:lnTo>
                    <a:pt x="5145" y="3841"/>
                  </a:lnTo>
                  <a:lnTo>
                    <a:pt x="4978" y="4412"/>
                  </a:lnTo>
                  <a:cubicBezTo>
                    <a:pt x="4931" y="4508"/>
                    <a:pt x="4978" y="4627"/>
                    <a:pt x="5097" y="4674"/>
                  </a:cubicBezTo>
                  <a:lnTo>
                    <a:pt x="5574" y="4912"/>
                  </a:lnTo>
                  <a:lnTo>
                    <a:pt x="5645" y="5484"/>
                  </a:lnTo>
                  <a:cubicBezTo>
                    <a:pt x="5645" y="5603"/>
                    <a:pt x="5740" y="5675"/>
                    <a:pt x="5835" y="5698"/>
                  </a:cubicBezTo>
                  <a:lnTo>
                    <a:pt x="6383" y="5722"/>
                  </a:lnTo>
                  <a:lnTo>
                    <a:pt x="6645" y="6246"/>
                  </a:lnTo>
                  <a:cubicBezTo>
                    <a:pt x="6680" y="6316"/>
                    <a:pt x="6753" y="6360"/>
                    <a:pt x="6837" y="6360"/>
                  </a:cubicBezTo>
                  <a:cubicBezTo>
                    <a:pt x="6867" y="6360"/>
                    <a:pt x="6899" y="6354"/>
                    <a:pt x="6931" y="6341"/>
                  </a:cubicBezTo>
                  <a:lnTo>
                    <a:pt x="7431" y="6175"/>
                  </a:lnTo>
                  <a:lnTo>
                    <a:pt x="7788" y="6460"/>
                  </a:lnTo>
                  <a:cubicBezTo>
                    <a:pt x="7717" y="6651"/>
                    <a:pt x="7598" y="6865"/>
                    <a:pt x="7503" y="7032"/>
                  </a:cubicBezTo>
                  <a:cubicBezTo>
                    <a:pt x="7288" y="7365"/>
                    <a:pt x="7121" y="7699"/>
                    <a:pt x="7002" y="7985"/>
                  </a:cubicBezTo>
                  <a:cubicBezTo>
                    <a:pt x="6955" y="8104"/>
                    <a:pt x="7002" y="8223"/>
                    <a:pt x="7121" y="8270"/>
                  </a:cubicBezTo>
                  <a:cubicBezTo>
                    <a:pt x="7145" y="8294"/>
                    <a:pt x="7169" y="8294"/>
                    <a:pt x="7193" y="8294"/>
                  </a:cubicBezTo>
                  <a:cubicBezTo>
                    <a:pt x="7288" y="8294"/>
                    <a:pt x="7360" y="8246"/>
                    <a:pt x="7407" y="8175"/>
                  </a:cubicBezTo>
                  <a:cubicBezTo>
                    <a:pt x="7526" y="7889"/>
                    <a:pt x="7669" y="7603"/>
                    <a:pt x="7860" y="7270"/>
                  </a:cubicBezTo>
                  <a:cubicBezTo>
                    <a:pt x="8026" y="7032"/>
                    <a:pt x="8145" y="6770"/>
                    <a:pt x="8241" y="6484"/>
                  </a:cubicBezTo>
                  <a:lnTo>
                    <a:pt x="8574" y="6175"/>
                  </a:lnTo>
                  <a:lnTo>
                    <a:pt x="9146" y="6341"/>
                  </a:lnTo>
                  <a:cubicBezTo>
                    <a:pt x="9171" y="6354"/>
                    <a:pt x="9198" y="6360"/>
                    <a:pt x="9226" y="6360"/>
                  </a:cubicBezTo>
                  <a:cubicBezTo>
                    <a:pt x="9300" y="6360"/>
                    <a:pt x="9373" y="6316"/>
                    <a:pt x="9408" y="6246"/>
                  </a:cubicBezTo>
                  <a:lnTo>
                    <a:pt x="9646" y="5746"/>
                  </a:lnTo>
                  <a:lnTo>
                    <a:pt x="10217" y="5698"/>
                  </a:lnTo>
                  <a:cubicBezTo>
                    <a:pt x="10336" y="5675"/>
                    <a:pt x="10408" y="5603"/>
                    <a:pt x="10432" y="5484"/>
                  </a:cubicBezTo>
                  <a:lnTo>
                    <a:pt x="10455" y="4936"/>
                  </a:lnTo>
                  <a:lnTo>
                    <a:pt x="10979" y="4674"/>
                  </a:lnTo>
                  <a:cubicBezTo>
                    <a:pt x="11075" y="4627"/>
                    <a:pt x="11122" y="4508"/>
                    <a:pt x="11075" y="4412"/>
                  </a:cubicBezTo>
                  <a:lnTo>
                    <a:pt x="10908" y="3888"/>
                  </a:lnTo>
                  <a:lnTo>
                    <a:pt x="11289" y="3436"/>
                  </a:lnTo>
                  <a:cubicBezTo>
                    <a:pt x="11360" y="3365"/>
                    <a:pt x="11360" y="3245"/>
                    <a:pt x="11289" y="3150"/>
                  </a:cubicBezTo>
                  <a:lnTo>
                    <a:pt x="10908" y="2745"/>
                  </a:lnTo>
                  <a:lnTo>
                    <a:pt x="11098" y="2198"/>
                  </a:lnTo>
                  <a:cubicBezTo>
                    <a:pt x="11122" y="2079"/>
                    <a:pt x="11075" y="1983"/>
                    <a:pt x="10979" y="1936"/>
                  </a:cubicBezTo>
                  <a:lnTo>
                    <a:pt x="10479" y="1698"/>
                  </a:lnTo>
                  <a:lnTo>
                    <a:pt x="10432" y="1102"/>
                  </a:lnTo>
                  <a:cubicBezTo>
                    <a:pt x="10432" y="1007"/>
                    <a:pt x="10336" y="912"/>
                    <a:pt x="10217" y="912"/>
                  </a:cubicBezTo>
                  <a:lnTo>
                    <a:pt x="9670" y="888"/>
                  </a:lnTo>
                  <a:lnTo>
                    <a:pt x="9408" y="364"/>
                  </a:lnTo>
                  <a:cubicBezTo>
                    <a:pt x="9368" y="285"/>
                    <a:pt x="9280" y="239"/>
                    <a:pt x="9196" y="239"/>
                  </a:cubicBezTo>
                  <a:cubicBezTo>
                    <a:pt x="9179" y="239"/>
                    <a:pt x="9162" y="241"/>
                    <a:pt x="9146" y="245"/>
                  </a:cubicBezTo>
                  <a:lnTo>
                    <a:pt x="8622" y="435"/>
                  </a:lnTo>
                  <a:lnTo>
                    <a:pt x="8193" y="54"/>
                  </a:lnTo>
                  <a:cubicBezTo>
                    <a:pt x="8145" y="19"/>
                    <a:pt x="8092" y="1"/>
                    <a:pt x="80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80" name="Google Shape;4480;p59"/>
            <p:cNvSpPr/>
            <p:nvPr/>
          </p:nvSpPr>
          <p:spPr>
            <a:xfrm>
              <a:off x="4174181" y="3825199"/>
              <a:ext cx="139374" cy="130956"/>
            </a:xfrm>
            <a:custGeom>
              <a:rect b="b" l="l" r="r" t="t"/>
              <a:pathLst>
                <a:path extrusionOk="0" h="3954" w="3955">
                  <a:moveTo>
                    <a:pt x="1977" y="429"/>
                  </a:moveTo>
                  <a:cubicBezTo>
                    <a:pt x="2835" y="429"/>
                    <a:pt x="3525" y="1120"/>
                    <a:pt x="3525" y="1977"/>
                  </a:cubicBezTo>
                  <a:cubicBezTo>
                    <a:pt x="3525" y="2834"/>
                    <a:pt x="2835" y="3525"/>
                    <a:pt x="1977" y="3525"/>
                  </a:cubicBezTo>
                  <a:cubicBezTo>
                    <a:pt x="1144" y="3525"/>
                    <a:pt x="453" y="2834"/>
                    <a:pt x="453" y="1977"/>
                  </a:cubicBezTo>
                  <a:cubicBezTo>
                    <a:pt x="453" y="1120"/>
                    <a:pt x="1144" y="429"/>
                    <a:pt x="1977" y="429"/>
                  </a:cubicBezTo>
                  <a:close/>
                  <a:moveTo>
                    <a:pt x="1977" y="0"/>
                  </a:moveTo>
                  <a:cubicBezTo>
                    <a:pt x="882" y="0"/>
                    <a:pt x="1" y="881"/>
                    <a:pt x="1" y="1977"/>
                  </a:cubicBezTo>
                  <a:cubicBezTo>
                    <a:pt x="1" y="3072"/>
                    <a:pt x="882" y="3953"/>
                    <a:pt x="1977" y="3953"/>
                  </a:cubicBezTo>
                  <a:cubicBezTo>
                    <a:pt x="3073" y="3953"/>
                    <a:pt x="3954" y="3072"/>
                    <a:pt x="3954" y="1977"/>
                  </a:cubicBezTo>
                  <a:cubicBezTo>
                    <a:pt x="3954" y="881"/>
                    <a:pt x="3073" y="0"/>
                    <a:pt x="19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81" name="Google Shape;4481;p59"/>
            <p:cNvSpPr/>
            <p:nvPr/>
          </p:nvSpPr>
          <p:spPr>
            <a:xfrm>
              <a:off x="4195536" y="4072868"/>
              <a:ext cx="18959" cy="14738"/>
            </a:xfrm>
            <a:custGeom>
              <a:rect b="b" l="l" r="r" t="t"/>
              <a:pathLst>
                <a:path extrusionOk="0" h="445" w="538">
                  <a:moveTo>
                    <a:pt x="276" y="0"/>
                  </a:moveTo>
                  <a:cubicBezTo>
                    <a:pt x="181" y="0"/>
                    <a:pt x="109" y="48"/>
                    <a:pt x="62" y="119"/>
                  </a:cubicBezTo>
                  <a:cubicBezTo>
                    <a:pt x="1" y="282"/>
                    <a:pt x="113" y="444"/>
                    <a:pt x="265" y="444"/>
                  </a:cubicBezTo>
                  <a:cubicBezTo>
                    <a:pt x="292" y="444"/>
                    <a:pt x="319" y="439"/>
                    <a:pt x="347" y="429"/>
                  </a:cubicBezTo>
                  <a:cubicBezTo>
                    <a:pt x="419" y="405"/>
                    <a:pt x="466" y="357"/>
                    <a:pt x="466" y="286"/>
                  </a:cubicBezTo>
                  <a:cubicBezTo>
                    <a:pt x="538" y="143"/>
                    <a:pt x="419" y="0"/>
                    <a:pt x="2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482" name="Google Shape;4482;p59"/>
          <p:cNvGrpSpPr/>
          <p:nvPr/>
        </p:nvGrpSpPr>
        <p:grpSpPr>
          <a:xfrm>
            <a:off x="4773386" y="3781018"/>
            <a:ext cx="396133" cy="373097"/>
            <a:chOff x="4773386" y="3781018"/>
            <a:chExt cx="396133" cy="373097"/>
          </a:xfrm>
        </p:grpSpPr>
        <p:sp>
          <p:nvSpPr>
            <p:cNvPr id="4483" name="Google Shape;4483;p59"/>
            <p:cNvSpPr/>
            <p:nvPr/>
          </p:nvSpPr>
          <p:spPr>
            <a:xfrm>
              <a:off x="4859827" y="4059455"/>
              <a:ext cx="74709" cy="25469"/>
            </a:xfrm>
            <a:custGeom>
              <a:rect b="b" l="l" r="r" t="t"/>
              <a:pathLst>
                <a:path extrusionOk="0" h="769" w="2120">
                  <a:moveTo>
                    <a:pt x="1048" y="0"/>
                  </a:moveTo>
                  <a:cubicBezTo>
                    <a:pt x="691" y="0"/>
                    <a:pt x="334" y="143"/>
                    <a:pt x="72" y="405"/>
                  </a:cubicBezTo>
                  <a:cubicBezTo>
                    <a:pt x="0" y="476"/>
                    <a:pt x="0" y="619"/>
                    <a:pt x="72" y="715"/>
                  </a:cubicBezTo>
                  <a:cubicBezTo>
                    <a:pt x="119" y="750"/>
                    <a:pt x="179" y="768"/>
                    <a:pt x="235" y="768"/>
                  </a:cubicBezTo>
                  <a:cubicBezTo>
                    <a:pt x="292" y="768"/>
                    <a:pt x="346" y="750"/>
                    <a:pt x="381" y="715"/>
                  </a:cubicBezTo>
                  <a:cubicBezTo>
                    <a:pt x="572" y="524"/>
                    <a:pt x="810" y="429"/>
                    <a:pt x="1048" y="429"/>
                  </a:cubicBezTo>
                  <a:cubicBezTo>
                    <a:pt x="1310" y="429"/>
                    <a:pt x="1548" y="524"/>
                    <a:pt x="1739" y="715"/>
                  </a:cubicBezTo>
                  <a:cubicBezTo>
                    <a:pt x="1763" y="738"/>
                    <a:pt x="1834" y="762"/>
                    <a:pt x="1882" y="762"/>
                  </a:cubicBezTo>
                  <a:cubicBezTo>
                    <a:pt x="1929" y="762"/>
                    <a:pt x="2001" y="738"/>
                    <a:pt x="2048" y="715"/>
                  </a:cubicBezTo>
                  <a:cubicBezTo>
                    <a:pt x="2120" y="619"/>
                    <a:pt x="2120" y="476"/>
                    <a:pt x="2048" y="405"/>
                  </a:cubicBezTo>
                  <a:cubicBezTo>
                    <a:pt x="1786" y="143"/>
                    <a:pt x="1429" y="0"/>
                    <a:pt x="10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84" name="Google Shape;4484;p59"/>
            <p:cNvSpPr/>
            <p:nvPr/>
          </p:nvSpPr>
          <p:spPr>
            <a:xfrm>
              <a:off x="4825399" y="4005668"/>
              <a:ext cx="47045" cy="31729"/>
            </a:xfrm>
            <a:custGeom>
              <a:rect b="b" l="l" r="r" t="t"/>
              <a:pathLst>
                <a:path extrusionOk="0" h="958" w="1335">
                  <a:moveTo>
                    <a:pt x="1098" y="0"/>
                  </a:moveTo>
                  <a:cubicBezTo>
                    <a:pt x="996" y="0"/>
                    <a:pt x="903" y="68"/>
                    <a:pt x="882" y="171"/>
                  </a:cubicBezTo>
                  <a:cubicBezTo>
                    <a:pt x="858" y="291"/>
                    <a:pt x="763" y="386"/>
                    <a:pt x="668" y="433"/>
                  </a:cubicBezTo>
                  <a:cubicBezTo>
                    <a:pt x="591" y="480"/>
                    <a:pt x="514" y="506"/>
                    <a:pt x="437" y="506"/>
                  </a:cubicBezTo>
                  <a:cubicBezTo>
                    <a:pt x="395" y="506"/>
                    <a:pt x="353" y="498"/>
                    <a:pt x="310" y="481"/>
                  </a:cubicBezTo>
                  <a:cubicBezTo>
                    <a:pt x="295" y="478"/>
                    <a:pt x="280" y="477"/>
                    <a:pt x="265" y="477"/>
                  </a:cubicBezTo>
                  <a:cubicBezTo>
                    <a:pt x="162" y="477"/>
                    <a:pt x="69" y="544"/>
                    <a:pt x="48" y="648"/>
                  </a:cubicBezTo>
                  <a:cubicBezTo>
                    <a:pt x="1" y="767"/>
                    <a:pt x="72" y="886"/>
                    <a:pt x="191" y="910"/>
                  </a:cubicBezTo>
                  <a:cubicBezTo>
                    <a:pt x="287" y="934"/>
                    <a:pt x="358" y="957"/>
                    <a:pt x="430" y="957"/>
                  </a:cubicBezTo>
                  <a:cubicBezTo>
                    <a:pt x="596" y="957"/>
                    <a:pt x="739" y="910"/>
                    <a:pt x="882" y="814"/>
                  </a:cubicBezTo>
                  <a:cubicBezTo>
                    <a:pt x="1096" y="695"/>
                    <a:pt x="1239" y="505"/>
                    <a:pt x="1311" y="267"/>
                  </a:cubicBezTo>
                  <a:cubicBezTo>
                    <a:pt x="1334" y="171"/>
                    <a:pt x="1263" y="29"/>
                    <a:pt x="1144" y="5"/>
                  </a:cubicBezTo>
                  <a:cubicBezTo>
                    <a:pt x="1129" y="2"/>
                    <a:pt x="1113" y="0"/>
                    <a:pt x="10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85" name="Google Shape;4485;p59"/>
            <p:cNvSpPr/>
            <p:nvPr/>
          </p:nvSpPr>
          <p:spPr>
            <a:xfrm>
              <a:off x="4921919" y="4005668"/>
              <a:ext cx="47045" cy="31729"/>
            </a:xfrm>
            <a:custGeom>
              <a:rect b="b" l="l" r="r" t="t"/>
              <a:pathLst>
                <a:path extrusionOk="0" h="958" w="1335">
                  <a:moveTo>
                    <a:pt x="237" y="0"/>
                  </a:moveTo>
                  <a:cubicBezTo>
                    <a:pt x="222" y="0"/>
                    <a:pt x="206" y="2"/>
                    <a:pt x="191" y="5"/>
                  </a:cubicBezTo>
                  <a:cubicBezTo>
                    <a:pt x="72" y="52"/>
                    <a:pt x="1" y="171"/>
                    <a:pt x="24" y="291"/>
                  </a:cubicBezTo>
                  <a:cubicBezTo>
                    <a:pt x="96" y="505"/>
                    <a:pt x="239" y="695"/>
                    <a:pt x="453" y="814"/>
                  </a:cubicBezTo>
                  <a:cubicBezTo>
                    <a:pt x="596" y="910"/>
                    <a:pt x="739" y="957"/>
                    <a:pt x="905" y="957"/>
                  </a:cubicBezTo>
                  <a:cubicBezTo>
                    <a:pt x="977" y="957"/>
                    <a:pt x="1048" y="934"/>
                    <a:pt x="1144" y="910"/>
                  </a:cubicBezTo>
                  <a:cubicBezTo>
                    <a:pt x="1263" y="886"/>
                    <a:pt x="1334" y="767"/>
                    <a:pt x="1287" y="648"/>
                  </a:cubicBezTo>
                  <a:cubicBezTo>
                    <a:pt x="1268" y="554"/>
                    <a:pt x="1190" y="490"/>
                    <a:pt x="1100" y="490"/>
                  </a:cubicBezTo>
                  <a:cubicBezTo>
                    <a:pt x="1075" y="490"/>
                    <a:pt x="1050" y="495"/>
                    <a:pt x="1025" y="505"/>
                  </a:cubicBezTo>
                  <a:cubicBezTo>
                    <a:pt x="993" y="511"/>
                    <a:pt x="961" y="514"/>
                    <a:pt x="929" y="514"/>
                  </a:cubicBezTo>
                  <a:cubicBezTo>
                    <a:pt x="842" y="514"/>
                    <a:pt x="754" y="492"/>
                    <a:pt x="667" y="457"/>
                  </a:cubicBezTo>
                  <a:cubicBezTo>
                    <a:pt x="572" y="386"/>
                    <a:pt x="477" y="291"/>
                    <a:pt x="453" y="171"/>
                  </a:cubicBezTo>
                  <a:cubicBezTo>
                    <a:pt x="432" y="68"/>
                    <a:pt x="339" y="0"/>
                    <a:pt x="2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86" name="Google Shape;4486;p59"/>
            <p:cNvSpPr/>
            <p:nvPr/>
          </p:nvSpPr>
          <p:spPr>
            <a:xfrm>
              <a:off x="4773386" y="3781018"/>
              <a:ext cx="396133" cy="373097"/>
            </a:xfrm>
            <a:custGeom>
              <a:rect b="b" l="l" r="r" t="t"/>
              <a:pathLst>
                <a:path extrusionOk="0" h="11265" w="11241">
                  <a:moveTo>
                    <a:pt x="7740" y="453"/>
                  </a:moveTo>
                  <a:cubicBezTo>
                    <a:pt x="9431" y="453"/>
                    <a:pt x="10812" y="1834"/>
                    <a:pt x="10812" y="3525"/>
                  </a:cubicBezTo>
                  <a:cubicBezTo>
                    <a:pt x="10812" y="5216"/>
                    <a:pt x="9431" y="6597"/>
                    <a:pt x="7740" y="6597"/>
                  </a:cubicBezTo>
                  <a:cubicBezTo>
                    <a:pt x="7407" y="6597"/>
                    <a:pt x="7097" y="6550"/>
                    <a:pt x="6787" y="6454"/>
                  </a:cubicBezTo>
                  <a:cubicBezTo>
                    <a:pt x="6430" y="5549"/>
                    <a:pt x="5692" y="4835"/>
                    <a:pt x="4811" y="4478"/>
                  </a:cubicBezTo>
                  <a:cubicBezTo>
                    <a:pt x="4692" y="4168"/>
                    <a:pt x="4644" y="3859"/>
                    <a:pt x="4644" y="3525"/>
                  </a:cubicBezTo>
                  <a:cubicBezTo>
                    <a:pt x="4644" y="1834"/>
                    <a:pt x="6025" y="453"/>
                    <a:pt x="7740" y="453"/>
                  </a:cubicBezTo>
                  <a:close/>
                  <a:moveTo>
                    <a:pt x="7740" y="1"/>
                  </a:moveTo>
                  <a:cubicBezTo>
                    <a:pt x="5787" y="1"/>
                    <a:pt x="4216" y="1596"/>
                    <a:pt x="4216" y="3525"/>
                  </a:cubicBezTo>
                  <a:cubicBezTo>
                    <a:pt x="4216" y="3787"/>
                    <a:pt x="4239" y="4049"/>
                    <a:pt x="4311" y="4311"/>
                  </a:cubicBezTo>
                  <a:cubicBezTo>
                    <a:pt x="4049" y="4263"/>
                    <a:pt x="3787" y="4240"/>
                    <a:pt x="3501" y="4240"/>
                  </a:cubicBezTo>
                  <a:cubicBezTo>
                    <a:pt x="2930" y="4240"/>
                    <a:pt x="2382" y="4359"/>
                    <a:pt x="1882" y="4644"/>
                  </a:cubicBezTo>
                  <a:cubicBezTo>
                    <a:pt x="1763" y="4692"/>
                    <a:pt x="1715" y="4835"/>
                    <a:pt x="1786" y="4930"/>
                  </a:cubicBezTo>
                  <a:cubicBezTo>
                    <a:pt x="1819" y="5012"/>
                    <a:pt x="1896" y="5049"/>
                    <a:pt x="1972" y="5049"/>
                  </a:cubicBezTo>
                  <a:cubicBezTo>
                    <a:pt x="2007" y="5049"/>
                    <a:pt x="2042" y="5041"/>
                    <a:pt x="2072" y="5026"/>
                  </a:cubicBezTo>
                  <a:cubicBezTo>
                    <a:pt x="2525" y="4787"/>
                    <a:pt x="3025" y="4668"/>
                    <a:pt x="3501" y="4668"/>
                  </a:cubicBezTo>
                  <a:cubicBezTo>
                    <a:pt x="5216" y="4668"/>
                    <a:pt x="6597" y="6050"/>
                    <a:pt x="6597" y="7740"/>
                  </a:cubicBezTo>
                  <a:cubicBezTo>
                    <a:pt x="6597" y="9455"/>
                    <a:pt x="5216" y="10836"/>
                    <a:pt x="3501" y="10836"/>
                  </a:cubicBezTo>
                  <a:cubicBezTo>
                    <a:pt x="1810" y="10836"/>
                    <a:pt x="429" y="9455"/>
                    <a:pt x="429" y="7740"/>
                  </a:cubicBezTo>
                  <a:cubicBezTo>
                    <a:pt x="429" y="7240"/>
                    <a:pt x="548" y="6764"/>
                    <a:pt x="786" y="6311"/>
                  </a:cubicBezTo>
                  <a:cubicBezTo>
                    <a:pt x="834" y="6216"/>
                    <a:pt x="810" y="6073"/>
                    <a:pt x="691" y="6026"/>
                  </a:cubicBezTo>
                  <a:cubicBezTo>
                    <a:pt x="660" y="6003"/>
                    <a:pt x="625" y="5992"/>
                    <a:pt x="589" y="5992"/>
                  </a:cubicBezTo>
                  <a:cubicBezTo>
                    <a:pt x="514" y="5992"/>
                    <a:pt x="438" y="6040"/>
                    <a:pt x="405" y="6121"/>
                  </a:cubicBezTo>
                  <a:cubicBezTo>
                    <a:pt x="143" y="6621"/>
                    <a:pt x="0" y="7169"/>
                    <a:pt x="0" y="7740"/>
                  </a:cubicBezTo>
                  <a:cubicBezTo>
                    <a:pt x="0" y="9693"/>
                    <a:pt x="1572" y="11265"/>
                    <a:pt x="3501" y="11265"/>
                  </a:cubicBezTo>
                  <a:cubicBezTo>
                    <a:pt x="5454" y="11265"/>
                    <a:pt x="7026" y="9693"/>
                    <a:pt x="7026" y="7740"/>
                  </a:cubicBezTo>
                  <a:cubicBezTo>
                    <a:pt x="7026" y="7478"/>
                    <a:pt x="7002" y="7216"/>
                    <a:pt x="6930" y="6954"/>
                  </a:cubicBezTo>
                  <a:lnTo>
                    <a:pt x="6930" y="6954"/>
                  </a:lnTo>
                  <a:cubicBezTo>
                    <a:pt x="7192" y="7002"/>
                    <a:pt x="7454" y="7050"/>
                    <a:pt x="7740" y="7050"/>
                  </a:cubicBezTo>
                  <a:cubicBezTo>
                    <a:pt x="9669" y="7050"/>
                    <a:pt x="11241" y="5454"/>
                    <a:pt x="11241" y="3525"/>
                  </a:cubicBezTo>
                  <a:cubicBezTo>
                    <a:pt x="11241" y="1596"/>
                    <a:pt x="9669" y="1"/>
                    <a:pt x="77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87" name="Google Shape;4487;p59"/>
            <p:cNvSpPr/>
            <p:nvPr/>
          </p:nvSpPr>
          <p:spPr>
            <a:xfrm>
              <a:off x="5008360" y="3919060"/>
              <a:ext cx="74709" cy="26065"/>
            </a:xfrm>
            <a:custGeom>
              <a:rect b="b" l="l" r="r" t="t"/>
              <a:pathLst>
                <a:path extrusionOk="0" h="787" w="2120">
                  <a:moveTo>
                    <a:pt x="242" y="0"/>
                  </a:moveTo>
                  <a:cubicBezTo>
                    <a:pt x="185" y="0"/>
                    <a:pt x="131" y="24"/>
                    <a:pt x="96" y="72"/>
                  </a:cubicBezTo>
                  <a:cubicBezTo>
                    <a:pt x="0" y="167"/>
                    <a:pt x="0" y="310"/>
                    <a:pt x="96" y="381"/>
                  </a:cubicBezTo>
                  <a:cubicBezTo>
                    <a:pt x="358" y="643"/>
                    <a:pt x="691" y="786"/>
                    <a:pt x="1072" y="786"/>
                  </a:cubicBezTo>
                  <a:cubicBezTo>
                    <a:pt x="1429" y="786"/>
                    <a:pt x="1787" y="643"/>
                    <a:pt x="2048" y="381"/>
                  </a:cubicBezTo>
                  <a:cubicBezTo>
                    <a:pt x="2120" y="286"/>
                    <a:pt x="2120" y="167"/>
                    <a:pt x="2048" y="72"/>
                  </a:cubicBezTo>
                  <a:cubicBezTo>
                    <a:pt x="2001" y="24"/>
                    <a:pt x="1941" y="0"/>
                    <a:pt x="1885" y="0"/>
                  </a:cubicBezTo>
                  <a:cubicBezTo>
                    <a:pt x="1828" y="0"/>
                    <a:pt x="1775" y="24"/>
                    <a:pt x="1739" y="72"/>
                  </a:cubicBezTo>
                  <a:cubicBezTo>
                    <a:pt x="1548" y="262"/>
                    <a:pt x="1310" y="357"/>
                    <a:pt x="1072" y="357"/>
                  </a:cubicBezTo>
                  <a:cubicBezTo>
                    <a:pt x="810" y="357"/>
                    <a:pt x="572" y="262"/>
                    <a:pt x="405" y="72"/>
                  </a:cubicBezTo>
                  <a:cubicBezTo>
                    <a:pt x="358" y="24"/>
                    <a:pt x="298" y="0"/>
                    <a:pt x="2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88" name="Google Shape;4488;p59"/>
            <p:cNvSpPr/>
            <p:nvPr/>
          </p:nvSpPr>
          <p:spPr>
            <a:xfrm>
              <a:off x="4973967" y="3873289"/>
              <a:ext cx="51204" cy="21329"/>
            </a:xfrm>
            <a:custGeom>
              <a:rect b="b" l="l" r="r" t="t"/>
              <a:pathLst>
                <a:path extrusionOk="0" h="644" w="1453">
                  <a:moveTo>
                    <a:pt x="738" y="1"/>
                  </a:moveTo>
                  <a:cubicBezTo>
                    <a:pt x="476" y="1"/>
                    <a:pt x="262" y="96"/>
                    <a:pt x="95" y="263"/>
                  </a:cubicBezTo>
                  <a:cubicBezTo>
                    <a:pt x="0" y="358"/>
                    <a:pt x="0" y="501"/>
                    <a:pt x="95" y="573"/>
                  </a:cubicBezTo>
                  <a:cubicBezTo>
                    <a:pt x="131" y="620"/>
                    <a:pt x="185" y="644"/>
                    <a:pt x="241" y="644"/>
                  </a:cubicBezTo>
                  <a:cubicBezTo>
                    <a:pt x="298" y="644"/>
                    <a:pt x="357" y="620"/>
                    <a:pt x="405" y="573"/>
                  </a:cubicBezTo>
                  <a:cubicBezTo>
                    <a:pt x="476" y="501"/>
                    <a:pt x="595" y="453"/>
                    <a:pt x="738" y="453"/>
                  </a:cubicBezTo>
                  <a:cubicBezTo>
                    <a:pt x="857" y="453"/>
                    <a:pt x="976" y="501"/>
                    <a:pt x="1048" y="573"/>
                  </a:cubicBezTo>
                  <a:cubicBezTo>
                    <a:pt x="1095" y="620"/>
                    <a:pt x="1143" y="644"/>
                    <a:pt x="1215" y="644"/>
                  </a:cubicBezTo>
                  <a:cubicBezTo>
                    <a:pt x="1262" y="644"/>
                    <a:pt x="1334" y="620"/>
                    <a:pt x="1357" y="573"/>
                  </a:cubicBezTo>
                  <a:cubicBezTo>
                    <a:pt x="1453" y="501"/>
                    <a:pt x="1453" y="358"/>
                    <a:pt x="1357" y="263"/>
                  </a:cubicBezTo>
                  <a:cubicBezTo>
                    <a:pt x="1191" y="96"/>
                    <a:pt x="976" y="1"/>
                    <a:pt x="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89" name="Google Shape;4489;p59"/>
            <p:cNvSpPr/>
            <p:nvPr/>
          </p:nvSpPr>
          <p:spPr>
            <a:xfrm>
              <a:off x="5066258" y="3873289"/>
              <a:ext cx="51239" cy="21329"/>
            </a:xfrm>
            <a:custGeom>
              <a:rect b="b" l="l" r="r" t="t"/>
              <a:pathLst>
                <a:path extrusionOk="0" h="644" w="1454">
                  <a:moveTo>
                    <a:pt x="739" y="1"/>
                  </a:moveTo>
                  <a:cubicBezTo>
                    <a:pt x="501" y="1"/>
                    <a:pt x="263" y="96"/>
                    <a:pt x="96" y="263"/>
                  </a:cubicBezTo>
                  <a:cubicBezTo>
                    <a:pt x="1" y="358"/>
                    <a:pt x="1" y="501"/>
                    <a:pt x="96" y="573"/>
                  </a:cubicBezTo>
                  <a:cubicBezTo>
                    <a:pt x="144" y="620"/>
                    <a:pt x="197" y="644"/>
                    <a:pt x="251" y="644"/>
                  </a:cubicBezTo>
                  <a:cubicBezTo>
                    <a:pt x="304" y="644"/>
                    <a:pt x="358" y="620"/>
                    <a:pt x="405" y="573"/>
                  </a:cubicBezTo>
                  <a:cubicBezTo>
                    <a:pt x="501" y="501"/>
                    <a:pt x="596" y="453"/>
                    <a:pt x="739" y="453"/>
                  </a:cubicBezTo>
                  <a:cubicBezTo>
                    <a:pt x="858" y="453"/>
                    <a:pt x="977" y="501"/>
                    <a:pt x="1072" y="573"/>
                  </a:cubicBezTo>
                  <a:cubicBezTo>
                    <a:pt x="1096" y="620"/>
                    <a:pt x="1168" y="644"/>
                    <a:pt x="1215" y="644"/>
                  </a:cubicBezTo>
                  <a:cubicBezTo>
                    <a:pt x="1263" y="644"/>
                    <a:pt x="1334" y="620"/>
                    <a:pt x="1358" y="573"/>
                  </a:cubicBezTo>
                  <a:cubicBezTo>
                    <a:pt x="1453" y="501"/>
                    <a:pt x="1453" y="358"/>
                    <a:pt x="1358" y="263"/>
                  </a:cubicBezTo>
                  <a:cubicBezTo>
                    <a:pt x="1191" y="96"/>
                    <a:pt x="977" y="1"/>
                    <a:pt x="7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90" name="Google Shape;4490;p59"/>
            <p:cNvSpPr/>
            <p:nvPr/>
          </p:nvSpPr>
          <p:spPr>
            <a:xfrm>
              <a:off x="4806123" y="3952975"/>
              <a:ext cx="17655" cy="15003"/>
            </a:xfrm>
            <a:custGeom>
              <a:rect b="b" l="l" r="r" t="t"/>
              <a:pathLst>
                <a:path extrusionOk="0" h="453" w="501">
                  <a:moveTo>
                    <a:pt x="250" y="0"/>
                  </a:moveTo>
                  <a:cubicBezTo>
                    <a:pt x="197" y="0"/>
                    <a:pt x="143" y="24"/>
                    <a:pt x="95" y="72"/>
                  </a:cubicBezTo>
                  <a:cubicBezTo>
                    <a:pt x="0" y="143"/>
                    <a:pt x="0" y="286"/>
                    <a:pt x="95" y="381"/>
                  </a:cubicBezTo>
                  <a:cubicBezTo>
                    <a:pt x="143" y="429"/>
                    <a:pt x="191" y="453"/>
                    <a:pt x="262" y="453"/>
                  </a:cubicBezTo>
                  <a:cubicBezTo>
                    <a:pt x="310" y="453"/>
                    <a:pt x="357" y="429"/>
                    <a:pt x="405" y="381"/>
                  </a:cubicBezTo>
                  <a:cubicBezTo>
                    <a:pt x="500" y="286"/>
                    <a:pt x="500" y="143"/>
                    <a:pt x="405" y="72"/>
                  </a:cubicBezTo>
                  <a:cubicBezTo>
                    <a:pt x="357" y="24"/>
                    <a:pt x="304" y="0"/>
                    <a:pt x="2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491" name="Google Shape;4491;p59"/>
          <p:cNvGrpSpPr/>
          <p:nvPr/>
        </p:nvGrpSpPr>
        <p:grpSpPr>
          <a:xfrm>
            <a:off x="5615106" y="3781018"/>
            <a:ext cx="355854" cy="373097"/>
            <a:chOff x="5615106" y="3781018"/>
            <a:chExt cx="355854" cy="373097"/>
          </a:xfrm>
        </p:grpSpPr>
        <p:sp>
          <p:nvSpPr>
            <p:cNvPr id="4492" name="Google Shape;4492;p59"/>
            <p:cNvSpPr/>
            <p:nvPr/>
          </p:nvSpPr>
          <p:spPr>
            <a:xfrm>
              <a:off x="5615106" y="3781018"/>
              <a:ext cx="355854" cy="373097"/>
            </a:xfrm>
            <a:custGeom>
              <a:rect b="b" l="l" r="r" t="t"/>
              <a:pathLst>
                <a:path extrusionOk="0" h="11265" w="10098">
                  <a:moveTo>
                    <a:pt x="1786" y="6169"/>
                  </a:moveTo>
                  <a:lnTo>
                    <a:pt x="1786" y="7216"/>
                  </a:lnTo>
                  <a:cubicBezTo>
                    <a:pt x="1786" y="7359"/>
                    <a:pt x="1882" y="7455"/>
                    <a:pt x="2025" y="7455"/>
                  </a:cubicBezTo>
                  <a:lnTo>
                    <a:pt x="3358" y="7455"/>
                  </a:lnTo>
                  <a:lnTo>
                    <a:pt x="3358" y="9050"/>
                  </a:lnTo>
                  <a:cubicBezTo>
                    <a:pt x="3358" y="9169"/>
                    <a:pt x="3430" y="9264"/>
                    <a:pt x="3549" y="9288"/>
                  </a:cubicBezTo>
                  <a:cubicBezTo>
                    <a:pt x="3559" y="9290"/>
                    <a:pt x="3569" y="9291"/>
                    <a:pt x="3580" y="9291"/>
                  </a:cubicBezTo>
                  <a:cubicBezTo>
                    <a:pt x="3688" y="9291"/>
                    <a:pt x="3787" y="9183"/>
                    <a:pt x="3787" y="9074"/>
                  </a:cubicBezTo>
                  <a:lnTo>
                    <a:pt x="3787" y="8598"/>
                  </a:lnTo>
                  <a:lnTo>
                    <a:pt x="4835" y="8598"/>
                  </a:lnTo>
                  <a:lnTo>
                    <a:pt x="4835" y="9741"/>
                  </a:lnTo>
                  <a:cubicBezTo>
                    <a:pt x="4835" y="10360"/>
                    <a:pt x="4335" y="10836"/>
                    <a:pt x="3739" y="10836"/>
                  </a:cubicBezTo>
                  <a:cubicBezTo>
                    <a:pt x="3334" y="10836"/>
                    <a:pt x="2977" y="10598"/>
                    <a:pt x="2787" y="10241"/>
                  </a:cubicBezTo>
                  <a:cubicBezTo>
                    <a:pt x="2906" y="10241"/>
                    <a:pt x="3025" y="10217"/>
                    <a:pt x="3144" y="10193"/>
                  </a:cubicBezTo>
                  <a:cubicBezTo>
                    <a:pt x="3263" y="10169"/>
                    <a:pt x="3334" y="10050"/>
                    <a:pt x="3311" y="9931"/>
                  </a:cubicBezTo>
                  <a:cubicBezTo>
                    <a:pt x="3290" y="9828"/>
                    <a:pt x="3197" y="9760"/>
                    <a:pt x="3094" y="9760"/>
                  </a:cubicBezTo>
                  <a:cubicBezTo>
                    <a:pt x="3079" y="9760"/>
                    <a:pt x="3064" y="9762"/>
                    <a:pt x="3049" y="9765"/>
                  </a:cubicBezTo>
                  <a:cubicBezTo>
                    <a:pt x="2946" y="9794"/>
                    <a:pt x="2833" y="9814"/>
                    <a:pt x="2718" y="9814"/>
                  </a:cubicBezTo>
                  <a:cubicBezTo>
                    <a:pt x="2646" y="9814"/>
                    <a:pt x="2574" y="9807"/>
                    <a:pt x="2501" y="9788"/>
                  </a:cubicBezTo>
                  <a:cubicBezTo>
                    <a:pt x="1905" y="9693"/>
                    <a:pt x="1453" y="9193"/>
                    <a:pt x="1453" y="8574"/>
                  </a:cubicBezTo>
                  <a:lnTo>
                    <a:pt x="1453" y="8574"/>
                  </a:lnTo>
                  <a:cubicBezTo>
                    <a:pt x="1596" y="8598"/>
                    <a:pt x="1739" y="8621"/>
                    <a:pt x="1905" y="8621"/>
                  </a:cubicBezTo>
                  <a:cubicBezTo>
                    <a:pt x="2072" y="8621"/>
                    <a:pt x="2239" y="8598"/>
                    <a:pt x="2406" y="8550"/>
                  </a:cubicBezTo>
                  <a:cubicBezTo>
                    <a:pt x="2501" y="8526"/>
                    <a:pt x="2596" y="8407"/>
                    <a:pt x="2572" y="8288"/>
                  </a:cubicBezTo>
                  <a:cubicBezTo>
                    <a:pt x="2552" y="8184"/>
                    <a:pt x="2440" y="8117"/>
                    <a:pt x="2334" y="8117"/>
                  </a:cubicBezTo>
                  <a:cubicBezTo>
                    <a:pt x="2318" y="8117"/>
                    <a:pt x="2302" y="8118"/>
                    <a:pt x="2286" y="8121"/>
                  </a:cubicBezTo>
                  <a:cubicBezTo>
                    <a:pt x="2167" y="8169"/>
                    <a:pt x="2025" y="8169"/>
                    <a:pt x="1905" y="8169"/>
                  </a:cubicBezTo>
                  <a:cubicBezTo>
                    <a:pt x="1715" y="8169"/>
                    <a:pt x="1524" y="8145"/>
                    <a:pt x="1334" y="8074"/>
                  </a:cubicBezTo>
                  <a:cubicBezTo>
                    <a:pt x="762" y="7836"/>
                    <a:pt x="381" y="7288"/>
                    <a:pt x="381" y="6669"/>
                  </a:cubicBezTo>
                  <a:cubicBezTo>
                    <a:pt x="381" y="6502"/>
                    <a:pt x="405" y="6335"/>
                    <a:pt x="477" y="6169"/>
                  </a:cubicBezTo>
                  <a:close/>
                  <a:moveTo>
                    <a:pt x="4049" y="1"/>
                  </a:moveTo>
                  <a:cubicBezTo>
                    <a:pt x="3453" y="1"/>
                    <a:pt x="2977" y="429"/>
                    <a:pt x="2882" y="1001"/>
                  </a:cubicBezTo>
                  <a:cubicBezTo>
                    <a:pt x="2834" y="977"/>
                    <a:pt x="2787" y="977"/>
                    <a:pt x="2763" y="977"/>
                  </a:cubicBezTo>
                  <a:cubicBezTo>
                    <a:pt x="2750" y="975"/>
                    <a:pt x="2738" y="973"/>
                    <a:pt x="2726" y="973"/>
                  </a:cubicBezTo>
                  <a:cubicBezTo>
                    <a:pt x="2620" y="973"/>
                    <a:pt x="2522" y="1061"/>
                    <a:pt x="2501" y="1168"/>
                  </a:cubicBezTo>
                  <a:cubicBezTo>
                    <a:pt x="2501" y="1287"/>
                    <a:pt x="2572" y="1406"/>
                    <a:pt x="2715" y="1406"/>
                  </a:cubicBezTo>
                  <a:cubicBezTo>
                    <a:pt x="2810" y="1430"/>
                    <a:pt x="2882" y="1453"/>
                    <a:pt x="2977" y="1501"/>
                  </a:cubicBezTo>
                  <a:cubicBezTo>
                    <a:pt x="3144" y="1572"/>
                    <a:pt x="3287" y="1692"/>
                    <a:pt x="3382" y="1858"/>
                  </a:cubicBezTo>
                  <a:cubicBezTo>
                    <a:pt x="3430" y="1930"/>
                    <a:pt x="3501" y="1977"/>
                    <a:pt x="3572" y="1977"/>
                  </a:cubicBezTo>
                  <a:cubicBezTo>
                    <a:pt x="3620" y="1977"/>
                    <a:pt x="3644" y="1953"/>
                    <a:pt x="3692" y="1953"/>
                  </a:cubicBezTo>
                  <a:cubicBezTo>
                    <a:pt x="3787" y="1882"/>
                    <a:pt x="3834" y="1739"/>
                    <a:pt x="3763" y="1644"/>
                  </a:cubicBezTo>
                  <a:cubicBezTo>
                    <a:pt x="3644" y="1430"/>
                    <a:pt x="3501" y="1287"/>
                    <a:pt x="3287" y="1168"/>
                  </a:cubicBezTo>
                  <a:cubicBezTo>
                    <a:pt x="3311" y="763"/>
                    <a:pt x="3644" y="429"/>
                    <a:pt x="4049" y="429"/>
                  </a:cubicBezTo>
                  <a:cubicBezTo>
                    <a:pt x="4477" y="429"/>
                    <a:pt x="4811" y="787"/>
                    <a:pt x="4835" y="1215"/>
                  </a:cubicBezTo>
                  <a:lnTo>
                    <a:pt x="4835" y="1834"/>
                  </a:lnTo>
                  <a:cubicBezTo>
                    <a:pt x="4811" y="1953"/>
                    <a:pt x="4906" y="2049"/>
                    <a:pt x="5049" y="2049"/>
                  </a:cubicBezTo>
                  <a:cubicBezTo>
                    <a:pt x="5168" y="2049"/>
                    <a:pt x="5239" y="1834"/>
                    <a:pt x="5239" y="1834"/>
                  </a:cubicBezTo>
                  <a:lnTo>
                    <a:pt x="5239" y="1215"/>
                  </a:lnTo>
                  <a:cubicBezTo>
                    <a:pt x="5239" y="834"/>
                    <a:pt x="5501" y="525"/>
                    <a:pt x="5859" y="453"/>
                  </a:cubicBezTo>
                  <a:cubicBezTo>
                    <a:pt x="5914" y="442"/>
                    <a:pt x="5968" y="437"/>
                    <a:pt x="6022" y="437"/>
                  </a:cubicBezTo>
                  <a:cubicBezTo>
                    <a:pt x="6429" y="437"/>
                    <a:pt x="6766" y="744"/>
                    <a:pt x="6787" y="1144"/>
                  </a:cubicBezTo>
                  <a:cubicBezTo>
                    <a:pt x="6597" y="1263"/>
                    <a:pt x="6430" y="1430"/>
                    <a:pt x="6311" y="1644"/>
                  </a:cubicBezTo>
                  <a:cubicBezTo>
                    <a:pt x="6287" y="1668"/>
                    <a:pt x="6287" y="1715"/>
                    <a:pt x="6287" y="1763"/>
                  </a:cubicBezTo>
                  <a:lnTo>
                    <a:pt x="6287" y="2716"/>
                  </a:lnTo>
                  <a:lnTo>
                    <a:pt x="3572" y="2716"/>
                  </a:lnTo>
                  <a:cubicBezTo>
                    <a:pt x="3453" y="2716"/>
                    <a:pt x="3358" y="2811"/>
                    <a:pt x="3358" y="2930"/>
                  </a:cubicBezTo>
                  <a:lnTo>
                    <a:pt x="3358" y="3692"/>
                  </a:lnTo>
                  <a:lnTo>
                    <a:pt x="3072" y="3692"/>
                  </a:lnTo>
                  <a:cubicBezTo>
                    <a:pt x="2953" y="3692"/>
                    <a:pt x="2858" y="3763"/>
                    <a:pt x="2834" y="3882"/>
                  </a:cubicBezTo>
                  <a:cubicBezTo>
                    <a:pt x="2834" y="4002"/>
                    <a:pt x="2929" y="4121"/>
                    <a:pt x="3072" y="4121"/>
                  </a:cubicBezTo>
                  <a:lnTo>
                    <a:pt x="3572" y="4121"/>
                  </a:lnTo>
                  <a:cubicBezTo>
                    <a:pt x="3692" y="4121"/>
                    <a:pt x="3787" y="4025"/>
                    <a:pt x="3787" y="3906"/>
                  </a:cubicBezTo>
                  <a:lnTo>
                    <a:pt x="3787" y="3144"/>
                  </a:lnTo>
                  <a:lnTo>
                    <a:pt x="5335" y="3144"/>
                  </a:lnTo>
                  <a:lnTo>
                    <a:pt x="5335" y="4787"/>
                  </a:lnTo>
                  <a:lnTo>
                    <a:pt x="4811" y="4811"/>
                  </a:lnTo>
                  <a:cubicBezTo>
                    <a:pt x="4716" y="4811"/>
                    <a:pt x="4644" y="4859"/>
                    <a:pt x="4620" y="4954"/>
                  </a:cubicBezTo>
                  <a:cubicBezTo>
                    <a:pt x="4573" y="5121"/>
                    <a:pt x="4668" y="5240"/>
                    <a:pt x="4811" y="5240"/>
                  </a:cubicBezTo>
                  <a:lnTo>
                    <a:pt x="6073" y="5264"/>
                  </a:lnTo>
                  <a:lnTo>
                    <a:pt x="6073" y="6073"/>
                  </a:lnTo>
                  <a:cubicBezTo>
                    <a:pt x="6073" y="6192"/>
                    <a:pt x="6144" y="6288"/>
                    <a:pt x="6240" y="6311"/>
                  </a:cubicBezTo>
                  <a:cubicBezTo>
                    <a:pt x="6383" y="6311"/>
                    <a:pt x="6502" y="6216"/>
                    <a:pt x="6502" y="6073"/>
                  </a:cubicBezTo>
                  <a:lnTo>
                    <a:pt x="6502" y="5026"/>
                  </a:lnTo>
                  <a:cubicBezTo>
                    <a:pt x="6502" y="4906"/>
                    <a:pt x="6406" y="4811"/>
                    <a:pt x="6287" y="4811"/>
                  </a:cubicBezTo>
                  <a:lnTo>
                    <a:pt x="5787" y="4811"/>
                  </a:lnTo>
                  <a:lnTo>
                    <a:pt x="5787" y="3168"/>
                  </a:lnTo>
                  <a:lnTo>
                    <a:pt x="6502" y="3168"/>
                  </a:lnTo>
                  <a:cubicBezTo>
                    <a:pt x="6621" y="3168"/>
                    <a:pt x="6716" y="3073"/>
                    <a:pt x="6716" y="2954"/>
                  </a:cubicBezTo>
                  <a:lnTo>
                    <a:pt x="6716" y="1834"/>
                  </a:lnTo>
                  <a:cubicBezTo>
                    <a:pt x="6811" y="1692"/>
                    <a:pt x="6954" y="1572"/>
                    <a:pt x="7097" y="1501"/>
                  </a:cubicBezTo>
                  <a:cubicBezTo>
                    <a:pt x="7209" y="1445"/>
                    <a:pt x="7328" y="1422"/>
                    <a:pt x="7452" y="1422"/>
                  </a:cubicBezTo>
                  <a:cubicBezTo>
                    <a:pt x="7539" y="1422"/>
                    <a:pt x="7627" y="1434"/>
                    <a:pt x="7716" y="1453"/>
                  </a:cubicBezTo>
                  <a:cubicBezTo>
                    <a:pt x="8002" y="1501"/>
                    <a:pt x="8240" y="1715"/>
                    <a:pt x="8359" y="2001"/>
                  </a:cubicBezTo>
                  <a:cubicBezTo>
                    <a:pt x="8431" y="2215"/>
                    <a:pt x="8431" y="2430"/>
                    <a:pt x="8359" y="2644"/>
                  </a:cubicBezTo>
                  <a:cubicBezTo>
                    <a:pt x="8288" y="2835"/>
                    <a:pt x="8145" y="3001"/>
                    <a:pt x="7954" y="3120"/>
                  </a:cubicBezTo>
                  <a:cubicBezTo>
                    <a:pt x="7859" y="3192"/>
                    <a:pt x="7811" y="3311"/>
                    <a:pt x="7859" y="3406"/>
                  </a:cubicBezTo>
                  <a:cubicBezTo>
                    <a:pt x="7907" y="3478"/>
                    <a:pt x="7978" y="3525"/>
                    <a:pt x="8050" y="3525"/>
                  </a:cubicBezTo>
                  <a:cubicBezTo>
                    <a:pt x="8097" y="3525"/>
                    <a:pt x="8145" y="3525"/>
                    <a:pt x="8169" y="3501"/>
                  </a:cubicBezTo>
                  <a:cubicBezTo>
                    <a:pt x="8383" y="3382"/>
                    <a:pt x="8550" y="3216"/>
                    <a:pt x="8669" y="3025"/>
                  </a:cubicBezTo>
                  <a:cubicBezTo>
                    <a:pt x="9002" y="3239"/>
                    <a:pt x="9193" y="3644"/>
                    <a:pt x="9193" y="4049"/>
                  </a:cubicBezTo>
                  <a:cubicBezTo>
                    <a:pt x="9193" y="4359"/>
                    <a:pt x="9074" y="4668"/>
                    <a:pt x="8883" y="4883"/>
                  </a:cubicBezTo>
                  <a:cubicBezTo>
                    <a:pt x="8812" y="4859"/>
                    <a:pt x="8740" y="4835"/>
                    <a:pt x="8669" y="4811"/>
                  </a:cubicBezTo>
                  <a:lnTo>
                    <a:pt x="7788" y="4811"/>
                  </a:lnTo>
                  <a:lnTo>
                    <a:pt x="7788" y="4216"/>
                  </a:lnTo>
                  <a:cubicBezTo>
                    <a:pt x="7788" y="4097"/>
                    <a:pt x="7716" y="4002"/>
                    <a:pt x="7597" y="4002"/>
                  </a:cubicBezTo>
                  <a:cubicBezTo>
                    <a:pt x="7582" y="3999"/>
                    <a:pt x="7568" y="3998"/>
                    <a:pt x="7554" y="3998"/>
                  </a:cubicBezTo>
                  <a:cubicBezTo>
                    <a:pt x="7431" y="3998"/>
                    <a:pt x="7335" y="4088"/>
                    <a:pt x="7335" y="4216"/>
                  </a:cubicBezTo>
                  <a:lnTo>
                    <a:pt x="7335" y="5026"/>
                  </a:lnTo>
                  <a:cubicBezTo>
                    <a:pt x="7335" y="5168"/>
                    <a:pt x="7430" y="5264"/>
                    <a:pt x="7573" y="5264"/>
                  </a:cubicBezTo>
                  <a:lnTo>
                    <a:pt x="8574" y="5264"/>
                  </a:lnTo>
                  <a:cubicBezTo>
                    <a:pt x="8669" y="5287"/>
                    <a:pt x="8740" y="5311"/>
                    <a:pt x="8835" y="5359"/>
                  </a:cubicBezTo>
                  <a:cubicBezTo>
                    <a:pt x="9336" y="5597"/>
                    <a:pt x="9669" y="6121"/>
                    <a:pt x="9669" y="6693"/>
                  </a:cubicBezTo>
                  <a:cubicBezTo>
                    <a:pt x="9669" y="6812"/>
                    <a:pt x="9645" y="6907"/>
                    <a:pt x="9621" y="7026"/>
                  </a:cubicBezTo>
                  <a:lnTo>
                    <a:pt x="7788" y="7026"/>
                  </a:lnTo>
                  <a:lnTo>
                    <a:pt x="7788" y="6097"/>
                  </a:lnTo>
                  <a:cubicBezTo>
                    <a:pt x="7788" y="5978"/>
                    <a:pt x="7716" y="5883"/>
                    <a:pt x="7597" y="5883"/>
                  </a:cubicBezTo>
                  <a:cubicBezTo>
                    <a:pt x="7582" y="5880"/>
                    <a:pt x="7568" y="5879"/>
                    <a:pt x="7554" y="5879"/>
                  </a:cubicBezTo>
                  <a:cubicBezTo>
                    <a:pt x="7431" y="5879"/>
                    <a:pt x="7335" y="5969"/>
                    <a:pt x="7335" y="6097"/>
                  </a:cubicBezTo>
                  <a:lnTo>
                    <a:pt x="7335" y="7026"/>
                  </a:lnTo>
                  <a:lnTo>
                    <a:pt x="5287" y="7026"/>
                  </a:lnTo>
                  <a:lnTo>
                    <a:pt x="5287" y="6097"/>
                  </a:lnTo>
                  <a:cubicBezTo>
                    <a:pt x="5287" y="5978"/>
                    <a:pt x="5168" y="5883"/>
                    <a:pt x="5049" y="5883"/>
                  </a:cubicBezTo>
                  <a:lnTo>
                    <a:pt x="3811" y="5883"/>
                  </a:lnTo>
                  <a:lnTo>
                    <a:pt x="3811" y="5216"/>
                  </a:lnTo>
                  <a:cubicBezTo>
                    <a:pt x="3811" y="5097"/>
                    <a:pt x="3715" y="5002"/>
                    <a:pt x="3620" y="5002"/>
                  </a:cubicBezTo>
                  <a:cubicBezTo>
                    <a:pt x="3605" y="4999"/>
                    <a:pt x="3591" y="4998"/>
                    <a:pt x="3577" y="4998"/>
                  </a:cubicBezTo>
                  <a:cubicBezTo>
                    <a:pt x="3454" y="4998"/>
                    <a:pt x="3358" y="5088"/>
                    <a:pt x="3358" y="5216"/>
                  </a:cubicBezTo>
                  <a:lnTo>
                    <a:pt x="3358" y="6097"/>
                  </a:lnTo>
                  <a:cubicBezTo>
                    <a:pt x="3358" y="6216"/>
                    <a:pt x="3453" y="6311"/>
                    <a:pt x="3572" y="6311"/>
                  </a:cubicBezTo>
                  <a:lnTo>
                    <a:pt x="4835" y="6311"/>
                  </a:lnTo>
                  <a:lnTo>
                    <a:pt x="4835" y="7240"/>
                  </a:lnTo>
                  <a:cubicBezTo>
                    <a:pt x="4835" y="7359"/>
                    <a:pt x="4930" y="7455"/>
                    <a:pt x="5049" y="7455"/>
                  </a:cubicBezTo>
                  <a:lnTo>
                    <a:pt x="6049" y="7455"/>
                  </a:lnTo>
                  <a:lnTo>
                    <a:pt x="6049" y="9074"/>
                  </a:lnTo>
                  <a:cubicBezTo>
                    <a:pt x="6049" y="9193"/>
                    <a:pt x="6121" y="9288"/>
                    <a:pt x="6240" y="9288"/>
                  </a:cubicBezTo>
                  <a:cubicBezTo>
                    <a:pt x="6252" y="9291"/>
                    <a:pt x="6264" y="9292"/>
                    <a:pt x="6276" y="9292"/>
                  </a:cubicBezTo>
                  <a:cubicBezTo>
                    <a:pt x="6382" y="9292"/>
                    <a:pt x="6478" y="9202"/>
                    <a:pt x="6478" y="9074"/>
                  </a:cubicBezTo>
                  <a:lnTo>
                    <a:pt x="6478" y="7455"/>
                  </a:lnTo>
                  <a:lnTo>
                    <a:pt x="9502" y="7455"/>
                  </a:lnTo>
                  <a:cubicBezTo>
                    <a:pt x="9336" y="7740"/>
                    <a:pt x="9074" y="7955"/>
                    <a:pt x="8764" y="8074"/>
                  </a:cubicBezTo>
                  <a:cubicBezTo>
                    <a:pt x="8574" y="8145"/>
                    <a:pt x="8383" y="8193"/>
                    <a:pt x="8192" y="8193"/>
                  </a:cubicBezTo>
                  <a:cubicBezTo>
                    <a:pt x="8073" y="8193"/>
                    <a:pt x="7931" y="8169"/>
                    <a:pt x="7811" y="8145"/>
                  </a:cubicBezTo>
                  <a:cubicBezTo>
                    <a:pt x="7786" y="8137"/>
                    <a:pt x="7761" y="8133"/>
                    <a:pt x="7737" y="8133"/>
                  </a:cubicBezTo>
                  <a:cubicBezTo>
                    <a:pt x="7629" y="8133"/>
                    <a:pt x="7545" y="8214"/>
                    <a:pt x="7526" y="8312"/>
                  </a:cubicBezTo>
                  <a:cubicBezTo>
                    <a:pt x="7502" y="8431"/>
                    <a:pt x="7597" y="8526"/>
                    <a:pt x="7692" y="8574"/>
                  </a:cubicBezTo>
                  <a:cubicBezTo>
                    <a:pt x="7859" y="8598"/>
                    <a:pt x="8026" y="8621"/>
                    <a:pt x="8192" y="8621"/>
                  </a:cubicBezTo>
                  <a:cubicBezTo>
                    <a:pt x="8335" y="8621"/>
                    <a:pt x="8502" y="8598"/>
                    <a:pt x="8645" y="8574"/>
                  </a:cubicBezTo>
                  <a:lnTo>
                    <a:pt x="8645" y="8574"/>
                  </a:lnTo>
                  <a:cubicBezTo>
                    <a:pt x="8645" y="9193"/>
                    <a:pt x="8192" y="9693"/>
                    <a:pt x="7597" y="9788"/>
                  </a:cubicBezTo>
                  <a:lnTo>
                    <a:pt x="7573" y="9788"/>
                  </a:lnTo>
                  <a:cubicBezTo>
                    <a:pt x="7504" y="9798"/>
                    <a:pt x="7431" y="9804"/>
                    <a:pt x="7357" y="9804"/>
                  </a:cubicBezTo>
                  <a:cubicBezTo>
                    <a:pt x="7253" y="9804"/>
                    <a:pt x="7147" y="9792"/>
                    <a:pt x="7049" y="9765"/>
                  </a:cubicBezTo>
                  <a:cubicBezTo>
                    <a:pt x="7034" y="9762"/>
                    <a:pt x="7019" y="9760"/>
                    <a:pt x="7003" y="9760"/>
                  </a:cubicBezTo>
                  <a:cubicBezTo>
                    <a:pt x="6901" y="9760"/>
                    <a:pt x="6808" y="9828"/>
                    <a:pt x="6787" y="9931"/>
                  </a:cubicBezTo>
                  <a:cubicBezTo>
                    <a:pt x="6740" y="10050"/>
                    <a:pt x="6835" y="10169"/>
                    <a:pt x="6954" y="10193"/>
                  </a:cubicBezTo>
                  <a:cubicBezTo>
                    <a:pt x="7073" y="10217"/>
                    <a:pt x="7192" y="10241"/>
                    <a:pt x="7311" y="10241"/>
                  </a:cubicBezTo>
                  <a:cubicBezTo>
                    <a:pt x="7127" y="10589"/>
                    <a:pt x="6748" y="10832"/>
                    <a:pt x="6343" y="10832"/>
                  </a:cubicBezTo>
                  <a:cubicBezTo>
                    <a:pt x="6277" y="10832"/>
                    <a:pt x="6211" y="10826"/>
                    <a:pt x="6144" y="10812"/>
                  </a:cubicBezTo>
                  <a:cubicBezTo>
                    <a:pt x="5621" y="10717"/>
                    <a:pt x="5263" y="10265"/>
                    <a:pt x="5263" y="9741"/>
                  </a:cubicBezTo>
                  <a:lnTo>
                    <a:pt x="5263" y="8383"/>
                  </a:lnTo>
                  <a:cubicBezTo>
                    <a:pt x="5263" y="8264"/>
                    <a:pt x="5168" y="8169"/>
                    <a:pt x="5049" y="8169"/>
                  </a:cubicBezTo>
                  <a:lnTo>
                    <a:pt x="3787" y="8169"/>
                  </a:lnTo>
                  <a:lnTo>
                    <a:pt x="3787" y="7240"/>
                  </a:lnTo>
                  <a:cubicBezTo>
                    <a:pt x="3787" y="7121"/>
                    <a:pt x="3692" y="7026"/>
                    <a:pt x="3572" y="7026"/>
                  </a:cubicBezTo>
                  <a:lnTo>
                    <a:pt x="2239" y="7026"/>
                  </a:lnTo>
                  <a:lnTo>
                    <a:pt x="2239" y="5954"/>
                  </a:lnTo>
                  <a:cubicBezTo>
                    <a:pt x="2239" y="5835"/>
                    <a:pt x="2144" y="5740"/>
                    <a:pt x="2025" y="5740"/>
                  </a:cubicBezTo>
                  <a:lnTo>
                    <a:pt x="762" y="5740"/>
                  </a:lnTo>
                  <a:cubicBezTo>
                    <a:pt x="762" y="5740"/>
                    <a:pt x="1048" y="5454"/>
                    <a:pt x="1262" y="5359"/>
                  </a:cubicBezTo>
                  <a:cubicBezTo>
                    <a:pt x="1262" y="5359"/>
                    <a:pt x="1262" y="5359"/>
                    <a:pt x="1262" y="5335"/>
                  </a:cubicBezTo>
                  <a:cubicBezTo>
                    <a:pt x="1358" y="5311"/>
                    <a:pt x="1429" y="5264"/>
                    <a:pt x="1524" y="5240"/>
                  </a:cubicBezTo>
                  <a:cubicBezTo>
                    <a:pt x="1643" y="5216"/>
                    <a:pt x="1715" y="5097"/>
                    <a:pt x="1691" y="4978"/>
                  </a:cubicBezTo>
                  <a:cubicBezTo>
                    <a:pt x="1650" y="4874"/>
                    <a:pt x="1554" y="4807"/>
                    <a:pt x="1467" y="4807"/>
                  </a:cubicBezTo>
                  <a:cubicBezTo>
                    <a:pt x="1454" y="4807"/>
                    <a:pt x="1441" y="4808"/>
                    <a:pt x="1429" y="4811"/>
                  </a:cubicBezTo>
                  <a:cubicBezTo>
                    <a:pt x="1358" y="4835"/>
                    <a:pt x="1286" y="4859"/>
                    <a:pt x="1215" y="4883"/>
                  </a:cubicBezTo>
                  <a:cubicBezTo>
                    <a:pt x="1000" y="4668"/>
                    <a:pt x="881" y="4359"/>
                    <a:pt x="881" y="4049"/>
                  </a:cubicBezTo>
                  <a:cubicBezTo>
                    <a:pt x="881" y="3620"/>
                    <a:pt x="1096" y="3239"/>
                    <a:pt x="1429" y="3025"/>
                  </a:cubicBezTo>
                  <a:cubicBezTo>
                    <a:pt x="1548" y="3216"/>
                    <a:pt x="1715" y="3382"/>
                    <a:pt x="1929" y="3501"/>
                  </a:cubicBezTo>
                  <a:cubicBezTo>
                    <a:pt x="1953" y="3525"/>
                    <a:pt x="2001" y="3525"/>
                    <a:pt x="2025" y="3525"/>
                  </a:cubicBezTo>
                  <a:cubicBezTo>
                    <a:pt x="2096" y="3525"/>
                    <a:pt x="2167" y="3501"/>
                    <a:pt x="2215" y="3430"/>
                  </a:cubicBezTo>
                  <a:cubicBezTo>
                    <a:pt x="2286" y="3311"/>
                    <a:pt x="2239" y="3192"/>
                    <a:pt x="2144" y="3120"/>
                  </a:cubicBezTo>
                  <a:cubicBezTo>
                    <a:pt x="1953" y="3001"/>
                    <a:pt x="1810" y="2835"/>
                    <a:pt x="1739" y="2620"/>
                  </a:cubicBezTo>
                  <a:cubicBezTo>
                    <a:pt x="1715" y="2573"/>
                    <a:pt x="1691" y="2501"/>
                    <a:pt x="1691" y="2430"/>
                  </a:cubicBezTo>
                  <a:cubicBezTo>
                    <a:pt x="1670" y="2323"/>
                    <a:pt x="1591" y="2236"/>
                    <a:pt x="1489" y="2236"/>
                  </a:cubicBezTo>
                  <a:cubicBezTo>
                    <a:pt x="1478" y="2236"/>
                    <a:pt x="1465" y="2237"/>
                    <a:pt x="1453" y="2239"/>
                  </a:cubicBezTo>
                  <a:cubicBezTo>
                    <a:pt x="1334" y="2263"/>
                    <a:pt x="1239" y="2358"/>
                    <a:pt x="1262" y="2477"/>
                  </a:cubicBezTo>
                  <a:cubicBezTo>
                    <a:pt x="1262" y="2525"/>
                    <a:pt x="1262" y="2549"/>
                    <a:pt x="1262" y="2596"/>
                  </a:cubicBezTo>
                  <a:cubicBezTo>
                    <a:pt x="762" y="2906"/>
                    <a:pt x="453" y="3454"/>
                    <a:pt x="453" y="4049"/>
                  </a:cubicBezTo>
                  <a:cubicBezTo>
                    <a:pt x="453" y="4430"/>
                    <a:pt x="596" y="4787"/>
                    <a:pt x="834" y="5097"/>
                  </a:cubicBezTo>
                  <a:cubicBezTo>
                    <a:pt x="310" y="5454"/>
                    <a:pt x="0" y="6026"/>
                    <a:pt x="0" y="6693"/>
                  </a:cubicBezTo>
                  <a:cubicBezTo>
                    <a:pt x="0" y="7431"/>
                    <a:pt x="405" y="8074"/>
                    <a:pt x="1048" y="8407"/>
                  </a:cubicBezTo>
                  <a:cubicBezTo>
                    <a:pt x="1048" y="8455"/>
                    <a:pt x="1024" y="8502"/>
                    <a:pt x="1024" y="8550"/>
                  </a:cubicBezTo>
                  <a:cubicBezTo>
                    <a:pt x="1024" y="8955"/>
                    <a:pt x="1191" y="9336"/>
                    <a:pt x="1453" y="9646"/>
                  </a:cubicBezTo>
                  <a:cubicBezTo>
                    <a:pt x="1667" y="9907"/>
                    <a:pt x="1977" y="10098"/>
                    <a:pt x="2310" y="10193"/>
                  </a:cubicBezTo>
                  <a:cubicBezTo>
                    <a:pt x="2501" y="10812"/>
                    <a:pt x="3096" y="11265"/>
                    <a:pt x="3763" y="11265"/>
                  </a:cubicBezTo>
                  <a:cubicBezTo>
                    <a:pt x="4311" y="11265"/>
                    <a:pt x="4787" y="10979"/>
                    <a:pt x="5049" y="10527"/>
                  </a:cubicBezTo>
                  <a:cubicBezTo>
                    <a:pt x="5311" y="10979"/>
                    <a:pt x="5787" y="11265"/>
                    <a:pt x="6335" y="11265"/>
                  </a:cubicBezTo>
                  <a:cubicBezTo>
                    <a:pt x="7002" y="11265"/>
                    <a:pt x="7573" y="10812"/>
                    <a:pt x="7788" y="10193"/>
                  </a:cubicBezTo>
                  <a:cubicBezTo>
                    <a:pt x="8121" y="10098"/>
                    <a:pt x="8407" y="9907"/>
                    <a:pt x="8645" y="9646"/>
                  </a:cubicBezTo>
                  <a:cubicBezTo>
                    <a:pt x="8907" y="9336"/>
                    <a:pt x="9050" y="8955"/>
                    <a:pt x="9050" y="8550"/>
                  </a:cubicBezTo>
                  <a:cubicBezTo>
                    <a:pt x="9050" y="8502"/>
                    <a:pt x="9050" y="8455"/>
                    <a:pt x="9050" y="8407"/>
                  </a:cubicBezTo>
                  <a:cubicBezTo>
                    <a:pt x="9693" y="8074"/>
                    <a:pt x="10098" y="7431"/>
                    <a:pt x="10098" y="6693"/>
                  </a:cubicBezTo>
                  <a:cubicBezTo>
                    <a:pt x="10098" y="6050"/>
                    <a:pt x="9788" y="5454"/>
                    <a:pt x="9264" y="5097"/>
                  </a:cubicBezTo>
                  <a:cubicBezTo>
                    <a:pt x="9502" y="4787"/>
                    <a:pt x="9621" y="4430"/>
                    <a:pt x="9621" y="4025"/>
                  </a:cubicBezTo>
                  <a:cubicBezTo>
                    <a:pt x="9621" y="3430"/>
                    <a:pt x="9312" y="2882"/>
                    <a:pt x="8812" y="2596"/>
                  </a:cubicBezTo>
                  <a:cubicBezTo>
                    <a:pt x="8835" y="2501"/>
                    <a:pt x="8835" y="2406"/>
                    <a:pt x="8835" y="2335"/>
                  </a:cubicBezTo>
                  <a:cubicBezTo>
                    <a:pt x="8835" y="1572"/>
                    <a:pt x="8240" y="977"/>
                    <a:pt x="7478" y="977"/>
                  </a:cubicBezTo>
                  <a:cubicBezTo>
                    <a:pt x="7383" y="977"/>
                    <a:pt x="7311" y="977"/>
                    <a:pt x="7216" y="1001"/>
                  </a:cubicBezTo>
                  <a:cubicBezTo>
                    <a:pt x="7121" y="429"/>
                    <a:pt x="6621" y="1"/>
                    <a:pt x="6025" y="1"/>
                  </a:cubicBezTo>
                  <a:cubicBezTo>
                    <a:pt x="5621" y="1"/>
                    <a:pt x="5263" y="215"/>
                    <a:pt x="5049" y="525"/>
                  </a:cubicBezTo>
                  <a:cubicBezTo>
                    <a:pt x="4835" y="215"/>
                    <a:pt x="4454" y="1"/>
                    <a:pt x="40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93" name="Google Shape;4493;p59"/>
            <p:cNvSpPr/>
            <p:nvPr/>
          </p:nvSpPr>
          <p:spPr>
            <a:xfrm>
              <a:off x="5668811" y="3823610"/>
              <a:ext cx="19347" cy="15036"/>
            </a:xfrm>
            <a:custGeom>
              <a:rect b="b" l="l" r="r" t="t"/>
              <a:pathLst>
                <a:path extrusionOk="0" h="454" w="549">
                  <a:moveTo>
                    <a:pt x="262" y="1"/>
                  </a:moveTo>
                  <a:cubicBezTo>
                    <a:pt x="167" y="1"/>
                    <a:pt x="96" y="48"/>
                    <a:pt x="72" y="120"/>
                  </a:cubicBezTo>
                  <a:cubicBezTo>
                    <a:pt x="0" y="286"/>
                    <a:pt x="119" y="453"/>
                    <a:pt x="262" y="453"/>
                  </a:cubicBezTo>
                  <a:cubicBezTo>
                    <a:pt x="429" y="453"/>
                    <a:pt x="548" y="286"/>
                    <a:pt x="453" y="96"/>
                  </a:cubicBezTo>
                  <a:cubicBezTo>
                    <a:pt x="405" y="48"/>
                    <a:pt x="358" y="1"/>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494" name="Google Shape;4494;p59"/>
          <p:cNvGrpSpPr/>
          <p:nvPr/>
        </p:nvGrpSpPr>
        <p:grpSpPr>
          <a:xfrm>
            <a:off x="6403122" y="3807050"/>
            <a:ext cx="398625" cy="321032"/>
            <a:chOff x="6403122" y="3807050"/>
            <a:chExt cx="398625" cy="321032"/>
          </a:xfrm>
        </p:grpSpPr>
        <p:sp>
          <p:nvSpPr>
            <p:cNvPr id="4495" name="Google Shape;4495;p59"/>
            <p:cNvSpPr/>
            <p:nvPr/>
          </p:nvSpPr>
          <p:spPr>
            <a:xfrm>
              <a:off x="6403122" y="3807845"/>
              <a:ext cx="188005" cy="320237"/>
            </a:xfrm>
            <a:custGeom>
              <a:rect b="b" l="l" r="r" t="t"/>
              <a:pathLst>
                <a:path extrusionOk="0" h="9669" w="5335">
                  <a:moveTo>
                    <a:pt x="715" y="405"/>
                  </a:moveTo>
                  <a:cubicBezTo>
                    <a:pt x="2548" y="405"/>
                    <a:pt x="4049" y="1906"/>
                    <a:pt x="4049" y="3715"/>
                  </a:cubicBezTo>
                  <a:cubicBezTo>
                    <a:pt x="4049" y="4144"/>
                    <a:pt x="4382" y="4692"/>
                    <a:pt x="4668" y="5097"/>
                  </a:cubicBezTo>
                  <a:cubicBezTo>
                    <a:pt x="4811" y="5311"/>
                    <a:pt x="4858" y="5478"/>
                    <a:pt x="4811" y="5573"/>
                  </a:cubicBezTo>
                  <a:cubicBezTo>
                    <a:pt x="4739" y="5716"/>
                    <a:pt x="4453" y="5811"/>
                    <a:pt x="4025" y="5811"/>
                  </a:cubicBezTo>
                  <a:cubicBezTo>
                    <a:pt x="3906" y="5811"/>
                    <a:pt x="3810" y="5906"/>
                    <a:pt x="3810" y="6025"/>
                  </a:cubicBezTo>
                  <a:lnTo>
                    <a:pt x="3810" y="6478"/>
                  </a:lnTo>
                  <a:lnTo>
                    <a:pt x="3167" y="6478"/>
                  </a:lnTo>
                  <a:cubicBezTo>
                    <a:pt x="3048" y="6478"/>
                    <a:pt x="2953" y="6549"/>
                    <a:pt x="2929" y="6668"/>
                  </a:cubicBezTo>
                  <a:cubicBezTo>
                    <a:pt x="2929" y="6787"/>
                    <a:pt x="3025" y="6907"/>
                    <a:pt x="3167" y="6907"/>
                  </a:cubicBezTo>
                  <a:lnTo>
                    <a:pt x="3810" y="6907"/>
                  </a:lnTo>
                  <a:lnTo>
                    <a:pt x="3810" y="7216"/>
                  </a:lnTo>
                  <a:cubicBezTo>
                    <a:pt x="3810" y="7621"/>
                    <a:pt x="3477" y="7954"/>
                    <a:pt x="3072" y="7954"/>
                  </a:cubicBezTo>
                  <a:cubicBezTo>
                    <a:pt x="2429" y="7954"/>
                    <a:pt x="2024" y="7978"/>
                    <a:pt x="1762" y="8193"/>
                  </a:cubicBezTo>
                  <a:cubicBezTo>
                    <a:pt x="1524" y="8407"/>
                    <a:pt x="1453" y="8740"/>
                    <a:pt x="1429" y="9217"/>
                  </a:cubicBezTo>
                  <a:lnTo>
                    <a:pt x="453" y="9217"/>
                  </a:lnTo>
                  <a:lnTo>
                    <a:pt x="453" y="429"/>
                  </a:lnTo>
                  <a:cubicBezTo>
                    <a:pt x="548" y="405"/>
                    <a:pt x="619" y="405"/>
                    <a:pt x="715" y="405"/>
                  </a:cubicBezTo>
                  <a:close/>
                  <a:moveTo>
                    <a:pt x="715" y="0"/>
                  </a:moveTo>
                  <a:cubicBezTo>
                    <a:pt x="548" y="0"/>
                    <a:pt x="381" y="0"/>
                    <a:pt x="191" y="24"/>
                  </a:cubicBezTo>
                  <a:cubicBezTo>
                    <a:pt x="95" y="48"/>
                    <a:pt x="0" y="119"/>
                    <a:pt x="0" y="239"/>
                  </a:cubicBezTo>
                  <a:lnTo>
                    <a:pt x="0" y="9431"/>
                  </a:lnTo>
                  <a:cubicBezTo>
                    <a:pt x="0" y="9574"/>
                    <a:pt x="119" y="9669"/>
                    <a:pt x="238" y="9669"/>
                  </a:cubicBezTo>
                  <a:lnTo>
                    <a:pt x="1619" y="9669"/>
                  </a:lnTo>
                  <a:cubicBezTo>
                    <a:pt x="1739" y="9669"/>
                    <a:pt x="1834" y="9574"/>
                    <a:pt x="1834" y="9455"/>
                  </a:cubicBezTo>
                  <a:cubicBezTo>
                    <a:pt x="1881" y="8931"/>
                    <a:pt x="1905" y="8645"/>
                    <a:pt x="2048" y="8526"/>
                  </a:cubicBezTo>
                  <a:cubicBezTo>
                    <a:pt x="2191" y="8407"/>
                    <a:pt x="2501" y="8383"/>
                    <a:pt x="3072" y="8383"/>
                  </a:cubicBezTo>
                  <a:cubicBezTo>
                    <a:pt x="3715" y="8383"/>
                    <a:pt x="4263" y="7859"/>
                    <a:pt x="4263" y="7216"/>
                  </a:cubicBezTo>
                  <a:lnTo>
                    <a:pt x="4263" y="6264"/>
                  </a:lnTo>
                  <a:cubicBezTo>
                    <a:pt x="4858" y="6216"/>
                    <a:pt x="5096" y="5978"/>
                    <a:pt x="5192" y="5787"/>
                  </a:cubicBezTo>
                  <a:cubicBezTo>
                    <a:pt x="5287" y="5597"/>
                    <a:pt x="5335" y="5287"/>
                    <a:pt x="5025" y="4859"/>
                  </a:cubicBezTo>
                  <a:cubicBezTo>
                    <a:pt x="4692" y="4382"/>
                    <a:pt x="4477" y="3954"/>
                    <a:pt x="4477" y="3739"/>
                  </a:cubicBezTo>
                  <a:cubicBezTo>
                    <a:pt x="4477" y="2739"/>
                    <a:pt x="4096" y="1786"/>
                    <a:pt x="3382" y="1096"/>
                  </a:cubicBezTo>
                  <a:cubicBezTo>
                    <a:pt x="2667" y="381"/>
                    <a:pt x="1715" y="0"/>
                    <a:pt x="7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96" name="Google Shape;4496;p59"/>
            <p:cNvSpPr/>
            <p:nvPr/>
          </p:nvSpPr>
          <p:spPr>
            <a:xfrm>
              <a:off x="6510531" y="3940356"/>
              <a:ext cx="19347" cy="15003"/>
            </a:xfrm>
            <a:custGeom>
              <a:rect b="b" l="l" r="r" t="t"/>
              <a:pathLst>
                <a:path extrusionOk="0" h="453" w="549">
                  <a:moveTo>
                    <a:pt x="286" y="0"/>
                  </a:moveTo>
                  <a:cubicBezTo>
                    <a:pt x="119" y="0"/>
                    <a:pt x="0" y="191"/>
                    <a:pt x="96" y="357"/>
                  </a:cubicBezTo>
                  <a:cubicBezTo>
                    <a:pt x="143" y="405"/>
                    <a:pt x="191" y="453"/>
                    <a:pt x="262" y="453"/>
                  </a:cubicBezTo>
                  <a:lnTo>
                    <a:pt x="286" y="453"/>
                  </a:lnTo>
                  <a:cubicBezTo>
                    <a:pt x="381" y="453"/>
                    <a:pt x="453" y="405"/>
                    <a:pt x="477" y="334"/>
                  </a:cubicBezTo>
                  <a:cubicBezTo>
                    <a:pt x="548" y="167"/>
                    <a:pt x="429" y="0"/>
                    <a:pt x="2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97" name="Google Shape;4497;p59"/>
            <p:cNvSpPr/>
            <p:nvPr/>
          </p:nvSpPr>
          <p:spPr>
            <a:xfrm>
              <a:off x="6612900" y="3807050"/>
              <a:ext cx="187195" cy="321032"/>
            </a:xfrm>
            <a:custGeom>
              <a:rect b="b" l="l" r="r" t="t"/>
              <a:pathLst>
                <a:path extrusionOk="0" h="9693" w="5312">
                  <a:moveTo>
                    <a:pt x="4621" y="1"/>
                  </a:moveTo>
                  <a:cubicBezTo>
                    <a:pt x="3621" y="1"/>
                    <a:pt x="2668" y="405"/>
                    <a:pt x="1953" y="1120"/>
                  </a:cubicBezTo>
                  <a:cubicBezTo>
                    <a:pt x="1239" y="1810"/>
                    <a:pt x="858" y="2763"/>
                    <a:pt x="858" y="3763"/>
                  </a:cubicBezTo>
                  <a:cubicBezTo>
                    <a:pt x="858" y="3978"/>
                    <a:pt x="644" y="4406"/>
                    <a:pt x="310" y="4883"/>
                  </a:cubicBezTo>
                  <a:cubicBezTo>
                    <a:pt x="1" y="5311"/>
                    <a:pt x="25" y="5621"/>
                    <a:pt x="120" y="5811"/>
                  </a:cubicBezTo>
                  <a:cubicBezTo>
                    <a:pt x="239" y="6002"/>
                    <a:pt x="477" y="6240"/>
                    <a:pt x="1072" y="6264"/>
                  </a:cubicBezTo>
                  <a:lnTo>
                    <a:pt x="1072" y="7240"/>
                  </a:lnTo>
                  <a:cubicBezTo>
                    <a:pt x="1072" y="7883"/>
                    <a:pt x="1596" y="8407"/>
                    <a:pt x="2263" y="8407"/>
                  </a:cubicBezTo>
                  <a:cubicBezTo>
                    <a:pt x="2835" y="8407"/>
                    <a:pt x="3144" y="8431"/>
                    <a:pt x="3287" y="8550"/>
                  </a:cubicBezTo>
                  <a:cubicBezTo>
                    <a:pt x="3406" y="8669"/>
                    <a:pt x="3454" y="8955"/>
                    <a:pt x="3478" y="9479"/>
                  </a:cubicBezTo>
                  <a:cubicBezTo>
                    <a:pt x="3501" y="9598"/>
                    <a:pt x="3597" y="9693"/>
                    <a:pt x="3716" y="9693"/>
                  </a:cubicBezTo>
                  <a:lnTo>
                    <a:pt x="5097" y="9693"/>
                  </a:lnTo>
                  <a:cubicBezTo>
                    <a:pt x="5121" y="9693"/>
                    <a:pt x="5145" y="9669"/>
                    <a:pt x="5168" y="9669"/>
                  </a:cubicBezTo>
                  <a:cubicBezTo>
                    <a:pt x="5264" y="9645"/>
                    <a:pt x="5311" y="9550"/>
                    <a:pt x="5311" y="9455"/>
                  </a:cubicBezTo>
                  <a:lnTo>
                    <a:pt x="5311" y="7716"/>
                  </a:lnTo>
                  <a:cubicBezTo>
                    <a:pt x="5311" y="7588"/>
                    <a:pt x="5216" y="7498"/>
                    <a:pt x="5110" y="7498"/>
                  </a:cubicBezTo>
                  <a:cubicBezTo>
                    <a:pt x="5098" y="7498"/>
                    <a:pt x="5085" y="7500"/>
                    <a:pt x="5073" y="7502"/>
                  </a:cubicBezTo>
                  <a:cubicBezTo>
                    <a:pt x="4954" y="7502"/>
                    <a:pt x="4883" y="7597"/>
                    <a:pt x="4883" y="7716"/>
                  </a:cubicBezTo>
                  <a:lnTo>
                    <a:pt x="4883" y="9241"/>
                  </a:lnTo>
                  <a:lnTo>
                    <a:pt x="3906" y="9241"/>
                  </a:lnTo>
                  <a:cubicBezTo>
                    <a:pt x="3882" y="8764"/>
                    <a:pt x="3811" y="8431"/>
                    <a:pt x="3573" y="8217"/>
                  </a:cubicBezTo>
                  <a:cubicBezTo>
                    <a:pt x="3311" y="7978"/>
                    <a:pt x="2906" y="7978"/>
                    <a:pt x="2263" y="7978"/>
                  </a:cubicBezTo>
                  <a:cubicBezTo>
                    <a:pt x="1858" y="7978"/>
                    <a:pt x="1525" y="7645"/>
                    <a:pt x="1525" y="7240"/>
                  </a:cubicBezTo>
                  <a:lnTo>
                    <a:pt x="1525" y="6931"/>
                  </a:lnTo>
                  <a:lnTo>
                    <a:pt x="2168" y="6931"/>
                  </a:lnTo>
                  <a:cubicBezTo>
                    <a:pt x="2263" y="6931"/>
                    <a:pt x="2382" y="6859"/>
                    <a:pt x="2382" y="6740"/>
                  </a:cubicBezTo>
                  <a:cubicBezTo>
                    <a:pt x="2406" y="6597"/>
                    <a:pt x="2311" y="6502"/>
                    <a:pt x="2168" y="6502"/>
                  </a:cubicBezTo>
                  <a:lnTo>
                    <a:pt x="1501" y="6502"/>
                  </a:lnTo>
                  <a:lnTo>
                    <a:pt x="1501" y="6049"/>
                  </a:lnTo>
                  <a:cubicBezTo>
                    <a:pt x="1501" y="5930"/>
                    <a:pt x="1406" y="5835"/>
                    <a:pt x="1287" y="5835"/>
                  </a:cubicBezTo>
                  <a:cubicBezTo>
                    <a:pt x="882" y="5835"/>
                    <a:pt x="596" y="5740"/>
                    <a:pt x="525" y="5597"/>
                  </a:cubicBezTo>
                  <a:cubicBezTo>
                    <a:pt x="477" y="5502"/>
                    <a:pt x="525" y="5311"/>
                    <a:pt x="668" y="5121"/>
                  </a:cubicBezTo>
                  <a:cubicBezTo>
                    <a:pt x="953" y="4716"/>
                    <a:pt x="1287" y="4168"/>
                    <a:pt x="1287" y="3739"/>
                  </a:cubicBezTo>
                  <a:cubicBezTo>
                    <a:pt x="1287" y="1930"/>
                    <a:pt x="2787" y="429"/>
                    <a:pt x="4621" y="429"/>
                  </a:cubicBezTo>
                  <a:cubicBezTo>
                    <a:pt x="4716" y="429"/>
                    <a:pt x="4787" y="453"/>
                    <a:pt x="4883" y="453"/>
                  </a:cubicBezTo>
                  <a:lnTo>
                    <a:pt x="4883" y="5716"/>
                  </a:lnTo>
                  <a:cubicBezTo>
                    <a:pt x="4883" y="5835"/>
                    <a:pt x="4954" y="5930"/>
                    <a:pt x="5073" y="5954"/>
                  </a:cubicBezTo>
                  <a:cubicBezTo>
                    <a:pt x="5192" y="5954"/>
                    <a:pt x="5311" y="5859"/>
                    <a:pt x="5311" y="5716"/>
                  </a:cubicBezTo>
                  <a:lnTo>
                    <a:pt x="5311" y="263"/>
                  </a:lnTo>
                  <a:cubicBezTo>
                    <a:pt x="5311" y="143"/>
                    <a:pt x="5240" y="72"/>
                    <a:pt x="5121" y="48"/>
                  </a:cubicBezTo>
                  <a:cubicBezTo>
                    <a:pt x="4954" y="24"/>
                    <a:pt x="4787" y="1"/>
                    <a:pt x="46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98" name="Google Shape;4498;p59"/>
            <p:cNvSpPr/>
            <p:nvPr/>
          </p:nvSpPr>
          <p:spPr>
            <a:xfrm>
              <a:off x="6674181" y="3940356"/>
              <a:ext cx="18783" cy="14772"/>
            </a:xfrm>
            <a:custGeom>
              <a:rect b="b" l="l" r="r" t="t"/>
              <a:pathLst>
                <a:path extrusionOk="0" h="446" w="533">
                  <a:moveTo>
                    <a:pt x="262" y="0"/>
                  </a:moveTo>
                  <a:cubicBezTo>
                    <a:pt x="119" y="0"/>
                    <a:pt x="0" y="143"/>
                    <a:pt x="48" y="310"/>
                  </a:cubicBezTo>
                  <a:cubicBezTo>
                    <a:pt x="72" y="357"/>
                    <a:pt x="119" y="405"/>
                    <a:pt x="167" y="429"/>
                  </a:cubicBezTo>
                  <a:cubicBezTo>
                    <a:pt x="198" y="440"/>
                    <a:pt x="229" y="446"/>
                    <a:pt x="258" y="446"/>
                  </a:cubicBezTo>
                  <a:cubicBezTo>
                    <a:pt x="412" y="446"/>
                    <a:pt x="532" y="303"/>
                    <a:pt x="453" y="143"/>
                  </a:cubicBezTo>
                  <a:cubicBezTo>
                    <a:pt x="429" y="48"/>
                    <a:pt x="357" y="0"/>
                    <a:pt x="2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99" name="Google Shape;4499;p59"/>
            <p:cNvSpPr/>
            <p:nvPr/>
          </p:nvSpPr>
          <p:spPr>
            <a:xfrm>
              <a:off x="6782929" y="4022361"/>
              <a:ext cx="18818" cy="14738"/>
            </a:xfrm>
            <a:custGeom>
              <a:rect b="b" l="l" r="r" t="t"/>
              <a:pathLst>
                <a:path extrusionOk="0" h="445" w="534">
                  <a:moveTo>
                    <a:pt x="272" y="1"/>
                  </a:moveTo>
                  <a:cubicBezTo>
                    <a:pt x="177" y="1"/>
                    <a:pt x="105" y="49"/>
                    <a:pt x="81" y="120"/>
                  </a:cubicBezTo>
                  <a:cubicBezTo>
                    <a:pt x="0" y="282"/>
                    <a:pt x="110" y="445"/>
                    <a:pt x="262" y="445"/>
                  </a:cubicBezTo>
                  <a:cubicBezTo>
                    <a:pt x="288" y="445"/>
                    <a:pt x="315" y="440"/>
                    <a:pt x="343" y="430"/>
                  </a:cubicBezTo>
                  <a:cubicBezTo>
                    <a:pt x="415" y="406"/>
                    <a:pt x="463" y="358"/>
                    <a:pt x="486" y="287"/>
                  </a:cubicBezTo>
                  <a:cubicBezTo>
                    <a:pt x="534" y="144"/>
                    <a:pt x="415" y="1"/>
                    <a:pt x="2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500" name="Google Shape;4500;p59"/>
          <p:cNvGrpSpPr/>
          <p:nvPr/>
        </p:nvGrpSpPr>
        <p:grpSpPr>
          <a:xfrm>
            <a:off x="7244842" y="3781018"/>
            <a:ext cx="358356" cy="373097"/>
            <a:chOff x="7244842" y="3781018"/>
            <a:chExt cx="358356" cy="373097"/>
          </a:xfrm>
        </p:grpSpPr>
        <p:sp>
          <p:nvSpPr>
            <p:cNvPr id="4501" name="Google Shape;4501;p59"/>
            <p:cNvSpPr/>
            <p:nvPr/>
          </p:nvSpPr>
          <p:spPr>
            <a:xfrm>
              <a:off x="7306934" y="3967150"/>
              <a:ext cx="18184" cy="14507"/>
            </a:xfrm>
            <a:custGeom>
              <a:rect b="b" l="l" r="r" t="t"/>
              <a:pathLst>
                <a:path extrusionOk="0" h="438" w="516">
                  <a:moveTo>
                    <a:pt x="238" y="1"/>
                  </a:moveTo>
                  <a:cubicBezTo>
                    <a:pt x="96" y="1"/>
                    <a:pt x="0" y="144"/>
                    <a:pt x="48" y="287"/>
                  </a:cubicBezTo>
                  <a:cubicBezTo>
                    <a:pt x="72" y="358"/>
                    <a:pt x="119" y="406"/>
                    <a:pt x="167" y="430"/>
                  </a:cubicBezTo>
                  <a:cubicBezTo>
                    <a:pt x="189" y="435"/>
                    <a:pt x="211" y="438"/>
                    <a:pt x="233" y="438"/>
                  </a:cubicBezTo>
                  <a:cubicBezTo>
                    <a:pt x="393" y="438"/>
                    <a:pt x="516" y="288"/>
                    <a:pt x="453" y="120"/>
                  </a:cubicBezTo>
                  <a:cubicBezTo>
                    <a:pt x="405" y="49"/>
                    <a:pt x="334"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502" name="Google Shape;4502;p59"/>
            <p:cNvSpPr/>
            <p:nvPr/>
          </p:nvSpPr>
          <p:spPr>
            <a:xfrm>
              <a:off x="7479358" y="4072073"/>
              <a:ext cx="18113" cy="14772"/>
            </a:xfrm>
            <a:custGeom>
              <a:rect b="b" l="l" r="r" t="t"/>
              <a:pathLst>
                <a:path extrusionOk="0" h="446" w="514">
                  <a:moveTo>
                    <a:pt x="251" y="0"/>
                  </a:moveTo>
                  <a:cubicBezTo>
                    <a:pt x="180" y="0"/>
                    <a:pt x="85" y="48"/>
                    <a:pt x="61" y="143"/>
                  </a:cubicBezTo>
                  <a:cubicBezTo>
                    <a:pt x="1" y="303"/>
                    <a:pt x="108" y="446"/>
                    <a:pt x="257" y="446"/>
                  </a:cubicBezTo>
                  <a:cubicBezTo>
                    <a:pt x="285" y="446"/>
                    <a:pt x="316" y="440"/>
                    <a:pt x="346" y="429"/>
                  </a:cubicBezTo>
                  <a:cubicBezTo>
                    <a:pt x="394" y="405"/>
                    <a:pt x="442" y="357"/>
                    <a:pt x="466" y="310"/>
                  </a:cubicBezTo>
                  <a:cubicBezTo>
                    <a:pt x="513" y="143"/>
                    <a:pt x="394" y="0"/>
                    <a:pt x="2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503" name="Google Shape;4503;p59"/>
            <p:cNvSpPr/>
            <p:nvPr/>
          </p:nvSpPr>
          <p:spPr>
            <a:xfrm>
              <a:off x="7301894" y="3934030"/>
              <a:ext cx="42817" cy="22124"/>
            </a:xfrm>
            <a:custGeom>
              <a:rect b="b" l="l" r="r" t="t"/>
              <a:pathLst>
                <a:path extrusionOk="0" h="668" w="1215">
                  <a:moveTo>
                    <a:pt x="215" y="1"/>
                  </a:moveTo>
                  <a:cubicBezTo>
                    <a:pt x="96" y="1"/>
                    <a:pt x="0" y="96"/>
                    <a:pt x="0" y="215"/>
                  </a:cubicBezTo>
                  <a:cubicBezTo>
                    <a:pt x="0" y="358"/>
                    <a:pt x="96" y="453"/>
                    <a:pt x="215" y="453"/>
                  </a:cubicBezTo>
                  <a:cubicBezTo>
                    <a:pt x="310" y="453"/>
                    <a:pt x="405" y="501"/>
                    <a:pt x="524" y="548"/>
                  </a:cubicBezTo>
                  <a:cubicBezTo>
                    <a:pt x="667" y="596"/>
                    <a:pt x="810" y="667"/>
                    <a:pt x="1001" y="667"/>
                  </a:cubicBezTo>
                  <a:cubicBezTo>
                    <a:pt x="1120" y="667"/>
                    <a:pt x="1215" y="572"/>
                    <a:pt x="1215" y="453"/>
                  </a:cubicBezTo>
                  <a:cubicBezTo>
                    <a:pt x="1215" y="334"/>
                    <a:pt x="1120" y="215"/>
                    <a:pt x="1001" y="215"/>
                  </a:cubicBezTo>
                  <a:cubicBezTo>
                    <a:pt x="905" y="215"/>
                    <a:pt x="810" y="191"/>
                    <a:pt x="691" y="144"/>
                  </a:cubicBezTo>
                  <a:cubicBezTo>
                    <a:pt x="548" y="72"/>
                    <a:pt x="405" y="1"/>
                    <a:pt x="2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504" name="Google Shape;4504;p59"/>
            <p:cNvSpPr/>
            <p:nvPr/>
          </p:nvSpPr>
          <p:spPr>
            <a:xfrm>
              <a:off x="7244842" y="3781018"/>
              <a:ext cx="358356" cy="373097"/>
            </a:xfrm>
            <a:custGeom>
              <a:rect b="b" l="l" r="r" t="t"/>
              <a:pathLst>
                <a:path extrusionOk="0" h="11265" w="10169">
                  <a:moveTo>
                    <a:pt x="7311" y="435"/>
                  </a:moveTo>
                  <a:cubicBezTo>
                    <a:pt x="7424" y="435"/>
                    <a:pt x="7537" y="441"/>
                    <a:pt x="7644" y="453"/>
                  </a:cubicBezTo>
                  <a:lnTo>
                    <a:pt x="7644" y="739"/>
                  </a:lnTo>
                  <a:cubicBezTo>
                    <a:pt x="7644" y="834"/>
                    <a:pt x="7716" y="906"/>
                    <a:pt x="7811" y="953"/>
                  </a:cubicBezTo>
                  <a:cubicBezTo>
                    <a:pt x="7978" y="977"/>
                    <a:pt x="8145" y="1049"/>
                    <a:pt x="8311" y="1144"/>
                  </a:cubicBezTo>
                  <a:cubicBezTo>
                    <a:pt x="8351" y="1174"/>
                    <a:pt x="8391" y="1187"/>
                    <a:pt x="8429" y="1187"/>
                  </a:cubicBezTo>
                  <a:cubicBezTo>
                    <a:pt x="8482" y="1187"/>
                    <a:pt x="8532" y="1161"/>
                    <a:pt x="8573" y="1120"/>
                  </a:cubicBezTo>
                  <a:lnTo>
                    <a:pt x="8764" y="929"/>
                  </a:lnTo>
                  <a:cubicBezTo>
                    <a:pt x="8954" y="1072"/>
                    <a:pt x="9097" y="1215"/>
                    <a:pt x="9240" y="1406"/>
                  </a:cubicBezTo>
                  <a:lnTo>
                    <a:pt x="9050" y="1596"/>
                  </a:lnTo>
                  <a:cubicBezTo>
                    <a:pt x="8978" y="1668"/>
                    <a:pt x="8978" y="1763"/>
                    <a:pt x="9026" y="1858"/>
                  </a:cubicBezTo>
                  <a:cubicBezTo>
                    <a:pt x="9121" y="2025"/>
                    <a:pt x="9192" y="2192"/>
                    <a:pt x="9240" y="2358"/>
                  </a:cubicBezTo>
                  <a:cubicBezTo>
                    <a:pt x="9264" y="2454"/>
                    <a:pt x="9335" y="2525"/>
                    <a:pt x="9454" y="2525"/>
                  </a:cubicBezTo>
                  <a:lnTo>
                    <a:pt x="9716" y="2525"/>
                  </a:lnTo>
                  <a:cubicBezTo>
                    <a:pt x="9716" y="2644"/>
                    <a:pt x="9740" y="2739"/>
                    <a:pt x="9740" y="2858"/>
                  </a:cubicBezTo>
                  <a:cubicBezTo>
                    <a:pt x="9740" y="2977"/>
                    <a:pt x="9716" y="3097"/>
                    <a:pt x="9716" y="3192"/>
                  </a:cubicBezTo>
                  <a:lnTo>
                    <a:pt x="9454" y="3192"/>
                  </a:lnTo>
                  <a:cubicBezTo>
                    <a:pt x="9335" y="3192"/>
                    <a:pt x="9264" y="3263"/>
                    <a:pt x="9240" y="3359"/>
                  </a:cubicBezTo>
                  <a:cubicBezTo>
                    <a:pt x="9192" y="3525"/>
                    <a:pt x="9121" y="3716"/>
                    <a:pt x="9026" y="3859"/>
                  </a:cubicBezTo>
                  <a:cubicBezTo>
                    <a:pt x="8978" y="3954"/>
                    <a:pt x="8978" y="4073"/>
                    <a:pt x="9050" y="4144"/>
                  </a:cubicBezTo>
                  <a:lnTo>
                    <a:pt x="9240" y="4335"/>
                  </a:lnTo>
                  <a:cubicBezTo>
                    <a:pt x="9097" y="4502"/>
                    <a:pt x="8954" y="4668"/>
                    <a:pt x="8764" y="4787"/>
                  </a:cubicBezTo>
                  <a:lnTo>
                    <a:pt x="8597" y="4597"/>
                  </a:lnTo>
                  <a:cubicBezTo>
                    <a:pt x="8558" y="4558"/>
                    <a:pt x="8504" y="4540"/>
                    <a:pt x="8448" y="4540"/>
                  </a:cubicBezTo>
                  <a:cubicBezTo>
                    <a:pt x="8402" y="4540"/>
                    <a:pt x="8354" y="4552"/>
                    <a:pt x="8311" y="4573"/>
                  </a:cubicBezTo>
                  <a:cubicBezTo>
                    <a:pt x="8168" y="4668"/>
                    <a:pt x="7978" y="4740"/>
                    <a:pt x="7811" y="4787"/>
                  </a:cubicBezTo>
                  <a:cubicBezTo>
                    <a:pt x="7716" y="4811"/>
                    <a:pt x="7644" y="4883"/>
                    <a:pt x="7644" y="5002"/>
                  </a:cubicBezTo>
                  <a:lnTo>
                    <a:pt x="7644" y="5264"/>
                  </a:lnTo>
                  <a:cubicBezTo>
                    <a:pt x="7537" y="5276"/>
                    <a:pt x="7424" y="5282"/>
                    <a:pt x="7311" y="5282"/>
                  </a:cubicBezTo>
                  <a:cubicBezTo>
                    <a:pt x="7198" y="5282"/>
                    <a:pt x="7085" y="5276"/>
                    <a:pt x="6978" y="5264"/>
                  </a:cubicBezTo>
                  <a:lnTo>
                    <a:pt x="6978" y="5002"/>
                  </a:lnTo>
                  <a:cubicBezTo>
                    <a:pt x="6978" y="4883"/>
                    <a:pt x="6906" y="4811"/>
                    <a:pt x="6811" y="4787"/>
                  </a:cubicBezTo>
                  <a:cubicBezTo>
                    <a:pt x="6644" y="4740"/>
                    <a:pt x="6478" y="4668"/>
                    <a:pt x="6311" y="4573"/>
                  </a:cubicBezTo>
                  <a:cubicBezTo>
                    <a:pt x="6268" y="4552"/>
                    <a:pt x="6225" y="4540"/>
                    <a:pt x="6185" y="4540"/>
                  </a:cubicBezTo>
                  <a:cubicBezTo>
                    <a:pt x="6135" y="4540"/>
                    <a:pt x="6088" y="4558"/>
                    <a:pt x="6049" y="4597"/>
                  </a:cubicBezTo>
                  <a:lnTo>
                    <a:pt x="5858" y="4787"/>
                  </a:lnTo>
                  <a:cubicBezTo>
                    <a:pt x="5668" y="4668"/>
                    <a:pt x="5525" y="4502"/>
                    <a:pt x="5382" y="4335"/>
                  </a:cubicBezTo>
                  <a:lnTo>
                    <a:pt x="5573" y="4144"/>
                  </a:lnTo>
                  <a:cubicBezTo>
                    <a:pt x="5644" y="4073"/>
                    <a:pt x="5644" y="3954"/>
                    <a:pt x="5596" y="3859"/>
                  </a:cubicBezTo>
                  <a:cubicBezTo>
                    <a:pt x="5501" y="3716"/>
                    <a:pt x="5430" y="3525"/>
                    <a:pt x="5382" y="3359"/>
                  </a:cubicBezTo>
                  <a:cubicBezTo>
                    <a:pt x="5358" y="3263"/>
                    <a:pt x="5287" y="3192"/>
                    <a:pt x="5192" y="3192"/>
                  </a:cubicBezTo>
                  <a:lnTo>
                    <a:pt x="4906" y="3192"/>
                  </a:lnTo>
                  <a:cubicBezTo>
                    <a:pt x="4906" y="3073"/>
                    <a:pt x="4882" y="2977"/>
                    <a:pt x="4882" y="2858"/>
                  </a:cubicBezTo>
                  <a:cubicBezTo>
                    <a:pt x="4882" y="2763"/>
                    <a:pt x="4906" y="2644"/>
                    <a:pt x="4906" y="2525"/>
                  </a:cubicBezTo>
                  <a:lnTo>
                    <a:pt x="5168" y="2525"/>
                  </a:lnTo>
                  <a:cubicBezTo>
                    <a:pt x="5287" y="2525"/>
                    <a:pt x="5358" y="2454"/>
                    <a:pt x="5382" y="2358"/>
                  </a:cubicBezTo>
                  <a:cubicBezTo>
                    <a:pt x="5430" y="2192"/>
                    <a:pt x="5501" y="2025"/>
                    <a:pt x="5596" y="1858"/>
                  </a:cubicBezTo>
                  <a:cubicBezTo>
                    <a:pt x="5644" y="1763"/>
                    <a:pt x="5644" y="1668"/>
                    <a:pt x="5573" y="1596"/>
                  </a:cubicBezTo>
                  <a:lnTo>
                    <a:pt x="5382" y="1406"/>
                  </a:lnTo>
                  <a:cubicBezTo>
                    <a:pt x="5525" y="1215"/>
                    <a:pt x="5668" y="1072"/>
                    <a:pt x="5858" y="929"/>
                  </a:cubicBezTo>
                  <a:lnTo>
                    <a:pt x="6049" y="1120"/>
                  </a:lnTo>
                  <a:cubicBezTo>
                    <a:pt x="6088" y="1159"/>
                    <a:pt x="6135" y="1177"/>
                    <a:pt x="6185" y="1177"/>
                  </a:cubicBezTo>
                  <a:cubicBezTo>
                    <a:pt x="6225" y="1177"/>
                    <a:pt x="6268" y="1165"/>
                    <a:pt x="6311" y="1144"/>
                  </a:cubicBezTo>
                  <a:cubicBezTo>
                    <a:pt x="6454" y="1049"/>
                    <a:pt x="6644" y="977"/>
                    <a:pt x="6811" y="953"/>
                  </a:cubicBezTo>
                  <a:cubicBezTo>
                    <a:pt x="6906" y="929"/>
                    <a:pt x="6978" y="834"/>
                    <a:pt x="6978" y="739"/>
                  </a:cubicBezTo>
                  <a:lnTo>
                    <a:pt x="6978" y="453"/>
                  </a:lnTo>
                  <a:cubicBezTo>
                    <a:pt x="7085" y="441"/>
                    <a:pt x="7198" y="435"/>
                    <a:pt x="7311" y="435"/>
                  </a:cubicBezTo>
                  <a:close/>
                  <a:moveTo>
                    <a:pt x="7320" y="1"/>
                  </a:moveTo>
                  <a:cubicBezTo>
                    <a:pt x="7121" y="1"/>
                    <a:pt x="6918" y="25"/>
                    <a:pt x="6716" y="72"/>
                  </a:cubicBezTo>
                  <a:cubicBezTo>
                    <a:pt x="6620" y="96"/>
                    <a:pt x="6549" y="191"/>
                    <a:pt x="6549" y="286"/>
                  </a:cubicBezTo>
                  <a:lnTo>
                    <a:pt x="6549" y="548"/>
                  </a:lnTo>
                  <a:cubicBezTo>
                    <a:pt x="6454" y="596"/>
                    <a:pt x="6335" y="644"/>
                    <a:pt x="6239" y="691"/>
                  </a:cubicBezTo>
                  <a:lnTo>
                    <a:pt x="6049" y="477"/>
                  </a:lnTo>
                  <a:cubicBezTo>
                    <a:pt x="6010" y="438"/>
                    <a:pt x="5956" y="420"/>
                    <a:pt x="5900" y="420"/>
                  </a:cubicBezTo>
                  <a:cubicBezTo>
                    <a:pt x="5854" y="420"/>
                    <a:pt x="5806" y="432"/>
                    <a:pt x="5763" y="453"/>
                  </a:cubicBezTo>
                  <a:cubicBezTo>
                    <a:pt x="5430" y="667"/>
                    <a:pt x="5144" y="953"/>
                    <a:pt x="4930" y="1287"/>
                  </a:cubicBezTo>
                  <a:cubicBezTo>
                    <a:pt x="4858" y="1382"/>
                    <a:pt x="4882" y="1501"/>
                    <a:pt x="4953" y="1572"/>
                  </a:cubicBezTo>
                  <a:lnTo>
                    <a:pt x="4977" y="1596"/>
                  </a:lnTo>
                  <a:cubicBezTo>
                    <a:pt x="4858" y="1596"/>
                    <a:pt x="4763" y="1572"/>
                    <a:pt x="4644" y="1572"/>
                  </a:cubicBezTo>
                  <a:cubicBezTo>
                    <a:pt x="3644" y="1572"/>
                    <a:pt x="2691" y="1977"/>
                    <a:pt x="1977" y="2668"/>
                  </a:cubicBezTo>
                  <a:cubicBezTo>
                    <a:pt x="1262" y="3382"/>
                    <a:pt x="857" y="4335"/>
                    <a:pt x="857" y="5335"/>
                  </a:cubicBezTo>
                  <a:cubicBezTo>
                    <a:pt x="857" y="5549"/>
                    <a:pt x="667" y="5978"/>
                    <a:pt x="310" y="6454"/>
                  </a:cubicBezTo>
                  <a:cubicBezTo>
                    <a:pt x="0" y="6883"/>
                    <a:pt x="48" y="7193"/>
                    <a:pt x="143" y="7383"/>
                  </a:cubicBezTo>
                  <a:cubicBezTo>
                    <a:pt x="238" y="7574"/>
                    <a:pt x="476" y="7812"/>
                    <a:pt x="1072" y="7836"/>
                  </a:cubicBezTo>
                  <a:lnTo>
                    <a:pt x="1072" y="8812"/>
                  </a:lnTo>
                  <a:cubicBezTo>
                    <a:pt x="1072" y="9455"/>
                    <a:pt x="1619" y="9979"/>
                    <a:pt x="2262" y="9979"/>
                  </a:cubicBezTo>
                  <a:cubicBezTo>
                    <a:pt x="2858" y="9979"/>
                    <a:pt x="3167" y="10003"/>
                    <a:pt x="3286" y="10122"/>
                  </a:cubicBezTo>
                  <a:cubicBezTo>
                    <a:pt x="3429" y="10241"/>
                    <a:pt x="3477" y="10527"/>
                    <a:pt x="3501" y="11051"/>
                  </a:cubicBezTo>
                  <a:cubicBezTo>
                    <a:pt x="3525" y="11170"/>
                    <a:pt x="3620" y="11265"/>
                    <a:pt x="3715" y="11265"/>
                  </a:cubicBezTo>
                  <a:lnTo>
                    <a:pt x="6882" y="11265"/>
                  </a:lnTo>
                  <a:cubicBezTo>
                    <a:pt x="6906" y="11265"/>
                    <a:pt x="6930" y="11265"/>
                    <a:pt x="6954" y="11241"/>
                  </a:cubicBezTo>
                  <a:cubicBezTo>
                    <a:pt x="7049" y="11217"/>
                    <a:pt x="7097" y="11122"/>
                    <a:pt x="7097" y="11027"/>
                  </a:cubicBezTo>
                  <a:cubicBezTo>
                    <a:pt x="7073" y="10598"/>
                    <a:pt x="7049" y="10288"/>
                    <a:pt x="7049" y="10003"/>
                  </a:cubicBezTo>
                  <a:cubicBezTo>
                    <a:pt x="7049" y="9884"/>
                    <a:pt x="6954" y="9788"/>
                    <a:pt x="6835" y="9788"/>
                  </a:cubicBezTo>
                  <a:cubicBezTo>
                    <a:pt x="6716" y="9788"/>
                    <a:pt x="6620" y="9884"/>
                    <a:pt x="6620" y="10003"/>
                  </a:cubicBezTo>
                  <a:cubicBezTo>
                    <a:pt x="6620" y="10241"/>
                    <a:pt x="6620" y="10503"/>
                    <a:pt x="6644" y="10812"/>
                  </a:cubicBezTo>
                  <a:lnTo>
                    <a:pt x="3929" y="10812"/>
                  </a:lnTo>
                  <a:cubicBezTo>
                    <a:pt x="3882" y="10336"/>
                    <a:pt x="3834" y="10003"/>
                    <a:pt x="3596" y="9788"/>
                  </a:cubicBezTo>
                  <a:cubicBezTo>
                    <a:pt x="3310" y="9550"/>
                    <a:pt x="2905" y="9550"/>
                    <a:pt x="2262" y="9550"/>
                  </a:cubicBezTo>
                  <a:cubicBezTo>
                    <a:pt x="1858" y="9550"/>
                    <a:pt x="1524" y="9217"/>
                    <a:pt x="1524" y="8812"/>
                  </a:cubicBezTo>
                  <a:lnTo>
                    <a:pt x="1524" y="8502"/>
                  </a:lnTo>
                  <a:lnTo>
                    <a:pt x="2167" y="8502"/>
                  </a:lnTo>
                  <a:cubicBezTo>
                    <a:pt x="2286" y="8502"/>
                    <a:pt x="2381" y="8431"/>
                    <a:pt x="2405" y="8312"/>
                  </a:cubicBezTo>
                  <a:cubicBezTo>
                    <a:pt x="2405" y="8193"/>
                    <a:pt x="2310" y="8074"/>
                    <a:pt x="2167" y="8074"/>
                  </a:cubicBezTo>
                  <a:lnTo>
                    <a:pt x="1524" y="8074"/>
                  </a:lnTo>
                  <a:lnTo>
                    <a:pt x="1524" y="7478"/>
                  </a:lnTo>
                  <a:cubicBezTo>
                    <a:pt x="1524" y="7431"/>
                    <a:pt x="1477" y="7407"/>
                    <a:pt x="1453" y="7407"/>
                  </a:cubicBezTo>
                  <a:cubicBezTo>
                    <a:pt x="1401" y="7409"/>
                    <a:pt x="1351" y="7411"/>
                    <a:pt x="1303" y="7411"/>
                  </a:cubicBezTo>
                  <a:cubicBezTo>
                    <a:pt x="886" y="7411"/>
                    <a:pt x="609" y="7321"/>
                    <a:pt x="524" y="7193"/>
                  </a:cubicBezTo>
                  <a:cubicBezTo>
                    <a:pt x="476" y="7074"/>
                    <a:pt x="524" y="6907"/>
                    <a:pt x="667" y="6716"/>
                  </a:cubicBezTo>
                  <a:cubicBezTo>
                    <a:pt x="953" y="6311"/>
                    <a:pt x="1286" y="5740"/>
                    <a:pt x="1286" y="5335"/>
                  </a:cubicBezTo>
                  <a:cubicBezTo>
                    <a:pt x="1286" y="3501"/>
                    <a:pt x="2786" y="2025"/>
                    <a:pt x="4644" y="2025"/>
                  </a:cubicBezTo>
                  <a:cubicBezTo>
                    <a:pt x="4763" y="2025"/>
                    <a:pt x="4906" y="2025"/>
                    <a:pt x="5049" y="2049"/>
                  </a:cubicBezTo>
                  <a:cubicBezTo>
                    <a:pt x="5025" y="2073"/>
                    <a:pt x="5025" y="2073"/>
                    <a:pt x="5025" y="2096"/>
                  </a:cubicBezTo>
                  <a:lnTo>
                    <a:pt x="4620" y="2096"/>
                  </a:lnTo>
                  <a:cubicBezTo>
                    <a:pt x="4596" y="2096"/>
                    <a:pt x="4572" y="2096"/>
                    <a:pt x="4549" y="2144"/>
                  </a:cubicBezTo>
                  <a:cubicBezTo>
                    <a:pt x="4501" y="2382"/>
                    <a:pt x="4453" y="2620"/>
                    <a:pt x="4453" y="2858"/>
                  </a:cubicBezTo>
                  <a:cubicBezTo>
                    <a:pt x="4453" y="3097"/>
                    <a:pt x="4501" y="3359"/>
                    <a:pt x="4549" y="3573"/>
                  </a:cubicBezTo>
                  <a:cubicBezTo>
                    <a:pt x="4572" y="3597"/>
                    <a:pt x="4596" y="3620"/>
                    <a:pt x="4620" y="3620"/>
                  </a:cubicBezTo>
                  <a:lnTo>
                    <a:pt x="5025" y="3620"/>
                  </a:lnTo>
                  <a:cubicBezTo>
                    <a:pt x="5073" y="3740"/>
                    <a:pt x="5096" y="3835"/>
                    <a:pt x="5144" y="3930"/>
                  </a:cubicBezTo>
                  <a:lnTo>
                    <a:pt x="4953" y="4144"/>
                  </a:lnTo>
                  <a:cubicBezTo>
                    <a:pt x="4882" y="4216"/>
                    <a:pt x="4858" y="4335"/>
                    <a:pt x="4930" y="4406"/>
                  </a:cubicBezTo>
                  <a:cubicBezTo>
                    <a:pt x="5144" y="4740"/>
                    <a:pt x="5430" y="5049"/>
                    <a:pt x="5763" y="5264"/>
                  </a:cubicBezTo>
                  <a:cubicBezTo>
                    <a:pt x="5803" y="5283"/>
                    <a:pt x="5846" y="5295"/>
                    <a:pt x="5889" y="5295"/>
                  </a:cubicBezTo>
                  <a:cubicBezTo>
                    <a:pt x="5949" y="5295"/>
                    <a:pt x="6007" y="5272"/>
                    <a:pt x="6049" y="5216"/>
                  </a:cubicBezTo>
                  <a:lnTo>
                    <a:pt x="6239" y="5026"/>
                  </a:lnTo>
                  <a:cubicBezTo>
                    <a:pt x="6335" y="5073"/>
                    <a:pt x="6454" y="5121"/>
                    <a:pt x="6549" y="5145"/>
                  </a:cubicBezTo>
                  <a:lnTo>
                    <a:pt x="6549" y="5549"/>
                  </a:lnTo>
                  <a:cubicBezTo>
                    <a:pt x="6549" y="5597"/>
                    <a:pt x="6573" y="5621"/>
                    <a:pt x="6597" y="5621"/>
                  </a:cubicBezTo>
                  <a:cubicBezTo>
                    <a:pt x="6835" y="5692"/>
                    <a:pt x="7073" y="5716"/>
                    <a:pt x="7311" y="5716"/>
                  </a:cubicBezTo>
                  <a:cubicBezTo>
                    <a:pt x="7525" y="5716"/>
                    <a:pt x="7716" y="5692"/>
                    <a:pt x="7906" y="5645"/>
                  </a:cubicBezTo>
                  <a:lnTo>
                    <a:pt x="7954" y="5645"/>
                  </a:lnTo>
                  <a:cubicBezTo>
                    <a:pt x="7906" y="6121"/>
                    <a:pt x="7764" y="6597"/>
                    <a:pt x="7478" y="7050"/>
                  </a:cubicBezTo>
                  <a:cubicBezTo>
                    <a:pt x="7263" y="7407"/>
                    <a:pt x="7097" y="7740"/>
                    <a:pt x="6954" y="8050"/>
                  </a:cubicBezTo>
                  <a:cubicBezTo>
                    <a:pt x="6954" y="8074"/>
                    <a:pt x="6954" y="8098"/>
                    <a:pt x="6954" y="8121"/>
                  </a:cubicBezTo>
                  <a:cubicBezTo>
                    <a:pt x="7025" y="8240"/>
                    <a:pt x="7097" y="8288"/>
                    <a:pt x="7192" y="8288"/>
                  </a:cubicBezTo>
                  <a:cubicBezTo>
                    <a:pt x="7287" y="8288"/>
                    <a:pt x="7359" y="8240"/>
                    <a:pt x="7406" y="8145"/>
                  </a:cubicBezTo>
                  <a:cubicBezTo>
                    <a:pt x="7502" y="7883"/>
                    <a:pt x="7668" y="7574"/>
                    <a:pt x="7859" y="7264"/>
                  </a:cubicBezTo>
                  <a:cubicBezTo>
                    <a:pt x="8216" y="6693"/>
                    <a:pt x="8407" y="6002"/>
                    <a:pt x="8407" y="5335"/>
                  </a:cubicBezTo>
                  <a:cubicBezTo>
                    <a:pt x="8407" y="5216"/>
                    <a:pt x="8407" y="5121"/>
                    <a:pt x="8407" y="5026"/>
                  </a:cubicBezTo>
                  <a:lnTo>
                    <a:pt x="8597" y="5216"/>
                  </a:lnTo>
                  <a:cubicBezTo>
                    <a:pt x="8639" y="5272"/>
                    <a:pt x="8697" y="5295"/>
                    <a:pt x="8752" y="5295"/>
                  </a:cubicBezTo>
                  <a:cubicBezTo>
                    <a:pt x="8792" y="5295"/>
                    <a:pt x="8829" y="5283"/>
                    <a:pt x="8859" y="5264"/>
                  </a:cubicBezTo>
                  <a:cubicBezTo>
                    <a:pt x="9240" y="5026"/>
                    <a:pt x="9550" y="4692"/>
                    <a:pt x="9788" y="4311"/>
                  </a:cubicBezTo>
                  <a:cubicBezTo>
                    <a:pt x="9788" y="4287"/>
                    <a:pt x="9788" y="4240"/>
                    <a:pt x="9764" y="4240"/>
                  </a:cubicBezTo>
                  <a:lnTo>
                    <a:pt x="9478" y="3930"/>
                  </a:lnTo>
                  <a:cubicBezTo>
                    <a:pt x="9526" y="3835"/>
                    <a:pt x="9573" y="3740"/>
                    <a:pt x="9597" y="3620"/>
                  </a:cubicBezTo>
                  <a:lnTo>
                    <a:pt x="9883" y="3620"/>
                  </a:lnTo>
                  <a:cubicBezTo>
                    <a:pt x="10002" y="3620"/>
                    <a:pt x="10097" y="3549"/>
                    <a:pt x="10097" y="3454"/>
                  </a:cubicBezTo>
                  <a:cubicBezTo>
                    <a:pt x="10145" y="3263"/>
                    <a:pt x="10169" y="3049"/>
                    <a:pt x="10169" y="2858"/>
                  </a:cubicBezTo>
                  <a:cubicBezTo>
                    <a:pt x="10169" y="2668"/>
                    <a:pt x="10145" y="2454"/>
                    <a:pt x="10121" y="2263"/>
                  </a:cubicBezTo>
                  <a:cubicBezTo>
                    <a:pt x="10097" y="2168"/>
                    <a:pt x="10002" y="2096"/>
                    <a:pt x="9907" y="2096"/>
                  </a:cubicBezTo>
                  <a:lnTo>
                    <a:pt x="9621" y="2096"/>
                  </a:lnTo>
                  <a:cubicBezTo>
                    <a:pt x="9573" y="2001"/>
                    <a:pt x="9526" y="1882"/>
                    <a:pt x="9478" y="1787"/>
                  </a:cubicBezTo>
                  <a:lnTo>
                    <a:pt x="9693" y="1596"/>
                  </a:lnTo>
                  <a:cubicBezTo>
                    <a:pt x="9764" y="1501"/>
                    <a:pt x="9764" y="1406"/>
                    <a:pt x="9716" y="1310"/>
                  </a:cubicBezTo>
                  <a:cubicBezTo>
                    <a:pt x="9502" y="977"/>
                    <a:pt x="9216" y="691"/>
                    <a:pt x="8883" y="477"/>
                  </a:cubicBezTo>
                  <a:cubicBezTo>
                    <a:pt x="8843" y="447"/>
                    <a:pt x="8799" y="434"/>
                    <a:pt x="8756" y="434"/>
                  </a:cubicBezTo>
                  <a:cubicBezTo>
                    <a:pt x="8696" y="434"/>
                    <a:pt x="8639" y="459"/>
                    <a:pt x="8597" y="501"/>
                  </a:cubicBezTo>
                  <a:lnTo>
                    <a:pt x="8407" y="691"/>
                  </a:lnTo>
                  <a:cubicBezTo>
                    <a:pt x="8287" y="644"/>
                    <a:pt x="8192" y="620"/>
                    <a:pt x="8097" y="572"/>
                  </a:cubicBezTo>
                  <a:lnTo>
                    <a:pt x="8097" y="286"/>
                  </a:lnTo>
                  <a:cubicBezTo>
                    <a:pt x="8097" y="191"/>
                    <a:pt x="8025" y="96"/>
                    <a:pt x="7906" y="72"/>
                  </a:cubicBezTo>
                  <a:cubicBezTo>
                    <a:pt x="7716" y="25"/>
                    <a:pt x="7519" y="1"/>
                    <a:pt x="73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505" name="Google Shape;4505;p59"/>
            <p:cNvSpPr/>
            <p:nvPr/>
          </p:nvSpPr>
          <p:spPr>
            <a:xfrm>
              <a:off x="7456312" y="3832287"/>
              <a:ext cx="93175" cy="87602"/>
            </a:xfrm>
            <a:custGeom>
              <a:rect b="b" l="l" r="r" t="t"/>
              <a:pathLst>
                <a:path extrusionOk="0" h="2645" w="2644">
                  <a:moveTo>
                    <a:pt x="1310" y="429"/>
                  </a:moveTo>
                  <a:cubicBezTo>
                    <a:pt x="1786" y="429"/>
                    <a:pt x="2191" y="834"/>
                    <a:pt x="2191" y="1310"/>
                  </a:cubicBezTo>
                  <a:cubicBezTo>
                    <a:pt x="2191" y="1811"/>
                    <a:pt x="1810" y="2192"/>
                    <a:pt x="1310" y="2192"/>
                  </a:cubicBezTo>
                  <a:cubicBezTo>
                    <a:pt x="834" y="2192"/>
                    <a:pt x="429" y="1811"/>
                    <a:pt x="429" y="1310"/>
                  </a:cubicBezTo>
                  <a:cubicBezTo>
                    <a:pt x="429" y="834"/>
                    <a:pt x="834" y="429"/>
                    <a:pt x="1310" y="429"/>
                  </a:cubicBezTo>
                  <a:close/>
                  <a:moveTo>
                    <a:pt x="1310" y="1"/>
                  </a:moveTo>
                  <a:cubicBezTo>
                    <a:pt x="596" y="1"/>
                    <a:pt x="0" y="596"/>
                    <a:pt x="0" y="1310"/>
                  </a:cubicBezTo>
                  <a:cubicBezTo>
                    <a:pt x="0" y="2049"/>
                    <a:pt x="596" y="2644"/>
                    <a:pt x="1310" y="2644"/>
                  </a:cubicBezTo>
                  <a:cubicBezTo>
                    <a:pt x="2048" y="2644"/>
                    <a:pt x="2644" y="2049"/>
                    <a:pt x="2644" y="1310"/>
                  </a:cubicBezTo>
                  <a:cubicBezTo>
                    <a:pt x="2644" y="596"/>
                    <a:pt x="2048" y="1"/>
                    <a:pt x="13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506" name="Google Shape;4506;p59"/>
          <p:cNvGrpSpPr/>
          <p:nvPr/>
        </p:nvGrpSpPr>
        <p:grpSpPr>
          <a:xfrm>
            <a:off x="8085717" y="3780819"/>
            <a:ext cx="297108" cy="373296"/>
            <a:chOff x="8085717" y="3780819"/>
            <a:chExt cx="297108" cy="373296"/>
          </a:xfrm>
        </p:grpSpPr>
        <p:sp>
          <p:nvSpPr>
            <p:cNvPr id="4507" name="Google Shape;4507;p59"/>
            <p:cNvSpPr/>
            <p:nvPr/>
          </p:nvSpPr>
          <p:spPr>
            <a:xfrm>
              <a:off x="8085717" y="3780819"/>
              <a:ext cx="297108" cy="373296"/>
            </a:xfrm>
            <a:custGeom>
              <a:rect b="b" l="l" r="r" t="t"/>
              <a:pathLst>
                <a:path extrusionOk="0" h="11271" w="8431">
                  <a:moveTo>
                    <a:pt x="5906" y="459"/>
                  </a:moveTo>
                  <a:cubicBezTo>
                    <a:pt x="6001" y="459"/>
                    <a:pt x="6097" y="483"/>
                    <a:pt x="6168" y="531"/>
                  </a:cubicBezTo>
                  <a:cubicBezTo>
                    <a:pt x="6287" y="578"/>
                    <a:pt x="6335" y="673"/>
                    <a:pt x="6311" y="793"/>
                  </a:cubicBezTo>
                  <a:lnTo>
                    <a:pt x="6216" y="3746"/>
                  </a:lnTo>
                  <a:cubicBezTo>
                    <a:pt x="6216" y="3936"/>
                    <a:pt x="6073" y="4079"/>
                    <a:pt x="5906" y="4079"/>
                  </a:cubicBezTo>
                  <a:cubicBezTo>
                    <a:pt x="5739" y="4079"/>
                    <a:pt x="5597" y="3936"/>
                    <a:pt x="5597" y="3746"/>
                  </a:cubicBezTo>
                  <a:lnTo>
                    <a:pt x="5501" y="793"/>
                  </a:lnTo>
                  <a:cubicBezTo>
                    <a:pt x="5501" y="673"/>
                    <a:pt x="5549" y="578"/>
                    <a:pt x="5644" y="531"/>
                  </a:cubicBezTo>
                  <a:cubicBezTo>
                    <a:pt x="5739" y="483"/>
                    <a:pt x="5811" y="459"/>
                    <a:pt x="5906" y="459"/>
                  </a:cubicBezTo>
                  <a:close/>
                  <a:moveTo>
                    <a:pt x="5918" y="1"/>
                  </a:moveTo>
                  <a:cubicBezTo>
                    <a:pt x="5745" y="1"/>
                    <a:pt x="5573" y="42"/>
                    <a:pt x="5430" y="126"/>
                  </a:cubicBezTo>
                  <a:cubicBezTo>
                    <a:pt x="5192" y="269"/>
                    <a:pt x="5073" y="507"/>
                    <a:pt x="5073" y="769"/>
                  </a:cubicBezTo>
                  <a:lnTo>
                    <a:pt x="5096" y="1602"/>
                  </a:lnTo>
                  <a:cubicBezTo>
                    <a:pt x="4954" y="1602"/>
                    <a:pt x="4787" y="1578"/>
                    <a:pt x="4644" y="1578"/>
                  </a:cubicBezTo>
                  <a:cubicBezTo>
                    <a:pt x="3644" y="1578"/>
                    <a:pt x="2691" y="1983"/>
                    <a:pt x="1977" y="2698"/>
                  </a:cubicBezTo>
                  <a:cubicBezTo>
                    <a:pt x="1262" y="3388"/>
                    <a:pt x="857" y="4341"/>
                    <a:pt x="857" y="5341"/>
                  </a:cubicBezTo>
                  <a:cubicBezTo>
                    <a:pt x="857" y="5555"/>
                    <a:pt x="667" y="5984"/>
                    <a:pt x="310" y="6460"/>
                  </a:cubicBezTo>
                  <a:cubicBezTo>
                    <a:pt x="0" y="6913"/>
                    <a:pt x="48" y="7222"/>
                    <a:pt x="143" y="7389"/>
                  </a:cubicBezTo>
                  <a:cubicBezTo>
                    <a:pt x="238" y="7580"/>
                    <a:pt x="476" y="7818"/>
                    <a:pt x="1096" y="7865"/>
                  </a:cubicBezTo>
                  <a:lnTo>
                    <a:pt x="1096" y="8818"/>
                  </a:lnTo>
                  <a:cubicBezTo>
                    <a:pt x="1096" y="9485"/>
                    <a:pt x="1620" y="10009"/>
                    <a:pt x="2286" y="10009"/>
                  </a:cubicBezTo>
                  <a:cubicBezTo>
                    <a:pt x="2858" y="10009"/>
                    <a:pt x="3167" y="10033"/>
                    <a:pt x="3310" y="10152"/>
                  </a:cubicBezTo>
                  <a:cubicBezTo>
                    <a:pt x="3429" y="10247"/>
                    <a:pt x="3477" y="10556"/>
                    <a:pt x="3501" y="11080"/>
                  </a:cubicBezTo>
                  <a:cubicBezTo>
                    <a:pt x="3525" y="11176"/>
                    <a:pt x="3620" y="11271"/>
                    <a:pt x="3739" y="11271"/>
                  </a:cubicBezTo>
                  <a:lnTo>
                    <a:pt x="6954" y="11271"/>
                  </a:lnTo>
                  <a:cubicBezTo>
                    <a:pt x="7049" y="11223"/>
                    <a:pt x="7121" y="11128"/>
                    <a:pt x="7097" y="11033"/>
                  </a:cubicBezTo>
                  <a:cubicBezTo>
                    <a:pt x="7073" y="10604"/>
                    <a:pt x="7073" y="10294"/>
                    <a:pt x="7073" y="10033"/>
                  </a:cubicBezTo>
                  <a:cubicBezTo>
                    <a:pt x="7073" y="9890"/>
                    <a:pt x="6978" y="9794"/>
                    <a:pt x="6859" y="9794"/>
                  </a:cubicBezTo>
                  <a:lnTo>
                    <a:pt x="6835" y="9794"/>
                  </a:lnTo>
                  <a:cubicBezTo>
                    <a:pt x="6716" y="9794"/>
                    <a:pt x="6621" y="9890"/>
                    <a:pt x="6621" y="10009"/>
                  </a:cubicBezTo>
                  <a:cubicBezTo>
                    <a:pt x="6621" y="10247"/>
                    <a:pt x="6621" y="10509"/>
                    <a:pt x="6644" y="10842"/>
                  </a:cubicBezTo>
                  <a:lnTo>
                    <a:pt x="3930" y="10842"/>
                  </a:lnTo>
                  <a:cubicBezTo>
                    <a:pt x="3882" y="10366"/>
                    <a:pt x="3834" y="10009"/>
                    <a:pt x="3572" y="9818"/>
                  </a:cubicBezTo>
                  <a:cubicBezTo>
                    <a:pt x="3310" y="9580"/>
                    <a:pt x="2905" y="9556"/>
                    <a:pt x="2263" y="9556"/>
                  </a:cubicBezTo>
                  <a:cubicBezTo>
                    <a:pt x="1858" y="9556"/>
                    <a:pt x="1524" y="9223"/>
                    <a:pt x="1524" y="8818"/>
                  </a:cubicBezTo>
                  <a:lnTo>
                    <a:pt x="1524" y="8532"/>
                  </a:lnTo>
                  <a:cubicBezTo>
                    <a:pt x="1572" y="8532"/>
                    <a:pt x="1667" y="8580"/>
                    <a:pt x="1762" y="8604"/>
                  </a:cubicBezTo>
                  <a:cubicBezTo>
                    <a:pt x="1881" y="8675"/>
                    <a:pt x="2001" y="8747"/>
                    <a:pt x="2167" y="8747"/>
                  </a:cubicBezTo>
                  <a:cubicBezTo>
                    <a:pt x="2263" y="8747"/>
                    <a:pt x="2382" y="8675"/>
                    <a:pt x="2405" y="8580"/>
                  </a:cubicBezTo>
                  <a:cubicBezTo>
                    <a:pt x="2429" y="8437"/>
                    <a:pt x="2310" y="8318"/>
                    <a:pt x="2191" y="8318"/>
                  </a:cubicBezTo>
                  <a:cubicBezTo>
                    <a:pt x="2120" y="8318"/>
                    <a:pt x="2024" y="8270"/>
                    <a:pt x="1953" y="8223"/>
                  </a:cubicBezTo>
                  <a:cubicBezTo>
                    <a:pt x="1834" y="8151"/>
                    <a:pt x="1691" y="8080"/>
                    <a:pt x="1524" y="8080"/>
                  </a:cubicBezTo>
                  <a:lnTo>
                    <a:pt x="1524" y="7651"/>
                  </a:lnTo>
                  <a:cubicBezTo>
                    <a:pt x="1524" y="7532"/>
                    <a:pt x="1429" y="7437"/>
                    <a:pt x="1310" y="7437"/>
                  </a:cubicBezTo>
                  <a:cubicBezTo>
                    <a:pt x="881" y="7437"/>
                    <a:pt x="595" y="7342"/>
                    <a:pt x="524" y="7199"/>
                  </a:cubicBezTo>
                  <a:cubicBezTo>
                    <a:pt x="476" y="7080"/>
                    <a:pt x="524" y="6913"/>
                    <a:pt x="667" y="6722"/>
                  </a:cubicBezTo>
                  <a:cubicBezTo>
                    <a:pt x="953" y="6317"/>
                    <a:pt x="1286" y="5746"/>
                    <a:pt x="1286" y="5341"/>
                  </a:cubicBezTo>
                  <a:cubicBezTo>
                    <a:pt x="1286" y="3507"/>
                    <a:pt x="2786" y="2031"/>
                    <a:pt x="4644" y="2031"/>
                  </a:cubicBezTo>
                  <a:cubicBezTo>
                    <a:pt x="4787" y="2031"/>
                    <a:pt x="4954" y="2031"/>
                    <a:pt x="5096" y="2055"/>
                  </a:cubicBezTo>
                  <a:lnTo>
                    <a:pt x="5144" y="3746"/>
                  </a:lnTo>
                  <a:cubicBezTo>
                    <a:pt x="5144" y="4174"/>
                    <a:pt x="5477" y="4484"/>
                    <a:pt x="5906" y="4484"/>
                  </a:cubicBezTo>
                  <a:cubicBezTo>
                    <a:pt x="6311" y="4484"/>
                    <a:pt x="6644" y="4174"/>
                    <a:pt x="6644" y="3746"/>
                  </a:cubicBezTo>
                  <a:lnTo>
                    <a:pt x="6692" y="2722"/>
                  </a:lnTo>
                  <a:cubicBezTo>
                    <a:pt x="7502" y="3341"/>
                    <a:pt x="7978" y="4317"/>
                    <a:pt x="7978" y="5341"/>
                  </a:cubicBezTo>
                  <a:cubicBezTo>
                    <a:pt x="7978" y="5936"/>
                    <a:pt x="7811" y="6532"/>
                    <a:pt x="7502" y="7056"/>
                  </a:cubicBezTo>
                  <a:cubicBezTo>
                    <a:pt x="7287" y="7389"/>
                    <a:pt x="7121" y="7699"/>
                    <a:pt x="7002" y="7985"/>
                  </a:cubicBezTo>
                  <a:cubicBezTo>
                    <a:pt x="6954" y="8080"/>
                    <a:pt x="6978" y="8199"/>
                    <a:pt x="7073" y="8270"/>
                  </a:cubicBezTo>
                  <a:cubicBezTo>
                    <a:pt x="7121" y="8294"/>
                    <a:pt x="7168" y="8294"/>
                    <a:pt x="7192" y="8294"/>
                  </a:cubicBezTo>
                  <a:cubicBezTo>
                    <a:pt x="7287" y="8294"/>
                    <a:pt x="7359" y="8246"/>
                    <a:pt x="7406" y="8175"/>
                  </a:cubicBezTo>
                  <a:cubicBezTo>
                    <a:pt x="7526" y="7889"/>
                    <a:pt x="7668" y="7603"/>
                    <a:pt x="7859" y="7270"/>
                  </a:cubicBezTo>
                  <a:cubicBezTo>
                    <a:pt x="8216" y="6699"/>
                    <a:pt x="8430" y="6008"/>
                    <a:pt x="8430" y="5341"/>
                  </a:cubicBezTo>
                  <a:cubicBezTo>
                    <a:pt x="8430" y="4674"/>
                    <a:pt x="8264" y="4031"/>
                    <a:pt x="7930" y="3484"/>
                  </a:cubicBezTo>
                  <a:cubicBezTo>
                    <a:pt x="7621" y="2960"/>
                    <a:pt x="7216" y="2531"/>
                    <a:pt x="6716" y="2198"/>
                  </a:cubicBezTo>
                  <a:lnTo>
                    <a:pt x="6763" y="793"/>
                  </a:lnTo>
                  <a:cubicBezTo>
                    <a:pt x="6763" y="531"/>
                    <a:pt x="6644" y="269"/>
                    <a:pt x="6406" y="126"/>
                  </a:cubicBezTo>
                  <a:cubicBezTo>
                    <a:pt x="6263" y="42"/>
                    <a:pt x="6091" y="1"/>
                    <a:pt x="59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508" name="Google Shape;4508;p59"/>
            <p:cNvSpPr/>
            <p:nvPr/>
          </p:nvSpPr>
          <p:spPr>
            <a:xfrm>
              <a:off x="8147808" y="3967150"/>
              <a:ext cx="18853" cy="14738"/>
            </a:xfrm>
            <a:custGeom>
              <a:rect b="b" l="l" r="r" t="t"/>
              <a:pathLst>
                <a:path extrusionOk="0" h="445" w="535">
                  <a:moveTo>
                    <a:pt x="262" y="1"/>
                  </a:moveTo>
                  <a:cubicBezTo>
                    <a:pt x="119" y="1"/>
                    <a:pt x="0" y="144"/>
                    <a:pt x="48" y="310"/>
                  </a:cubicBezTo>
                  <a:cubicBezTo>
                    <a:pt x="72" y="358"/>
                    <a:pt x="119" y="406"/>
                    <a:pt x="191" y="430"/>
                  </a:cubicBezTo>
                  <a:cubicBezTo>
                    <a:pt x="215" y="440"/>
                    <a:pt x="241" y="445"/>
                    <a:pt x="265" y="445"/>
                  </a:cubicBezTo>
                  <a:cubicBezTo>
                    <a:pt x="408" y="445"/>
                    <a:pt x="534" y="282"/>
                    <a:pt x="453" y="120"/>
                  </a:cubicBezTo>
                  <a:cubicBezTo>
                    <a:pt x="429" y="49"/>
                    <a:pt x="358"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509" name="Google Shape;4509;p59"/>
            <p:cNvSpPr/>
            <p:nvPr/>
          </p:nvSpPr>
          <p:spPr>
            <a:xfrm>
              <a:off x="8269489" y="3939561"/>
              <a:ext cx="48702" cy="45772"/>
            </a:xfrm>
            <a:custGeom>
              <a:rect b="b" l="l" r="r" t="t"/>
              <a:pathLst>
                <a:path extrusionOk="0" h="1382" w="1382">
                  <a:moveTo>
                    <a:pt x="691" y="429"/>
                  </a:moveTo>
                  <a:cubicBezTo>
                    <a:pt x="834" y="429"/>
                    <a:pt x="929" y="548"/>
                    <a:pt x="929" y="691"/>
                  </a:cubicBezTo>
                  <a:cubicBezTo>
                    <a:pt x="929" y="834"/>
                    <a:pt x="834" y="929"/>
                    <a:pt x="691" y="929"/>
                  </a:cubicBezTo>
                  <a:cubicBezTo>
                    <a:pt x="548" y="929"/>
                    <a:pt x="429" y="834"/>
                    <a:pt x="429" y="691"/>
                  </a:cubicBezTo>
                  <a:cubicBezTo>
                    <a:pt x="429" y="548"/>
                    <a:pt x="548" y="429"/>
                    <a:pt x="691" y="429"/>
                  </a:cubicBezTo>
                  <a:close/>
                  <a:moveTo>
                    <a:pt x="691" y="0"/>
                  </a:moveTo>
                  <a:cubicBezTo>
                    <a:pt x="310" y="0"/>
                    <a:pt x="1" y="310"/>
                    <a:pt x="1" y="691"/>
                  </a:cubicBezTo>
                  <a:cubicBezTo>
                    <a:pt x="1" y="1072"/>
                    <a:pt x="310" y="1382"/>
                    <a:pt x="691" y="1382"/>
                  </a:cubicBezTo>
                  <a:cubicBezTo>
                    <a:pt x="1072" y="1382"/>
                    <a:pt x="1382" y="1072"/>
                    <a:pt x="1382" y="691"/>
                  </a:cubicBezTo>
                  <a:cubicBezTo>
                    <a:pt x="1382" y="310"/>
                    <a:pt x="1072" y="0"/>
                    <a:pt x="6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510" name="Google Shape;4510;p59"/>
            <p:cNvSpPr/>
            <p:nvPr/>
          </p:nvSpPr>
          <p:spPr>
            <a:xfrm>
              <a:off x="8147808" y="3933236"/>
              <a:ext cx="38623" cy="22124"/>
            </a:xfrm>
            <a:custGeom>
              <a:rect b="b" l="l" r="r" t="t"/>
              <a:pathLst>
                <a:path extrusionOk="0" h="668" w="1096">
                  <a:moveTo>
                    <a:pt x="882" y="1"/>
                  </a:moveTo>
                  <a:cubicBezTo>
                    <a:pt x="715" y="1"/>
                    <a:pt x="572" y="72"/>
                    <a:pt x="453" y="144"/>
                  </a:cubicBezTo>
                  <a:cubicBezTo>
                    <a:pt x="358" y="191"/>
                    <a:pt x="262" y="239"/>
                    <a:pt x="215" y="239"/>
                  </a:cubicBezTo>
                  <a:cubicBezTo>
                    <a:pt x="96" y="239"/>
                    <a:pt x="0" y="334"/>
                    <a:pt x="0" y="453"/>
                  </a:cubicBezTo>
                  <a:cubicBezTo>
                    <a:pt x="0" y="572"/>
                    <a:pt x="96" y="668"/>
                    <a:pt x="215" y="668"/>
                  </a:cubicBezTo>
                  <a:cubicBezTo>
                    <a:pt x="358" y="668"/>
                    <a:pt x="524" y="596"/>
                    <a:pt x="643" y="549"/>
                  </a:cubicBezTo>
                  <a:cubicBezTo>
                    <a:pt x="715" y="501"/>
                    <a:pt x="810" y="453"/>
                    <a:pt x="882" y="453"/>
                  </a:cubicBezTo>
                  <a:cubicBezTo>
                    <a:pt x="1001" y="453"/>
                    <a:pt x="1096" y="358"/>
                    <a:pt x="1096" y="239"/>
                  </a:cubicBezTo>
                  <a:cubicBezTo>
                    <a:pt x="1096" y="120"/>
                    <a:pt x="1001" y="1"/>
                    <a:pt x="8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511" name="Google Shape;4511;p59"/>
            <p:cNvSpPr/>
            <p:nvPr/>
          </p:nvSpPr>
          <p:spPr>
            <a:xfrm>
              <a:off x="8320339" y="4072868"/>
              <a:ext cx="18853" cy="14738"/>
            </a:xfrm>
            <a:custGeom>
              <a:rect b="b" l="l" r="r" t="t"/>
              <a:pathLst>
                <a:path extrusionOk="0" h="445" w="535">
                  <a:moveTo>
                    <a:pt x="272" y="0"/>
                  </a:moveTo>
                  <a:cubicBezTo>
                    <a:pt x="177" y="0"/>
                    <a:pt x="105" y="48"/>
                    <a:pt x="82" y="119"/>
                  </a:cubicBezTo>
                  <a:cubicBezTo>
                    <a:pt x="0" y="282"/>
                    <a:pt x="110" y="444"/>
                    <a:pt x="262" y="444"/>
                  </a:cubicBezTo>
                  <a:cubicBezTo>
                    <a:pt x="288" y="444"/>
                    <a:pt x="316" y="439"/>
                    <a:pt x="344" y="429"/>
                  </a:cubicBezTo>
                  <a:cubicBezTo>
                    <a:pt x="415" y="405"/>
                    <a:pt x="463" y="357"/>
                    <a:pt x="486" y="286"/>
                  </a:cubicBezTo>
                  <a:cubicBezTo>
                    <a:pt x="534" y="143"/>
                    <a:pt x="415" y="0"/>
                    <a:pt x="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5" name="Shape 4515"/>
        <p:cNvGrpSpPr/>
        <p:nvPr/>
      </p:nvGrpSpPr>
      <p:grpSpPr>
        <a:xfrm>
          <a:off x="0" y="0"/>
          <a:ext cx="0" cy="0"/>
          <a:chOff x="0" y="0"/>
          <a:chExt cx="0" cy="0"/>
        </a:xfrm>
      </p:grpSpPr>
      <p:sp>
        <p:nvSpPr>
          <p:cNvPr id="4516" name="Google Shape;4516;p60"/>
          <p:cNvSpPr txBox="1"/>
          <p:nvPr>
            <p:ph idx="4294967295" type="body"/>
          </p:nvPr>
        </p:nvSpPr>
        <p:spPr>
          <a:xfrm>
            <a:off x="764900" y="1154425"/>
            <a:ext cx="7985700" cy="3153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sz="1400">
                <a:latin typeface="Inconsolata"/>
                <a:ea typeface="Inconsolata"/>
                <a:cs typeface="Inconsolata"/>
                <a:sym typeface="Inconsolata"/>
              </a:rPr>
              <a:t>Here’s an assortment of alternatives resources within the same style of this template</a:t>
            </a:r>
            <a:endParaRPr sz="1400">
              <a:solidFill>
                <a:schemeClr val="accent1"/>
              </a:solidFill>
              <a:latin typeface="Inconsolata"/>
              <a:ea typeface="Inconsolata"/>
              <a:cs typeface="Inconsolata"/>
              <a:sym typeface="Inconsolata"/>
            </a:endParaRPr>
          </a:p>
        </p:txBody>
      </p:sp>
      <p:sp>
        <p:nvSpPr>
          <p:cNvPr id="4517" name="Google Shape;4517;p6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4518" name="Google Shape;4518;p60"/>
          <p:cNvSpPr/>
          <p:nvPr/>
        </p:nvSpPr>
        <p:spPr>
          <a:xfrm>
            <a:off x="3810309" y="2046540"/>
            <a:ext cx="1213651" cy="1099054"/>
          </a:xfrm>
          <a:custGeom>
            <a:rect b="b" l="l" r="r" t="t"/>
            <a:pathLst>
              <a:path extrusionOk="0" h="61658" w="68087">
                <a:moveTo>
                  <a:pt x="27917" y="0"/>
                </a:moveTo>
                <a:cubicBezTo>
                  <a:pt x="25882" y="0"/>
                  <a:pt x="24430" y="1110"/>
                  <a:pt x="23678" y="3314"/>
                </a:cubicBezTo>
                <a:cubicBezTo>
                  <a:pt x="23071" y="5107"/>
                  <a:pt x="23192" y="6961"/>
                  <a:pt x="23405" y="8785"/>
                </a:cubicBezTo>
                <a:cubicBezTo>
                  <a:pt x="23709" y="11126"/>
                  <a:pt x="24529" y="13314"/>
                  <a:pt x="25259" y="15533"/>
                </a:cubicBezTo>
                <a:cubicBezTo>
                  <a:pt x="25685" y="16779"/>
                  <a:pt x="26110" y="18025"/>
                  <a:pt x="26536" y="19272"/>
                </a:cubicBezTo>
                <a:cubicBezTo>
                  <a:pt x="26475" y="19302"/>
                  <a:pt x="26384" y="19363"/>
                  <a:pt x="26323" y="19363"/>
                </a:cubicBezTo>
                <a:cubicBezTo>
                  <a:pt x="25715" y="18724"/>
                  <a:pt x="25077" y="18117"/>
                  <a:pt x="24529" y="17417"/>
                </a:cubicBezTo>
                <a:cubicBezTo>
                  <a:pt x="22645" y="15107"/>
                  <a:pt x="20852" y="12737"/>
                  <a:pt x="18937" y="10457"/>
                </a:cubicBezTo>
                <a:cubicBezTo>
                  <a:pt x="16218" y="7292"/>
                  <a:pt x="12943" y="5860"/>
                  <a:pt x="9281" y="5860"/>
                </a:cubicBezTo>
                <a:cubicBezTo>
                  <a:pt x="7948" y="5860"/>
                  <a:pt x="6564" y="6049"/>
                  <a:pt x="5137" y="6414"/>
                </a:cubicBezTo>
                <a:cubicBezTo>
                  <a:pt x="1824" y="7235"/>
                  <a:pt x="0" y="10092"/>
                  <a:pt x="183" y="13527"/>
                </a:cubicBezTo>
                <a:cubicBezTo>
                  <a:pt x="304" y="15685"/>
                  <a:pt x="1094" y="17600"/>
                  <a:pt x="2310" y="19302"/>
                </a:cubicBezTo>
                <a:cubicBezTo>
                  <a:pt x="4803" y="22828"/>
                  <a:pt x="8237" y="25047"/>
                  <a:pt x="12341" y="26080"/>
                </a:cubicBezTo>
                <a:cubicBezTo>
                  <a:pt x="14590" y="26658"/>
                  <a:pt x="16900" y="26870"/>
                  <a:pt x="19180" y="27296"/>
                </a:cubicBezTo>
                <a:cubicBezTo>
                  <a:pt x="20061" y="27478"/>
                  <a:pt x="20943" y="27782"/>
                  <a:pt x="21763" y="28147"/>
                </a:cubicBezTo>
                <a:cubicBezTo>
                  <a:pt x="22371" y="28421"/>
                  <a:pt x="22311" y="28937"/>
                  <a:pt x="21703" y="29211"/>
                </a:cubicBezTo>
                <a:cubicBezTo>
                  <a:pt x="21156" y="29484"/>
                  <a:pt x="20548" y="29728"/>
                  <a:pt x="19970" y="29849"/>
                </a:cubicBezTo>
                <a:cubicBezTo>
                  <a:pt x="18207" y="30153"/>
                  <a:pt x="16475" y="30396"/>
                  <a:pt x="14712" y="30670"/>
                </a:cubicBezTo>
                <a:cubicBezTo>
                  <a:pt x="12493" y="31035"/>
                  <a:pt x="10365" y="31582"/>
                  <a:pt x="8389" y="32767"/>
                </a:cubicBezTo>
                <a:cubicBezTo>
                  <a:pt x="5867" y="34348"/>
                  <a:pt x="5411" y="38086"/>
                  <a:pt x="7356" y="40214"/>
                </a:cubicBezTo>
                <a:cubicBezTo>
                  <a:pt x="8085" y="41004"/>
                  <a:pt x="8906" y="41582"/>
                  <a:pt x="9909" y="42007"/>
                </a:cubicBezTo>
                <a:cubicBezTo>
                  <a:pt x="11279" y="42574"/>
                  <a:pt x="12682" y="42811"/>
                  <a:pt x="14105" y="42811"/>
                </a:cubicBezTo>
                <a:cubicBezTo>
                  <a:pt x="15049" y="42811"/>
                  <a:pt x="16003" y="42706"/>
                  <a:pt x="16961" y="42524"/>
                </a:cubicBezTo>
                <a:cubicBezTo>
                  <a:pt x="19514" y="42038"/>
                  <a:pt x="21824" y="40944"/>
                  <a:pt x="24134" y="39789"/>
                </a:cubicBezTo>
                <a:cubicBezTo>
                  <a:pt x="25897" y="38877"/>
                  <a:pt x="27721" y="38026"/>
                  <a:pt x="29514" y="37175"/>
                </a:cubicBezTo>
                <a:cubicBezTo>
                  <a:pt x="29910" y="36992"/>
                  <a:pt x="30396" y="36962"/>
                  <a:pt x="30821" y="36962"/>
                </a:cubicBezTo>
                <a:cubicBezTo>
                  <a:pt x="31369" y="36962"/>
                  <a:pt x="31916" y="37235"/>
                  <a:pt x="32007" y="37752"/>
                </a:cubicBezTo>
                <a:cubicBezTo>
                  <a:pt x="32068" y="38086"/>
                  <a:pt x="31824" y="38603"/>
                  <a:pt x="31551" y="38846"/>
                </a:cubicBezTo>
                <a:cubicBezTo>
                  <a:pt x="30882" y="39393"/>
                  <a:pt x="30153" y="39849"/>
                  <a:pt x="29362" y="40275"/>
                </a:cubicBezTo>
                <a:cubicBezTo>
                  <a:pt x="27873" y="41065"/>
                  <a:pt x="26292" y="41764"/>
                  <a:pt x="24773" y="42555"/>
                </a:cubicBezTo>
                <a:cubicBezTo>
                  <a:pt x="23618" y="43162"/>
                  <a:pt x="22767" y="44044"/>
                  <a:pt x="22159" y="45199"/>
                </a:cubicBezTo>
                <a:cubicBezTo>
                  <a:pt x="20943" y="47479"/>
                  <a:pt x="21612" y="51126"/>
                  <a:pt x="24864" y="52160"/>
                </a:cubicBezTo>
                <a:cubicBezTo>
                  <a:pt x="25662" y="52417"/>
                  <a:pt x="26455" y="52546"/>
                  <a:pt x="27235" y="52546"/>
                </a:cubicBezTo>
                <a:cubicBezTo>
                  <a:pt x="28386" y="52546"/>
                  <a:pt x="29509" y="52265"/>
                  <a:pt x="30578" y="51704"/>
                </a:cubicBezTo>
                <a:cubicBezTo>
                  <a:pt x="32007" y="50944"/>
                  <a:pt x="33344" y="50001"/>
                  <a:pt x="34560" y="48968"/>
                </a:cubicBezTo>
                <a:cubicBezTo>
                  <a:pt x="36171" y="47600"/>
                  <a:pt x="37600" y="46020"/>
                  <a:pt x="39180" y="44591"/>
                </a:cubicBezTo>
                <a:cubicBezTo>
                  <a:pt x="39879" y="43953"/>
                  <a:pt x="40730" y="43466"/>
                  <a:pt x="41581" y="43011"/>
                </a:cubicBezTo>
                <a:cubicBezTo>
                  <a:pt x="41794" y="42912"/>
                  <a:pt x="42050" y="42885"/>
                  <a:pt x="42317" y="42885"/>
                </a:cubicBezTo>
                <a:cubicBezTo>
                  <a:pt x="42547" y="42885"/>
                  <a:pt x="42785" y="42905"/>
                  <a:pt x="43010" y="42919"/>
                </a:cubicBezTo>
                <a:cubicBezTo>
                  <a:pt x="43466" y="42950"/>
                  <a:pt x="43648" y="43254"/>
                  <a:pt x="43375" y="43710"/>
                </a:cubicBezTo>
                <a:cubicBezTo>
                  <a:pt x="42767" y="44713"/>
                  <a:pt x="42159" y="45716"/>
                  <a:pt x="41490" y="46688"/>
                </a:cubicBezTo>
                <a:cubicBezTo>
                  <a:pt x="40670" y="47843"/>
                  <a:pt x="39697" y="48907"/>
                  <a:pt x="38907" y="50093"/>
                </a:cubicBezTo>
                <a:cubicBezTo>
                  <a:pt x="37508" y="52190"/>
                  <a:pt x="36870" y="54500"/>
                  <a:pt x="37113" y="57053"/>
                </a:cubicBezTo>
                <a:cubicBezTo>
                  <a:pt x="37356" y="59394"/>
                  <a:pt x="38664" y="60974"/>
                  <a:pt x="40822" y="61430"/>
                </a:cubicBezTo>
                <a:cubicBezTo>
                  <a:pt x="41483" y="61580"/>
                  <a:pt x="42144" y="61658"/>
                  <a:pt x="42801" y="61658"/>
                </a:cubicBezTo>
                <a:cubicBezTo>
                  <a:pt x="43745" y="61658"/>
                  <a:pt x="44680" y="61497"/>
                  <a:pt x="45594" y="61157"/>
                </a:cubicBezTo>
                <a:cubicBezTo>
                  <a:pt x="48269" y="60184"/>
                  <a:pt x="50153" y="58299"/>
                  <a:pt x="51460" y="55837"/>
                </a:cubicBezTo>
                <a:cubicBezTo>
                  <a:pt x="53649" y="51734"/>
                  <a:pt x="54773" y="47357"/>
                  <a:pt x="54895" y="42707"/>
                </a:cubicBezTo>
                <a:cubicBezTo>
                  <a:pt x="54895" y="42038"/>
                  <a:pt x="54895" y="41400"/>
                  <a:pt x="54895" y="40700"/>
                </a:cubicBezTo>
                <a:cubicBezTo>
                  <a:pt x="55168" y="40670"/>
                  <a:pt x="55351" y="40670"/>
                  <a:pt x="55564" y="40670"/>
                </a:cubicBezTo>
                <a:lnTo>
                  <a:pt x="59393" y="40670"/>
                </a:lnTo>
                <a:cubicBezTo>
                  <a:pt x="60011" y="40660"/>
                  <a:pt x="60629" y="40660"/>
                  <a:pt x="61246" y="40660"/>
                </a:cubicBezTo>
                <a:lnTo>
                  <a:pt x="61246" y="40660"/>
                </a:lnTo>
                <a:cubicBezTo>
                  <a:pt x="62480" y="40660"/>
                  <a:pt x="63710" y="40660"/>
                  <a:pt x="64925" y="40579"/>
                </a:cubicBezTo>
                <a:cubicBezTo>
                  <a:pt x="65685" y="40518"/>
                  <a:pt x="66506" y="40214"/>
                  <a:pt x="67144" y="39789"/>
                </a:cubicBezTo>
                <a:cubicBezTo>
                  <a:pt x="68087" y="39181"/>
                  <a:pt x="67935" y="38056"/>
                  <a:pt x="66962" y="37539"/>
                </a:cubicBezTo>
                <a:cubicBezTo>
                  <a:pt x="66567" y="37327"/>
                  <a:pt x="66141" y="37144"/>
                  <a:pt x="65716" y="37083"/>
                </a:cubicBezTo>
                <a:cubicBezTo>
                  <a:pt x="64074" y="36901"/>
                  <a:pt x="62403" y="36779"/>
                  <a:pt x="60761" y="36627"/>
                </a:cubicBezTo>
                <a:cubicBezTo>
                  <a:pt x="59393" y="36506"/>
                  <a:pt x="58026" y="36384"/>
                  <a:pt x="56658" y="36232"/>
                </a:cubicBezTo>
                <a:cubicBezTo>
                  <a:pt x="55837" y="36171"/>
                  <a:pt x="55655" y="35959"/>
                  <a:pt x="55594" y="35138"/>
                </a:cubicBezTo>
                <a:cubicBezTo>
                  <a:pt x="55533" y="34621"/>
                  <a:pt x="55503" y="34135"/>
                  <a:pt x="55503" y="33618"/>
                </a:cubicBezTo>
                <a:cubicBezTo>
                  <a:pt x="55533" y="29150"/>
                  <a:pt x="55168" y="24712"/>
                  <a:pt x="54439" y="20305"/>
                </a:cubicBezTo>
                <a:cubicBezTo>
                  <a:pt x="53831" y="16718"/>
                  <a:pt x="52615" y="13375"/>
                  <a:pt x="50548" y="10335"/>
                </a:cubicBezTo>
                <a:cubicBezTo>
                  <a:pt x="49576" y="8876"/>
                  <a:pt x="48360" y="7600"/>
                  <a:pt x="46688" y="6901"/>
                </a:cubicBezTo>
                <a:cubicBezTo>
                  <a:pt x="46076" y="6634"/>
                  <a:pt x="45461" y="6507"/>
                  <a:pt x="44871" y="6507"/>
                </a:cubicBezTo>
                <a:cubicBezTo>
                  <a:pt x="43174" y="6507"/>
                  <a:pt x="41689" y="7558"/>
                  <a:pt x="41126" y="9363"/>
                </a:cubicBezTo>
                <a:cubicBezTo>
                  <a:pt x="40822" y="10214"/>
                  <a:pt x="40609" y="11156"/>
                  <a:pt x="40670" y="12037"/>
                </a:cubicBezTo>
                <a:cubicBezTo>
                  <a:pt x="40822" y="14074"/>
                  <a:pt x="41126" y="16050"/>
                  <a:pt x="41399" y="18056"/>
                </a:cubicBezTo>
                <a:cubicBezTo>
                  <a:pt x="41490" y="18876"/>
                  <a:pt x="41612" y="19697"/>
                  <a:pt x="41733" y="20518"/>
                </a:cubicBezTo>
                <a:cubicBezTo>
                  <a:pt x="41673" y="20548"/>
                  <a:pt x="41612" y="20548"/>
                  <a:pt x="41521" y="20548"/>
                </a:cubicBezTo>
                <a:cubicBezTo>
                  <a:pt x="41369" y="20123"/>
                  <a:pt x="41217" y="19697"/>
                  <a:pt x="41095" y="19241"/>
                </a:cubicBezTo>
                <a:cubicBezTo>
                  <a:pt x="40426" y="16931"/>
                  <a:pt x="39849" y="14591"/>
                  <a:pt x="39119" y="12311"/>
                </a:cubicBezTo>
                <a:cubicBezTo>
                  <a:pt x="38116" y="9241"/>
                  <a:pt x="36809" y="6323"/>
                  <a:pt x="34773" y="3770"/>
                </a:cubicBezTo>
                <a:cubicBezTo>
                  <a:pt x="33344" y="1976"/>
                  <a:pt x="31612" y="639"/>
                  <a:pt x="29302" y="153"/>
                </a:cubicBezTo>
                <a:cubicBezTo>
                  <a:pt x="28814" y="51"/>
                  <a:pt x="28352" y="0"/>
                  <a:pt x="279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0"/>
          <p:cNvSpPr/>
          <p:nvPr/>
        </p:nvSpPr>
        <p:spPr>
          <a:xfrm rot="5400000">
            <a:off x="6662858" y="2299096"/>
            <a:ext cx="933915" cy="375592"/>
          </a:xfrm>
          <a:custGeom>
            <a:rect b="b" l="l" r="r" t="t"/>
            <a:pathLst>
              <a:path extrusionOk="0" h="34106" w="84805">
                <a:moveTo>
                  <a:pt x="32807" y="1"/>
                </a:moveTo>
                <a:cubicBezTo>
                  <a:pt x="32422" y="1"/>
                  <a:pt x="32034" y="53"/>
                  <a:pt x="31642" y="183"/>
                </a:cubicBezTo>
                <a:cubicBezTo>
                  <a:pt x="30974" y="396"/>
                  <a:pt x="30730" y="852"/>
                  <a:pt x="31004" y="1521"/>
                </a:cubicBezTo>
                <a:cubicBezTo>
                  <a:pt x="31186" y="1916"/>
                  <a:pt x="31399" y="2311"/>
                  <a:pt x="31673" y="2676"/>
                </a:cubicBezTo>
                <a:cubicBezTo>
                  <a:pt x="33132" y="4743"/>
                  <a:pt x="35168" y="6232"/>
                  <a:pt x="37266" y="7600"/>
                </a:cubicBezTo>
                <a:cubicBezTo>
                  <a:pt x="37691" y="7873"/>
                  <a:pt x="38117" y="8147"/>
                  <a:pt x="38542" y="8421"/>
                </a:cubicBezTo>
                <a:cubicBezTo>
                  <a:pt x="38360" y="8512"/>
                  <a:pt x="38238" y="8512"/>
                  <a:pt x="38147" y="8512"/>
                </a:cubicBezTo>
                <a:cubicBezTo>
                  <a:pt x="33405" y="7813"/>
                  <a:pt x="28724" y="6901"/>
                  <a:pt x="24074" y="5715"/>
                </a:cubicBezTo>
                <a:cubicBezTo>
                  <a:pt x="18846" y="4378"/>
                  <a:pt x="13587" y="3041"/>
                  <a:pt x="8238" y="2250"/>
                </a:cubicBezTo>
                <a:cubicBezTo>
                  <a:pt x="7731" y="2176"/>
                  <a:pt x="7218" y="2147"/>
                  <a:pt x="6705" y="2147"/>
                </a:cubicBezTo>
                <a:cubicBezTo>
                  <a:pt x="5957" y="2147"/>
                  <a:pt x="5208" y="2209"/>
                  <a:pt x="4469" y="2281"/>
                </a:cubicBezTo>
                <a:cubicBezTo>
                  <a:pt x="3557" y="2372"/>
                  <a:pt x="3283" y="3041"/>
                  <a:pt x="3617" y="3892"/>
                </a:cubicBezTo>
                <a:cubicBezTo>
                  <a:pt x="3891" y="4652"/>
                  <a:pt x="4499" y="5138"/>
                  <a:pt x="5137" y="5563"/>
                </a:cubicBezTo>
                <a:cubicBezTo>
                  <a:pt x="7964" y="7509"/>
                  <a:pt x="11156" y="8664"/>
                  <a:pt x="14408" y="9576"/>
                </a:cubicBezTo>
                <a:cubicBezTo>
                  <a:pt x="15077" y="9788"/>
                  <a:pt x="15745" y="9971"/>
                  <a:pt x="16414" y="10153"/>
                </a:cubicBezTo>
                <a:cubicBezTo>
                  <a:pt x="16384" y="10214"/>
                  <a:pt x="16384" y="10244"/>
                  <a:pt x="16384" y="10305"/>
                </a:cubicBezTo>
                <a:cubicBezTo>
                  <a:pt x="14712" y="10184"/>
                  <a:pt x="13071" y="10062"/>
                  <a:pt x="11399" y="9971"/>
                </a:cubicBezTo>
                <a:cubicBezTo>
                  <a:pt x="9737" y="9894"/>
                  <a:pt x="8098" y="9774"/>
                  <a:pt x="6443" y="9774"/>
                </a:cubicBezTo>
                <a:cubicBezTo>
                  <a:pt x="6130" y="9774"/>
                  <a:pt x="5816" y="9779"/>
                  <a:pt x="5502" y="9788"/>
                </a:cubicBezTo>
                <a:cubicBezTo>
                  <a:pt x="4347" y="9788"/>
                  <a:pt x="3131" y="10001"/>
                  <a:pt x="2007" y="10366"/>
                </a:cubicBezTo>
                <a:cubicBezTo>
                  <a:pt x="578" y="10883"/>
                  <a:pt x="456" y="12281"/>
                  <a:pt x="1672" y="13162"/>
                </a:cubicBezTo>
                <a:cubicBezTo>
                  <a:pt x="2250" y="13557"/>
                  <a:pt x="2858" y="13861"/>
                  <a:pt x="3496" y="14135"/>
                </a:cubicBezTo>
                <a:cubicBezTo>
                  <a:pt x="6414" y="15412"/>
                  <a:pt x="9484" y="16111"/>
                  <a:pt x="12554" y="16779"/>
                </a:cubicBezTo>
                <a:cubicBezTo>
                  <a:pt x="13770" y="17053"/>
                  <a:pt x="14955" y="17326"/>
                  <a:pt x="16171" y="17600"/>
                </a:cubicBezTo>
                <a:cubicBezTo>
                  <a:pt x="16080" y="17722"/>
                  <a:pt x="16019" y="17752"/>
                  <a:pt x="15958" y="17752"/>
                </a:cubicBezTo>
                <a:cubicBezTo>
                  <a:pt x="14647" y="17731"/>
                  <a:pt x="13351" y="17709"/>
                  <a:pt x="12049" y="17709"/>
                </a:cubicBezTo>
                <a:cubicBezTo>
                  <a:pt x="11510" y="17709"/>
                  <a:pt x="10969" y="17713"/>
                  <a:pt x="10426" y="17722"/>
                </a:cubicBezTo>
                <a:cubicBezTo>
                  <a:pt x="7994" y="17752"/>
                  <a:pt x="5563" y="17813"/>
                  <a:pt x="3162" y="17995"/>
                </a:cubicBezTo>
                <a:cubicBezTo>
                  <a:pt x="2371" y="18026"/>
                  <a:pt x="1581" y="18360"/>
                  <a:pt x="912" y="18755"/>
                </a:cubicBezTo>
                <a:cubicBezTo>
                  <a:pt x="183" y="19181"/>
                  <a:pt x="152" y="20062"/>
                  <a:pt x="730" y="20700"/>
                </a:cubicBezTo>
                <a:cubicBezTo>
                  <a:pt x="943" y="20974"/>
                  <a:pt x="1247" y="21217"/>
                  <a:pt x="1581" y="21369"/>
                </a:cubicBezTo>
                <a:cubicBezTo>
                  <a:pt x="2280" y="21673"/>
                  <a:pt x="2979" y="22007"/>
                  <a:pt x="3709" y="22190"/>
                </a:cubicBezTo>
                <a:cubicBezTo>
                  <a:pt x="7326" y="23010"/>
                  <a:pt x="10973" y="23801"/>
                  <a:pt x="14226" y="24530"/>
                </a:cubicBezTo>
                <a:cubicBezTo>
                  <a:pt x="13526" y="24561"/>
                  <a:pt x="12341" y="24591"/>
                  <a:pt x="11186" y="24591"/>
                </a:cubicBezTo>
                <a:cubicBezTo>
                  <a:pt x="9909" y="24606"/>
                  <a:pt x="8633" y="24606"/>
                  <a:pt x="7356" y="24606"/>
                </a:cubicBezTo>
                <a:cubicBezTo>
                  <a:pt x="6080" y="24606"/>
                  <a:pt x="4803" y="24606"/>
                  <a:pt x="3526" y="24621"/>
                </a:cubicBezTo>
                <a:cubicBezTo>
                  <a:pt x="2827" y="24652"/>
                  <a:pt x="2098" y="24804"/>
                  <a:pt x="1399" y="24986"/>
                </a:cubicBezTo>
                <a:cubicBezTo>
                  <a:pt x="760" y="25169"/>
                  <a:pt x="183" y="25533"/>
                  <a:pt x="92" y="26293"/>
                </a:cubicBezTo>
                <a:cubicBezTo>
                  <a:pt x="0" y="27053"/>
                  <a:pt x="365" y="27631"/>
                  <a:pt x="1003" y="27935"/>
                </a:cubicBezTo>
                <a:cubicBezTo>
                  <a:pt x="1794" y="28299"/>
                  <a:pt x="2614" y="28664"/>
                  <a:pt x="3466" y="28846"/>
                </a:cubicBezTo>
                <a:cubicBezTo>
                  <a:pt x="8420" y="29941"/>
                  <a:pt x="13526" y="30123"/>
                  <a:pt x="18572" y="30518"/>
                </a:cubicBezTo>
                <a:cubicBezTo>
                  <a:pt x="21156" y="30761"/>
                  <a:pt x="23739" y="30792"/>
                  <a:pt x="26353" y="30944"/>
                </a:cubicBezTo>
                <a:cubicBezTo>
                  <a:pt x="30335" y="31156"/>
                  <a:pt x="34348" y="31369"/>
                  <a:pt x="38329" y="31643"/>
                </a:cubicBezTo>
                <a:cubicBezTo>
                  <a:pt x="41582" y="31856"/>
                  <a:pt x="44804" y="32190"/>
                  <a:pt x="48026" y="32433"/>
                </a:cubicBezTo>
                <a:cubicBezTo>
                  <a:pt x="51582" y="32676"/>
                  <a:pt x="55138" y="32950"/>
                  <a:pt x="58694" y="33132"/>
                </a:cubicBezTo>
                <a:cubicBezTo>
                  <a:pt x="61369" y="33254"/>
                  <a:pt x="64044" y="33284"/>
                  <a:pt x="66719" y="33284"/>
                </a:cubicBezTo>
                <a:cubicBezTo>
                  <a:pt x="68927" y="33314"/>
                  <a:pt x="79516" y="34106"/>
                  <a:pt x="82029" y="34106"/>
                </a:cubicBezTo>
                <a:cubicBezTo>
                  <a:pt x="82075" y="34106"/>
                  <a:pt x="82119" y="34105"/>
                  <a:pt x="82160" y="34105"/>
                </a:cubicBezTo>
                <a:cubicBezTo>
                  <a:pt x="83345" y="34074"/>
                  <a:pt x="84136" y="33436"/>
                  <a:pt x="84348" y="32281"/>
                </a:cubicBezTo>
                <a:cubicBezTo>
                  <a:pt x="84592" y="30913"/>
                  <a:pt x="84804" y="29515"/>
                  <a:pt x="84804" y="28147"/>
                </a:cubicBezTo>
                <a:cubicBezTo>
                  <a:pt x="84774" y="25959"/>
                  <a:pt x="84622" y="23740"/>
                  <a:pt x="84379" y="21551"/>
                </a:cubicBezTo>
                <a:cubicBezTo>
                  <a:pt x="84196" y="19789"/>
                  <a:pt x="83832" y="17995"/>
                  <a:pt x="83102" y="16354"/>
                </a:cubicBezTo>
                <a:cubicBezTo>
                  <a:pt x="82525" y="15077"/>
                  <a:pt x="81613" y="14317"/>
                  <a:pt x="80245" y="14135"/>
                </a:cubicBezTo>
                <a:cubicBezTo>
                  <a:pt x="79151" y="13983"/>
                  <a:pt x="69333" y="12950"/>
                  <a:pt x="68208" y="12889"/>
                </a:cubicBezTo>
                <a:cubicBezTo>
                  <a:pt x="63983" y="12585"/>
                  <a:pt x="59758" y="12311"/>
                  <a:pt x="55503" y="12098"/>
                </a:cubicBezTo>
                <a:cubicBezTo>
                  <a:pt x="53679" y="12007"/>
                  <a:pt x="52190" y="11521"/>
                  <a:pt x="51156" y="9910"/>
                </a:cubicBezTo>
                <a:cubicBezTo>
                  <a:pt x="50731" y="9272"/>
                  <a:pt x="50214" y="8694"/>
                  <a:pt x="49697" y="8147"/>
                </a:cubicBezTo>
                <a:cubicBezTo>
                  <a:pt x="47357" y="5563"/>
                  <a:pt x="44712" y="3375"/>
                  <a:pt x="41369" y="2220"/>
                </a:cubicBezTo>
                <a:cubicBezTo>
                  <a:pt x="39150" y="1460"/>
                  <a:pt x="36870" y="882"/>
                  <a:pt x="34591" y="275"/>
                </a:cubicBezTo>
                <a:cubicBezTo>
                  <a:pt x="33998" y="126"/>
                  <a:pt x="33406" y="1"/>
                  <a:pt x="328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0"/>
          <p:cNvSpPr/>
          <p:nvPr/>
        </p:nvSpPr>
        <p:spPr>
          <a:xfrm>
            <a:off x="1772200" y="3597826"/>
            <a:ext cx="852361" cy="865602"/>
          </a:xfrm>
          <a:custGeom>
            <a:rect b="b" l="l" r="r" t="t"/>
            <a:pathLst>
              <a:path extrusionOk="0" h="56026" w="55169">
                <a:moveTo>
                  <a:pt x="6014" y="1"/>
                </a:moveTo>
                <a:cubicBezTo>
                  <a:pt x="4724" y="1"/>
                  <a:pt x="3902" y="612"/>
                  <a:pt x="3496" y="1859"/>
                </a:cubicBezTo>
                <a:cubicBezTo>
                  <a:pt x="3162" y="2832"/>
                  <a:pt x="2888" y="3865"/>
                  <a:pt x="2706" y="4899"/>
                </a:cubicBezTo>
                <a:cubicBezTo>
                  <a:pt x="2371" y="6783"/>
                  <a:pt x="2189" y="8698"/>
                  <a:pt x="1794" y="10583"/>
                </a:cubicBezTo>
                <a:cubicBezTo>
                  <a:pt x="639" y="16084"/>
                  <a:pt x="0" y="21586"/>
                  <a:pt x="548" y="27209"/>
                </a:cubicBezTo>
                <a:cubicBezTo>
                  <a:pt x="1095" y="32589"/>
                  <a:pt x="2462" y="37726"/>
                  <a:pt x="4955" y="42528"/>
                </a:cubicBezTo>
                <a:cubicBezTo>
                  <a:pt x="6748" y="45963"/>
                  <a:pt x="8967" y="49124"/>
                  <a:pt x="12068" y="51526"/>
                </a:cubicBezTo>
                <a:cubicBezTo>
                  <a:pt x="16064" y="54628"/>
                  <a:pt x="20347" y="56026"/>
                  <a:pt x="24811" y="56026"/>
                </a:cubicBezTo>
                <a:cubicBezTo>
                  <a:pt x="27477" y="56026"/>
                  <a:pt x="30207" y="55527"/>
                  <a:pt x="32980" y="54595"/>
                </a:cubicBezTo>
                <a:cubicBezTo>
                  <a:pt x="37266" y="53197"/>
                  <a:pt x="40943" y="50583"/>
                  <a:pt x="44378" y="47665"/>
                </a:cubicBezTo>
                <a:cubicBezTo>
                  <a:pt x="49789" y="43015"/>
                  <a:pt x="53132" y="37179"/>
                  <a:pt x="54713" y="30279"/>
                </a:cubicBezTo>
                <a:cubicBezTo>
                  <a:pt x="55169" y="28273"/>
                  <a:pt x="54743" y="26571"/>
                  <a:pt x="53193" y="25203"/>
                </a:cubicBezTo>
                <a:cubicBezTo>
                  <a:pt x="50974" y="23258"/>
                  <a:pt x="48664" y="21464"/>
                  <a:pt x="46141" y="19945"/>
                </a:cubicBezTo>
                <a:cubicBezTo>
                  <a:pt x="45583" y="19620"/>
                  <a:pt x="45047" y="19451"/>
                  <a:pt x="44536" y="19451"/>
                </a:cubicBezTo>
                <a:cubicBezTo>
                  <a:pt x="43850" y="19451"/>
                  <a:pt x="43207" y="19756"/>
                  <a:pt x="42615" y="20400"/>
                </a:cubicBezTo>
                <a:cubicBezTo>
                  <a:pt x="41643" y="21464"/>
                  <a:pt x="40761" y="22650"/>
                  <a:pt x="39971" y="23866"/>
                </a:cubicBezTo>
                <a:cubicBezTo>
                  <a:pt x="38451" y="26145"/>
                  <a:pt x="37083" y="28516"/>
                  <a:pt x="35563" y="30796"/>
                </a:cubicBezTo>
                <a:cubicBezTo>
                  <a:pt x="34074" y="33015"/>
                  <a:pt x="32159" y="34838"/>
                  <a:pt x="29819" y="36176"/>
                </a:cubicBezTo>
                <a:cubicBezTo>
                  <a:pt x="28235" y="37091"/>
                  <a:pt x="26611" y="37598"/>
                  <a:pt x="24964" y="37598"/>
                </a:cubicBezTo>
                <a:cubicBezTo>
                  <a:pt x="23765" y="37598"/>
                  <a:pt x="22554" y="37329"/>
                  <a:pt x="21338" y="36753"/>
                </a:cubicBezTo>
                <a:cubicBezTo>
                  <a:pt x="19059" y="35659"/>
                  <a:pt x="17600" y="33714"/>
                  <a:pt x="16627" y="31404"/>
                </a:cubicBezTo>
                <a:cubicBezTo>
                  <a:pt x="15198" y="27908"/>
                  <a:pt x="14621" y="24230"/>
                  <a:pt x="14621" y="20522"/>
                </a:cubicBezTo>
                <a:cubicBezTo>
                  <a:pt x="14621" y="16844"/>
                  <a:pt x="14834" y="13166"/>
                  <a:pt x="14955" y="9488"/>
                </a:cubicBezTo>
                <a:cubicBezTo>
                  <a:pt x="15046" y="7756"/>
                  <a:pt x="14955" y="6054"/>
                  <a:pt x="14378" y="4352"/>
                </a:cubicBezTo>
                <a:cubicBezTo>
                  <a:pt x="14134" y="3592"/>
                  <a:pt x="13770" y="2923"/>
                  <a:pt x="13131" y="2467"/>
                </a:cubicBezTo>
                <a:cubicBezTo>
                  <a:pt x="11064" y="978"/>
                  <a:pt x="8754" y="96"/>
                  <a:pt x="6201" y="5"/>
                </a:cubicBezTo>
                <a:cubicBezTo>
                  <a:pt x="6138" y="2"/>
                  <a:pt x="6075" y="1"/>
                  <a:pt x="60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0"/>
          <p:cNvSpPr/>
          <p:nvPr/>
        </p:nvSpPr>
        <p:spPr>
          <a:xfrm rot="2700000">
            <a:off x="6523878" y="3736838"/>
            <a:ext cx="596570" cy="959600"/>
          </a:xfrm>
          <a:custGeom>
            <a:rect b="b" l="l" r="r" t="t"/>
            <a:pathLst>
              <a:path extrusionOk="0" h="53831" w="33466">
                <a:moveTo>
                  <a:pt x="7550" y="0"/>
                </a:moveTo>
                <a:cubicBezTo>
                  <a:pt x="6920" y="0"/>
                  <a:pt x="6288" y="42"/>
                  <a:pt x="5654" y="136"/>
                </a:cubicBezTo>
                <a:cubicBezTo>
                  <a:pt x="3496" y="440"/>
                  <a:pt x="1733" y="1412"/>
                  <a:pt x="608" y="3388"/>
                </a:cubicBezTo>
                <a:cubicBezTo>
                  <a:pt x="183" y="4178"/>
                  <a:pt x="0" y="4999"/>
                  <a:pt x="213" y="5911"/>
                </a:cubicBezTo>
                <a:cubicBezTo>
                  <a:pt x="547" y="7279"/>
                  <a:pt x="1307" y="8373"/>
                  <a:pt x="2341" y="9254"/>
                </a:cubicBezTo>
                <a:cubicBezTo>
                  <a:pt x="4681" y="11291"/>
                  <a:pt x="7538" y="12112"/>
                  <a:pt x="10548" y="12385"/>
                </a:cubicBezTo>
                <a:cubicBezTo>
                  <a:pt x="12554" y="12537"/>
                  <a:pt x="14590" y="12568"/>
                  <a:pt x="16596" y="12750"/>
                </a:cubicBezTo>
                <a:cubicBezTo>
                  <a:pt x="17539" y="12841"/>
                  <a:pt x="18450" y="13115"/>
                  <a:pt x="19332" y="13419"/>
                </a:cubicBezTo>
                <a:cubicBezTo>
                  <a:pt x="19909" y="13631"/>
                  <a:pt x="20274" y="14118"/>
                  <a:pt x="20183" y="14756"/>
                </a:cubicBezTo>
                <a:cubicBezTo>
                  <a:pt x="20122" y="15394"/>
                  <a:pt x="19605" y="15638"/>
                  <a:pt x="19089" y="15759"/>
                </a:cubicBezTo>
                <a:cubicBezTo>
                  <a:pt x="18207" y="15911"/>
                  <a:pt x="17326" y="16063"/>
                  <a:pt x="16444" y="16093"/>
                </a:cubicBezTo>
                <a:cubicBezTo>
                  <a:pt x="14651" y="16215"/>
                  <a:pt x="12888" y="16489"/>
                  <a:pt x="11186" y="17127"/>
                </a:cubicBezTo>
                <a:cubicBezTo>
                  <a:pt x="9514" y="17796"/>
                  <a:pt x="8116" y="18799"/>
                  <a:pt x="7326" y="20501"/>
                </a:cubicBezTo>
                <a:cubicBezTo>
                  <a:pt x="6748" y="21747"/>
                  <a:pt x="6870" y="22932"/>
                  <a:pt x="7751" y="23966"/>
                </a:cubicBezTo>
                <a:cubicBezTo>
                  <a:pt x="9271" y="25759"/>
                  <a:pt x="11247" y="26641"/>
                  <a:pt x="13557" y="26732"/>
                </a:cubicBezTo>
                <a:cubicBezTo>
                  <a:pt x="13788" y="26740"/>
                  <a:pt x="14020" y="26744"/>
                  <a:pt x="14252" y="26744"/>
                </a:cubicBezTo>
                <a:cubicBezTo>
                  <a:pt x="15662" y="26744"/>
                  <a:pt x="17075" y="26606"/>
                  <a:pt x="18511" y="26580"/>
                </a:cubicBezTo>
                <a:cubicBezTo>
                  <a:pt x="19241" y="26580"/>
                  <a:pt x="20001" y="26580"/>
                  <a:pt x="20700" y="26732"/>
                </a:cubicBezTo>
                <a:cubicBezTo>
                  <a:pt x="21672" y="26914"/>
                  <a:pt x="22067" y="27674"/>
                  <a:pt x="21642" y="28586"/>
                </a:cubicBezTo>
                <a:cubicBezTo>
                  <a:pt x="21399" y="29133"/>
                  <a:pt x="21034" y="29741"/>
                  <a:pt x="20517" y="30075"/>
                </a:cubicBezTo>
                <a:cubicBezTo>
                  <a:pt x="19484" y="30775"/>
                  <a:pt x="18390" y="31322"/>
                  <a:pt x="17265" y="31838"/>
                </a:cubicBezTo>
                <a:cubicBezTo>
                  <a:pt x="15654" y="32598"/>
                  <a:pt x="14104" y="33358"/>
                  <a:pt x="12858" y="34635"/>
                </a:cubicBezTo>
                <a:cubicBezTo>
                  <a:pt x="11885" y="35638"/>
                  <a:pt x="11186" y="36823"/>
                  <a:pt x="11642" y="38252"/>
                </a:cubicBezTo>
                <a:cubicBezTo>
                  <a:pt x="12098" y="39650"/>
                  <a:pt x="13253" y="40319"/>
                  <a:pt x="14651" y="40532"/>
                </a:cubicBezTo>
                <a:cubicBezTo>
                  <a:pt x="15532" y="40683"/>
                  <a:pt x="16444" y="40592"/>
                  <a:pt x="17356" y="40653"/>
                </a:cubicBezTo>
                <a:cubicBezTo>
                  <a:pt x="18390" y="40683"/>
                  <a:pt x="19423" y="40683"/>
                  <a:pt x="20457" y="40835"/>
                </a:cubicBezTo>
                <a:cubicBezTo>
                  <a:pt x="21277" y="40957"/>
                  <a:pt x="21551" y="41383"/>
                  <a:pt x="21277" y="42173"/>
                </a:cubicBezTo>
                <a:cubicBezTo>
                  <a:pt x="21034" y="42842"/>
                  <a:pt x="20669" y="43449"/>
                  <a:pt x="20274" y="44057"/>
                </a:cubicBezTo>
                <a:cubicBezTo>
                  <a:pt x="19727" y="44878"/>
                  <a:pt x="19058" y="45608"/>
                  <a:pt x="18572" y="46489"/>
                </a:cubicBezTo>
                <a:cubicBezTo>
                  <a:pt x="17599" y="48100"/>
                  <a:pt x="17812" y="49650"/>
                  <a:pt x="19119" y="51018"/>
                </a:cubicBezTo>
                <a:cubicBezTo>
                  <a:pt x="20365" y="52325"/>
                  <a:pt x="21885" y="53146"/>
                  <a:pt x="23618" y="53571"/>
                </a:cubicBezTo>
                <a:cubicBezTo>
                  <a:pt x="24296" y="53744"/>
                  <a:pt x="24940" y="53831"/>
                  <a:pt x="25549" y="53831"/>
                </a:cubicBezTo>
                <a:cubicBezTo>
                  <a:pt x="27616" y="53831"/>
                  <a:pt x="29287" y="52838"/>
                  <a:pt x="30578" y="50866"/>
                </a:cubicBezTo>
                <a:cubicBezTo>
                  <a:pt x="31581" y="49346"/>
                  <a:pt x="32220" y="47674"/>
                  <a:pt x="32463" y="45881"/>
                </a:cubicBezTo>
                <a:cubicBezTo>
                  <a:pt x="32736" y="43814"/>
                  <a:pt x="32858" y="41717"/>
                  <a:pt x="32980" y="39620"/>
                </a:cubicBezTo>
                <a:cubicBezTo>
                  <a:pt x="33162" y="36337"/>
                  <a:pt x="33283" y="33024"/>
                  <a:pt x="33466" y="29407"/>
                </a:cubicBezTo>
                <a:cubicBezTo>
                  <a:pt x="33344" y="26337"/>
                  <a:pt x="33283" y="22993"/>
                  <a:pt x="33010" y="19619"/>
                </a:cubicBezTo>
                <a:cubicBezTo>
                  <a:pt x="32767" y="16185"/>
                  <a:pt x="32159" y="12811"/>
                  <a:pt x="31065" y="9528"/>
                </a:cubicBezTo>
                <a:cubicBezTo>
                  <a:pt x="30244" y="7036"/>
                  <a:pt x="28633" y="5303"/>
                  <a:pt x="26080" y="4543"/>
                </a:cubicBezTo>
                <a:cubicBezTo>
                  <a:pt x="25107" y="4239"/>
                  <a:pt x="24074" y="4118"/>
                  <a:pt x="23162" y="3753"/>
                </a:cubicBezTo>
                <a:cubicBezTo>
                  <a:pt x="19849" y="2415"/>
                  <a:pt x="16383" y="1564"/>
                  <a:pt x="12918" y="774"/>
                </a:cubicBezTo>
                <a:cubicBezTo>
                  <a:pt x="11158" y="345"/>
                  <a:pt x="9364" y="0"/>
                  <a:pt x="75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0"/>
          <p:cNvSpPr/>
          <p:nvPr/>
        </p:nvSpPr>
        <p:spPr>
          <a:xfrm>
            <a:off x="823346" y="3601830"/>
            <a:ext cx="531524" cy="934600"/>
          </a:xfrm>
          <a:custGeom>
            <a:rect b="b" l="l" r="r" t="t"/>
            <a:pathLst>
              <a:path extrusionOk="0" h="52432" w="29819">
                <a:moveTo>
                  <a:pt x="6819" y="0"/>
                </a:moveTo>
                <a:cubicBezTo>
                  <a:pt x="6001" y="0"/>
                  <a:pt x="5225" y="330"/>
                  <a:pt x="4560" y="1013"/>
                </a:cubicBezTo>
                <a:cubicBezTo>
                  <a:pt x="3921" y="1651"/>
                  <a:pt x="3374" y="2411"/>
                  <a:pt x="2949" y="3201"/>
                </a:cubicBezTo>
                <a:cubicBezTo>
                  <a:pt x="1550" y="5815"/>
                  <a:pt x="943" y="8673"/>
                  <a:pt x="608" y="11590"/>
                </a:cubicBezTo>
                <a:cubicBezTo>
                  <a:pt x="0" y="16849"/>
                  <a:pt x="304" y="22107"/>
                  <a:pt x="1003" y="27335"/>
                </a:cubicBezTo>
                <a:cubicBezTo>
                  <a:pt x="1520" y="30952"/>
                  <a:pt x="2098" y="34570"/>
                  <a:pt x="2827" y="38156"/>
                </a:cubicBezTo>
                <a:cubicBezTo>
                  <a:pt x="3557" y="41712"/>
                  <a:pt x="4468" y="45208"/>
                  <a:pt x="5380" y="48734"/>
                </a:cubicBezTo>
                <a:cubicBezTo>
                  <a:pt x="5654" y="49767"/>
                  <a:pt x="6231" y="50740"/>
                  <a:pt x="6718" y="51682"/>
                </a:cubicBezTo>
                <a:cubicBezTo>
                  <a:pt x="6977" y="52201"/>
                  <a:pt x="7391" y="52432"/>
                  <a:pt x="7942" y="52432"/>
                </a:cubicBezTo>
                <a:cubicBezTo>
                  <a:pt x="8036" y="52432"/>
                  <a:pt x="8135" y="52425"/>
                  <a:pt x="8238" y="52412"/>
                </a:cubicBezTo>
                <a:cubicBezTo>
                  <a:pt x="8997" y="52290"/>
                  <a:pt x="9636" y="51986"/>
                  <a:pt x="10092" y="51409"/>
                </a:cubicBezTo>
                <a:cubicBezTo>
                  <a:pt x="11064" y="50254"/>
                  <a:pt x="12037" y="49129"/>
                  <a:pt x="12888" y="47883"/>
                </a:cubicBezTo>
                <a:cubicBezTo>
                  <a:pt x="18785" y="39281"/>
                  <a:pt x="23466" y="30041"/>
                  <a:pt x="27083" y="20284"/>
                </a:cubicBezTo>
                <a:cubicBezTo>
                  <a:pt x="28359" y="16819"/>
                  <a:pt x="29454" y="13262"/>
                  <a:pt x="29697" y="9554"/>
                </a:cubicBezTo>
                <a:cubicBezTo>
                  <a:pt x="29818" y="7943"/>
                  <a:pt x="29636" y="6362"/>
                  <a:pt x="28785" y="4934"/>
                </a:cubicBezTo>
                <a:cubicBezTo>
                  <a:pt x="27973" y="3522"/>
                  <a:pt x="26680" y="2738"/>
                  <a:pt x="25308" y="2738"/>
                </a:cubicBezTo>
                <a:cubicBezTo>
                  <a:pt x="24523" y="2738"/>
                  <a:pt x="23712" y="2994"/>
                  <a:pt x="22949" y="3536"/>
                </a:cubicBezTo>
                <a:cubicBezTo>
                  <a:pt x="21855" y="4296"/>
                  <a:pt x="20852" y="5329"/>
                  <a:pt x="20031" y="6393"/>
                </a:cubicBezTo>
                <a:cubicBezTo>
                  <a:pt x="17751" y="9311"/>
                  <a:pt x="16232" y="12624"/>
                  <a:pt x="14803" y="16028"/>
                </a:cubicBezTo>
                <a:cubicBezTo>
                  <a:pt x="14377" y="17092"/>
                  <a:pt x="13952" y="18217"/>
                  <a:pt x="13526" y="19311"/>
                </a:cubicBezTo>
                <a:cubicBezTo>
                  <a:pt x="13496" y="19311"/>
                  <a:pt x="13466" y="19281"/>
                  <a:pt x="13435" y="19281"/>
                </a:cubicBezTo>
                <a:cubicBezTo>
                  <a:pt x="13435" y="19068"/>
                  <a:pt x="13435" y="18855"/>
                  <a:pt x="13435" y="18612"/>
                </a:cubicBezTo>
                <a:cubicBezTo>
                  <a:pt x="13344" y="15755"/>
                  <a:pt x="13374" y="12867"/>
                  <a:pt x="13162" y="10010"/>
                </a:cubicBezTo>
                <a:cubicBezTo>
                  <a:pt x="13010" y="7517"/>
                  <a:pt x="12341" y="5147"/>
                  <a:pt x="11034" y="2989"/>
                </a:cubicBezTo>
                <a:cubicBezTo>
                  <a:pt x="10426" y="1985"/>
                  <a:pt x="9697" y="1104"/>
                  <a:pt x="8663" y="526"/>
                </a:cubicBezTo>
                <a:cubicBezTo>
                  <a:pt x="8045" y="179"/>
                  <a:pt x="7421" y="0"/>
                  <a:pt x="68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3" name="Google Shape;4523;p60"/>
          <p:cNvGrpSpPr/>
          <p:nvPr/>
        </p:nvGrpSpPr>
        <p:grpSpPr>
          <a:xfrm>
            <a:off x="5409488" y="1972644"/>
            <a:ext cx="1147003" cy="1139445"/>
            <a:chOff x="5316522" y="1820244"/>
            <a:chExt cx="1147003" cy="1139445"/>
          </a:xfrm>
        </p:grpSpPr>
        <p:sp>
          <p:nvSpPr>
            <p:cNvPr id="4524" name="Google Shape;4524;p60"/>
            <p:cNvSpPr/>
            <p:nvPr/>
          </p:nvSpPr>
          <p:spPr>
            <a:xfrm>
              <a:off x="5316522" y="1877943"/>
              <a:ext cx="663714" cy="1081746"/>
            </a:xfrm>
            <a:custGeom>
              <a:rect b="b" l="l" r="r" t="t"/>
              <a:pathLst>
                <a:path extrusionOk="0" h="60687" w="37235">
                  <a:moveTo>
                    <a:pt x="9890" y="0"/>
                  </a:moveTo>
                  <a:cubicBezTo>
                    <a:pt x="9407" y="0"/>
                    <a:pt x="8916" y="73"/>
                    <a:pt x="8450" y="170"/>
                  </a:cubicBezTo>
                  <a:cubicBezTo>
                    <a:pt x="5775" y="686"/>
                    <a:pt x="3952" y="2389"/>
                    <a:pt x="2584" y="4607"/>
                  </a:cubicBezTo>
                  <a:cubicBezTo>
                    <a:pt x="608" y="7921"/>
                    <a:pt x="61" y="11568"/>
                    <a:pt x="0" y="16188"/>
                  </a:cubicBezTo>
                  <a:cubicBezTo>
                    <a:pt x="122" y="17252"/>
                    <a:pt x="243" y="19197"/>
                    <a:pt x="547" y="21112"/>
                  </a:cubicBezTo>
                  <a:cubicBezTo>
                    <a:pt x="1490" y="27404"/>
                    <a:pt x="3465" y="33362"/>
                    <a:pt x="6566" y="38924"/>
                  </a:cubicBezTo>
                  <a:cubicBezTo>
                    <a:pt x="9909" y="44851"/>
                    <a:pt x="14347" y="49927"/>
                    <a:pt x="19484" y="54395"/>
                  </a:cubicBezTo>
                  <a:cubicBezTo>
                    <a:pt x="21885" y="56493"/>
                    <a:pt x="24469" y="58347"/>
                    <a:pt x="27417" y="59654"/>
                  </a:cubicBezTo>
                  <a:cubicBezTo>
                    <a:pt x="28792" y="60262"/>
                    <a:pt x="30190" y="60686"/>
                    <a:pt x="31671" y="60686"/>
                  </a:cubicBezTo>
                  <a:cubicBezTo>
                    <a:pt x="31893" y="60686"/>
                    <a:pt x="32116" y="60677"/>
                    <a:pt x="32341" y="60657"/>
                  </a:cubicBezTo>
                  <a:cubicBezTo>
                    <a:pt x="35259" y="60444"/>
                    <a:pt x="37235" y="58073"/>
                    <a:pt x="36901" y="55155"/>
                  </a:cubicBezTo>
                  <a:cubicBezTo>
                    <a:pt x="36718" y="53453"/>
                    <a:pt x="36050" y="51933"/>
                    <a:pt x="35198" y="50505"/>
                  </a:cubicBezTo>
                  <a:cubicBezTo>
                    <a:pt x="33527" y="47648"/>
                    <a:pt x="31369" y="45216"/>
                    <a:pt x="28998" y="42936"/>
                  </a:cubicBezTo>
                  <a:cubicBezTo>
                    <a:pt x="27691" y="41660"/>
                    <a:pt x="26414" y="40353"/>
                    <a:pt x="25198" y="38985"/>
                  </a:cubicBezTo>
                  <a:cubicBezTo>
                    <a:pt x="24074" y="37739"/>
                    <a:pt x="23709" y="36249"/>
                    <a:pt x="24226" y="34578"/>
                  </a:cubicBezTo>
                  <a:cubicBezTo>
                    <a:pt x="24317" y="34274"/>
                    <a:pt x="24378" y="33939"/>
                    <a:pt x="24438" y="33635"/>
                  </a:cubicBezTo>
                  <a:cubicBezTo>
                    <a:pt x="25289" y="29957"/>
                    <a:pt x="24803" y="26523"/>
                    <a:pt x="22675" y="23362"/>
                  </a:cubicBezTo>
                  <a:cubicBezTo>
                    <a:pt x="22159" y="22632"/>
                    <a:pt x="21642" y="21903"/>
                    <a:pt x="21125" y="21173"/>
                  </a:cubicBezTo>
                  <a:cubicBezTo>
                    <a:pt x="20973" y="20960"/>
                    <a:pt x="20821" y="20748"/>
                    <a:pt x="20669" y="20565"/>
                  </a:cubicBezTo>
                  <a:cubicBezTo>
                    <a:pt x="19210" y="18650"/>
                    <a:pt x="18937" y="16644"/>
                    <a:pt x="19727" y="14334"/>
                  </a:cubicBezTo>
                  <a:cubicBezTo>
                    <a:pt x="20578" y="11994"/>
                    <a:pt x="21064" y="9532"/>
                    <a:pt x="20852" y="7009"/>
                  </a:cubicBezTo>
                  <a:cubicBezTo>
                    <a:pt x="20609" y="4334"/>
                    <a:pt x="19484" y="2237"/>
                    <a:pt x="16779" y="1416"/>
                  </a:cubicBezTo>
                  <a:cubicBezTo>
                    <a:pt x="14803" y="808"/>
                    <a:pt x="12736" y="443"/>
                    <a:pt x="10700" y="79"/>
                  </a:cubicBezTo>
                  <a:cubicBezTo>
                    <a:pt x="10436" y="24"/>
                    <a:pt x="10164" y="0"/>
                    <a:pt x="98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0"/>
            <p:cNvSpPr/>
            <p:nvPr/>
          </p:nvSpPr>
          <p:spPr>
            <a:xfrm>
              <a:off x="5730454" y="1858603"/>
              <a:ext cx="490900" cy="1000125"/>
            </a:xfrm>
            <a:custGeom>
              <a:rect b="b" l="l" r="r" t="t"/>
              <a:pathLst>
                <a:path extrusionOk="0" h="56108" w="27540">
                  <a:moveTo>
                    <a:pt x="10162" y="1"/>
                  </a:moveTo>
                  <a:cubicBezTo>
                    <a:pt x="8307" y="1"/>
                    <a:pt x="6576" y="647"/>
                    <a:pt x="5077" y="1832"/>
                  </a:cubicBezTo>
                  <a:cubicBezTo>
                    <a:pt x="2219" y="4082"/>
                    <a:pt x="608" y="7121"/>
                    <a:pt x="335" y="10769"/>
                  </a:cubicBezTo>
                  <a:cubicBezTo>
                    <a:pt x="1" y="14507"/>
                    <a:pt x="608" y="18155"/>
                    <a:pt x="2098" y="21589"/>
                  </a:cubicBezTo>
                  <a:cubicBezTo>
                    <a:pt x="3344" y="24507"/>
                    <a:pt x="4621" y="27425"/>
                    <a:pt x="5806" y="30343"/>
                  </a:cubicBezTo>
                  <a:cubicBezTo>
                    <a:pt x="7417" y="34325"/>
                    <a:pt x="8906" y="38368"/>
                    <a:pt x="10609" y="42289"/>
                  </a:cubicBezTo>
                  <a:cubicBezTo>
                    <a:pt x="12250" y="46210"/>
                    <a:pt x="14499" y="49796"/>
                    <a:pt x="17478" y="52866"/>
                  </a:cubicBezTo>
                  <a:cubicBezTo>
                    <a:pt x="18724" y="54143"/>
                    <a:pt x="20092" y="55237"/>
                    <a:pt x="21825" y="55815"/>
                  </a:cubicBezTo>
                  <a:cubicBezTo>
                    <a:pt x="22389" y="56011"/>
                    <a:pt x="22939" y="56107"/>
                    <a:pt x="23461" y="56107"/>
                  </a:cubicBezTo>
                  <a:cubicBezTo>
                    <a:pt x="24794" y="56107"/>
                    <a:pt x="25945" y="55483"/>
                    <a:pt x="26688" y="54325"/>
                  </a:cubicBezTo>
                  <a:cubicBezTo>
                    <a:pt x="27357" y="53262"/>
                    <a:pt x="27539" y="52076"/>
                    <a:pt x="27448" y="50860"/>
                  </a:cubicBezTo>
                  <a:cubicBezTo>
                    <a:pt x="27326" y="48489"/>
                    <a:pt x="26627" y="46240"/>
                    <a:pt x="25594" y="44143"/>
                  </a:cubicBezTo>
                  <a:cubicBezTo>
                    <a:pt x="24348" y="41681"/>
                    <a:pt x="23010" y="39280"/>
                    <a:pt x="21581" y="36909"/>
                  </a:cubicBezTo>
                  <a:cubicBezTo>
                    <a:pt x="19636" y="33748"/>
                    <a:pt x="18755" y="30374"/>
                    <a:pt x="19059" y="26635"/>
                  </a:cubicBezTo>
                  <a:cubicBezTo>
                    <a:pt x="19332" y="23626"/>
                    <a:pt x="19059" y="20647"/>
                    <a:pt x="17934" y="17820"/>
                  </a:cubicBezTo>
                  <a:cubicBezTo>
                    <a:pt x="17356" y="16392"/>
                    <a:pt x="16505" y="15085"/>
                    <a:pt x="15746" y="13778"/>
                  </a:cubicBezTo>
                  <a:cubicBezTo>
                    <a:pt x="15502" y="13322"/>
                    <a:pt x="15411" y="12896"/>
                    <a:pt x="15563" y="12380"/>
                  </a:cubicBezTo>
                  <a:cubicBezTo>
                    <a:pt x="16110" y="10556"/>
                    <a:pt x="16566" y="8702"/>
                    <a:pt x="16536" y="6787"/>
                  </a:cubicBezTo>
                  <a:cubicBezTo>
                    <a:pt x="16536" y="6513"/>
                    <a:pt x="16536" y="6240"/>
                    <a:pt x="16536" y="5966"/>
                  </a:cubicBezTo>
                  <a:cubicBezTo>
                    <a:pt x="16353" y="2866"/>
                    <a:pt x="14499" y="616"/>
                    <a:pt x="11612" y="130"/>
                  </a:cubicBezTo>
                  <a:cubicBezTo>
                    <a:pt x="11121" y="43"/>
                    <a:pt x="10638" y="1"/>
                    <a:pt x="101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0"/>
            <p:cNvSpPr/>
            <p:nvPr/>
          </p:nvSpPr>
          <p:spPr>
            <a:xfrm>
              <a:off x="6102141" y="1820244"/>
              <a:ext cx="361384" cy="924636"/>
            </a:xfrm>
            <a:custGeom>
              <a:rect b="b" l="l" r="r" t="t"/>
              <a:pathLst>
                <a:path extrusionOk="0" h="51873" w="20274">
                  <a:moveTo>
                    <a:pt x="8084" y="1"/>
                  </a:moveTo>
                  <a:cubicBezTo>
                    <a:pt x="6063" y="1"/>
                    <a:pt x="4592" y="1104"/>
                    <a:pt x="3374" y="2738"/>
                  </a:cubicBezTo>
                  <a:cubicBezTo>
                    <a:pt x="1185" y="5656"/>
                    <a:pt x="122" y="8969"/>
                    <a:pt x="61" y="12586"/>
                  </a:cubicBezTo>
                  <a:cubicBezTo>
                    <a:pt x="0" y="14835"/>
                    <a:pt x="304" y="17115"/>
                    <a:pt x="365" y="19395"/>
                  </a:cubicBezTo>
                  <a:cubicBezTo>
                    <a:pt x="547" y="25231"/>
                    <a:pt x="1550" y="30945"/>
                    <a:pt x="3313" y="36508"/>
                  </a:cubicBezTo>
                  <a:cubicBezTo>
                    <a:pt x="4711" y="40884"/>
                    <a:pt x="6687" y="44957"/>
                    <a:pt x="9818" y="48392"/>
                  </a:cubicBezTo>
                  <a:cubicBezTo>
                    <a:pt x="11155" y="49851"/>
                    <a:pt x="12675" y="51158"/>
                    <a:pt x="14681" y="51675"/>
                  </a:cubicBezTo>
                  <a:cubicBezTo>
                    <a:pt x="15163" y="51808"/>
                    <a:pt x="15632" y="51872"/>
                    <a:pt x="16081" y="51872"/>
                  </a:cubicBezTo>
                  <a:cubicBezTo>
                    <a:pt x="18095" y="51872"/>
                    <a:pt x="19688" y="50574"/>
                    <a:pt x="20061" y="48362"/>
                  </a:cubicBezTo>
                  <a:cubicBezTo>
                    <a:pt x="20274" y="47237"/>
                    <a:pt x="20213" y="45991"/>
                    <a:pt x="20031" y="44836"/>
                  </a:cubicBezTo>
                  <a:cubicBezTo>
                    <a:pt x="19544" y="42070"/>
                    <a:pt x="18207" y="39669"/>
                    <a:pt x="16687" y="37328"/>
                  </a:cubicBezTo>
                  <a:cubicBezTo>
                    <a:pt x="16019" y="36325"/>
                    <a:pt x="15350" y="35322"/>
                    <a:pt x="14681" y="34319"/>
                  </a:cubicBezTo>
                  <a:cubicBezTo>
                    <a:pt x="14347" y="33802"/>
                    <a:pt x="14377" y="33346"/>
                    <a:pt x="14803" y="32860"/>
                  </a:cubicBezTo>
                  <a:cubicBezTo>
                    <a:pt x="15350" y="32222"/>
                    <a:pt x="15897" y="31583"/>
                    <a:pt x="16383" y="30884"/>
                  </a:cubicBezTo>
                  <a:cubicBezTo>
                    <a:pt x="18541" y="27845"/>
                    <a:pt x="19484" y="24471"/>
                    <a:pt x="18937" y="20763"/>
                  </a:cubicBezTo>
                  <a:cubicBezTo>
                    <a:pt x="18359" y="16963"/>
                    <a:pt x="16140" y="14349"/>
                    <a:pt x="12736" y="12677"/>
                  </a:cubicBezTo>
                  <a:cubicBezTo>
                    <a:pt x="11733" y="12191"/>
                    <a:pt x="11733" y="12161"/>
                    <a:pt x="12158" y="11097"/>
                  </a:cubicBezTo>
                  <a:cubicBezTo>
                    <a:pt x="12189" y="11036"/>
                    <a:pt x="12219" y="10945"/>
                    <a:pt x="12249" y="10884"/>
                  </a:cubicBezTo>
                  <a:cubicBezTo>
                    <a:pt x="12888" y="9243"/>
                    <a:pt x="13465" y="7601"/>
                    <a:pt x="13465" y="5747"/>
                  </a:cubicBezTo>
                  <a:cubicBezTo>
                    <a:pt x="13556" y="3437"/>
                    <a:pt x="12158" y="1705"/>
                    <a:pt x="10243" y="489"/>
                  </a:cubicBezTo>
                  <a:cubicBezTo>
                    <a:pt x="9818" y="215"/>
                    <a:pt x="9240" y="63"/>
                    <a:pt x="8693" y="33"/>
                  </a:cubicBezTo>
                  <a:cubicBezTo>
                    <a:pt x="8485" y="11"/>
                    <a:pt x="8282" y="1"/>
                    <a:pt x="80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27" name="Google Shape;4527;p60"/>
          <p:cNvSpPr/>
          <p:nvPr/>
        </p:nvSpPr>
        <p:spPr>
          <a:xfrm>
            <a:off x="1610027" y="2073270"/>
            <a:ext cx="1011016" cy="995918"/>
          </a:xfrm>
          <a:custGeom>
            <a:rect b="b" l="l" r="r" t="t"/>
            <a:pathLst>
              <a:path extrusionOk="0" h="55872" w="56719">
                <a:moveTo>
                  <a:pt x="22311" y="10371"/>
                </a:moveTo>
                <a:cubicBezTo>
                  <a:pt x="23131" y="14566"/>
                  <a:pt x="24742" y="18395"/>
                  <a:pt x="26201" y="22438"/>
                </a:cubicBezTo>
                <a:cubicBezTo>
                  <a:pt x="25926" y="22419"/>
                  <a:pt x="25655" y="22409"/>
                  <a:pt x="25388" y="22409"/>
                </a:cubicBezTo>
                <a:cubicBezTo>
                  <a:pt x="23968" y="22409"/>
                  <a:pt x="22642" y="22672"/>
                  <a:pt x="21338" y="23107"/>
                </a:cubicBezTo>
                <a:cubicBezTo>
                  <a:pt x="19818" y="23593"/>
                  <a:pt x="18298" y="24049"/>
                  <a:pt x="16627" y="24535"/>
                </a:cubicBezTo>
                <a:cubicBezTo>
                  <a:pt x="15593" y="20371"/>
                  <a:pt x="14560" y="16268"/>
                  <a:pt x="13526" y="12134"/>
                </a:cubicBezTo>
                <a:cubicBezTo>
                  <a:pt x="16536" y="11526"/>
                  <a:pt x="19393" y="10948"/>
                  <a:pt x="22311" y="10371"/>
                </a:cubicBezTo>
                <a:close/>
                <a:moveTo>
                  <a:pt x="25445" y="10071"/>
                </a:moveTo>
                <a:cubicBezTo>
                  <a:pt x="26177" y="10071"/>
                  <a:pt x="26873" y="10187"/>
                  <a:pt x="27569" y="10371"/>
                </a:cubicBezTo>
                <a:cubicBezTo>
                  <a:pt x="29515" y="10918"/>
                  <a:pt x="31156" y="11952"/>
                  <a:pt x="32645" y="13259"/>
                </a:cubicBezTo>
                <a:cubicBezTo>
                  <a:pt x="33709" y="14170"/>
                  <a:pt x="34712" y="15143"/>
                  <a:pt x="35746" y="16116"/>
                </a:cubicBezTo>
                <a:cubicBezTo>
                  <a:pt x="35928" y="16298"/>
                  <a:pt x="36110" y="16541"/>
                  <a:pt x="36141" y="16784"/>
                </a:cubicBezTo>
                <a:cubicBezTo>
                  <a:pt x="36627" y="20341"/>
                  <a:pt x="37752" y="23715"/>
                  <a:pt x="39028" y="27028"/>
                </a:cubicBezTo>
                <a:cubicBezTo>
                  <a:pt x="39606" y="28578"/>
                  <a:pt x="40214" y="30098"/>
                  <a:pt x="40791" y="31648"/>
                </a:cubicBezTo>
                <a:cubicBezTo>
                  <a:pt x="40761" y="31678"/>
                  <a:pt x="40731" y="31709"/>
                  <a:pt x="40670" y="31739"/>
                </a:cubicBezTo>
                <a:cubicBezTo>
                  <a:pt x="40001" y="31010"/>
                  <a:pt x="39332" y="30280"/>
                  <a:pt x="38633" y="29551"/>
                </a:cubicBezTo>
                <a:cubicBezTo>
                  <a:pt x="37387" y="28335"/>
                  <a:pt x="36202" y="27089"/>
                  <a:pt x="34925" y="25934"/>
                </a:cubicBezTo>
                <a:cubicBezTo>
                  <a:pt x="33253" y="24414"/>
                  <a:pt x="31247" y="23471"/>
                  <a:pt x="29059" y="22864"/>
                </a:cubicBezTo>
                <a:cubicBezTo>
                  <a:pt x="28815" y="22803"/>
                  <a:pt x="28511" y="22620"/>
                  <a:pt x="28420" y="22408"/>
                </a:cubicBezTo>
                <a:cubicBezTo>
                  <a:pt x="27174" y="18821"/>
                  <a:pt x="25928" y="15265"/>
                  <a:pt x="24682" y="11678"/>
                </a:cubicBezTo>
                <a:cubicBezTo>
                  <a:pt x="24530" y="11192"/>
                  <a:pt x="24469" y="10705"/>
                  <a:pt x="24347" y="10158"/>
                </a:cubicBezTo>
                <a:cubicBezTo>
                  <a:pt x="24725" y="10099"/>
                  <a:pt x="25089" y="10071"/>
                  <a:pt x="25445" y="10071"/>
                </a:cubicBezTo>
                <a:close/>
                <a:moveTo>
                  <a:pt x="25496" y="24434"/>
                </a:moveTo>
                <a:cubicBezTo>
                  <a:pt x="25639" y="24434"/>
                  <a:pt x="25783" y="24437"/>
                  <a:pt x="25928" y="24444"/>
                </a:cubicBezTo>
                <a:cubicBezTo>
                  <a:pt x="27022" y="24475"/>
                  <a:pt x="27022" y="24444"/>
                  <a:pt x="27417" y="25447"/>
                </a:cubicBezTo>
                <a:cubicBezTo>
                  <a:pt x="29059" y="29794"/>
                  <a:pt x="30670" y="34171"/>
                  <a:pt x="31794" y="38700"/>
                </a:cubicBezTo>
                <a:cubicBezTo>
                  <a:pt x="31825" y="38791"/>
                  <a:pt x="31825" y="38882"/>
                  <a:pt x="31885" y="39156"/>
                </a:cubicBezTo>
                <a:cubicBezTo>
                  <a:pt x="30031" y="37940"/>
                  <a:pt x="28116" y="37210"/>
                  <a:pt x="26049" y="37180"/>
                </a:cubicBezTo>
                <a:cubicBezTo>
                  <a:pt x="25872" y="37177"/>
                  <a:pt x="25694" y="37176"/>
                  <a:pt x="25516" y="37176"/>
                </a:cubicBezTo>
                <a:cubicBezTo>
                  <a:pt x="23688" y="37176"/>
                  <a:pt x="21859" y="37310"/>
                  <a:pt x="20031" y="37393"/>
                </a:cubicBezTo>
                <a:cubicBezTo>
                  <a:pt x="19150" y="33836"/>
                  <a:pt x="18238" y="30159"/>
                  <a:pt x="17326" y="26420"/>
                </a:cubicBezTo>
                <a:cubicBezTo>
                  <a:pt x="20048" y="25841"/>
                  <a:pt x="22605" y="24434"/>
                  <a:pt x="25496" y="24434"/>
                </a:cubicBezTo>
                <a:close/>
                <a:moveTo>
                  <a:pt x="29484" y="25143"/>
                </a:moveTo>
                <a:cubicBezTo>
                  <a:pt x="29970" y="25326"/>
                  <a:pt x="30366" y="25478"/>
                  <a:pt x="30730" y="25630"/>
                </a:cubicBezTo>
                <a:cubicBezTo>
                  <a:pt x="32858" y="26572"/>
                  <a:pt x="34469" y="28122"/>
                  <a:pt x="36050" y="29763"/>
                </a:cubicBezTo>
                <a:cubicBezTo>
                  <a:pt x="37965" y="31800"/>
                  <a:pt x="39788" y="33928"/>
                  <a:pt x="42068" y="35599"/>
                </a:cubicBezTo>
                <a:cubicBezTo>
                  <a:pt x="42250" y="35721"/>
                  <a:pt x="42372" y="35964"/>
                  <a:pt x="42433" y="36177"/>
                </a:cubicBezTo>
                <a:cubicBezTo>
                  <a:pt x="43861" y="40463"/>
                  <a:pt x="45199" y="44779"/>
                  <a:pt x="45715" y="49338"/>
                </a:cubicBezTo>
                <a:cubicBezTo>
                  <a:pt x="45715" y="49490"/>
                  <a:pt x="45746" y="49642"/>
                  <a:pt x="45746" y="49794"/>
                </a:cubicBezTo>
                <a:cubicBezTo>
                  <a:pt x="45746" y="49855"/>
                  <a:pt x="45715" y="49946"/>
                  <a:pt x="45715" y="50128"/>
                </a:cubicBezTo>
                <a:cubicBezTo>
                  <a:pt x="45108" y="49855"/>
                  <a:pt x="44530" y="49642"/>
                  <a:pt x="43983" y="49369"/>
                </a:cubicBezTo>
                <a:cubicBezTo>
                  <a:pt x="41460" y="48061"/>
                  <a:pt x="39272" y="46299"/>
                  <a:pt x="37326" y="44232"/>
                </a:cubicBezTo>
                <a:cubicBezTo>
                  <a:pt x="36506" y="43350"/>
                  <a:pt x="35654" y="42499"/>
                  <a:pt x="34834" y="41618"/>
                </a:cubicBezTo>
                <a:cubicBezTo>
                  <a:pt x="34621" y="41405"/>
                  <a:pt x="34439" y="41101"/>
                  <a:pt x="34378" y="40827"/>
                </a:cubicBezTo>
                <a:cubicBezTo>
                  <a:pt x="33314" y="35721"/>
                  <a:pt x="31612" y="30827"/>
                  <a:pt x="29788" y="25994"/>
                </a:cubicBezTo>
                <a:cubicBezTo>
                  <a:pt x="29697" y="25751"/>
                  <a:pt x="29606" y="25508"/>
                  <a:pt x="29484" y="25143"/>
                </a:cubicBezTo>
                <a:close/>
                <a:moveTo>
                  <a:pt x="23360" y="1"/>
                </a:moveTo>
                <a:cubicBezTo>
                  <a:pt x="23086" y="1"/>
                  <a:pt x="22831" y="129"/>
                  <a:pt x="22645" y="371"/>
                </a:cubicBezTo>
                <a:cubicBezTo>
                  <a:pt x="22432" y="675"/>
                  <a:pt x="22250" y="1009"/>
                  <a:pt x="22189" y="1374"/>
                </a:cubicBezTo>
                <a:cubicBezTo>
                  <a:pt x="21824" y="2924"/>
                  <a:pt x="21764" y="4535"/>
                  <a:pt x="21855" y="6116"/>
                </a:cubicBezTo>
                <a:cubicBezTo>
                  <a:pt x="21916" y="6845"/>
                  <a:pt x="21946" y="7575"/>
                  <a:pt x="22007" y="8334"/>
                </a:cubicBezTo>
                <a:cubicBezTo>
                  <a:pt x="19089" y="8942"/>
                  <a:pt x="16262" y="9490"/>
                  <a:pt x="13253" y="10097"/>
                </a:cubicBezTo>
                <a:cubicBezTo>
                  <a:pt x="13192" y="8334"/>
                  <a:pt x="13131" y="6724"/>
                  <a:pt x="13131" y="5143"/>
                </a:cubicBezTo>
                <a:cubicBezTo>
                  <a:pt x="13131" y="4353"/>
                  <a:pt x="13344" y="3562"/>
                  <a:pt x="13405" y="2772"/>
                </a:cubicBezTo>
                <a:cubicBezTo>
                  <a:pt x="13435" y="2225"/>
                  <a:pt x="13101" y="1799"/>
                  <a:pt x="12584" y="1708"/>
                </a:cubicBezTo>
                <a:cubicBezTo>
                  <a:pt x="12522" y="1697"/>
                  <a:pt x="12462" y="1691"/>
                  <a:pt x="12402" y="1691"/>
                </a:cubicBezTo>
                <a:cubicBezTo>
                  <a:pt x="11993" y="1691"/>
                  <a:pt x="11645" y="1960"/>
                  <a:pt x="11459" y="2438"/>
                </a:cubicBezTo>
                <a:cubicBezTo>
                  <a:pt x="11399" y="2651"/>
                  <a:pt x="11307" y="2863"/>
                  <a:pt x="11307" y="3106"/>
                </a:cubicBezTo>
                <a:cubicBezTo>
                  <a:pt x="11247" y="4748"/>
                  <a:pt x="11186" y="6359"/>
                  <a:pt x="11156" y="8000"/>
                </a:cubicBezTo>
                <a:cubicBezTo>
                  <a:pt x="11125" y="8669"/>
                  <a:pt x="11216" y="9338"/>
                  <a:pt x="11277" y="10067"/>
                </a:cubicBezTo>
                <a:cubicBezTo>
                  <a:pt x="11034" y="10037"/>
                  <a:pt x="10821" y="10037"/>
                  <a:pt x="10639" y="9976"/>
                </a:cubicBezTo>
                <a:cubicBezTo>
                  <a:pt x="8876" y="9672"/>
                  <a:pt x="7386" y="8790"/>
                  <a:pt x="6049" y="7605"/>
                </a:cubicBezTo>
                <a:cubicBezTo>
                  <a:pt x="4803" y="6450"/>
                  <a:pt x="3739" y="5173"/>
                  <a:pt x="2857" y="3745"/>
                </a:cubicBezTo>
                <a:cubicBezTo>
                  <a:pt x="2635" y="3339"/>
                  <a:pt x="2290" y="3137"/>
                  <a:pt x="1941" y="3137"/>
                </a:cubicBezTo>
                <a:cubicBezTo>
                  <a:pt x="1767" y="3137"/>
                  <a:pt x="1591" y="3187"/>
                  <a:pt x="1429" y="3289"/>
                </a:cubicBezTo>
                <a:cubicBezTo>
                  <a:pt x="943" y="3623"/>
                  <a:pt x="821" y="4170"/>
                  <a:pt x="1155" y="4778"/>
                </a:cubicBezTo>
                <a:cubicBezTo>
                  <a:pt x="1368" y="5173"/>
                  <a:pt x="1611" y="5538"/>
                  <a:pt x="1854" y="5872"/>
                </a:cubicBezTo>
                <a:cubicBezTo>
                  <a:pt x="4225" y="9094"/>
                  <a:pt x="6991" y="11708"/>
                  <a:pt x="11247" y="12134"/>
                </a:cubicBezTo>
                <a:cubicBezTo>
                  <a:pt x="11399" y="12164"/>
                  <a:pt x="11611" y="12407"/>
                  <a:pt x="11642" y="12559"/>
                </a:cubicBezTo>
                <a:cubicBezTo>
                  <a:pt x="12584" y="16359"/>
                  <a:pt x="13526" y="20158"/>
                  <a:pt x="14438" y="23958"/>
                </a:cubicBezTo>
                <a:cubicBezTo>
                  <a:pt x="14499" y="24201"/>
                  <a:pt x="14560" y="24444"/>
                  <a:pt x="14621" y="24778"/>
                </a:cubicBezTo>
                <a:cubicBezTo>
                  <a:pt x="14498" y="24781"/>
                  <a:pt x="14375" y="24783"/>
                  <a:pt x="14253" y="24783"/>
                </a:cubicBezTo>
                <a:cubicBezTo>
                  <a:pt x="11659" y="24783"/>
                  <a:pt x="9267" y="24158"/>
                  <a:pt x="7234" y="22590"/>
                </a:cubicBezTo>
                <a:cubicBezTo>
                  <a:pt x="5259" y="21101"/>
                  <a:pt x="3739" y="19216"/>
                  <a:pt x="2766" y="16936"/>
                </a:cubicBezTo>
                <a:cubicBezTo>
                  <a:pt x="2602" y="16527"/>
                  <a:pt x="2316" y="16289"/>
                  <a:pt x="1907" y="16289"/>
                </a:cubicBezTo>
                <a:cubicBezTo>
                  <a:pt x="1860" y="16289"/>
                  <a:pt x="1813" y="16292"/>
                  <a:pt x="1763" y="16298"/>
                </a:cubicBezTo>
                <a:cubicBezTo>
                  <a:pt x="1277" y="16329"/>
                  <a:pt x="912" y="16632"/>
                  <a:pt x="912" y="17088"/>
                </a:cubicBezTo>
                <a:cubicBezTo>
                  <a:pt x="912" y="17575"/>
                  <a:pt x="973" y="18091"/>
                  <a:pt x="1216" y="18487"/>
                </a:cubicBezTo>
                <a:cubicBezTo>
                  <a:pt x="1824" y="19520"/>
                  <a:pt x="2493" y="20523"/>
                  <a:pt x="3222" y="21465"/>
                </a:cubicBezTo>
                <a:cubicBezTo>
                  <a:pt x="6001" y="25055"/>
                  <a:pt x="9663" y="26798"/>
                  <a:pt x="14102" y="26798"/>
                </a:cubicBezTo>
                <a:cubicBezTo>
                  <a:pt x="14324" y="26798"/>
                  <a:pt x="14547" y="26793"/>
                  <a:pt x="14773" y="26785"/>
                </a:cubicBezTo>
                <a:cubicBezTo>
                  <a:pt x="15198" y="26785"/>
                  <a:pt x="15289" y="26967"/>
                  <a:pt x="15381" y="27301"/>
                </a:cubicBezTo>
                <a:cubicBezTo>
                  <a:pt x="15958" y="29490"/>
                  <a:pt x="16566" y="31678"/>
                  <a:pt x="17113" y="33897"/>
                </a:cubicBezTo>
                <a:cubicBezTo>
                  <a:pt x="17447" y="35235"/>
                  <a:pt x="17691" y="36572"/>
                  <a:pt x="17964" y="37879"/>
                </a:cubicBezTo>
                <a:cubicBezTo>
                  <a:pt x="17873" y="37970"/>
                  <a:pt x="17843" y="38001"/>
                  <a:pt x="17812" y="38031"/>
                </a:cubicBezTo>
                <a:cubicBezTo>
                  <a:pt x="16525" y="38406"/>
                  <a:pt x="15249" y="38611"/>
                  <a:pt x="13991" y="38611"/>
                </a:cubicBezTo>
                <a:cubicBezTo>
                  <a:pt x="12189" y="38611"/>
                  <a:pt x="10425" y="38189"/>
                  <a:pt x="8724" y="37241"/>
                </a:cubicBezTo>
                <a:cubicBezTo>
                  <a:pt x="5411" y="35417"/>
                  <a:pt x="3101" y="32742"/>
                  <a:pt x="1946" y="29125"/>
                </a:cubicBezTo>
                <a:cubicBezTo>
                  <a:pt x="1806" y="28624"/>
                  <a:pt x="1464" y="28327"/>
                  <a:pt x="1010" y="28327"/>
                </a:cubicBezTo>
                <a:cubicBezTo>
                  <a:pt x="968" y="28327"/>
                  <a:pt x="925" y="28330"/>
                  <a:pt x="882" y="28335"/>
                </a:cubicBezTo>
                <a:cubicBezTo>
                  <a:pt x="395" y="28365"/>
                  <a:pt x="0" y="28760"/>
                  <a:pt x="0" y="29338"/>
                </a:cubicBezTo>
                <a:cubicBezTo>
                  <a:pt x="0" y="29611"/>
                  <a:pt x="61" y="29946"/>
                  <a:pt x="152" y="30219"/>
                </a:cubicBezTo>
                <a:cubicBezTo>
                  <a:pt x="821" y="32225"/>
                  <a:pt x="1915" y="33958"/>
                  <a:pt x="3313" y="35508"/>
                </a:cubicBezTo>
                <a:cubicBezTo>
                  <a:pt x="6298" y="38786"/>
                  <a:pt x="9813" y="40607"/>
                  <a:pt x="13956" y="40607"/>
                </a:cubicBezTo>
                <a:cubicBezTo>
                  <a:pt x="14961" y="40607"/>
                  <a:pt x="16003" y="40500"/>
                  <a:pt x="17083" y="40280"/>
                </a:cubicBezTo>
                <a:cubicBezTo>
                  <a:pt x="17478" y="40189"/>
                  <a:pt x="17843" y="40128"/>
                  <a:pt x="18238" y="40037"/>
                </a:cubicBezTo>
                <a:cubicBezTo>
                  <a:pt x="18511" y="41770"/>
                  <a:pt x="18420" y="43441"/>
                  <a:pt x="18238" y="45113"/>
                </a:cubicBezTo>
                <a:cubicBezTo>
                  <a:pt x="18086" y="46420"/>
                  <a:pt x="17843" y="47727"/>
                  <a:pt x="17660" y="49034"/>
                </a:cubicBezTo>
                <a:cubicBezTo>
                  <a:pt x="17599" y="49520"/>
                  <a:pt x="17691" y="50007"/>
                  <a:pt x="18177" y="50159"/>
                </a:cubicBezTo>
                <a:cubicBezTo>
                  <a:pt x="18288" y="50203"/>
                  <a:pt x="18420" y="50223"/>
                  <a:pt x="18558" y="50223"/>
                </a:cubicBezTo>
                <a:cubicBezTo>
                  <a:pt x="18795" y="50223"/>
                  <a:pt x="19048" y="50164"/>
                  <a:pt x="19241" y="50068"/>
                </a:cubicBezTo>
                <a:cubicBezTo>
                  <a:pt x="19454" y="49916"/>
                  <a:pt x="19606" y="49520"/>
                  <a:pt x="19666" y="49217"/>
                </a:cubicBezTo>
                <a:cubicBezTo>
                  <a:pt x="20244" y="46207"/>
                  <a:pt x="20639" y="43198"/>
                  <a:pt x="20305" y="40128"/>
                </a:cubicBezTo>
                <a:cubicBezTo>
                  <a:pt x="20244" y="39672"/>
                  <a:pt x="20426" y="39520"/>
                  <a:pt x="20821" y="39490"/>
                </a:cubicBezTo>
                <a:cubicBezTo>
                  <a:pt x="21551" y="39399"/>
                  <a:pt x="22311" y="39247"/>
                  <a:pt x="23071" y="39186"/>
                </a:cubicBezTo>
                <a:cubicBezTo>
                  <a:pt x="23616" y="39128"/>
                  <a:pt x="24154" y="39097"/>
                  <a:pt x="24683" y="39097"/>
                </a:cubicBezTo>
                <a:cubicBezTo>
                  <a:pt x="27455" y="39097"/>
                  <a:pt x="29989" y="39931"/>
                  <a:pt x="32159" y="41922"/>
                </a:cubicBezTo>
                <a:cubicBezTo>
                  <a:pt x="32402" y="42165"/>
                  <a:pt x="32584" y="42530"/>
                  <a:pt x="32645" y="42864"/>
                </a:cubicBezTo>
                <a:cubicBezTo>
                  <a:pt x="33010" y="44536"/>
                  <a:pt x="32949" y="46207"/>
                  <a:pt x="32706" y="47910"/>
                </a:cubicBezTo>
                <a:cubicBezTo>
                  <a:pt x="32524" y="49156"/>
                  <a:pt x="32281" y="50372"/>
                  <a:pt x="32068" y="51648"/>
                </a:cubicBezTo>
                <a:cubicBezTo>
                  <a:pt x="31977" y="52347"/>
                  <a:pt x="32281" y="52834"/>
                  <a:pt x="32858" y="52925"/>
                </a:cubicBezTo>
                <a:cubicBezTo>
                  <a:pt x="32917" y="52934"/>
                  <a:pt x="32975" y="52939"/>
                  <a:pt x="33031" y="52939"/>
                </a:cubicBezTo>
                <a:cubicBezTo>
                  <a:pt x="33531" y="52939"/>
                  <a:pt x="33934" y="52583"/>
                  <a:pt x="34043" y="51983"/>
                </a:cubicBezTo>
                <a:cubicBezTo>
                  <a:pt x="34317" y="50493"/>
                  <a:pt x="34560" y="49004"/>
                  <a:pt x="34773" y="47514"/>
                </a:cubicBezTo>
                <a:cubicBezTo>
                  <a:pt x="34895" y="46603"/>
                  <a:pt x="34895" y="45691"/>
                  <a:pt x="34955" y="44809"/>
                </a:cubicBezTo>
                <a:cubicBezTo>
                  <a:pt x="34986" y="44748"/>
                  <a:pt x="35047" y="44718"/>
                  <a:pt x="35107" y="44657"/>
                </a:cubicBezTo>
                <a:cubicBezTo>
                  <a:pt x="35259" y="44870"/>
                  <a:pt x="35381" y="45083"/>
                  <a:pt x="35533" y="45265"/>
                </a:cubicBezTo>
                <a:cubicBezTo>
                  <a:pt x="38390" y="48305"/>
                  <a:pt x="41521" y="50888"/>
                  <a:pt x="45563" y="52195"/>
                </a:cubicBezTo>
                <a:cubicBezTo>
                  <a:pt x="45685" y="52226"/>
                  <a:pt x="45837" y="52499"/>
                  <a:pt x="45837" y="52651"/>
                </a:cubicBezTo>
                <a:cubicBezTo>
                  <a:pt x="45867" y="53320"/>
                  <a:pt x="45807" y="53989"/>
                  <a:pt x="45776" y="54688"/>
                </a:cubicBezTo>
                <a:cubicBezTo>
                  <a:pt x="45746" y="55265"/>
                  <a:pt x="46019" y="55721"/>
                  <a:pt x="46506" y="55843"/>
                </a:cubicBezTo>
                <a:cubicBezTo>
                  <a:pt x="46591" y="55862"/>
                  <a:pt x="46676" y="55871"/>
                  <a:pt x="46757" y="55871"/>
                </a:cubicBezTo>
                <a:cubicBezTo>
                  <a:pt x="47198" y="55871"/>
                  <a:pt x="47568" y="55600"/>
                  <a:pt x="47722" y="55113"/>
                </a:cubicBezTo>
                <a:cubicBezTo>
                  <a:pt x="47813" y="54749"/>
                  <a:pt x="47843" y="54323"/>
                  <a:pt x="47874" y="53958"/>
                </a:cubicBezTo>
                <a:cubicBezTo>
                  <a:pt x="47904" y="53533"/>
                  <a:pt x="47904" y="53138"/>
                  <a:pt x="47934" y="52803"/>
                </a:cubicBezTo>
                <a:cubicBezTo>
                  <a:pt x="48785" y="52803"/>
                  <a:pt x="49606" y="52811"/>
                  <a:pt x="50412" y="52811"/>
                </a:cubicBezTo>
                <a:cubicBezTo>
                  <a:pt x="51217" y="52811"/>
                  <a:pt x="52007" y="52803"/>
                  <a:pt x="52798" y="52773"/>
                </a:cubicBezTo>
                <a:cubicBezTo>
                  <a:pt x="53801" y="52742"/>
                  <a:pt x="54804" y="52530"/>
                  <a:pt x="55807" y="52347"/>
                </a:cubicBezTo>
                <a:cubicBezTo>
                  <a:pt x="56415" y="52226"/>
                  <a:pt x="56719" y="51739"/>
                  <a:pt x="56597" y="51192"/>
                </a:cubicBezTo>
                <a:cubicBezTo>
                  <a:pt x="56539" y="50670"/>
                  <a:pt x="56094" y="50369"/>
                  <a:pt x="55525" y="50369"/>
                </a:cubicBezTo>
                <a:cubicBezTo>
                  <a:pt x="55497" y="50369"/>
                  <a:pt x="55470" y="50370"/>
                  <a:pt x="55442" y="50372"/>
                </a:cubicBezTo>
                <a:cubicBezTo>
                  <a:pt x="55351" y="50402"/>
                  <a:pt x="55290" y="50402"/>
                  <a:pt x="55199" y="50432"/>
                </a:cubicBezTo>
                <a:cubicBezTo>
                  <a:pt x="53654" y="50659"/>
                  <a:pt x="52123" y="50872"/>
                  <a:pt x="50578" y="50872"/>
                </a:cubicBezTo>
                <a:cubicBezTo>
                  <a:pt x="49843" y="50872"/>
                  <a:pt x="49104" y="50823"/>
                  <a:pt x="48360" y="50706"/>
                </a:cubicBezTo>
                <a:cubicBezTo>
                  <a:pt x="48025" y="50645"/>
                  <a:pt x="47843" y="50554"/>
                  <a:pt x="47813" y="50159"/>
                </a:cubicBezTo>
                <a:cubicBezTo>
                  <a:pt x="47478" y="46451"/>
                  <a:pt x="46688" y="42833"/>
                  <a:pt x="45563" y="39277"/>
                </a:cubicBezTo>
                <a:cubicBezTo>
                  <a:pt x="45351" y="38700"/>
                  <a:pt x="45199" y="38122"/>
                  <a:pt x="45016" y="37453"/>
                </a:cubicBezTo>
                <a:lnTo>
                  <a:pt x="45016" y="37453"/>
                </a:lnTo>
                <a:cubicBezTo>
                  <a:pt x="45199" y="37514"/>
                  <a:pt x="45290" y="37545"/>
                  <a:pt x="45381" y="37575"/>
                </a:cubicBezTo>
                <a:cubicBezTo>
                  <a:pt x="47276" y="38376"/>
                  <a:pt x="49221" y="38700"/>
                  <a:pt x="51193" y="38700"/>
                </a:cubicBezTo>
                <a:cubicBezTo>
                  <a:pt x="52288" y="38700"/>
                  <a:pt x="53392" y="38600"/>
                  <a:pt x="54500" y="38426"/>
                </a:cubicBezTo>
                <a:cubicBezTo>
                  <a:pt x="55199" y="38305"/>
                  <a:pt x="55594" y="37849"/>
                  <a:pt x="55533" y="37241"/>
                </a:cubicBezTo>
                <a:cubicBezTo>
                  <a:pt x="55446" y="36719"/>
                  <a:pt x="55027" y="36418"/>
                  <a:pt x="54355" y="36418"/>
                </a:cubicBezTo>
                <a:cubicBezTo>
                  <a:pt x="54323" y="36418"/>
                  <a:pt x="54290" y="36419"/>
                  <a:pt x="54257" y="36420"/>
                </a:cubicBezTo>
                <a:cubicBezTo>
                  <a:pt x="53740" y="36481"/>
                  <a:pt x="53223" y="36572"/>
                  <a:pt x="52706" y="36602"/>
                </a:cubicBezTo>
                <a:cubicBezTo>
                  <a:pt x="52174" y="36652"/>
                  <a:pt x="51646" y="36679"/>
                  <a:pt x="51124" y="36679"/>
                </a:cubicBezTo>
                <a:cubicBezTo>
                  <a:pt x="48788" y="36679"/>
                  <a:pt x="46573" y="36145"/>
                  <a:pt x="44560" y="34779"/>
                </a:cubicBezTo>
                <a:cubicBezTo>
                  <a:pt x="44226" y="34566"/>
                  <a:pt x="43952" y="34201"/>
                  <a:pt x="43770" y="33836"/>
                </a:cubicBezTo>
                <a:cubicBezTo>
                  <a:pt x="43436" y="33076"/>
                  <a:pt x="43193" y="32286"/>
                  <a:pt x="42889" y="31496"/>
                </a:cubicBezTo>
                <a:cubicBezTo>
                  <a:pt x="41703" y="28183"/>
                  <a:pt x="40487" y="24900"/>
                  <a:pt x="39302" y="21587"/>
                </a:cubicBezTo>
                <a:cubicBezTo>
                  <a:pt x="38998" y="20766"/>
                  <a:pt x="38846" y="19915"/>
                  <a:pt x="38603" y="19064"/>
                </a:cubicBezTo>
                <a:lnTo>
                  <a:pt x="38755" y="19064"/>
                </a:lnTo>
                <a:cubicBezTo>
                  <a:pt x="38876" y="19155"/>
                  <a:pt x="38968" y="19246"/>
                  <a:pt x="39059" y="19338"/>
                </a:cubicBezTo>
                <a:cubicBezTo>
                  <a:pt x="42307" y="22244"/>
                  <a:pt x="46063" y="23735"/>
                  <a:pt x="50326" y="23735"/>
                </a:cubicBezTo>
                <a:cubicBezTo>
                  <a:pt x="50610" y="23735"/>
                  <a:pt x="50897" y="23728"/>
                  <a:pt x="51187" y="23715"/>
                </a:cubicBezTo>
                <a:cubicBezTo>
                  <a:pt x="52007" y="23684"/>
                  <a:pt x="52828" y="23563"/>
                  <a:pt x="53618" y="23380"/>
                </a:cubicBezTo>
                <a:cubicBezTo>
                  <a:pt x="54165" y="23259"/>
                  <a:pt x="54439" y="22772"/>
                  <a:pt x="54348" y="22286"/>
                </a:cubicBezTo>
                <a:cubicBezTo>
                  <a:pt x="54257" y="21739"/>
                  <a:pt x="53892" y="21496"/>
                  <a:pt x="53375" y="21465"/>
                </a:cubicBezTo>
                <a:cubicBezTo>
                  <a:pt x="53102" y="21465"/>
                  <a:pt x="52858" y="21496"/>
                  <a:pt x="52615" y="21557"/>
                </a:cubicBezTo>
                <a:cubicBezTo>
                  <a:pt x="51847" y="21666"/>
                  <a:pt x="51087" y="21722"/>
                  <a:pt x="50334" y="21722"/>
                </a:cubicBezTo>
                <a:cubicBezTo>
                  <a:pt x="48374" y="21722"/>
                  <a:pt x="46466" y="21344"/>
                  <a:pt x="44621" y="20553"/>
                </a:cubicBezTo>
                <a:cubicBezTo>
                  <a:pt x="42068" y="19490"/>
                  <a:pt x="40092" y="17605"/>
                  <a:pt x="38208" y="15660"/>
                </a:cubicBezTo>
                <a:cubicBezTo>
                  <a:pt x="38086" y="15538"/>
                  <a:pt x="38025" y="15295"/>
                  <a:pt x="37995" y="15082"/>
                </a:cubicBezTo>
                <a:cubicBezTo>
                  <a:pt x="37782" y="12711"/>
                  <a:pt x="37813" y="10341"/>
                  <a:pt x="38208" y="8000"/>
                </a:cubicBezTo>
                <a:cubicBezTo>
                  <a:pt x="38360" y="7088"/>
                  <a:pt x="38633" y="6207"/>
                  <a:pt x="38846" y="5325"/>
                </a:cubicBezTo>
                <a:cubicBezTo>
                  <a:pt x="38968" y="4748"/>
                  <a:pt x="38755" y="4261"/>
                  <a:pt x="38268" y="4079"/>
                </a:cubicBezTo>
                <a:cubicBezTo>
                  <a:pt x="38142" y="4024"/>
                  <a:pt x="38014" y="3997"/>
                  <a:pt x="37888" y="3997"/>
                </a:cubicBezTo>
                <a:cubicBezTo>
                  <a:pt x="37530" y="3997"/>
                  <a:pt x="37194" y="4213"/>
                  <a:pt x="36992" y="4596"/>
                </a:cubicBezTo>
                <a:cubicBezTo>
                  <a:pt x="36901" y="4809"/>
                  <a:pt x="36779" y="5021"/>
                  <a:pt x="36749" y="5234"/>
                </a:cubicBezTo>
                <a:cubicBezTo>
                  <a:pt x="36475" y="6967"/>
                  <a:pt x="36141" y="8699"/>
                  <a:pt x="35928" y="10432"/>
                </a:cubicBezTo>
                <a:cubicBezTo>
                  <a:pt x="35806" y="11344"/>
                  <a:pt x="35837" y="12286"/>
                  <a:pt x="35776" y="13319"/>
                </a:cubicBezTo>
                <a:cubicBezTo>
                  <a:pt x="34074" y="11769"/>
                  <a:pt x="32432" y="10310"/>
                  <a:pt x="30457" y="9307"/>
                </a:cubicBezTo>
                <a:cubicBezTo>
                  <a:pt x="28820" y="8489"/>
                  <a:pt x="27102" y="8055"/>
                  <a:pt x="25287" y="8055"/>
                </a:cubicBezTo>
                <a:cubicBezTo>
                  <a:pt x="24878" y="8055"/>
                  <a:pt x="24463" y="8077"/>
                  <a:pt x="24043" y="8122"/>
                </a:cubicBezTo>
                <a:cubicBezTo>
                  <a:pt x="23861" y="5781"/>
                  <a:pt x="23618" y="3562"/>
                  <a:pt x="24286" y="1374"/>
                </a:cubicBezTo>
                <a:cubicBezTo>
                  <a:pt x="24469" y="888"/>
                  <a:pt x="24347" y="432"/>
                  <a:pt x="23891" y="158"/>
                </a:cubicBezTo>
                <a:cubicBezTo>
                  <a:pt x="23715" y="52"/>
                  <a:pt x="23533" y="1"/>
                  <a:pt x="233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8" name="Google Shape;4528;p60"/>
          <p:cNvGrpSpPr/>
          <p:nvPr/>
        </p:nvGrpSpPr>
        <p:grpSpPr>
          <a:xfrm>
            <a:off x="3041881" y="3719181"/>
            <a:ext cx="1524644" cy="775494"/>
            <a:chOff x="3009516" y="3024631"/>
            <a:chExt cx="1524644" cy="775494"/>
          </a:xfrm>
        </p:grpSpPr>
        <p:sp>
          <p:nvSpPr>
            <p:cNvPr id="4529" name="Google Shape;4529;p60"/>
            <p:cNvSpPr/>
            <p:nvPr/>
          </p:nvSpPr>
          <p:spPr>
            <a:xfrm>
              <a:off x="3042563" y="3542358"/>
              <a:ext cx="1440135" cy="257767"/>
            </a:xfrm>
            <a:custGeom>
              <a:rect b="b" l="l" r="r" t="t"/>
              <a:pathLst>
                <a:path extrusionOk="0" h="14461" w="80793">
                  <a:moveTo>
                    <a:pt x="20829" y="0"/>
                  </a:moveTo>
                  <a:cubicBezTo>
                    <a:pt x="19474" y="0"/>
                    <a:pt x="18067" y="523"/>
                    <a:pt x="16688" y="1574"/>
                  </a:cubicBezTo>
                  <a:cubicBezTo>
                    <a:pt x="16049" y="2060"/>
                    <a:pt x="15441" y="2668"/>
                    <a:pt x="14925" y="3276"/>
                  </a:cubicBezTo>
                  <a:cubicBezTo>
                    <a:pt x="14165" y="4188"/>
                    <a:pt x="13496" y="5191"/>
                    <a:pt x="12736" y="6103"/>
                  </a:cubicBezTo>
                  <a:cubicBezTo>
                    <a:pt x="11528" y="7523"/>
                    <a:pt x="10069" y="8248"/>
                    <a:pt x="8451" y="8248"/>
                  </a:cubicBezTo>
                  <a:cubicBezTo>
                    <a:pt x="7749" y="8248"/>
                    <a:pt x="7016" y="8111"/>
                    <a:pt x="6262" y="7835"/>
                  </a:cubicBezTo>
                  <a:cubicBezTo>
                    <a:pt x="4651" y="7227"/>
                    <a:pt x="3222" y="6315"/>
                    <a:pt x="2037" y="5039"/>
                  </a:cubicBezTo>
                  <a:cubicBezTo>
                    <a:pt x="1737" y="4702"/>
                    <a:pt x="1415" y="4526"/>
                    <a:pt x="1105" y="4526"/>
                  </a:cubicBezTo>
                  <a:cubicBezTo>
                    <a:pt x="911" y="4526"/>
                    <a:pt x="723" y="4595"/>
                    <a:pt x="547" y="4735"/>
                  </a:cubicBezTo>
                  <a:cubicBezTo>
                    <a:pt x="61" y="5100"/>
                    <a:pt x="0" y="5738"/>
                    <a:pt x="395" y="6346"/>
                  </a:cubicBezTo>
                  <a:cubicBezTo>
                    <a:pt x="547" y="6528"/>
                    <a:pt x="699" y="6711"/>
                    <a:pt x="882" y="6893"/>
                  </a:cubicBezTo>
                  <a:cubicBezTo>
                    <a:pt x="2128" y="8078"/>
                    <a:pt x="3557" y="9021"/>
                    <a:pt x="5168" y="9659"/>
                  </a:cubicBezTo>
                  <a:cubicBezTo>
                    <a:pt x="6324" y="10131"/>
                    <a:pt x="7443" y="10374"/>
                    <a:pt x="8519" y="10374"/>
                  </a:cubicBezTo>
                  <a:cubicBezTo>
                    <a:pt x="10355" y="10374"/>
                    <a:pt x="12065" y="9665"/>
                    <a:pt x="13618" y="8170"/>
                  </a:cubicBezTo>
                  <a:cubicBezTo>
                    <a:pt x="14590" y="7227"/>
                    <a:pt x="15350" y="6072"/>
                    <a:pt x="16201" y="5008"/>
                  </a:cubicBezTo>
                  <a:cubicBezTo>
                    <a:pt x="17052" y="3945"/>
                    <a:pt x="17995" y="3033"/>
                    <a:pt x="19271" y="2455"/>
                  </a:cubicBezTo>
                  <a:cubicBezTo>
                    <a:pt x="19806" y="2219"/>
                    <a:pt x="20335" y="2095"/>
                    <a:pt x="20847" y="2095"/>
                  </a:cubicBezTo>
                  <a:cubicBezTo>
                    <a:pt x="21587" y="2095"/>
                    <a:pt x="22290" y="2354"/>
                    <a:pt x="22919" y="2911"/>
                  </a:cubicBezTo>
                  <a:cubicBezTo>
                    <a:pt x="23709" y="3610"/>
                    <a:pt x="24378" y="4431"/>
                    <a:pt x="25016" y="5282"/>
                  </a:cubicBezTo>
                  <a:cubicBezTo>
                    <a:pt x="25928" y="6559"/>
                    <a:pt x="26748" y="7926"/>
                    <a:pt x="27691" y="9203"/>
                  </a:cubicBezTo>
                  <a:cubicBezTo>
                    <a:pt x="29119" y="11088"/>
                    <a:pt x="30822" y="12699"/>
                    <a:pt x="33132" y="13458"/>
                  </a:cubicBezTo>
                  <a:cubicBezTo>
                    <a:pt x="33947" y="13721"/>
                    <a:pt x="34737" y="13856"/>
                    <a:pt x="35493" y="13856"/>
                  </a:cubicBezTo>
                  <a:cubicBezTo>
                    <a:pt x="37189" y="13856"/>
                    <a:pt x="38719" y="13176"/>
                    <a:pt x="40001" y="11726"/>
                  </a:cubicBezTo>
                  <a:cubicBezTo>
                    <a:pt x="40943" y="10662"/>
                    <a:pt x="41612" y="9385"/>
                    <a:pt x="42402" y="8170"/>
                  </a:cubicBezTo>
                  <a:cubicBezTo>
                    <a:pt x="42858" y="7440"/>
                    <a:pt x="43223" y="6619"/>
                    <a:pt x="43709" y="5890"/>
                  </a:cubicBezTo>
                  <a:cubicBezTo>
                    <a:pt x="44530" y="4704"/>
                    <a:pt x="45685" y="4005"/>
                    <a:pt x="47205" y="3945"/>
                  </a:cubicBezTo>
                  <a:cubicBezTo>
                    <a:pt x="47296" y="3945"/>
                    <a:pt x="47418" y="3945"/>
                    <a:pt x="47539" y="3975"/>
                  </a:cubicBezTo>
                  <a:cubicBezTo>
                    <a:pt x="49758" y="4218"/>
                    <a:pt x="51308" y="5495"/>
                    <a:pt x="52615" y="7167"/>
                  </a:cubicBezTo>
                  <a:cubicBezTo>
                    <a:pt x="53527" y="8322"/>
                    <a:pt x="54317" y="9568"/>
                    <a:pt x="55199" y="10753"/>
                  </a:cubicBezTo>
                  <a:cubicBezTo>
                    <a:pt x="56475" y="12516"/>
                    <a:pt x="58147" y="13793"/>
                    <a:pt x="60305" y="14279"/>
                  </a:cubicBezTo>
                  <a:cubicBezTo>
                    <a:pt x="60807" y="14399"/>
                    <a:pt x="61290" y="14460"/>
                    <a:pt x="61753" y="14460"/>
                  </a:cubicBezTo>
                  <a:cubicBezTo>
                    <a:pt x="63283" y="14460"/>
                    <a:pt x="64591" y="13795"/>
                    <a:pt x="65594" y="12395"/>
                  </a:cubicBezTo>
                  <a:cubicBezTo>
                    <a:pt x="66263" y="11483"/>
                    <a:pt x="66688" y="10419"/>
                    <a:pt x="67266" y="9477"/>
                  </a:cubicBezTo>
                  <a:cubicBezTo>
                    <a:pt x="68056" y="8109"/>
                    <a:pt x="68755" y="6711"/>
                    <a:pt x="69728" y="5495"/>
                  </a:cubicBezTo>
                  <a:cubicBezTo>
                    <a:pt x="70746" y="4222"/>
                    <a:pt x="71819" y="3602"/>
                    <a:pt x="73018" y="3602"/>
                  </a:cubicBezTo>
                  <a:cubicBezTo>
                    <a:pt x="73823" y="3602"/>
                    <a:pt x="74684" y="3881"/>
                    <a:pt x="75625" y="4431"/>
                  </a:cubicBezTo>
                  <a:cubicBezTo>
                    <a:pt x="76719" y="5069"/>
                    <a:pt x="77692" y="5860"/>
                    <a:pt x="78695" y="6589"/>
                  </a:cubicBezTo>
                  <a:cubicBezTo>
                    <a:pt x="79044" y="6847"/>
                    <a:pt x="79371" y="6977"/>
                    <a:pt x="79660" y="6977"/>
                  </a:cubicBezTo>
                  <a:cubicBezTo>
                    <a:pt x="79949" y="6977"/>
                    <a:pt x="80199" y="6847"/>
                    <a:pt x="80397" y="6589"/>
                  </a:cubicBezTo>
                  <a:cubicBezTo>
                    <a:pt x="80792" y="6103"/>
                    <a:pt x="80701" y="5464"/>
                    <a:pt x="80032" y="4978"/>
                  </a:cubicBezTo>
                  <a:cubicBezTo>
                    <a:pt x="78786" y="4066"/>
                    <a:pt x="77570" y="3124"/>
                    <a:pt x="76233" y="2364"/>
                  </a:cubicBezTo>
                  <a:cubicBezTo>
                    <a:pt x="75155" y="1791"/>
                    <a:pt x="74095" y="1512"/>
                    <a:pt x="73075" y="1512"/>
                  </a:cubicBezTo>
                  <a:cubicBezTo>
                    <a:pt x="71390" y="1512"/>
                    <a:pt x="69815" y="2274"/>
                    <a:pt x="68451" y="3732"/>
                  </a:cubicBezTo>
                  <a:cubicBezTo>
                    <a:pt x="67084" y="5191"/>
                    <a:pt x="66111" y="6893"/>
                    <a:pt x="65290" y="8686"/>
                  </a:cubicBezTo>
                  <a:cubicBezTo>
                    <a:pt x="64834" y="9629"/>
                    <a:pt x="64318" y="10510"/>
                    <a:pt x="63740" y="11361"/>
                  </a:cubicBezTo>
                  <a:cubicBezTo>
                    <a:pt x="63251" y="12046"/>
                    <a:pt x="62564" y="12357"/>
                    <a:pt x="61792" y="12357"/>
                  </a:cubicBezTo>
                  <a:cubicBezTo>
                    <a:pt x="61605" y="12357"/>
                    <a:pt x="61413" y="12339"/>
                    <a:pt x="61217" y="12303"/>
                  </a:cubicBezTo>
                  <a:cubicBezTo>
                    <a:pt x="59880" y="12091"/>
                    <a:pt x="58664" y="11574"/>
                    <a:pt x="57752" y="10510"/>
                  </a:cubicBezTo>
                  <a:cubicBezTo>
                    <a:pt x="56901" y="9477"/>
                    <a:pt x="56080" y="8413"/>
                    <a:pt x="55320" y="7288"/>
                  </a:cubicBezTo>
                  <a:cubicBezTo>
                    <a:pt x="54165" y="5616"/>
                    <a:pt x="52889" y="4066"/>
                    <a:pt x="51095" y="2972"/>
                  </a:cubicBezTo>
                  <a:cubicBezTo>
                    <a:pt x="49818" y="2212"/>
                    <a:pt x="48516" y="1839"/>
                    <a:pt x="47269" y="1839"/>
                  </a:cubicBezTo>
                  <a:cubicBezTo>
                    <a:pt x="45077" y="1839"/>
                    <a:pt x="43057" y="2993"/>
                    <a:pt x="41642" y="5221"/>
                  </a:cubicBezTo>
                  <a:cubicBezTo>
                    <a:pt x="41186" y="5920"/>
                    <a:pt x="40852" y="6680"/>
                    <a:pt x="40427" y="7410"/>
                  </a:cubicBezTo>
                  <a:cubicBezTo>
                    <a:pt x="40031" y="8109"/>
                    <a:pt x="39636" y="8838"/>
                    <a:pt x="39180" y="9507"/>
                  </a:cubicBezTo>
                  <a:cubicBezTo>
                    <a:pt x="38101" y="10996"/>
                    <a:pt x="36793" y="11745"/>
                    <a:pt x="35348" y="11745"/>
                  </a:cubicBezTo>
                  <a:cubicBezTo>
                    <a:pt x="34433" y="11745"/>
                    <a:pt x="33464" y="11445"/>
                    <a:pt x="32463" y="10844"/>
                  </a:cubicBezTo>
                  <a:cubicBezTo>
                    <a:pt x="31034" y="9963"/>
                    <a:pt x="29910" y="8747"/>
                    <a:pt x="28967" y="7379"/>
                  </a:cubicBezTo>
                  <a:cubicBezTo>
                    <a:pt x="27873" y="5829"/>
                    <a:pt x="26900" y="4188"/>
                    <a:pt x="25715" y="2698"/>
                  </a:cubicBezTo>
                  <a:cubicBezTo>
                    <a:pt x="24300" y="903"/>
                    <a:pt x="22610" y="0"/>
                    <a:pt x="208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0"/>
            <p:cNvSpPr/>
            <p:nvPr/>
          </p:nvSpPr>
          <p:spPr>
            <a:xfrm>
              <a:off x="3009516" y="3024631"/>
              <a:ext cx="1524644" cy="228891"/>
            </a:xfrm>
            <a:custGeom>
              <a:rect b="b" l="l" r="r" t="t"/>
              <a:pathLst>
                <a:path extrusionOk="0" h="12841" w="85534">
                  <a:moveTo>
                    <a:pt x="46851" y="1"/>
                  </a:moveTo>
                  <a:cubicBezTo>
                    <a:pt x="44816" y="1"/>
                    <a:pt x="42962" y="679"/>
                    <a:pt x="41217" y="1834"/>
                  </a:cubicBezTo>
                  <a:cubicBezTo>
                    <a:pt x="39788" y="2776"/>
                    <a:pt x="38603" y="4053"/>
                    <a:pt x="37508" y="5360"/>
                  </a:cubicBezTo>
                  <a:cubicBezTo>
                    <a:pt x="36870" y="6089"/>
                    <a:pt x="36262" y="6849"/>
                    <a:pt x="35563" y="7518"/>
                  </a:cubicBezTo>
                  <a:cubicBezTo>
                    <a:pt x="34637" y="8366"/>
                    <a:pt x="33669" y="8792"/>
                    <a:pt x="32695" y="8792"/>
                  </a:cubicBezTo>
                  <a:cubicBezTo>
                    <a:pt x="31784" y="8792"/>
                    <a:pt x="30866" y="8419"/>
                    <a:pt x="29970" y="7670"/>
                  </a:cubicBezTo>
                  <a:cubicBezTo>
                    <a:pt x="28724" y="6606"/>
                    <a:pt x="27599" y="5421"/>
                    <a:pt x="26384" y="4327"/>
                  </a:cubicBezTo>
                  <a:cubicBezTo>
                    <a:pt x="24885" y="2953"/>
                    <a:pt x="23161" y="2215"/>
                    <a:pt x="21227" y="2215"/>
                  </a:cubicBezTo>
                  <a:cubicBezTo>
                    <a:pt x="20808" y="2215"/>
                    <a:pt x="20379" y="2250"/>
                    <a:pt x="19940" y="2320"/>
                  </a:cubicBezTo>
                  <a:cubicBezTo>
                    <a:pt x="17812" y="2655"/>
                    <a:pt x="15958" y="3597"/>
                    <a:pt x="14195" y="4782"/>
                  </a:cubicBezTo>
                  <a:cubicBezTo>
                    <a:pt x="13313" y="5390"/>
                    <a:pt x="12462" y="6059"/>
                    <a:pt x="11520" y="6637"/>
                  </a:cubicBezTo>
                  <a:cubicBezTo>
                    <a:pt x="10351" y="7347"/>
                    <a:pt x="9166" y="7713"/>
                    <a:pt x="7973" y="7713"/>
                  </a:cubicBezTo>
                  <a:cubicBezTo>
                    <a:pt x="6870" y="7713"/>
                    <a:pt x="5760" y="7401"/>
                    <a:pt x="4651" y="6758"/>
                  </a:cubicBezTo>
                  <a:cubicBezTo>
                    <a:pt x="3617" y="6150"/>
                    <a:pt x="2705" y="5451"/>
                    <a:pt x="1976" y="4509"/>
                  </a:cubicBezTo>
                  <a:cubicBezTo>
                    <a:pt x="1733" y="4210"/>
                    <a:pt x="1420" y="4060"/>
                    <a:pt x="1117" y="4060"/>
                  </a:cubicBezTo>
                  <a:cubicBezTo>
                    <a:pt x="927" y="4060"/>
                    <a:pt x="741" y="4118"/>
                    <a:pt x="578" y="4235"/>
                  </a:cubicBezTo>
                  <a:cubicBezTo>
                    <a:pt x="91" y="4539"/>
                    <a:pt x="0" y="5147"/>
                    <a:pt x="304" y="5694"/>
                  </a:cubicBezTo>
                  <a:cubicBezTo>
                    <a:pt x="365" y="5816"/>
                    <a:pt x="426" y="5938"/>
                    <a:pt x="517" y="6029"/>
                  </a:cubicBezTo>
                  <a:cubicBezTo>
                    <a:pt x="2249" y="8126"/>
                    <a:pt x="4468" y="9403"/>
                    <a:pt x="7143" y="9767"/>
                  </a:cubicBezTo>
                  <a:cubicBezTo>
                    <a:pt x="7458" y="9808"/>
                    <a:pt x="7767" y="9828"/>
                    <a:pt x="8071" y="9828"/>
                  </a:cubicBezTo>
                  <a:cubicBezTo>
                    <a:pt x="10029" y="9828"/>
                    <a:pt x="11778" y="9022"/>
                    <a:pt x="13435" y="7944"/>
                  </a:cubicBezTo>
                  <a:cubicBezTo>
                    <a:pt x="14225" y="7397"/>
                    <a:pt x="14955" y="6758"/>
                    <a:pt x="15806" y="6272"/>
                  </a:cubicBezTo>
                  <a:cubicBezTo>
                    <a:pt x="16809" y="5694"/>
                    <a:pt x="17812" y="5178"/>
                    <a:pt x="18876" y="4752"/>
                  </a:cubicBezTo>
                  <a:cubicBezTo>
                    <a:pt x="19651" y="4464"/>
                    <a:pt x="20400" y="4322"/>
                    <a:pt x="21122" y="4322"/>
                  </a:cubicBezTo>
                  <a:cubicBezTo>
                    <a:pt x="22609" y="4322"/>
                    <a:pt x="23981" y="4923"/>
                    <a:pt x="25229" y="6089"/>
                  </a:cubicBezTo>
                  <a:cubicBezTo>
                    <a:pt x="26384" y="7184"/>
                    <a:pt x="27478" y="8339"/>
                    <a:pt x="28694" y="9372"/>
                  </a:cubicBezTo>
                  <a:cubicBezTo>
                    <a:pt x="29926" y="10394"/>
                    <a:pt x="31293" y="10904"/>
                    <a:pt x="32653" y="10904"/>
                  </a:cubicBezTo>
                  <a:cubicBezTo>
                    <a:pt x="34044" y="10904"/>
                    <a:pt x="35428" y="10372"/>
                    <a:pt x="36657" y="9311"/>
                  </a:cubicBezTo>
                  <a:cubicBezTo>
                    <a:pt x="37600" y="8521"/>
                    <a:pt x="38420" y="7518"/>
                    <a:pt x="39241" y="6576"/>
                  </a:cubicBezTo>
                  <a:cubicBezTo>
                    <a:pt x="40700" y="4843"/>
                    <a:pt x="42281" y="3323"/>
                    <a:pt x="44439" y="2533"/>
                  </a:cubicBezTo>
                  <a:cubicBezTo>
                    <a:pt x="45329" y="2224"/>
                    <a:pt x="46151" y="2068"/>
                    <a:pt x="46914" y="2068"/>
                  </a:cubicBezTo>
                  <a:cubicBezTo>
                    <a:pt x="48705" y="2068"/>
                    <a:pt x="50172" y="2931"/>
                    <a:pt x="51430" y="4722"/>
                  </a:cubicBezTo>
                  <a:cubicBezTo>
                    <a:pt x="52159" y="5725"/>
                    <a:pt x="52767" y="6819"/>
                    <a:pt x="53436" y="7852"/>
                  </a:cubicBezTo>
                  <a:cubicBezTo>
                    <a:pt x="54317" y="9281"/>
                    <a:pt x="55320" y="10618"/>
                    <a:pt x="56658" y="11682"/>
                  </a:cubicBezTo>
                  <a:cubicBezTo>
                    <a:pt x="57619" y="12458"/>
                    <a:pt x="58627" y="12841"/>
                    <a:pt x="59662" y="12841"/>
                  </a:cubicBezTo>
                  <a:cubicBezTo>
                    <a:pt x="60491" y="12841"/>
                    <a:pt x="61338" y="12595"/>
                    <a:pt x="62190" y="12108"/>
                  </a:cubicBezTo>
                  <a:cubicBezTo>
                    <a:pt x="63223" y="11500"/>
                    <a:pt x="64165" y="10710"/>
                    <a:pt x="65108" y="9950"/>
                  </a:cubicBezTo>
                  <a:cubicBezTo>
                    <a:pt x="66810" y="8582"/>
                    <a:pt x="68360" y="7093"/>
                    <a:pt x="70123" y="5846"/>
                  </a:cubicBezTo>
                  <a:cubicBezTo>
                    <a:pt x="71717" y="4735"/>
                    <a:pt x="73469" y="4144"/>
                    <a:pt x="75301" y="4144"/>
                  </a:cubicBezTo>
                  <a:cubicBezTo>
                    <a:pt x="76125" y="4144"/>
                    <a:pt x="76965" y="4264"/>
                    <a:pt x="77813" y="4509"/>
                  </a:cubicBezTo>
                  <a:cubicBezTo>
                    <a:pt x="79941" y="5147"/>
                    <a:pt x="81947" y="6029"/>
                    <a:pt x="83649" y="7518"/>
                  </a:cubicBezTo>
                  <a:cubicBezTo>
                    <a:pt x="83883" y="7735"/>
                    <a:pt x="84135" y="7851"/>
                    <a:pt x="84391" y="7851"/>
                  </a:cubicBezTo>
                  <a:cubicBezTo>
                    <a:pt x="84600" y="7851"/>
                    <a:pt x="84812" y="7774"/>
                    <a:pt x="85017" y="7609"/>
                  </a:cubicBezTo>
                  <a:cubicBezTo>
                    <a:pt x="85473" y="7305"/>
                    <a:pt x="85534" y="6697"/>
                    <a:pt x="85199" y="6181"/>
                  </a:cubicBezTo>
                  <a:cubicBezTo>
                    <a:pt x="85047" y="5968"/>
                    <a:pt x="84865" y="5755"/>
                    <a:pt x="84683" y="5603"/>
                  </a:cubicBezTo>
                  <a:cubicBezTo>
                    <a:pt x="84075" y="5178"/>
                    <a:pt x="83497" y="4752"/>
                    <a:pt x="82859" y="4418"/>
                  </a:cubicBezTo>
                  <a:cubicBezTo>
                    <a:pt x="80580" y="3158"/>
                    <a:pt x="78213" y="2077"/>
                    <a:pt x="75144" y="2077"/>
                  </a:cubicBezTo>
                  <a:cubicBezTo>
                    <a:pt x="75102" y="2077"/>
                    <a:pt x="75059" y="2077"/>
                    <a:pt x="75017" y="2077"/>
                  </a:cubicBezTo>
                  <a:cubicBezTo>
                    <a:pt x="73436" y="2077"/>
                    <a:pt x="71491" y="2503"/>
                    <a:pt x="69819" y="3597"/>
                  </a:cubicBezTo>
                  <a:cubicBezTo>
                    <a:pt x="68147" y="4691"/>
                    <a:pt x="66567" y="5998"/>
                    <a:pt x="64986" y="7245"/>
                  </a:cubicBezTo>
                  <a:cubicBezTo>
                    <a:pt x="63770" y="8187"/>
                    <a:pt x="62646" y="9281"/>
                    <a:pt x="61369" y="10132"/>
                  </a:cubicBezTo>
                  <a:cubicBezTo>
                    <a:pt x="60752" y="10544"/>
                    <a:pt x="60196" y="10751"/>
                    <a:pt x="59666" y="10751"/>
                  </a:cubicBezTo>
                  <a:cubicBezTo>
                    <a:pt x="59022" y="10751"/>
                    <a:pt x="58416" y="10445"/>
                    <a:pt x="57782" y="9828"/>
                  </a:cubicBezTo>
                  <a:cubicBezTo>
                    <a:pt x="56870" y="8977"/>
                    <a:pt x="56111" y="7974"/>
                    <a:pt x="55381" y="6941"/>
                  </a:cubicBezTo>
                  <a:cubicBezTo>
                    <a:pt x="54378" y="5573"/>
                    <a:pt x="53557" y="4083"/>
                    <a:pt x="52554" y="2716"/>
                  </a:cubicBezTo>
                  <a:cubicBezTo>
                    <a:pt x="51430" y="1226"/>
                    <a:pt x="49910" y="284"/>
                    <a:pt x="47995" y="71"/>
                  </a:cubicBezTo>
                  <a:cubicBezTo>
                    <a:pt x="47607" y="24"/>
                    <a:pt x="47226" y="1"/>
                    <a:pt x="468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0"/>
            <p:cNvSpPr/>
            <p:nvPr/>
          </p:nvSpPr>
          <p:spPr>
            <a:xfrm>
              <a:off x="3032261" y="3305981"/>
              <a:ext cx="1445019" cy="233151"/>
            </a:xfrm>
            <a:custGeom>
              <a:rect b="b" l="l" r="r" t="t"/>
              <a:pathLst>
                <a:path extrusionOk="0" h="13080" w="81067">
                  <a:moveTo>
                    <a:pt x="19634" y="0"/>
                  </a:moveTo>
                  <a:cubicBezTo>
                    <a:pt x="18136" y="0"/>
                    <a:pt x="16734" y="512"/>
                    <a:pt x="15472" y="1491"/>
                  </a:cubicBezTo>
                  <a:cubicBezTo>
                    <a:pt x="14104" y="2525"/>
                    <a:pt x="12889" y="3771"/>
                    <a:pt x="11642" y="4926"/>
                  </a:cubicBezTo>
                  <a:cubicBezTo>
                    <a:pt x="10882" y="5625"/>
                    <a:pt x="10123" y="6263"/>
                    <a:pt x="9089" y="6537"/>
                  </a:cubicBezTo>
                  <a:cubicBezTo>
                    <a:pt x="8565" y="6677"/>
                    <a:pt x="8034" y="6744"/>
                    <a:pt x="7508" y="6744"/>
                  </a:cubicBezTo>
                  <a:cubicBezTo>
                    <a:pt x="5291" y="6744"/>
                    <a:pt x="3167" y="5548"/>
                    <a:pt x="2037" y="3558"/>
                  </a:cubicBezTo>
                  <a:cubicBezTo>
                    <a:pt x="1805" y="3164"/>
                    <a:pt x="1503" y="2947"/>
                    <a:pt x="1130" y="2947"/>
                  </a:cubicBezTo>
                  <a:cubicBezTo>
                    <a:pt x="1013" y="2947"/>
                    <a:pt x="890" y="2968"/>
                    <a:pt x="761" y="3011"/>
                  </a:cubicBezTo>
                  <a:cubicBezTo>
                    <a:pt x="183" y="3224"/>
                    <a:pt x="1" y="3710"/>
                    <a:pt x="122" y="4257"/>
                  </a:cubicBezTo>
                  <a:cubicBezTo>
                    <a:pt x="183" y="4622"/>
                    <a:pt x="365" y="5017"/>
                    <a:pt x="578" y="5321"/>
                  </a:cubicBezTo>
                  <a:cubicBezTo>
                    <a:pt x="2162" y="7549"/>
                    <a:pt x="4918" y="8829"/>
                    <a:pt x="7588" y="8829"/>
                  </a:cubicBezTo>
                  <a:cubicBezTo>
                    <a:pt x="9324" y="8829"/>
                    <a:pt x="11024" y="8288"/>
                    <a:pt x="12341" y="7114"/>
                  </a:cubicBezTo>
                  <a:cubicBezTo>
                    <a:pt x="12980" y="6537"/>
                    <a:pt x="13557" y="5929"/>
                    <a:pt x="14196" y="5351"/>
                  </a:cubicBezTo>
                  <a:cubicBezTo>
                    <a:pt x="15138" y="4500"/>
                    <a:pt x="16050" y="3619"/>
                    <a:pt x="17083" y="2920"/>
                  </a:cubicBezTo>
                  <a:cubicBezTo>
                    <a:pt x="17987" y="2340"/>
                    <a:pt x="18891" y="2047"/>
                    <a:pt x="19768" y="2047"/>
                  </a:cubicBezTo>
                  <a:cubicBezTo>
                    <a:pt x="20867" y="2047"/>
                    <a:pt x="21925" y="2507"/>
                    <a:pt x="22889" y="3436"/>
                  </a:cubicBezTo>
                  <a:cubicBezTo>
                    <a:pt x="24165" y="4652"/>
                    <a:pt x="25229" y="6081"/>
                    <a:pt x="26323" y="7449"/>
                  </a:cubicBezTo>
                  <a:cubicBezTo>
                    <a:pt x="27509" y="8908"/>
                    <a:pt x="28725" y="10336"/>
                    <a:pt x="30488" y="11157"/>
                  </a:cubicBezTo>
                  <a:cubicBezTo>
                    <a:pt x="31315" y="11516"/>
                    <a:pt x="32107" y="11700"/>
                    <a:pt x="32859" y="11700"/>
                  </a:cubicBezTo>
                  <a:cubicBezTo>
                    <a:pt x="34206" y="11700"/>
                    <a:pt x="35422" y="11109"/>
                    <a:pt x="36476" y="9880"/>
                  </a:cubicBezTo>
                  <a:cubicBezTo>
                    <a:pt x="37296" y="8938"/>
                    <a:pt x="38026" y="7874"/>
                    <a:pt x="38816" y="6871"/>
                  </a:cubicBezTo>
                  <a:cubicBezTo>
                    <a:pt x="40001" y="5351"/>
                    <a:pt x="41339" y="4014"/>
                    <a:pt x="43011" y="3102"/>
                  </a:cubicBezTo>
                  <a:cubicBezTo>
                    <a:pt x="43892" y="2616"/>
                    <a:pt x="44766" y="2365"/>
                    <a:pt x="45636" y="2365"/>
                  </a:cubicBezTo>
                  <a:cubicBezTo>
                    <a:pt x="46506" y="2365"/>
                    <a:pt x="47372" y="2616"/>
                    <a:pt x="48239" y="3132"/>
                  </a:cubicBezTo>
                  <a:cubicBezTo>
                    <a:pt x="48816" y="3497"/>
                    <a:pt x="49424" y="3832"/>
                    <a:pt x="49910" y="4318"/>
                  </a:cubicBezTo>
                  <a:cubicBezTo>
                    <a:pt x="51400" y="5868"/>
                    <a:pt x="52828" y="7509"/>
                    <a:pt x="54318" y="9060"/>
                  </a:cubicBezTo>
                  <a:cubicBezTo>
                    <a:pt x="55291" y="10093"/>
                    <a:pt x="56263" y="11157"/>
                    <a:pt x="57418" y="12008"/>
                  </a:cubicBezTo>
                  <a:cubicBezTo>
                    <a:pt x="58386" y="12730"/>
                    <a:pt x="59393" y="13080"/>
                    <a:pt x="60412" y="13080"/>
                  </a:cubicBezTo>
                  <a:cubicBezTo>
                    <a:pt x="61408" y="13080"/>
                    <a:pt x="62414" y="12745"/>
                    <a:pt x="63406" y="12099"/>
                  </a:cubicBezTo>
                  <a:cubicBezTo>
                    <a:pt x="64014" y="11674"/>
                    <a:pt x="64622" y="11218"/>
                    <a:pt x="65108" y="10671"/>
                  </a:cubicBezTo>
                  <a:cubicBezTo>
                    <a:pt x="66111" y="9546"/>
                    <a:pt x="66993" y="8391"/>
                    <a:pt x="67935" y="7236"/>
                  </a:cubicBezTo>
                  <a:cubicBezTo>
                    <a:pt x="69364" y="5442"/>
                    <a:pt x="71157" y="4105"/>
                    <a:pt x="73437" y="3528"/>
                  </a:cubicBezTo>
                  <a:cubicBezTo>
                    <a:pt x="74168" y="3348"/>
                    <a:pt x="74891" y="3252"/>
                    <a:pt x="75604" y="3252"/>
                  </a:cubicBezTo>
                  <a:cubicBezTo>
                    <a:pt x="76939" y="3252"/>
                    <a:pt x="78238" y="3585"/>
                    <a:pt x="79486" y="4318"/>
                  </a:cubicBezTo>
                  <a:cubicBezTo>
                    <a:pt x="79645" y="4414"/>
                    <a:pt x="79813" y="4461"/>
                    <a:pt x="79976" y="4461"/>
                  </a:cubicBezTo>
                  <a:cubicBezTo>
                    <a:pt x="80278" y="4461"/>
                    <a:pt x="80565" y="4299"/>
                    <a:pt x="80762" y="3984"/>
                  </a:cubicBezTo>
                  <a:cubicBezTo>
                    <a:pt x="81066" y="3558"/>
                    <a:pt x="81036" y="3072"/>
                    <a:pt x="80641" y="2737"/>
                  </a:cubicBezTo>
                  <a:cubicBezTo>
                    <a:pt x="80306" y="2403"/>
                    <a:pt x="79881" y="2129"/>
                    <a:pt x="79455" y="1947"/>
                  </a:cubicBezTo>
                  <a:cubicBezTo>
                    <a:pt x="78180" y="1389"/>
                    <a:pt x="76897" y="1132"/>
                    <a:pt x="75610" y="1132"/>
                  </a:cubicBezTo>
                  <a:cubicBezTo>
                    <a:pt x="74442" y="1132"/>
                    <a:pt x="73271" y="1344"/>
                    <a:pt x="72099" y="1734"/>
                  </a:cubicBezTo>
                  <a:cubicBezTo>
                    <a:pt x="69303" y="2646"/>
                    <a:pt x="67297" y="4531"/>
                    <a:pt x="65564" y="6810"/>
                  </a:cubicBezTo>
                  <a:cubicBezTo>
                    <a:pt x="64804" y="7813"/>
                    <a:pt x="64014" y="8816"/>
                    <a:pt x="63133" y="9667"/>
                  </a:cubicBezTo>
                  <a:cubicBezTo>
                    <a:pt x="62239" y="10515"/>
                    <a:pt x="61353" y="10941"/>
                    <a:pt x="60467" y="10941"/>
                  </a:cubicBezTo>
                  <a:cubicBezTo>
                    <a:pt x="59605" y="10941"/>
                    <a:pt x="58744" y="10538"/>
                    <a:pt x="57874" y="9728"/>
                  </a:cubicBezTo>
                  <a:cubicBezTo>
                    <a:pt x="56902" y="8816"/>
                    <a:pt x="56020" y="7813"/>
                    <a:pt x="55199" y="6810"/>
                  </a:cubicBezTo>
                  <a:cubicBezTo>
                    <a:pt x="53528" y="4804"/>
                    <a:pt x="51825" y="2889"/>
                    <a:pt x="49607" y="1491"/>
                  </a:cubicBezTo>
                  <a:cubicBezTo>
                    <a:pt x="48456" y="754"/>
                    <a:pt x="47191" y="274"/>
                    <a:pt x="46090" y="274"/>
                  </a:cubicBezTo>
                  <a:cubicBezTo>
                    <a:pt x="46056" y="274"/>
                    <a:pt x="46023" y="274"/>
                    <a:pt x="45989" y="275"/>
                  </a:cubicBezTo>
                  <a:cubicBezTo>
                    <a:pt x="44227" y="275"/>
                    <a:pt x="43011" y="640"/>
                    <a:pt x="41552" y="1521"/>
                  </a:cubicBezTo>
                  <a:cubicBezTo>
                    <a:pt x="39211" y="2920"/>
                    <a:pt x="37539" y="4987"/>
                    <a:pt x="35959" y="7145"/>
                  </a:cubicBezTo>
                  <a:cubicBezTo>
                    <a:pt x="35503" y="7783"/>
                    <a:pt x="35017" y="8391"/>
                    <a:pt x="34469" y="8908"/>
                  </a:cubicBezTo>
                  <a:cubicBezTo>
                    <a:pt x="33998" y="9379"/>
                    <a:pt x="33450" y="9594"/>
                    <a:pt x="32848" y="9594"/>
                  </a:cubicBezTo>
                  <a:cubicBezTo>
                    <a:pt x="32597" y="9594"/>
                    <a:pt x="32337" y="9557"/>
                    <a:pt x="32068" y="9485"/>
                  </a:cubicBezTo>
                  <a:cubicBezTo>
                    <a:pt x="30731" y="9120"/>
                    <a:pt x="29758" y="8269"/>
                    <a:pt x="28877" y="7236"/>
                  </a:cubicBezTo>
                  <a:cubicBezTo>
                    <a:pt x="27691" y="5777"/>
                    <a:pt x="26536" y="4257"/>
                    <a:pt x="25290" y="2828"/>
                  </a:cubicBezTo>
                  <a:cubicBezTo>
                    <a:pt x="24257" y="1613"/>
                    <a:pt x="23041" y="640"/>
                    <a:pt x="21460" y="245"/>
                  </a:cubicBezTo>
                  <a:cubicBezTo>
                    <a:pt x="20838" y="81"/>
                    <a:pt x="20229" y="0"/>
                    <a:pt x="196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2" name="Google Shape;4532;p60"/>
          <p:cNvGrpSpPr/>
          <p:nvPr/>
        </p:nvGrpSpPr>
        <p:grpSpPr>
          <a:xfrm>
            <a:off x="2922572" y="2148567"/>
            <a:ext cx="502208" cy="676630"/>
            <a:chOff x="3583810" y="2216156"/>
            <a:chExt cx="322383" cy="434377"/>
          </a:xfrm>
        </p:grpSpPr>
        <p:sp>
          <p:nvSpPr>
            <p:cNvPr id="4533" name="Google Shape;4533;p60"/>
            <p:cNvSpPr/>
            <p:nvPr/>
          </p:nvSpPr>
          <p:spPr>
            <a:xfrm>
              <a:off x="3633114" y="2541516"/>
              <a:ext cx="273079" cy="109018"/>
            </a:xfrm>
            <a:custGeom>
              <a:rect b="b" l="l" r="r" t="t"/>
              <a:pathLst>
                <a:path extrusionOk="0" h="6116" w="15320">
                  <a:moveTo>
                    <a:pt x="3536" y="0"/>
                  </a:moveTo>
                  <a:cubicBezTo>
                    <a:pt x="2953" y="0"/>
                    <a:pt x="2369" y="79"/>
                    <a:pt x="1793" y="310"/>
                  </a:cubicBezTo>
                  <a:cubicBezTo>
                    <a:pt x="334" y="917"/>
                    <a:pt x="0" y="2528"/>
                    <a:pt x="1094" y="3623"/>
                  </a:cubicBezTo>
                  <a:cubicBezTo>
                    <a:pt x="1520" y="4048"/>
                    <a:pt x="2006" y="4383"/>
                    <a:pt x="2523" y="4626"/>
                  </a:cubicBezTo>
                  <a:cubicBezTo>
                    <a:pt x="4407" y="5629"/>
                    <a:pt x="6474" y="5993"/>
                    <a:pt x="8632" y="6115"/>
                  </a:cubicBezTo>
                  <a:cubicBezTo>
                    <a:pt x="10487" y="5842"/>
                    <a:pt x="12341" y="5629"/>
                    <a:pt x="14225" y="5355"/>
                  </a:cubicBezTo>
                  <a:cubicBezTo>
                    <a:pt x="14924" y="5234"/>
                    <a:pt x="15228" y="4869"/>
                    <a:pt x="15259" y="4291"/>
                  </a:cubicBezTo>
                  <a:cubicBezTo>
                    <a:pt x="15319" y="3531"/>
                    <a:pt x="15107" y="3136"/>
                    <a:pt x="14408" y="2893"/>
                  </a:cubicBezTo>
                  <a:cubicBezTo>
                    <a:pt x="13830" y="2650"/>
                    <a:pt x="13222" y="2498"/>
                    <a:pt x="12645" y="2255"/>
                  </a:cubicBezTo>
                  <a:cubicBezTo>
                    <a:pt x="10183" y="1252"/>
                    <a:pt x="7660" y="522"/>
                    <a:pt x="5015" y="127"/>
                  </a:cubicBezTo>
                  <a:cubicBezTo>
                    <a:pt x="4527" y="57"/>
                    <a:pt x="4032" y="0"/>
                    <a:pt x="35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0"/>
            <p:cNvSpPr/>
            <p:nvPr/>
          </p:nvSpPr>
          <p:spPr>
            <a:xfrm>
              <a:off x="3594630" y="2216156"/>
              <a:ext cx="242206" cy="117413"/>
            </a:xfrm>
            <a:custGeom>
              <a:rect b="b" l="l" r="r" t="t"/>
              <a:pathLst>
                <a:path extrusionOk="0" h="6587" w="13588">
                  <a:moveTo>
                    <a:pt x="2356" y="1"/>
                  </a:moveTo>
                  <a:cubicBezTo>
                    <a:pt x="1525" y="1"/>
                    <a:pt x="832" y="430"/>
                    <a:pt x="426" y="1267"/>
                  </a:cubicBezTo>
                  <a:cubicBezTo>
                    <a:pt x="1" y="2179"/>
                    <a:pt x="214" y="3061"/>
                    <a:pt x="822" y="3821"/>
                  </a:cubicBezTo>
                  <a:cubicBezTo>
                    <a:pt x="1521" y="4733"/>
                    <a:pt x="2463" y="5340"/>
                    <a:pt x="3496" y="5736"/>
                  </a:cubicBezTo>
                  <a:cubicBezTo>
                    <a:pt x="5168" y="6374"/>
                    <a:pt x="6901" y="6587"/>
                    <a:pt x="9272" y="6587"/>
                  </a:cubicBezTo>
                  <a:cubicBezTo>
                    <a:pt x="9940" y="6526"/>
                    <a:pt x="11247" y="6404"/>
                    <a:pt x="12554" y="6283"/>
                  </a:cubicBezTo>
                  <a:cubicBezTo>
                    <a:pt x="13071" y="6222"/>
                    <a:pt x="13557" y="5979"/>
                    <a:pt x="13557" y="5340"/>
                  </a:cubicBezTo>
                  <a:cubicBezTo>
                    <a:pt x="13588" y="4641"/>
                    <a:pt x="13375" y="4094"/>
                    <a:pt x="12706" y="3699"/>
                  </a:cubicBezTo>
                  <a:cubicBezTo>
                    <a:pt x="10548" y="2422"/>
                    <a:pt x="8299" y="1389"/>
                    <a:pt x="5928" y="660"/>
                  </a:cubicBezTo>
                  <a:cubicBezTo>
                    <a:pt x="4864" y="356"/>
                    <a:pt x="3770" y="112"/>
                    <a:pt x="2676" y="21"/>
                  </a:cubicBezTo>
                  <a:cubicBezTo>
                    <a:pt x="2567" y="8"/>
                    <a:pt x="2461" y="1"/>
                    <a:pt x="23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0"/>
            <p:cNvSpPr/>
            <p:nvPr/>
          </p:nvSpPr>
          <p:spPr>
            <a:xfrm>
              <a:off x="3583810" y="2385404"/>
              <a:ext cx="245450" cy="103670"/>
            </a:xfrm>
            <a:custGeom>
              <a:rect b="b" l="l" r="r" t="t"/>
              <a:pathLst>
                <a:path extrusionOk="0" h="5816" w="13770">
                  <a:moveTo>
                    <a:pt x="3367" y="0"/>
                  </a:moveTo>
                  <a:cubicBezTo>
                    <a:pt x="2731" y="0"/>
                    <a:pt x="2061" y="227"/>
                    <a:pt x="1489" y="526"/>
                  </a:cubicBezTo>
                  <a:cubicBezTo>
                    <a:pt x="243" y="1165"/>
                    <a:pt x="0" y="2532"/>
                    <a:pt x="881" y="3627"/>
                  </a:cubicBezTo>
                  <a:cubicBezTo>
                    <a:pt x="1216" y="4083"/>
                    <a:pt x="1702" y="4447"/>
                    <a:pt x="2188" y="4751"/>
                  </a:cubicBezTo>
                  <a:cubicBezTo>
                    <a:pt x="3435" y="5511"/>
                    <a:pt x="4833" y="5754"/>
                    <a:pt x="6565" y="5815"/>
                  </a:cubicBezTo>
                  <a:cubicBezTo>
                    <a:pt x="6991" y="5754"/>
                    <a:pt x="7751" y="5754"/>
                    <a:pt x="8480" y="5542"/>
                  </a:cubicBezTo>
                  <a:cubicBezTo>
                    <a:pt x="9970" y="5146"/>
                    <a:pt x="11490" y="4691"/>
                    <a:pt x="12979" y="4174"/>
                  </a:cubicBezTo>
                  <a:cubicBezTo>
                    <a:pt x="13465" y="4022"/>
                    <a:pt x="13769" y="3596"/>
                    <a:pt x="13678" y="3049"/>
                  </a:cubicBezTo>
                  <a:cubicBezTo>
                    <a:pt x="13617" y="2472"/>
                    <a:pt x="13253" y="2137"/>
                    <a:pt x="12736" y="1985"/>
                  </a:cubicBezTo>
                  <a:cubicBezTo>
                    <a:pt x="11338" y="1590"/>
                    <a:pt x="9939" y="1104"/>
                    <a:pt x="8511" y="800"/>
                  </a:cubicBezTo>
                  <a:cubicBezTo>
                    <a:pt x="6900" y="435"/>
                    <a:pt x="5258" y="162"/>
                    <a:pt x="3587" y="10"/>
                  </a:cubicBezTo>
                  <a:cubicBezTo>
                    <a:pt x="3514" y="3"/>
                    <a:pt x="3441" y="0"/>
                    <a:pt x="33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6" name="Google Shape;4536;p60"/>
          <p:cNvGrpSpPr/>
          <p:nvPr/>
        </p:nvGrpSpPr>
        <p:grpSpPr>
          <a:xfrm rot="5400000">
            <a:off x="481045" y="2409395"/>
            <a:ext cx="995214" cy="323693"/>
            <a:chOff x="3735501" y="1338560"/>
            <a:chExt cx="1227750" cy="561577"/>
          </a:xfrm>
        </p:grpSpPr>
        <p:sp>
          <p:nvSpPr>
            <p:cNvPr id="4537" name="Google Shape;4537;p60"/>
            <p:cNvSpPr/>
            <p:nvPr/>
          </p:nvSpPr>
          <p:spPr>
            <a:xfrm>
              <a:off x="4064372" y="1686647"/>
              <a:ext cx="110016" cy="98786"/>
            </a:xfrm>
            <a:custGeom>
              <a:rect b="b" l="l" r="r" t="t"/>
              <a:pathLst>
                <a:path extrusionOk="0" h="5542" w="6172">
                  <a:moveTo>
                    <a:pt x="2372" y="0"/>
                  </a:moveTo>
                  <a:cubicBezTo>
                    <a:pt x="1095" y="213"/>
                    <a:pt x="1" y="912"/>
                    <a:pt x="761" y="2310"/>
                  </a:cubicBezTo>
                  <a:cubicBezTo>
                    <a:pt x="1399" y="3496"/>
                    <a:pt x="2311" y="4438"/>
                    <a:pt x="3436" y="5168"/>
                  </a:cubicBezTo>
                  <a:cubicBezTo>
                    <a:pt x="3679" y="5320"/>
                    <a:pt x="3952" y="5441"/>
                    <a:pt x="4226" y="5502"/>
                  </a:cubicBezTo>
                  <a:cubicBezTo>
                    <a:pt x="4350" y="5529"/>
                    <a:pt x="4471" y="5542"/>
                    <a:pt x="4587" y="5542"/>
                  </a:cubicBezTo>
                  <a:cubicBezTo>
                    <a:pt x="5525" y="5542"/>
                    <a:pt x="6172" y="4712"/>
                    <a:pt x="5928" y="3739"/>
                  </a:cubicBezTo>
                  <a:cubicBezTo>
                    <a:pt x="5867" y="3496"/>
                    <a:pt x="5776" y="3192"/>
                    <a:pt x="5594" y="3010"/>
                  </a:cubicBezTo>
                  <a:cubicBezTo>
                    <a:pt x="4925" y="2189"/>
                    <a:pt x="4256" y="1368"/>
                    <a:pt x="3496" y="608"/>
                  </a:cubicBezTo>
                  <a:cubicBezTo>
                    <a:pt x="3162" y="304"/>
                    <a:pt x="2676" y="152"/>
                    <a:pt x="2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0"/>
            <p:cNvSpPr/>
            <p:nvPr/>
          </p:nvSpPr>
          <p:spPr>
            <a:xfrm>
              <a:off x="3851453" y="1523548"/>
              <a:ext cx="108536" cy="91549"/>
            </a:xfrm>
            <a:custGeom>
              <a:rect b="b" l="l" r="r" t="t"/>
              <a:pathLst>
                <a:path extrusionOk="0" h="5136" w="6089">
                  <a:moveTo>
                    <a:pt x="1702" y="1"/>
                  </a:moveTo>
                  <a:cubicBezTo>
                    <a:pt x="1692" y="1"/>
                    <a:pt x="1682" y="1"/>
                    <a:pt x="1672" y="1"/>
                  </a:cubicBezTo>
                  <a:cubicBezTo>
                    <a:pt x="700" y="1"/>
                    <a:pt x="0" y="1308"/>
                    <a:pt x="548" y="2159"/>
                  </a:cubicBezTo>
                  <a:cubicBezTo>
                    <a:pt x="1490" y="3588"/>
                    <a:pt x="2797" y="4621"/>
                    <a:pt x="4438" y="5077"/>
                  </a:cubicBezTo>
                  <a:cubicBezTo>
                    <a:pt x="4570" y="5117"/>
                    <a:pt x="4699" y="5135"/>
                    <a:pt x="4822" y="5135"/>
                  </a:cubicBezTo>
                  <a:cubicBezTo>
                    <a:pt x="5551" y="5135"/>
                    <a:pt x="6088" y="4485"/>
                    <a:pt x="5958" y="3679"/>
                  </a:cubicBezTo>
                  <a:cubicBezTo>
                    <a:pt x="5747" y="2230"/>
                    <a:pt x="3166"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0"/>
            <p:cNvSpPr/>
            <p:nvPr/>
          </p:nvSpPr>
          <p:spPr>
            <a:xfrm>
              <a:off x="3849278" y="1685132"/>
              <a:ext cx="104045" cy="83884"/>
            </a:xfrm>
            <a:custGeom>
              <a:rect b="b" l="l" r="r" t="t"/>
              <a:pathLst>
                <a:path extrusionOk="0" h="4706" w="5837">
                  <a:moveTo>
                    <a:pt x="1842" y="0"/>
                  </a:moveTo>
                  <a:cubicBezTo>
                    <a:pt x="1295" y="0"/>
                    <a:pt x="657" y="282"/>
                    <a:pt x="366" y="663"/>
                  </a:cubicBezTo>
                  <a:cubicBezTo>
                    <a:pt x="1" y="1149"/>
                    <a:pt x="31" y="1727"/>
                    <a:pt x="639" y="2335"/>
                  </a:cubicBezTo>
                  <a:cubicBezTo>
                    <a:pt x="1338" y="3064"/>
                    <a:pt x="2159" y="3702"/>
                    <a:pt x="2980" y="4310"/>
                  </a:cubicBezTo>
                  <a:cubicBezTo>
                    <a:pt x="3314" y="4553"/>
                    <a:pt x="3800" y="4614"/>
                    <a:pt x="4044" y="4705"/>
                  </a:cubicBezTo>
                  <a:cubicBezTo>
                    <a:pt x="4803" y="4675"/>
                    <a:pt x="5259" y="4493"/>
                    <a:pt x="5563" y="4006"/>
                  </a:cubicBezTo>
                  <a:cubicBezTo>
                    <a:pt x="5837" y="3490"/>
                    <a:pt x="5746" y="2973"/>
                    <a:pt x="5411" y="2578"/>
                  </a:cubicBezTo>
                  <a:cubicBezTo>
                    <a:pt x="4986" y="2061"/>
                    <a:pt x="4530" y="1605"/>
                    <a:pt x="4013" y="1180"/>
                  </a:cubicBezTo>
                  <a:cubicBezTo>
                    <a:pt x="3496" y="784"/>
                    <a:pt x="2949" y="420"/>
                    <a:pt x="2372" y="116"/>
                  </a:cubicBezTo>
                  <a:cubicBezTo>
                    <a:pt x="2220" y="36"/>
                    <a:pt x="2037" y="0"/>
                    <a:pt x="1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0"/>
            <p:cNvSpPr/>
            <p:nvPr/>
          </p:nvSpPr>
          <p:spPr>
            <a:xfrm>
              <a:off x="4086600" y="1545847"/>
              <a:ext cx="109463" cy="59001"/>
            </a:xfrm>
            <a:custGeom>
              <a:rect b="b" l="l" r="r" t="t"/>
              <a:pathLst>
                <a:path extrusionOk="0" h="3310" w="6141">
                  <a:moveTo>
                    <a:pt x="3009" y="0"/>
                  </a:moveTo>
                  <a:cubicBezTo>
                    <a:pt x="2138" y="0"/>
                    <a:pt x="1267" y="190"/>
                    <a:pt x="699" y="574"/>
                  </a:cubicBezTo>
                  <a:cubicBezTo>
                    <a:pt x="304" y="848"/>
                    <a:pt x="0" y="1182"/>
                    <a:pt x="31" y="1699"/>
                  </a:cubicBezTo>
                  <a:cubicBezTo>
                    <a:pt x="61" y="2246"/>
                    <a:pt x="395" y="2641"/>
                    <a:pt x="882" y="2793"/>
                  </a:cubicBezTo>
                  <a:cubicBezTo>
                    <a:pt x="1520" y="3006"/>
                    <a:pt x="2219" y="3127"/>
                    <a:pt x="2949" y="3310"/>
                  </a:cubicBezTo>
                  <a:cubicBezTo>
                    <a:pt x="3708" y="3127"/>
                    <a:pt x="4499" y="3036"/>
                    <a:pt x="5167" y="2702"/>
                  </a:cubicBezTo>
                  <a:cubicBezTo>
                    <a:pt x="6140" y="2276"/>
                    <a:pt x="6140" y="1121"/>
                    <a:pt x="5289" y="544"/>
                  </a:cubicBezTo>
                  <a:cubicBezTo>
                    <a:pt x="4717" y="183"/>
                    <a:pt x="3863" y="0"/>
                    <a:pt x="3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0"/>
            <p:cNvSpPr/>
            <p:nvPr/>
          </p:nvSpPr>
          <p:spPr>
            <a:xfrm>
              <a:off x="3755019" y="1532122"/>
              <a:ext cx="57985" cy="102583"/>
            </a:xfrm>
            <a:custGeom>
              <a:rect b="b" l="l" r="r" t="t"/>
              <a:pathLst>
                <a:path extrusionOk="0" h="5755" w="3253">
                  <a:moveTo>
                    <a:pt x="1609" y="1"/>
                  </a:moveTo>
                  <a:cubicBezTo>
                    <a:pt x="1570" y="1"/>
                    <a:pt x="1530" y="3"/>
                    <a:pt x="1489" y="7"/>
                  </a:cubicBezTo>
                  <a:cubicBezTo>
                    <a:pt x="851" y="37"/>
                    <a:pt x="395" y="523"/>
                    <a:pt x="274" y="1283"/>
                  </a:cubicBezTo>
                  <a:cubicBezTo>
                    <a:pt x="0" y="2621"/>
                    <a:pt x="334" y="3867"/>
                    <a:pt x="882" y="5083"/>
                  </a:cubicBezTo>
                  <a:cubicBezTo>
                    <a:pt x="1081" y="5539"/>
                    <a:pt x="1441" y="5754"/>
                    <a:pt x="1911" y="5754"/>
                  </a:cubicBezTo>
                  <a:cubicBezTo>
                    <a:pt x="1942" y="5754"/>
                    <a:pt x="1974" y="5753"/>
                    <a:pt x="2006" y="5751"/>
                  </a:cubicBezTo>
                  <a:cubicBezTo>
                    <a:pt x="2523" y="5721"/>
                    <a:pt x="2888" y="5447"/>
                    <a:pt x="3040" y="4931"/>
                  </a:cubicBezTo>
                  <a:cubicBezTo>
                    <a:pt x="3161" y="4444"/>
                    <a:pt x="3192" y="3897"/>
                    <a:pt x="3252" y="3502"/>
                  </a:cubicBezTo>
                  <a:cubicBezTo>
                    <a:pt x="3192" y="2833"/>
                    <a:pt x="3131" y="2256"/>
                    <a:pt x="3040" y="1709"/>
                  </a:cubicBezTo>
                  <a:cubicBezTo>
                    <a:pt x="3040" y="1496"/>
                    <a:pt x="2979" y="1314"/>
                    <a:pt x="2918" y="1131"/>
                  </a:cubicBezTo>
                  <a:cubicBezTo>
                    <a:pt x="2690" y="419"/>
                    <a:pt x="2196" y="1"/>
                    <a:pt x="1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0"/>
            <p:cNvSpPr/>
            <p:nvPr/>
          </p:nvSpPr>
          <p:spPr>
            <a:xfrm>
              <a:off x="3990149" y="1437952"/>
              <a:ext cx="101888" cy="54206"/>
            </a:xfrm>
            <a:custGeom>
              <a:rect b="b" l="l" r="r" t="t"/>
              <a:pathLst>
                <a:path extrusionOk="0" h="3041" w="5716">
                  <a:moveTo>
                    <a:pt x="2828" y="1"/>
                  </a:moveTo>
                  <a:cubicBezTo>
                    <a:pt x="2432" y="31"/>
                    <a:pt x="2007" y="62"/>
                    <a:pt x="1581" y="92"/>
                  </a:cubicBezTo>
                  <a:cubicBezTo>
                    <a:pt x="1429" y="122"/>
                    <a:pt x="1277" y="153"/>
                    <a:pt x="1125" y="214"/>
                  </a:cubicBezTo>
                  <a:cubicBezTo>
                    <a:pt x="396" y="426"/>
                    <a:pt x="1" y="913"/>
                    <a:pt x="31" y="1521"/>
                  </a:cubicBezTo>
                  <a:cubicBezTo>
                    <a:pt x="31" y="2128"/>
                    <a:pt x="578" y="2767"/>
                    <a:pt x="1247" y="2919"/>
                  </a:cubicBezTo>
                  <a:cubicBezTo>
                    <a:pt x="1642" y="3000"/>
                    <a:pt x="2034" y="3040"/>
                    <a:pt x="2422" y="3040"/>
                  </a:cubicBezTo>
                  <a:cubicBezTo>
                    <a:pt x="3199" y="3040"/>
                    <a:pt x="3962" y="2878"/>
                    <a:pt x="4712" y="2554"/>
                  </a:cubicBezTo>
                  <a:cubicBezTo>
                    <a:pt x="5381" y="2250"/>
                    <a:pt x="5715" y="1733"/>
                    <a:pt x="5624" y="1156"/>
                  </a:cubicBezTo>
                  <a:cubicBezTo>
                    <a:pt x="5533" y="639"/>
                    <a:pt x="5107" y="244"/>
                    <a:pt x="4408" y="153"/>
                  </a:cubicBezTo>
                  <a:cubicBezTo>
                    <a:pt x="3891" y="62"/>
                    <a:pt x="3375" y="31"/>
                    <a:pt x="2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0"/>
            <p:cNvSpPr/>
            <p:nvPr/>
          </p:nvSpPr>
          <p:spPr>
            <a:xfrm>
              <a:off x="4507038" y="1587486"/>
              <a:ext cx="107841" cy="55988"/>
            </a:xfrm>
            <a:custGeom>
              <a:rect b="b" l="l" r="r" t="t"/>
              <a:pathLst>
                <a:path extrusionOk="0" h="3141" w="6050">
                  <a:moveTo>
                    <a:pt x="2280" y="1"/>
                  </a:moveTo>
                  <a:cubicBezTo>
                    <a:pt x="2280" y="31"/>
                    <a:pt x="2280" y="62"/>
                    <a:pt x="2250" y="92"/>
                  </a:cubicBezTo>
                  <a:cubicBezTo>
                    <a:pt x="1915" y="123"/>
                    <a:pt x="1550" y="123"/>
                    <a:pt x="1216" y="183"/>
                  </a:cubicBezTo>
                  <a:cubicBezTo>
                    <a:pt x="395" y="366"/>
                    <a:pt x="0" y="1247"/>
                    <a:pt x="487" y="1946"/>
                  </a:cubicBezTo>
                  <a:cubicBezTo>
                    <a:pt x="699" y="2220"/>
                    <a:pt x="1003" y="2493"/>
                    <a:pt x="1338" y="2615"/>
                  </a:cubicBezTo>
                  <a:cubicBezTo>
                    <a:pt x="2127" y="2953"/>
                    <a:pt x="2949" y="3141"/>
                    <a:pt x="3793" y="3141"/>
                  </a:cubicBezTo>
                  <a:cubicBezTo>
                    <a:pt x="4086" y="3141"/>
                    <a:pt x="4383" y="3118"/>
                    <a:pt x="4681" y="3071"/>
                  </a:cubicBezTo>
                  <a:cubicBezTo>
                    <a:pt x="5472" y="2949"/>
                    <a:pt x="5927" y="2524"/>
                    <a:pt x="5988" y="1946"/>
                  </a:cubicBezTo>
                  <a:cubicBezTo>
                    <a:pt x="6049" y="1369"/>
                    <a:pt x="5684" y="791"/>
                    <a:pt x="4955" y="578"/>
                  </a:cubicBezTo>
                  <a:cubicBezTo>
                    <a:pt x="4073" y="335"/>
                    <a:pt x="3161" y="183"/>
                    <a:pt x="22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0"/>
            <p:cNvSpPr/>
            <p:nvPr/>
          </p:nvSpPr>
          <p:spPr>
            <a:xfrm>
              <a:off x="3804323" y="1818997"/>
              <a:ext cx="105667" cy="60552"/>
            </a:xfrm>
            <a:custGeom>
              <a:rect b="b" l="l" r="r" t="t"/>
              <a:pathLst>
                <a:path extrusionOk="0" h="3397" w="5928">
                  <a:moveTo>
                    <a:pt x="1329" y="0"/>
                  </a:moveTo>
                  <a:cubicBezTo>
                    <a:pt x="752" y="0"/>
                    <a:pt x="312" y="360"/>
                    <a:pt x="152" y="813"/>
                  </a:cubicBezTo>
                  <a:cubicBezTo>
                    <a:pt x="0" y="1299"/>
                    <a:pt x="243" y="1998"/>
                    <a:pt x="790" y="2363"/>
                  </a:cubicBezTo>
                  <a:cubicBezTo>
                    <a:pt x="1034" y="2545"/>
                    <a:pt x="1307" y="2727"/>
                    <a:pt x="1611" y="2788"/>
                  </a:cubicBezTo>
                  <a:cubicBezTo>
                    <a:pt x="2341" y="3031"/>
                    <a:pt x="3100" y="3183"/>
                    <a:pt x="3830" y="3396"/>
                  </a:cubicBezTo>
                  <a:cubicBezTo>
                    <a:pt x="3860" y="3366"/>
                    <a:pt x="3860" y="3335"/>
                    <a:pt x="3860" y="3305"/>
                  </a:cubicBezTo>
                  <a:cubicBezTo>
                    <a:pt x="4103" y="3275"/>
                    <a:pt x="4377" y="3305"/>
                    <a:pt x="4620" y="3244"/>
                  </a:cubicBezTo>
                  <a:cubicBezTo>
                    <a:pt x="5593" y="3062"/>
                    <a:pt x="5927" y="2028"/>
                    <a:pt x="5289" y="1268"/>
                  </a:cubicBezTo>
                  <a:cubicBezTo>
                    <a:pt x="5137" y="1086"/>
                    <a:pt x="4924" y="904"/>
                    <a:pt x="4681" y="843"/>
                  </a:cubicBezTo>
                  <a:cubicBezTo>
                    <a:pt x="3648" y="539"/>
                    <a:pt x="2614" y="205"/>
                    <a:pt x="1581" y="22"/>
                  </a:cubicBezTo>
                  <a:cubicBezTo>
                    <a:pt x="1494" y="7"/>
                    <a:pt x="1410" y="0"/>
                    <a:pt x="1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0"/>
            <p:cNvSpPr/>
            <p:nvPr/>
          </p:nvSpPr>
          <p:spPr>
            <a:xfrm>
              <a:off x="4009115" y="1771904"/>
              <a:ext cx="83457" cy="83243"/>
            </a:xfrm>
            <a:custGeom>
              <a:rect b="b" l="l" r="r" t="t"/>
              <a:pathLst>
                <a:path extrusionOk="0" h="4670" w="4682">
                  <a:moveTo>
                    <a:pt x="1668" y="1"/>
                  </a:moveTo>
                  <a:cubicBezTo>
                    <a:pt x="1408" y="1"/>
                    <a:pt x="1160" y="108"/>
                    <a:pt x="943" y="293"/>
                  </a:cubicBezTo>
                  <a:cubicBezTo>
                    <a:pt x="244" y="901"/>
                    <a:pt x="1" y="1570"/>
                    <a:pt x="365" y="2178"/>
                  </a:cubicBezTo>
                  <a:cubicBezTo>
                    <a:pt x="973" y="3211"/>
                    <a:pt x="1855" y="4032"/>
                    <a:pt x="2949" y="4549"/>
                  </a:cubicBezTo>
                  <a:cubicBezTo>
                    <a:pt x="3132" y="4631"/>
                    <a:pt x="3315" y="4670"/>
                    <a:pt x="3488" y="4670"/>
                  </a:cubicBezTo>
                  <a:cubicBezTo>
                    <a:pt x="4148" y="4670"/>
                    <a:pt x="4682" y="4108"/>
                    <a:pt x="4682" y="3242"/>
                  </a:cubicBezTo>
                  <a:cubicBezTo>
                    <a:pt x="4621" y="3090"/>
                    <a:pt x="4590" y="2725"/>
                    <a:pt x="4408" y="2512"/>
                  </a:cubicBezTo>
                  <a:cubicBezTo>
                    <a:pt x="3770" y="1752"/>
                    <a:pt x="3131" y="993"/>
                    <a:pt x="2432" y="324"/>
                  </a:cubicBezTo>
                  <a:cubicBezTo>
                    <a:pt x="2179" y="100"/>
                    <a:pt x="1918" y="1"/>
                    <a:pt x="16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0"/>
            <p:cNvSpPr/>
            <p:nvPr/>
          </p:nvSpPr>
          <p:spPr>
            <a:xfrm>
              <a:off x="3990149" y="1565241"/>
              <a:ext cx="56363" cy="95435"/>
            </a:xfrm>
            <a:custGeom>
              <a:rect b="b" l="l" r="r" t="t"/>
              <a:pathLst>
                <a:path extrusionOk="0" h="5354" w="3162">
                  <a:moveTo>
                    <a:pt x="1501" y="1"/>
                  </a:moveTo>
                  <a:cubicBezTo>
                    <a:pt x="1477" y="1"/>
                    <a:pt x="1453" y="1"/>
                    <a:pt x="1429" y="3"/>
                  </a:cubicBezTo>
                  <a:cubicBezTo>
                    <a:pt x="852" y="64"/>
                    <a:pt x="426" y="428"/>
                    <a:pt x="305" y="1158"/>
                  </a:cubicBezTo>
                  <a:cubicBezTo>
                    <a:pt x="153" y="1887"/>
                    <a:pt x="92" y="2617"/>
                    <a:pt x="1" y="3285"/>
                  </a:cubicBezTo>
                  <a:cubicBezTo>
                    <a:pt x="31" y="3589"/>
                    <a:pt x="31" y="3833"/>
                    <a:pt x="92" y="4045"/>
                  </a:cubicBezTo>
                  <a:cubicBezTo>
                    <a:pt x="244" y="4805"/>
                    <a:pt x="761" y="5292"/>
                    <a:pt x="1369" y="5352"/>
                  </a:cubicBezTo>
                  <a:cubicBezTo>
                    <a:pt x="1390" y="5353"/>
                    <a:pt x="1412" y="5354"/>
                    <a:pt x="1434" y="5354"/>
                  </a:cubicBezTo>
                  <a:cubicBezTo>
                    <a:pt x="2015" y="5354"/>
                    <a:pt x="2532" y="4959"/>
                    <a:pt x="2767" y="4197"/>
                  </a:cubicBezTo>
                  <a:cubicBezTo>
                    <a:pt x="3071" y="3164"/>
                    <a:pt x="3162" y="2070"/>
                    <a:pt x="2767" y="1006"/>
                  </a:cubicBezTo>
                  <a:cubicBezTo>
                    <a:pt x="2534" y="336"/>
                    <a:pt x="2049" y="1"/>
                    <a:pt x="1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0"/>
            <p:cNvSpPr/>
            <p:nvPr/>
          </p:nvSpPr>
          <p:spPr>
            <a:xfrm>
              <a:off x="4694504" y="1727109"/>
              <a:ext cx="76398" cy="88091"/>
            </a:xfrm>
            <a:custGeom>
              <a:rect b="b" l="l" r="r" t="t"/>
              <a:pathLst>
                <a:path extrusionOk="0" h="4942" w="4286">
                  <a:moveTo>
                    <a:pt x="1190" y="0"/>
                  </a:moveTo>
                  <a:cubicBezTo>
                    <a:pt x="877" y="0"/>
                    <a:pt x="585" y="122"/>
                    <a:pt x="395" y="375"/>
                  </a:cubicBezTo>
                  <a:cubicBezTo>
                    <a:pt x="183" y="679"/>
                    <a:pt x="0" y="1226"/>
                    <a:pt x="122" y="1530"/>
                  </a:cubicBezTo>
                  <a:cubicBezTo>
                    <a:pt x="547" y="2837"/>
                    <a:pt x="1429" y="3931"/>
                    <a:pt x="2523" y="4752"/>
                  </a:cubicBezTo>
                  <a:cubicBezTo>
                    <a:pt x="2708" y="4883"/>
                    <a:pt x="2912" y="4942"/>
                    <a:pt x="3112" y="4942"/>
                  </a:cubicBezTo>
                  <a:cubicBezTo>
                    <a:pt x="3700" y="4942"/>
                    <a:pt x="4263" y="4436"/>
                    <a:pt x="4286" y="3779"/>
                  </a:cubicBezTo>
                  <a:cubicBezTo>
                    <a:pt x="4286" y="2776"/>
                    <a:pt x="2766" y="527"/>
                    <a:pt x="1854" y="162"/>
                  </a:cubicBezTo>
                  <a:cubicBezTo>
                    <a:pt x="1763" y="132"/>
                    <a:pt x="1702" y="101"/>
                    <a:pt x="1611" y="71"/>
                  </a:cubicBezTo>
                  <a:cubicBezTo>
                    <a:pt x="1471" y="24"/>
                    <a:pt x="1329" y="0"/>
                    <a:pt x="1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0"/>
            <p:cNvSpPr/>
            <p:nvPr/>
          </p:nvSpPr>
          <p:spPr>
            <a:xfrm>
              <a:off x="4113694" y="1358453"/>
              <a:ext cx="70979" cy="91638"/>
            </a:xfrm>
            <a:custGeom>
              <a:rect b="b" l="l" r="r" t="t"/>
              <a:pathLst>
                <a:path extrusionOk="0" h="5141" w="3982">
                  <a:moveTo>
                    <a:pt x="1301" y="1"/>
                  </a:moveTo>
                  <a:cubicBezTo>
                    <a:pt x="1167" y="1"/>
                    <a:pt x="1026" y="27"/>
                    <a:pt x="881" y="84"/>
                  </a:cubicBezTo>
                  <a:cubicBezTo>
                    <a:pt x="334" y="266"/>
                    <a:pt x="91" y="692"/>
                    <a:pt x="61" y="1269"/>
                  </a:cubicBezTo>
                  <a:cubicBezTo>
                    <a:pt x="0" y="2363"/>
                    <a:pt x="1307" y="4552"/>
                    <a:pt x="2340" y="5008"/>
                  </a:cubicBezTo>
                  <a:cubicBezTo>
                    <a:pt x="2520" y="5098"/>
                    <a:pt x="2702" y="5140"/>
                    <a:pt x="2877" y="5140"/>
                  </a:cubicBezTo>
                  <a:cubicBezTo>
                    <a:pt x="3473" y="5140"/>
                    <a:pt x="3982" y="4645"/>
                    <a:pt x="3982" y="3822"/>
                  </a:cubicBezTo>
                  <a:cubicBezTo>
                    <a:pt x="3951" y="3701"/>
                    <a:pt x="3951" y="3427"/>
                    <a:pt x="3830" y="3215"/>
                  </a:cubicBezTo>
                  <a:cubicBezTo>
                    <a:pt x="3313" y="2303"/>
                    <a:pt x="2766" y="1421"/>
                    <a:pt x="2219" y="540"/>
                  </a:cubicBezTo>
                  <a:cubicBezTo>
                    <a:pt x="1995" y="205"/>
                    <a:pt x="1674" y="1"/>
                    <a:pt x="1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0"/>
            <p:cNvSpPr/>
            <p:nvPr/>
          </p:nvSpPr>
          <p:spPr>
            <a:xfrm>
              <a:off x="4217168" y="1673403"/>
              <a:ext cx="60159" cy="99107"/>
            </a:xfrm>
            <a:custGeom>
              <a:rect b="b" l="l" r="r" t="t"/>
              <a:pathLst>
                <a:path extrusionOk="0" h="5560" w="3375">
                  <a:moveTo>
                    <a:pt x="1238" y="1"/>
                  </a:moveTo>
                  <a:cubicBezTo>
                    <a:pt x="1132" y="1"/>
                    <a:pt x="1023" y="15"/>
                    <a:pt x="912" y="44"/>
                  </a:cubicBezTo>
                  <a:cubicBezTo>
                    <a:pt x="335" y="196"/>
                    <a:pt x="1" y="652"/>
                    <a:pt x="1" y="1351"/>
                  </a:cubicBezTo>
                  <a:cubicBezTo>
                    <a:pt x="31" y="2111"/>
                    <a:pt x="608" y="4026"/>
                    <a:pt x="1064" y="4847"/>
                  </a:cubicBezTo>
                  <a:cubicBezTo>
                    <a:pt x="1358" y="5312"/>
                    <a:pt x="1730" y="5560"/>
                    <a:pt x="2134" y="5560"/>
                  </a:cubicBezTo>
                  <a:cubicBezTo>
                    <a:pt x="2232" y="5560"/>
                    <a:pt x="2331" y="5545"/>
                    <a:pt x="2432" y="5515"/>
                  </a:cubicBezTo>
                  <a:cubicBezTo>
                    <a:pt x="2949" y="5333"/>
                    <a:pt x="3375" y="4756"/>
                    <a:pt x="3253" y="4117"/>
                  </a:cubicBezTo>
                  <a:cubicBezTo>
                    <a:pt x="2979" y="2993"/>
                    <a:pt x="2675" y="1868"/>
                    <a:pt x="2280" y="804"/>
                  </a:cubicBezTo>
                  <a:cubicBezTo>
                    <a:pt x="2084" y="263"/>
                    <a:pt x="1688" y="1"/>
                    <a:pt x="12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0"/>
            <p:cNvSpPr/>
            <p:nvPr/>
          </p:nvSpPr>
          <p:spPr>
            <a:xfrm>
              <a:off x="4247506" y="1474226"/>
              <a:ext cx="100800" cy="56933"/>
            </a:xfrm>
            <a:custGeom>
              <a:rect b="b" l="l" r="r" t="t"/>
              <a:pathLst>
                <a:path extrusionOk="0" h="3194" w="5655">
                  <a:moveTo>
                    <a:pt x="1773" y="1"/>
                  </a:moveTo>
                  <a:cubicBezTo>
                    <a:pt x="1729" y="1"/>
                    <a:pt x="1686" y="1"/>
                    <a:pt x="1642" y="2"/>
                  </a:cubicBezTo>
                  <a:cubicBezTo>
                    <a:pt x="517" y="2"/>
                    <a:pt x="1" y="914"/>
                    <a:pt x="517" y="1887"/>
                  </a:cubicBezTo>
                  <a:cubicBezTo>
                    <a:pt x="730" y="2252"/>
                    <a:pt x="1125" y="2586"/>
                    <a:pt x="1521" y="2707"/>
                  </a:cubicBezTo>
                  <a:cubicBezTo>
                    <a:pt x="2280" y="2951"/>
                    <a:pt x="3071" y="3042"/>
                    <a:pt x="3831" y="3194"/>
                  </a:cubicBezTo>
                  <a:cubicBezTo>
                    <a:pt x="3861" y="3194"/>
                    <a:pt x="3861" y="3163"/>
                    <a:pt x="3861" y="3133"/>
                  </a:cubicBezTo>
                  <a:cubicBezTo>
                    <a:pt x="4104" y="3133"/>
                    <a:pt x="4347" y="3133"/>
                    <a:pt x="4560" y="3103"/>
                  </a:cubicBezTo>
                  <a:cubicBezTo>
                    <a:pt x="5046" y="2981"/>
                    <a:pt x="5411" y="2677"/>
                    <a:pt x="5533" y="2191"/>
                  </a:cubicBezTo>
                  <a:cubicBezTo>
                    <a:pt x="5654" y="1704"/>
                    <a:pt x="5472" y="1279"/>
                    <a:pt x="5046" y="1036"/>
                  </a:cubicBezTo>
                  <a:cubicBezTo>
                    <a:pt x="4050" y="391"/>
                    <a:pt x="2941" y="1"/>
                    <a:pt x="1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0"/>
            <p:cNvSpPr/>
            <p:nvPr/>
          </p:nvSpPr>
          <p:spPr>
            <a:xfrm>
              <a:off x="4803397" y="1354478"/>
              <a:ext cx="52584" cy="95524"/>
            </a:xfrm>
            <a:custGeom>
              <a:rect b="b" l="l" r="r" t="t"/>
              <a:pathLst>
                <a:path extrusionOk="0" h="5359" w="2950">
                  <a:moveTo>
                    <a:pt x="1384" y="1"/>
                  </a:moveTo>
                  <a:cubicBezTo>
                    <a:pt x="1359" y="1"/>
                    <a:pt x="1333" y="2"/>
                    <a:pt x="1308" y="3"/>
                  </a:cubicBezTo>
                  <a:cubicBezTo>
                    <a:pt x="730" y="64"/>
                    <a:pt x="426" y="428"/>
                    <a:pt x="335" y="945"/>
                  </a:cubicBezTo>
                  <a:cubicBezTo>
                    <a:pt x="183" y="1614"/>
                    <a:pt x="62" y="2313"/>
                    <a:pt x="31" y="3012"/>
                  </a:cubicBezTo>
                  <a:cubicBezTo>
                    <a:pt x="1" y="3498"/>
                    <a:pt x="122" y="3985"/>
                    <a:pt x="244" y="4441"/>
                  </a:cubicBezTo>
                  <a:cubicBezTo>
                    <a:pt x="414" y="4979"/>
                    <a:pt x="1006" y="5359"/>
                    <a:pt x="1554" y="5359"/>
                  </a:cubicBezTo>
                  <a:cubicBezTo>
                    <a:pt x="1593" y="5359"/>
                    <a:pt x="1633" y="5357"/>
                    <a:pt x="1672" y="5352"/>
                  </a:cubicBezTo>
                  <a:cubicBezTo>
                    <a:pt x="2250" y="5261"/>
                    <a:pt x="2676" y="4866"/>
                    <a:pt x="2767" y="4197"/>
                  </a:cubicBezTo>
                  <a:cubicBezTo>
                    <a:pt x="2828" y="3893"/>
                    <a:pt x="2828" y="3559"/>
                    <a:pt x="2858" y="3255"/>
                  </a:cubicBezTo>
                  <a:cubicBezTo>
                    <a:pt x="2888" y="3255"/>
                    <a:pt x="2919" y="3255"/>
                    <a:pt x="2949" y="3225"/>
                  </a:cubicBezTo>
                  <a:cubicBezTo>
                    <a:pt x="2797" y="2434"/>
                    <a:pt x="2676" y="1583"/>
                    <a:pt x="2463" y="793"/>
                  </a:cubicBezTo>
                  <a:cubicBezTo>
                    <a:pt x="2317" y="327"/>
                    <a:pt x="1949" y="1"/>
                    <a:pt x="13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0"/>
            <p:cNvSpPr/>
            <p:nvPr/>
          </p:nvSpPr>
          <p:spPr>
            <a:xfrm>
              <a:off x="4814787" y="1836181"/>
              <a:ext cx="97538" cy="59660"/>
            </a:xfrm>
            <a:custGeom>
              <a:rect b="b" l="l" r="r" t="t"/>
              <a:pathLst>
                <a:path extrusionOk="0" h="3347" w="5472">
                  <a:moveTo>
                    <a:pt x="3526" y="1"/>
                  </a:moveTo>
                  <a:cubicBezTo>
                    <a:pt x="2614" y="304"/>
                    <a:pt x="1672" y="548"/>
                    <a:pt x="821" y="943"/>
                  </a:cubicBezTo>
                  <a:cubicBezTo>
                    <a:pt x="213" y="1216"/>
                    <a:pt x="0" y="1915"/>
                    <a:pt x="213" y="2554"/>
                  </a:cubicBezTo>
                  <a:cubicBezTo>
                    <a:pt x="358" y="3047"/>
                    <a:pt x="807" y="3346"/>
                    <a:pt x="1455" y="3346"/>
                  </a:cubicBezTo>
                  <a:cubicBezTo>
                    <a:pt x="1487" y="3346"/>
                    <a:pt x="1518" y="3345"/>
                    <a:pt x="1550" y="3344"/>
                  </a:cubicBezTo>
                  <a:cubicBezTo>
                    <a:pt x="1824" y="3314"/>
                    <a:pt x="2128" y="3314"/>
                    <a:pt x="2401" y="3222"/>
                  </a:cubicBezTo>
                  <a:cubicBezTo>
                    <a:pt x="3192" y="2918"/>
                    <a:pt x="4043" y="2706"/>
                    <a:pt x="4742" y="2250"/>
                  </a:cubicBezTo>
                  <a:cubicBezTo>
                    <a:pt x="5471" y="1794"/>
                    <a:pt x="5350" y="730"/>
                    <a:pt x="4590" y="335"/>
                  </a:cubicBezTo>
                  <a:cubicBezTo>
                    <a:pt x="4286" y="183"/>
                    <a:pt x="3921" y="183"/>
                    <a:pt x="3587" y="92"/>
                  </a:cubicBezTo>
                  <a:cubicBezTo>
                    <a:pt x="3556" y="61"/>
                    <a:pt x="3556" y="31"/>
                    <a:pt x="3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0"/>
            <p:cNvSpPr/>
            <p:nvPr/>
          </p:nvSpPr>
          <p:spPr>
            <a:xfrm>
              <a:off x="4283263" y="1360841"/>
              <a:ext cx="95382" cy="60498"/>
            </a:xfrm>
            <a:custGeom>
              <a:rect b="b" l="l" r="r" t="t"/>
              <a:pathLst>
                <a:path extrusionOk="0" h="3394" w="5351">
                  <a:moveTo>
                    <a:pt x="1456" y="1"/>
                  </a:moveTo>
                  <a:cubicBezTo>
                    <a:pt x="816" y="1"/>
                    <a:pt x="430" y="226"/>
                    <a:pt x="214" y="740"/>
                  </a:cubicBezTo>
                  <a:cubicBezTo>
                    <a:pt x="1" y="1287"/>
                    <a:pt x="183" y="1743"/>
                    <a:pt x="609" y="2138"/>
                  </a:cubicBezTo>
                  <a:cubicBezTo>
                    <a:pt x="761" y="2321"/>
                    <a:pt x="974" y="2503"/>
                    <a:pt x="1217" y="2564"/>
                  </a:cubicBezTo>
                  <a:cubicBezTo>
                    <a:pt x="2068" y="2868"/>
                    <a:pt x="2949" y="3141"/>
                    <a:pt x="3831" y="3354"/>
                  </a:cubicBezTo>
                  <a:cubicBezTo>
                    <a:pt x="3933" y="3381"/>
                    <a:pt x="4035" y="3394"/>
                    <a:pt x="4135" y="3394"/>
                  </a:cubicBezTo>
                  <a:cubicBezTo>
                    <a:pt x="4599" y="3394"/>
                    <a:pt x="5013" y="3121"/>
                    <a:pt x="5138" y="2746"/>
                  </a:cubicBezTo>
                  <a:cubicBezTo>
                    <a:pt x="5351" y="2199"/>
                    <a:pt x="5229" y="1682"/>
                    <a:pt x="4773" y="1318"/>
                  </a:cubicBezTo>
                  <a:cubicBezTo>
                    <a:pt x="3831" y="558"/>
                    <a:pt x="2706" y="163"/>
                    <a:pt x="1703" y="11"/>
                  </a:cubicBezTo>
                  <a:cubicBezTo>
                    <a:pt x="1617" y="4"/>
                    <a:pt x="1535" y="1"/>
                    <a:pt x="14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0"/>
            <p:cNvSpPr/>
            <p:nvPr/>
          </p:nvSpPr>
          <p:spPr>
            <a:xfrm>
              <a:off x="3735501" y="1716450"/>
              <a:ext cx="91585" cy="57058"/>
            </a:xfrm>
            <a:custGeom>
              <a:rect b="b" l="l" r="r" t="t"/>
              <a:pathLst>
                <a:path extrusionOk="0" h="3201" w="5138">
                  <a:moveTo>
                    <a:pt x="1946" y="0"/>
                  </a:moveTo>
                  <a:cubicBezTo>
                    <a:pt x="1916" y="30"/>
                    <a:pt x="1916" y="30"/>
                    <a:pt x="1885" y="61"/>
                  </a:cubicBezTo>
                  <a:cubicBezTo>
                    <a:pt x="1551" y="152"/>
                    <a:pt x="1186" y="182"/>
                    <a:pt x="882" y="304"/>
                  </a:cubicBezTo>
                  <a:cubicBezTo>
                    <a:pt x="366" y="517"/>
                    <a:pt x="62" y="942"/>
                    <a:pt x="31" y="1520"/>
                  </a:cubicBezTo>
                  <a:cubicBezTo>
                    <a:pt x="1" y="2037"/>
                    <a:pt x="274" y="2432"/>
                    <a:pt x="730" y="2645"/>
                  </a:cubicBezTo>
                  <a:cubicBezTo>
                    <a:pt x="1477" y="3007"/>
                    <a:pt x="2275" y="3200"/>
                    <a:pt x="3097" y="3200"/>
                  </a:cubicBezTo>
                  <a:cubicBezTo>
                    <a:pt x="3380" y="3200"/>
                    <a:pt x="3665" y="3177"/>
                    <a:pt x="3952" y="3131"/>
                  </a:cubicBezTo>
                  <a:cubicBezTo>
                    <a:pt x="4499" y="3040"/>
                    <a:pt x="4925" y="2705"/>
                    <a:pt x="5016" y="2128"/>
                  </a:cubicBezTo>
                  <a:cubicBezTo>
                    <a:pt x="5138" y="1520"/>
                    <a:pt x="4834" y="1064"/>
                    <a:pt x="4317" y="851"/>
                  </a:cubicBezTo>
                  <a:cubicBezTo>
                    <a:pt x="3557" y="517"/>
                    <a:pt x="2736" y="274"/>
                    <a:pt x="1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0"/>
            <p:cNvSpPr/>
            <p:nvPr/>
          </p:nvSpPr>
          <p:spPr>
            <a:xfrm>
              <a:off x="4695588" y="1629290"/>
              <a:ext cx="94276" cy="56755"/>
            </a:xfrm>
            <a:custGeom>
              <a:rect b="b" l="l" r="r" t="t"/>
              <a:pathLst>
                <a:path extrusionOk="0" h="3184" w="5289">
                  <a:moveTo>
                    <a:pt x="1945" y="0"/>
                  </a:moveTo>
                  <a:cubicBezTo>
                    <a:pt x="1726" y="0"/>
                    <a:pt x="1503" y="17"/>
                    <a:pt x="1277" y="52"/>
                  </a:cubicBezTo>
                  <a:cubicBezTo>
                    <a:pt x="365" y="204"/>
                    <a:pt x="0" y="1177"/>
                    <a:pt x="547" y="1906"/>
                  </a:cubicBezTo>
                  <a:cubicBezTo>
                    <a:pt x="730" y="2180"/>
                    <a:pt x="1064" y="2484"/>
                    <a:pt x="1368" y="2575"/>
                  </a:cubicBezTo>
                  <a:cubicBezTo>
                    <a:pt x="2158" y="2849"/>
                    <a:pt x="2979" y="3001"/>
                    <a:pt x="3800" y="3183"/>
                  </a:cubicBezTo>
                  <a:cubicBezTo>
                    <a:pt x="3800" y="3153"/>
                    <a:pt x="3800" y="3122"/>
                    <a:pt x="3830" y="3122"/>
                  </a:cubicBezTo>
                  <a:cubicBezTo>
                    <a:pt x="4012" y="3092"/>
                    <a:pt x="4225" y="3122"/>
                    <a:pt x="4407" y="3061"/>
                  </a:cubicBezTo>
                  <a:cubicBezTo>
                    <a:pt x="4833" y="2970"/>
                    <a:pt x="5259" y="2727"/>
                    <a:pt x="5259" y="2271"/>
                  </a:cubicBezTo>
                  <a:cubicBezTo>
                    <a:pt x="5289" y="1876"/>
                    <a:pt x="5228" y="1298"/>
                    <a:pt x="4955" y="1116"/>
                  </a:cubicBezTo>
                  <a:cubicBezTo>
                    <a:pt x="4067" y="431"/>
                    <a:pt x="3052" y="0"/>
                    <a:pt x="1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0"/>
            <p:cNvSpPr/>
            <p:nvPr/>
          </p:nvSpPr>
          <p:spPr>
            <a:xfrm>
              <a:off x="4471371" y="1720104"/>
              <a:ext cx="82815" cy="73992"/>
            </a:xfrm>
            <a:custGeom>
              <a:rect b="b" l="l" r="r" t="t"/>
              <a:pathLst>
                <a:path extrusionOk="0" h="4151" w="4646">
                  <a:moveTo>
                    <a:pt x="1336" y="0"/>
                  </a:moveTo>
                  <a:cubicBezTo>
                    <a:pt x="662" y="0"/>
                    <a:pt x="1" y="602"/>
                    <a:pt x="26" y="1345"/>
                  </a:cubicBezTo>
                  <a:cubicBezTo>
                    <a:pt x="55" y="2425"/>
                    <a:pt x="2047" y="4151"/>
                    <a:pt x="3201" y="4151"/>
                  </a:cubicBezTo>
                  <a:cubicBezTo>
                    <a:pt x="3248" y="4151"/>
                    <a:pt x="3294" y="4148"/>
                    <a:pt x="3339" y="4142"/>
                  </a:cubicBezTo>
                  <a:cubicBezTo>
                    <a:pt x="4190" y="4050"/>
                    <a:pt x="4646" y="3199"/>
                    <a:pt x="4220" y="2379"/>
                  </a:cubicBezTo>
                  <a:cubicBezTo>
                    <a:pt x="3673" y="1345"/>
                    <a:pt x="2852" y="616"/>
                    <a:pt x="1789" y="99"/>
                  </a:cubicBezTo>
                  <a:cubicBezTo>
                    <a:pt x="1642" y="32"/>
                    <a:pt x="1489" y="0"/>
                    <a:pt x="13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0"/>
            <p:cNvSpPr/>
            <p:nvPr/>
          </p:nvSpPr>
          <p:spPr>
            <a:xfrm>
              <a:off x="4870579" y="1678518"/>
              <a:ext cx="92672" cy="61247"/>
            </a:xfrm>
            <a:custGeom>
              <a:rect b="b" l="l" r="r" t="t"/>
              <a:pathLst>
                <a:path extrusionOk="0" h="3436" w="5199">
                  <a:moveTo>
                    <a:pt x="3527" y="0"/>
                  </a:moveTo>
                  <a:cubicBezTo>
                    <a:pt x="2645" y="304"/>
                    <a:pt x="1733" y="548"/>
                    <a:pt x="882" y="943"/>
                  </a:cubicBezTo>
                  <a:cubicBezTo>
                    <a:pt x="244" y="1216"/>
                    <a:pt x="1" y="1976"/>
                    <a:pt x="214" y="2584"/>
                  </a:cubicBezTo>
                  <a:cubicBezTo>
                    <a:pt x="344" y="3055"/>
                    <a:pt x="790" y="3436"/>
                    <a:pt x="1319" y="3436"/>
                  </a:cubicBezTo>
                  <a:cubicBezTo>
                    <a:pt x="1405" y="3436"/>
                    <a:pt x="1493" y="3426"/>
                    <a:pt x="1581" y="3405"/>
                  </a:cubicBezTo>
                  <a:cubicBezTo>
                    <a:pt x="2493" y="3192"/>
                    <a:pt x="3405" y="2888"/>
                    <a:pt x="4256" y="2523"/>
                  </a:cubicBezTo>
                  <a:cubicBezTo>
                    <a:pt x="4925" y="2219"/>
                    <a:pt x="5198" y="1611"/>
                    <a:pt x="5046" y="1064"/>
                  </a:cubicBezTo>
                  <a:cubicBezTo>
                    <a:pt x="4895" y="487"/>
                    <a:pt x="4347" y="152"/>
                    <a:pt x="3587" y="152"/>
                  </a:cubicBezTo>
                  <a:cubicBezTo>
                    <a:pt x="3557" y="122"/>
                    <a:pt x="3557" y="61"/>
                    <a:pt x="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0"/>
            <p:cNvSpPr/>
            <p:nvPr/>
          </p:nvSpPr>
          <p:spPr>
            <a:xfrm>
              <a:off x="4555790" y="1826430"/>
              <a:ext cx="89963" cy="62334"/>
            </a:xfrm>
            <a:custGeom>
              <a:rect b="b" l="l" r="r" t="t"/>
              <a:pathLst>
                <a:path extrusionOk="0" h="3497" w="5047">
                  <a:moveTo>
                    <a:pt x="3314" y="0"/>
                  </a:moveTo>
                  <a:cubicBezTo>
                    <a:pt x="2311" y="122"/>
                    <a:pt x="1278" y="669"/>
                    <a:pt x="518" y="1642"/>
                  </a:cubicBezTo>
                  <a:cubicBezTo>
                    <a:pt x="1" y="2341"/>
                    <a:pt x="366" y="3222"/>
                    <a:pt x="1186" y="3435"/>
                  </a:cubicBezTo>
                  <a:cubicBezTo>
                    <a:pt x="1354" y="3477"/>
                    <a:pt x="1536" y="3497"/>
                    <a:pt x="1728" y="3497"/>
                  </a:cubicBezTo>
                  <a:cubicBezTo>
                    <a:pt x="2785" y="3497"/>
                    <a:pt x="4111" y="2891"/>
                    <a:pt x="4651" y="2067"/>
                  </a:cubicBezTo>
                  <a:cubicBezTo>
                    <a:pt x="4925" y="1642"/>
                    <a:pt x="5047" y="1186"/>
                    <a:pt x="4803" y="699"/>
                  </a:cubicBezTo>
                  <a:cubicBezTo>
                    <a:pt x="4560" y="213"/>
                    <a:pt x="4104" y="0"/>
                    <a:pt x="3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0"/>
            <p:cNvSpPr/>
            <p:nvPr/>
          </p:nvSpPr>
          <p:spPr>
            <a:xfrm>
              <a:off x="4572456" y="1353515"/>
              <a:ext cx="60837" cy="87396"/>
            </a:xfrm>
            <a:custGeom>
              <a:rect b="b" l="l" r="r" t="t"/>
              <a:pathLst>
                <a:path extrusionOk="0" h="4903" w="3413">
                  <a:moveTo>
                    <a:pt x="1203" y="0"/>
                  </a:moveTo>
                  <a:cubicBezTo>
                    <a:pt x="541" y="0"/>
                    <a:pt x="1" y="678"/>
                    <a:pt x="99" y="1516"/>
                  </a:cubicBezTo>
                  <a:cubicBezTo>
                    <a:pt x="191" y="2671"/>
                    <a:pt x="829" y="3644"/>
                    <a:pt x="1467" y="4555"/>
                  </a:cubicBezTo>
                  <a:cubicBezTo>
                    <a:pt x="1650" y="4791"/>
                    <a:pt x="1912" y="4902"/>
                    <a:pt x="2177" y="4902"/>
                  </a:cubicBezTo>
                  <a:cubicBezTo>
                    <a:pt x="2529" y="4902"/>
                    <a:pt x="2888" y="4706"/>
                    <a:pt x="3078" y="4343"/>
                  </a:cubicBezTo>
                  <a:cubicBezTo>
                    <a:pt x="3230" y="4039"/>
                    <a:pt x="3291" y="3704"/>
                    <a:pt x="3412" y="3218"/>
                  </a:cubicBezTo>
                  <a:cubicBezTo>
                    <a:pt x="3169" y="2580"/>
                    <a:pt x="2957" y="1789"/>
                    <a:pt x="2622" y="1090"/>
                  </a:cubicBezTo>
                  <a:cubicBezTo>
                    <a:pt x="2440" y="695"/>
                    <a:pt x="2075" y="300"/>
                    <a:pt x="1680" y="118"/>
                  </a:cubicBezTo>
                  <a:cubicBezTo>
                    <a:pt x="1519" y="37"/>
                    <a:pt x="1358" y="0"/>
                    <a:pt x="1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0"/>
            <p:cNvSpPr/>
            <p:nvPr/>
          </p:nvSpPr>
          <p:spPr>
            <a:xfrm>
              <a:off x="3746339" y="1361002"/>
              <a:ext cx="76951" cy="69678"/>
            </a:xfrm>
            <a:custGeom>
              <a:rect b="b" l="l" r="r" t="t"/>
              <a:pathLst>
                <a:path extrusionOk="0" h="3909" w="4317">
                  <a:moveTo>
                    <a:pt x="3000" y="1"/>
                  </a:moveTo>
                  <a:cubicBezTo>
                    <a:pt x="2000" y="1"/>
                    <a:pt x="603" y="1111"/>
                    <a:pt x="183" y="2220"/>
                  </a:cubicBezTo>
                  <a:cubicBezTo>
                    <a:pt x="31" y="2676"/>
                    <a:pt x="1" y="3102"/>
                    <a:pt x="335" y="3467"/>
                  </a:cubicBezTo>
                  <a:cubicBezTo>
                    <a:pt x="575" y="3747"/>
                    <a:pt x="881" y="3908"/>
                    <a:pt x="1191" y="3908"/>
                  </a:cubicBezTo>
                  <a:cubicBezTo>
                    <a:pt x="1353" y="3908"/>
                    <a:pt x="1516" y="3864"/>
                    <a:pt x="1672" y="3771"/>
                  </a:cubicBezTo>
                  <a:cubicBezTo>
                    <a:pt x="2432" y="3345"/>
                    <a:pt x="3192" y="2798"/>
                    <a:pt x="3861" y="2220"/>
                  </a:cubicBezTo>
                  <a:cubicBezTo>
                    <a:pt x="4104" y="2008"/>
                    <a:pt x="4195" y="1582"/>
                    <a:pt x="4226" y="1248"/>
                  </a:cubicBezTo>
                  <a:cubicBezTo>
                    <a:pt x="4317" y="488"/>
                    <a:pt x="3800" y="2"/>
                    <a:pt x="3040" y="2"/>
                  </a:cubicBezTo>
                  <a:cubicBezTo>
                    <a:pt x="3027" y="1"/>
                    <a:pt x="3014" y="1"/>
                    <a:pt x="30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0"/>
            <p:cNvSpPr/>
            <p:nvPr/>
          </p:nvSpPr>
          <p:spPr>
            <a:xfrm>
              <a:off x="3889919" y="1338560"/>
              <a:ext cx="87253" cy="59856"/>
            </a:xfrm>
            <a:custGeom>
              <a:rect b="b" l="l" r="r" t="t"/>
              <a:pathLst>
                <a:path extrusionOk="0" h="3358" w="4895">
                  <a:moveTo>
                    <a:pt x="1275" y="0"/>
                  </a:moveTo>
                  <a:cubicBezTo>
                    <a:pt x="868" y="0"/>
                    <a:pt x="487" y="238"/>
                    <a:pt x="244" y="653"/>
                  </a:cubicBezTo>
                  <a:cubicBezTo>
                    <a:pt x="1" y="1139"/>
                    <a:pt x="92" y="1686"/>
                    <a:pt x="517" y="2142"/>
                  </a:cubicBezTo>
                  <a:cubicBezTo>
                    <a:pt x="700" y="2324"/>
                    <a:pt x="852" y="2507"/>
                    <a:pt x="1064" y="2568"/>
                  </a:cubicBezTo>
                  <a:cubicBezTo>
                    <a:pt x="1855" y="2872"/>
                    <a:pt x="2645" y="3115"/>
                    <a:pt x="3435" y="3358"/>
                  </a:cubicBezTo>
                  <a:cubicBezTo>
                    <a:pt x="4134" y="3236"/>
                    <a:pt x="4560" y="2963"/>
                    <a:pt x="4742" y="2446"/>
                  </a:cubicBezTo>
                  <a:cubicBezTo>
                    <a:pt x="4894" y="1899"/>
                    <a:pt x="4742" y="1321"/>
                    <a:pt x="4165" y="1048"/>
                  </a:cubicBezTo>
                  <a:cubicBezTo>
                    <a:pt x="3344" y="653"/>
                    <a:pt x="2463" y="318"/>
                    <a:pt x="1581" y="45"/>
                  </a:cubicBezTo>
                  <a:cubicBezTo>
                    <a:pt x="1479" y="15"/>
                    <a:pt x="1376" y="0"/>
                    <a:pt x="12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0"/>
            <p:cNvSpPr/>
            <p:nvPr/>
          </p:nvSpPr>
          <p:spPr>
            <a:xfrm>
              <a:off x="3820027" y="1404334"/>
              <a:ext cx="85631" cy="53689"/>
            </a:xfrm>
            <a:custGeom>
              <a:rect b="b" l="l" r="r" t="t"/>
              <a:pathLst>
                <a:path extrusionOk="0" h="3012" w="4804">
                  <a:moveTo>
                    <a:pt x="3226" y="0"/>
                  </a:moveTo>
                  <a:cubicBezTo>
                    <a:pt x="3185" y="0"/>
                    <a:pt x="3144" y="1"/>
                    <a:pt x="3101" y="2"/>
                  </a:cubicBezTo>
                  <a:cubicBezTo>
                    <a:pt x="2007" y="93"/>
                    <a:pt x="882" y="215"/>
                    <a:pt x="304" y="1522"/>
                  </a:cubicBezTo>
                  <a:cubicBezTo>
                    <a:pt x="1" y="2252"/>
                    <a:pt x="304" y="3011"/>
                    <a:pt x="1095" y="3011"/>
                  </a:cubicBezTo>
                  <a:cubicBezTo>
                    <a:pt x="2007" y="2981"/>
                    <a:pt x="2919" y="2859"/>
                    <a:pt x="3770" y="2616"/>
                  </a:cubicBezTo>
                  <a:cubicBezTo>
                    <a:pt x="4560" y="2403"/>
                    <a:pt x="4803" y="1735"/>
                    <a:pt x="4651" y="945"/>
                  </a:cubicBezTo>
                  <a:cubicBezTo>
                    <a:pt x="4506" y="306"/>
                    <a:pt x="4084"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0"/>
            <p:cNvSpPr/>
            <p:nvPr/>
          </p:nvSpPr>
          <p:spPr>
            <a:xfrm>
              <a:off x="4156492" y="1847553"/>
              <a:ext cx="87236" cy="52584"/>
            </a:xfrm>
            <a:custGeom>
              <a:rect b="b" l="l" r="r" t="t"/>
              <a:pathLst>
                <a:path extrusionOk="0" h="2950" w="4894">
                  <a:moveTo>
                    <a:pt x="1946" y="1"/>
                  </a:moveTo>
                  <a:cubicBezTo>
                    <a:pt x="1946" y="31"/>
                    <a:pt x="1946" y="62"/>
                    <a:pt x="1915" y="92"/>
                  </a:cubicBezTo>
                  <a:cubicBezTo>
                    <a:pt x="1702" y="92"/>
                    <a:pt x="1490" y="122"/>
                    <a:pt x="1277" y="122"/>
                  </a:cubicBezTo>
                  <a:cubicBezTo>
                    <a:pt x="730" y="183"/>
                    <a:pt x="304" y="457"/>
                    <a:pt x="152" y="1065"/>
                  </a:cubicBezTo>
                  <a:cubicBezTo>
                    <a:pt x="0" y="1642"/>
                    <a:pt x="183" y="2037"/>
                    <a:pt x="791" y="2402"/>
                  </a:cubicBezTo>
                  <a:cubicBezTo>
                    <a:pt x="1463" y="2783"/>
                    <a:pt x="2169" y="2949"/>
                    <a:pt x="2895" y="2949"/>
                  </a:cubicBezTo>
                  <a:cubicBezTo>
                    <a:pt x="3154" y="2949"/>
                    <a:pt x="3415" y="2928"/>
                    <a:pt x="3678" y="2888"/>
                  </a:cubicBezTo>
                  <a:cubicBezTo>
                    <a:pt x="4377" y="2797"/>
                    <a:pt x="4772" y="2341"/>
                    <a:pt x="4833" y="1764"/>
                  </a:cubicBezTo>
                  <a:cubicBezTo>
                    <a:pt x="4894" y="1217"/>
                    <a:pt x="4590" y="730"/>
                    <a:pt x="3921" y="487"/>
                  </a:cubicBezTo>
                  <a:cubicBezTo>
                    <a:pt x="3283" y="274"/>
                    <a:pt x="2614" y="183"/>
                    <a:pt x="1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0"/>
            <p:cNvSpPr/>
            <p:nvPr/>
          </p:nvSpPr>
          <p:spPr>
            <a:xfrm>
              <a:off x="4882504" y="1496882"/>
              <a:ext cx="44990" cy="88840"/>
            </a:xfrm>
            <a:custGeom>
              <a:rect b="b" l="l" r="r" t="t"/>
              <a:pathLst>
                <a:path extrusionOk="0" h="4984" w="2524">
                  <a:moveTo>
                    <a:pt x="1291" y="0"/>
                  </a:moveTo>
                  <a:cubicBezTo>
                    <a:pt x="802" y="0"/>
                    <a:pt x="388" y="292"/>
                    <a:pt x="304" y="737"/>
                  </a:cubicBezTo>
                  <a:cubicBezTo>
                    <a:pt x="152" y="1862"/>
                    <a:pt x="1" y="3017"/>
                    <a:pt x="92" y="4142"/>
                  </a:cubicBezTo>
                  <a:cubicBezTo>
                    <a:pt x="112" y="4672"/>
                    <a:pt x="544" y="4984"/>
                    <a:pt x="1018" y="4984"/>
                  </a:cubicBezTo>
                  <a:cubicBezTo>
                    <a:pt x="1251" y="4984"/>
                    <a:pt x="1493" y="4909"/>
                    <a:pt x="1703" y="4750"/>
                  </a:cubicBezTo>
                  <a:cubicBezTo>
                    <a:pt x="2007" y="4506"/>
                    <a:pt x="2250" y="4081"/>
                    <a:pt x="2371" y="3716"/>
                  </a:cubicBezTo>
                  <a:cubicBezTo>
                    <a:pt x="2493" y="3260"/>
                    <a:pt x="2493" y="2743"/>
                    <a:pt x="2523" y="2288"/>
                  </a:cubicBezTo>
                  <a:cubicBezTo>
                    <a:pt x="2493" y="1832"/>
                    <a:pt x="2463" y="1406"/>
                    <a:pt x="2371" y="981"/>
                  </a:cubicBezTo>
                  <a:cubicBezTo>
                    <a:pt x="2280" y="464"/>
                    <a:pt x="1976" y="69"/>
                    <a:pt x="1429" y="8"/>
                  </a:cubicBezTo>
                  <a:cubicBezTo>
                    <a:pt x="1383" y="3"/>
                    <a:pt x="1336" y="0"/>
                    <a:pt x="1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0"/>
            <p:cNvSpPr/>
            <p:nvPr/>
          </p:nvSpPr>
          <p:spPr>
            <a:xfrm>
              <a:off x="4670654" y="1453121"/>
              <a:ext cx="89963" cy="55846"/>
            </a:xfrm>
            <a:custGeom>
              <a:rect b="b" l="l" r="r" t="t"/>
              <a:pathLst>
                <a:path extrusionOk="0" h="3133" w="5047">
                  <a:moveTo>
                    <a:pt x="3496" y="1"/>
                  </a:moveTo>
                  <a:cubicBezTo>
                    <a:pt x="2645" y="335"/>
                    <a:pt x="1764" y="639"/>
                    <a:pt x="943" y="1004"/>
                  </a:cubicBezTo>
                  <a:cubicBezTo>
                    <a:pt x="183" y="1338"/>
                    <a:pt x="1" y="1764"/>
                    <a:pt x="153" y="2311"/>
                  </a:cubicBezTo>
                  <a:cubicBezTo>
                    <a:pt x="283" y="2755"/>
                    <a:pt x="707" y="3132"/>
                    <a:pt x="1229" y="3132"/>
                  </a:cubicBezTo>
                  <a:cubicBezTo>
                    <a:pt x="1313" y="3132"/>
                    <a:pt x="1401" y="3122"/>
                    <a:pt x="1490" y="3101"/>
                  </a:cubicBezTo>
                  <a:cubicBezTo>
                    <a:pt x="2402" y="2949"/>
                    <a:pt x="3314" y="2676"/>
                    <a:pt x="4195" y="2311"/>
                  </a:cubicBezTo>
                  <a:cubicBezTo>
                    <a:pt x="4834" y="2037"/>
                    <a:pt x="5046" y="1521"/>
                    <a:pt x="4894" y="1004"/>
                  </a:cubicBezTo>
                  <a:cubicBezTo>
                    <a:pt x="4749" y="509"/>
                    <a:pt x="4241" y="181"/>
                    <a:pt x="3637" y="181"/>
                  </a:cubicBezTo>
                  <a:cubicBezTo>
                    <a:pt x="3611" y="181"/>
                    <a:pt x="3584" y="182"/>
                    <a:pt x="3557" y="183"/>
                  </a:cubicBezTo>
                  <a:cubicBezTo>
                    <a:pt x="3527" y="122"/>
                    <a:pt x="3527" y="62"/>
                    <a:pt x="34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0"/>
            <p:cNvSpPr/>
            <p:nvPr/>
          </p:nvSpPr>
          <p:spPr>
            <a:xfrm>
              <a:off x="4314154" y="1606452"/>
              <a:ext cx="79660" cy="55471"/>
            </a:xfrm>
            <a:custGeom>
              <a:rect b="b" l="l" r="r" t="t"/>
              <a:pathLst>
                <a:path extrusionOk="0" h="3112" w="4469">
                  <a:moveTo>
                    <a:pt x="2797" y="1"/>
                  </a:moveTo>
                  <a:cubicBezTo>
                    <a:pt x="2128" y="214"/>
                    <a:pt x="1429" y="396"/>
                    <a:pt x="791" y="700"/>
                  </a:cubicBezTo>
                  <a:cubicBezTo>
                    <a:pt x="213" y="973"/>
                    <a:pt x="0" y="1581"/>
                    <a:pt x="152" y="2128"/>
                  </a:cubicBezTo>
                  <a:cubicBezTo>
                    <a:pt x="293" y="2633"/>
                    <a:pt x="846" y="3112"/>
                    <a:pt x="1384" y="3112"/>
                  </a:cubicBezTo>
                  <a:cubicBezTo>
                    <a:pt x="1430" y="3112"/>
                    <a:pt x="1475" y="3108"/>
                    <a:pt x="1520" y="3101"/>
                  </a:cubicBezTo>
                  <a:cubicBezTo>
                    <a:pt x="2219" y="2980"/>
                    <a:pt x="2918" y="2797"/>
                    <a:pt x="3557" y="2493"/>
                  </a:cubicBezTo>
                  <a:cubicBezTo>
                    <a:pt x="4225" y="2189"/>
                    <a:pt x="4469" y="1551"/>
                    <a:pt x="4286" y="1004"/>
                  </a:cubicBezTo>
                  <a:cubicBezTo>
                    <a:pt x="4134" y="426"/>
                    <a:pt x="3618" y="122"/>
                    <a:pt x="2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0"/>
            <p:cNvSpPr/>
            <p:nvPr/>
          </p:nvSpPr>
          <p:spPr>
            <a:xfrm>
              <a:off x="4458822" y="1453121"/>
              <a:ext cx="77485" cy="45418"/>
            </a:xfrm>
            <a:custGeom>
              <a:rect b="b" l="l" r="r" t="t"/>
              <a:pathLst>
                <a:path extrusionOk="0" h="2548" w="4347">
                  <a:moveTo>
                    <a:pt x="2097" y="1"/>
                  </a:moveTo>
                  <a:cubicBezTo>
                    <a:pt x="1672" y="62"/>
                    <a:pt x="1368" y="62"/>
                    <a:pt x="1094" y="122"/>
                  </a:cubicBezTo>
                  <a:cubicBezTo>
                    <a:pt x="517" y="214"/>
                    <a:pt x="61" y="730"/>
                    <a:pt x="30" y="1277"/>
                  </a:cubicBezTo>
                  <a:cubicBezTo>
                    <a:pt x="0" y="1764"/>
                    <a:pt x="365" y="2341"/>
                    <a:pt x="912" y="2402"/>
                  </a:cubicBezTo>
                  <a:cubicBezTo>
                    <a:pt x="1490" y="2491"/>
                    <a:pt x="2085" y="2548"/>
                    <a:pt x="2684" y="2548"/>
                  </a:cubicBezTo>
                  <a:cubicBezTo>
                    <a:pt x="2904" y="2548"/>
                    <a:pt x="3124" y="2540"/>
                    <a:pt x="3344" y="2524"/>
                  </a:cubicBezTo>
                  <a:cubicBezTo>
                    <a:pt x="3921" y="2493"/>
                    <a:pt x="4316" y="1946"/>
                    <a:pt x="4316" y="1399"/>
                  </a:cubicBezTo>
                  <a:cubicBezTo>
                    <a:pt x="4347" y="791"/>
                    <a:pt x="3982" y="396"/>
                    <a:pt x="3435" y="244"/>
                  </a:cubicBezTo>
                  <a:cubicBezTo>
                    <a:pt x="2948" y="92"/>
                    <a:pt x="2462" y="62"/>
                    <a:pt x="2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8" name="Google Shape;4568;p60"/>
          <p:cNvGrpSpPr/>
          <p:nvPr/>
        </p:nvGrpSpPr>
        <p:grpSpPr>
          <a:xfrm>
            <a:off x="7767734" y="1970043"/>
            <a:ext cx="375605" cy="1031821"/>
            <a:chOff x="7767613" y="1919174"/>
            <a:chExt cx="338657" cy="930322"/>
          </a:xfrm>
        </p:grpSpPr>
        <p:sp>
          <p:nvSpPr>
            <p:cNvPr id="4569" name="Google Shape;4569;p60"/>
            <p:cNvSpPr/>
            <p:nvPr/>
          </p:nvSpPr>
          <p:spPr>
            <a:xfrm>
              <a:off x="7789823" y="1919174"/>
              <a:ext cx="59625" cy="59625"/>
            </a:xfrm>
            <a:custGeom>
              <a:rect b="b" l="l" r="r" t="t"/>
              <a:pathLst>
                <a:path extrusionOk="0" h="3345" w="3345">
                  <a:moveTo>
                    <a:pt x="1650" y="0"/>
                  </a:moveTo>
                  <a:cubicBezTo>
                    <a:pt x="762" y="0"/>
                    <a:pt x="31" y="748"/>
                    <a:pt x="31" y="1643"/>
                  </a:cubicBezTo>
                  <a:cubicBezTo>
                    <a:pt x="1" y="2585"/>
                    <a:pt x="761" y="3345"/>
                    <a:pt x="1673" y="3345"/>
                  </a:cubicBezTo>
                  <a:cubicBezTo>
                    <a:pt x="2615" y="3345"/>
                    <a:pt x="3345" y="2585"/>
                    <a:pt x="3345" y="1673"/>
                  </a:cubicBezTo>
                  <a:cubicBezTo>
                    <a:pt x="3345" y="761"/>
                    <a:pt x="2615" y="1"/>
                    <a:pt x="1703" y="1"/>
                  </a:cubicBezTo>
                  <a:cubicBezTo>
                    <a:pt x="1685" y="1"/>
                    <a:pt x="1668" y="0"/>
                    <a:pt x="16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0"/>
            <p:cNvSpPr/>
            <p:nvPr/>
          </p:nvSpPr>
          <p:spPr>
            <a:xfrm>
              <a:off x="7767613" y="2658198"/>
              <a:ext cx="66131" cy="61799"/>
            </a:xfrm>
            <a:custGeom>
              <a:rect b="b" l="l" r="r" t="t"/>
              <a:pathLst>
                <a:path extrusionOk="0" h="3467" w="3710">
                  <a:moveTo>
                    <a:pt x="2007" y="1"/>
                  </a:moveTo>
                  <a:cubicBezTo>
                    <a:pt x="943" y="1"/>
                    <a:pt x="1" y="852"/>
                    <a:pt x="31" y="1794"/>
                  </a:cubicBezTo>
                  <a:cubicBezTo>
                    <a:pt x="31" y="2689"/>
                    <a:pt x="792" y="3467"/>
                    <a:pt x="1654" y="3467"/>
                  </a:cubicBezTo>
                  <a:cubicBezTo>
                    <a:pt x="1670" y="3467"/>
                    <a:pt x="1686" y="3466"/>
                    <a:pt x="1703" y="3466"/>
                  </a:cubicBezTo>
                  <a:cubicBezTo>
                    <a:pt x="2767" y="3466"/>
                    <a:pt x="3709" y="2615"/>
                    <a:pt x="3709" y="1673"/>
                  </a:cubicBezTo>
                  <a:cubicBezTo>
                    <a:pt x="3679" y="730"/>
                    <a:pt x="2949" y="1"/>
                    <a:pt x="20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0"/>
            <p:cNvSpPr/>
            <p:nvPr/>
          </p:nvSpPr>
          <p:spPr>
            <a:xfrm>
              <a:off x="8046646" y="2652780"/>
              <a:ext cx="59625" cy="59642"/>
            </a:xfrm>
            <a:custGeom>
              <a:rect b="b" l="l" r="r" t="t"/>
              <a:pathLst>
                <a:path extrusionOk="0" h="3346" w="3345">
                  <a:moveTo>
                    <a:pt x="1642" y="1"/>
                  </a:moveTo>
                  <a:cubicBezTo>
                    <a:pt x="730" y="31"/>
                    <a:pt x="1" y="791"/>
                    <a:pt x="1" y="1703"/>
                  </a:cubicBezTo>
                  <a:cubicBezTo>
                    <a:pt x="1" y="2597"/>
                    <a:pt x="731" y="3345"/>
                    <a:pt x="1619" y="3345"/>
                  </a:cubicBezTo>
                  <a:cubicBezTo>
                    <a:pt x="1637" y="3345"/>
                    <a:pt x="1655" y="3345"/>
                    <a:pt x="1672" y="3344"/>
                  </a:cubicBezTo>
                  <a:cubicBezTo>
                    <a:pt x="2584" y="3344"/>
                    <a:pt x="3344" y="2584"/>
                    <a:pt x="3344" y="1673"/>
                  </a:cubicBezTo>
                  <a:cubicBezTo>
                    <a:pt x="3314" y="761"/>
                    <a:pt x="2554" y="1"/>
                    <a:pt x="16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0"/>
            <p:cNvSpPr/>
            <p:nvPr/>
          </p:nvSpPr>
          <p:spPr>
            <a:xfrm>
              <a:off x="7929072" y="2733509"/>
              <a:ext cx="59625" cy="60159"/>
            </a:xfrm>
            <a:custGeom>
              <a:rect b="b" l="l" r="r" t="t"/>
              <a:pathLst>
                <a:path extrusionOk="0" h="3375" w="3345">
                  <a:moveTo>
                    <a:pt x="1672" y="1"/>
                  </a:moveTo>
                  <a:cubicBezTo>
                    <a:pt x="761" y="1"/>
                    <a:pt x="1" y="791"/>
                    <a:pt x="1" y="1673"/>
                  </a:cubicBezTo>
                  <a:cubicBezTo>
                    <a:pt x="1" y="2584"/>
                    <a:pt x="761" y="3375"/>
                    <a:pt x="1672" y="3375"/>
                  </a:cubicBezTo>
                  <a:cubicBezTo>
                    <a:pt x="2584" y="3375"/>
                    <a:pt x="3344" y="2615"/>
                    <a:pt x="3344" y="1703"/>
                  </a:cubicBezTo>
                  <a:cubicBezTo>
                    <a:pt x="3344" y="761"/>
                    <a:pt x="2584" y="1"/>
                    <a:pt x="16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0"/>
            <p:cNvSpPr/>
            <p:nvPr/>
          </p:nvSpPr>
          <p:spPr>
            <a:xfrm>
              <a:off x="8042849" y="2782278"/>
              <a:ext cx="60159" cy="59607"/>
            </a:xfrm>
            <a:custGeom>
              <a:rect b="b" l="l" r="r" t="t"/>
              <a:pathLst>
                <a:path extrusionOk="0" h="3344" w="3375">
                  <a:moveTo>
                    <a:pt x="1703" y="0"/>
                  </a:moveTo>
                  <a:cubicBezTo>
                    <a:pt x="791" y="0"/>
                    <a:pt x="1" y="760"/>
                    <a:pt x="1" y="1672"/>
                  </a:cubicBezTo>
                  <a:cubicBezTo>
                    <a:pt x="1" y="2554"/>
                    <a:pt x="761" y="3344"/>
                    <a:pt x="1673" y="3344"/>
                  </a:cubicBezTo>
                  <a:cubicBezTo>
                    <a:pt x="2584" y="3344"/>
                    <a:pt x="3344" y="2614"/>
                    <a:pt x="3344" y="1672"/>
                  </a:cubicBezTo>
                  <a:cubicBezTo>
                    <a:pt x="3375" y="760"/>
                    <a:pt x="2615" y="0"/>
                    <a:pt x="17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0"/>
            <p:cNvSpPr/>
            <p:nvPr/>
          </p:nvSpPr>
          <p:spPr>
            <a:xfrm>
              <a:off x="7783870" y="2789854"/>
              <a:ext cx="59625" cy="59642"/>
            </a:xfrm>
            <a:custGeom>
              <a:rect b="b" l="l" r="r" t="t"/>
              <a:pathLst>
                <a:path extrusionOk="0" h="3346" w="3345">
                  <a:moveTo>
                    <a:pt x="1672" y="1"/>
                  </a:moveTo>
                  <a:cubicBezTo>
                    <a:pt x="730" y="1"/>
                    <a:pt x="1" y="761"/>
                    <a:pt x="1" y="1673"/>
                  </a:cubicBezTo>
                  <a:cubicBezTo>
                    <a:pt x="1" y="2568"/>
                    <a:pt x="732" y="3345"/>
                    <a:pt x="1621" y="3345"/>
                  </a:cubicBezTo>
                  <a:cubicBezTo>
                    <a:pt x="1638" y="3345"/>
                    <a:pt x="1655" y="3345"/>
                    <a:pt x="1672" y="3344"/>
                  </a:cubicBezTo>
                  <a:cubicBezTo>
                    <a:pt x="2584" y="3344"/>
                    <a:pt x="3344" y="2585"/>
                    <a:pt x="3344" y="1673"/>
                  </a:cubicBezTo>
                  <a:cubicBezTo>
                    <a:pt x="3344" y="761"/>
                    <a:pt x="2584" y="1"/>
                    <a:pt x="16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0"/>
            <p:cNvSpPr/>
            <p:nvPr/>
          </p:nvSpPr>
          <p:spPr>
            <a:xfrm>
              <a:off x="7835883" y="2563922"/>
              <a:ext cx="59625" cy="59625"/>
            </a:xfrm>
            <a:custGeom>
              <a:rect b="b" l="l" r="r" t="t"/>
              <a:pathLst>
                <a:path extrusionOk="0" h="3345" w="3345">
                  <a:moveTo>
                    <a:pt x="1672" y="1"/>
                  </a:moveTo>
                  <a:cubicBezTo>
                    <a:pt x="761" y="1"/>
                    <a:pt x="1" y="761"/>
                    <a:pt x="1" y="1673"/>
                  </a:cubicBezTo>
                  <a:cubicBezTo>
                    <a:pt x="1" y="2615"/>
                    <a:pt x="761" y="3345"/>
                    <a:pt x="1672" y="3345"/>
                  </a:cubicBezTo>
                  <a:cubicBezTo>
                    <a:pt x="2584" y="3345"/>
                    <a:pt x="3344" y="2585"/>
                    <a:pt x="3344" y="1673"/>
                  </a:cubicBezTo>
                  <a:cubicBezTo>
                    <a:pt x="3314" y="730"/>
                    <a:pt x="2584" y="1"/>
                    <a:pt x="16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0"/>
            <p:cNvSpPr/>
            <p:nvPr/>
          </p:nvSpPr>
          <p:spPr>
            <a:xfrm>
              <a:off x="7912281" y="2444726"/>
              <a:ext cx="60159" cy="59642"/>
            </a:xfrm>
            <a:custGeom>
              <a:rect b="b" l="l" r="r" t="t"/>
              <a:pathLst>
                <a:path extrusionOk="0" h="3346" w="3375">
                  <a:moveTo>
                    <a:pt x="1648" y="0"/>
                  </a:moveTo>
                  <a:cubicBezTo>
                    <a:pt x="760" y="0"/>
                    <a:pt x="30" y="719"/>
                    <a:pt x="0" y="1642"/>
                  </a:cubicBezTo>
                  <a:cubicBezTo>
                    <a:pt x="0" y="2524"/>
                    <a:pt x="730" y="3314"/>
                    <a:pt x="1642" y="3344"/>
                  </a:cubicBezTo>
                  <a:cubicBezTo>
                    <a:pt x="1659" y="3345"/>
                    <a:pt x="1677" y="3345"/>
                    <a:pt x="1695" y="3345"/>
                  </a:cubicBezTo>
                  <a:cubicBezTo>
                    <a:pt x="2584" y="3345"/>
                    <a:pt x="3344" y="2597"/>
                    <a:pt x="3344" y="1703"/>
                  </a:cubicBezTo>
                  <a:cubicBezTo>
                    <a:pt x="3374" y="761"/>
                    <a:pt x="2645" y="1"/>
                    <a:pt x="1703" y="1"/>
                  </a:cubicBezTo>
                  <a:cubicBezTo>
                    <a:pt x="1684" y="0"/>
                    <a:pt x="1666" y="0"/>
                    <a:pt x="16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0"/>
            <p:cNvSpPr/>
            <p:nvPr/>
          </p:nvSpPr>
          <p:spPr>
            <a:xfrm>
              <a:off x="7939375" y="2606738"/>
              <a:ext cx="59607" cy="60159"/>
            </a:xfrm>
            <a:custGeom>
              <a:rect b="b" l="l" r="r" t="t"/>
              <a:pathLst>
                <a:path extrusionOk="0" h="3375" w="3344">
                  <a:moveTo>
                    <a:pt x="1672" y="0"/>
                  </a:moveTo>
                  <a:cubicBezTo>
                    <a:pt x="760" y="31"/>
                    <a:pt x="0" y="791"/>
                    <a:pt x="31" y="1702"/>
                  </a:cubicBezTo>
                  <a:cubicBezTo>
                    <a:pt x="31" y="2614"/>
                    <a:pt x="790" y="3374"/>
                    <a:pt x="1702" y="3374"/>
                  </a:cubicBezTo>
                  <a:cubicBezTo>
                    <a:pt x="2614" y="3344"/>
                    <a:pt x="3344" y="2614"/>
                    <a:pt x="3344" y="1672"/>
                  </a:cubicBezTo>
                  <a:cubicBezTo>
                    <a:pt x="3344" y="760"/>
                    <a:pt x="2584" y="0"/>
                    <a:pt x="16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0"/>
            <p:cNvSpPr/>
            <p:nvPr/>
          </p:nvSpPr>
          <p:spPr>
            <a:xfrm>
              <a:off x="7806080" y="2267546"/>
              <a:ext cx="65578" cy="61799"/>
            </a:xfrm>
            <a:custGeom>
              <a:rect b="b" l="l" r="r" t="t"/>
              <a:pathLst>
                <a:path extrusionOk="0" h="3467" w="3679">
                  <a:moveTo>
                    <a:pt x="1923" y="1"/>
                  </a:moveTo>
                  <a:cubicBezTo>
                    <a:pt x="911" y="1"/>
                    <a:pt x="1" y="839"/>
                    <a:pt x="1" y="1795"/>
                  </a:cubicBezTo>
                  <a:cubicBezTo>
                    <a:pt x="31" y="2707"/>
                    <a:pt x="791" y="3467"/>
                    <a:pt x="1703" y="3467"/>
                  </a:cubicBezTo>
                  <a:cubicBezTo>
                    <a:pt x="2767" y="3467"/>
                    <a:pt x="3679" y="2616"/>
                    <a:pt x="3679" y="1643"/>
                  </a:cubicBezTo>
                  <a:cubicBezTo>
                    <a:pt x="3679" y="731"/>
                    <a:pt x="2919" y="2"/>
                    <a:pt x="1977" y="2"/>
                  </a:cubicBezTo>
                  <a:cubicBezTo>
                    <a:pt x="1959" y="1"/>
                    <a:pt x="1941" y="1"/>
                    <a:pt x="19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0"/>
            <p:cNvSpPr/>
            <p:nvPr/>
          </p:nvSpPr>
          <p:spPr>
            <a:xfrm>
              <a:off x="7882477" y="2013468"/>
              <a:ext cx="60159" cy="59625"/>
            </a:xfrm>
            <a:custGeom>
              <a:rect b="b" l="l" r="r" t="t"/>
              <a:pathLst>
                <a:path extrusionOk="0" h="3345" w="3375">
                  <a:moveTo>
                    <a:pt x="1672" y="0"/>
                  </a:moveTo>
                  <a:cubicBezTo>
                    <a:pt x="761" y="0"/>
                    <a:pt x="1" y="790"/>
                    <a:pt x="1" y="1702"/>
                  </a:cubicBezTo>
                  <a:cubicBezTo>
                    <a:pt x="30" y="2596"/>
                    <a:pt x="762" y="3344"/>
                    <a:pt x="1650" y="3344"/>
                  </a:cubicBezTo>
                  <a:cubicBezTo>
                    <a:pt x="1668" y="3344"/>
                    <a:pt x="1685" y="3344"/>
                    <a:pt x="1703" y="3344"/>
                  </a:cubicBezTo>
                  <a:cubicBezTo>
                    <a:pt x="2615" y="3344"/>
                    <a:pt x="3375" y="2553"/>
                    <a:pt x="3344" y="1672"/>
                  </a:cubicBezTo>
                  <a:cubicBezTo>
                    <a:pt x="3344" y="760"/>
                    <a:pt x="2584" y="0"/>
                    <a:pt x="16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0"/>
            <p:cNvSpPr/>
            <p:nvPr/>
          </p:nvSpPr>
          <p:spPr>
            <a:xfrm>
              <a:off x="7929072" y="2298454"/>
              <a:ext cx="59625" cy="59607"/>
            </a:xfrm>
            <a:custGeom>
              <a:rect b="b" l="l" r="r" t="t"/>
              <a:pathLst>
                <a:path extrusionOk="0" h="3344" w="3345">
                  <a:moveTo>
                    <a:pt x="1672" y="0"/>
                  </a:moveTo>
                  <a:cubicBezTo>
                    <a:pt x="761" y="0"/>
                    <a:pt x="1" y="760"/>
                    <a:pt x="1" y="1672"/>
                  </a:cubicBezTo>
                  <a:cubicBezTo>
                    <a:pt x="1" y="2584"/>
                    <a:pt x="761" y="3344"/>
                    <a:pt x="1672" y="3344"/>
                  </a:cubicBezTo>
                  <a:cubicBezTo>
                    <a:pt x="2584" y="3344"/>
                    <a:pt x="3344" y="2584"/>
                    <a:pt x="3344" y="1672"/>
                  </a:cubicBezTo>
                  <a:cubicBezTo>
                    <a:pt x="3344" y="760"/>
                    <a:pt x="2584" y="0"/>
                    <a:pt x="16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0"/>
            <p:cNvSpPr/>
            <p:nvPr/>
          </p:nvSpPr>
          <p:spPr>
            <a:xfrm>
              <a:off x="8046111" y="2444726"/>
              <a:ext cx="60159" cy="59625"/>
            </a:xfrm>
            <a:custGeom>
              <a:rect b="b" l="l" r="r" t="t"/>
              <a:pathLst>
                <a:path extrusionOk="0" h="3345" w="3375">
                  <a:moveTo>
                    <a:pt x="1653" y="0"/>
                  </a:moveTo>
                  <a:cubicBezTo>
                    <a:pt x="792" y="0"/>
                    <a:pt x="31" y="777"/>
                    <a:pt x="31" y="1642"/>
                  </a:cubicBezTo>
                  <a:cubicBezTo>
                    <a:pt x="0" y="2554"/>
                    <a:pt x="790" y="3314"/>
                    <a:pt x="1702" y="3344"/>
                  </a:cubicBezTo>
                  <a:cubicBezTo>
                    <a:pt x="2614" y="3344"/>
                    <a:pt x="3374" y="2585"/>
                    <a:pt x="3374" y="1673"/>
                  </a:cubicBezTo>
                  <a:cubicBezTo>
                    <a:pt x="3374" y="761"/>
                    <a:pt x="2614" y="1"/>
                    <a:pt x="1702" y="1"/>
                  </a:cubicBezTo>
                  <a:cubicBezTo>
                    <a:pt x="1686" y="0"/>
                    <a:pt x="1669" y="0"/>
                    <a:pt x="16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0"/>
            <p:cNvSpPr/>
            <p:nvPr/>
          </p:nvSpPr>
          <p:spPr>
            <a:xfrm>
              <a:off x="7770875" y="2462070"/>
              <a:ext cx="59607" cy="59625"/>
            </a:xfrm>
            <a:custGeom>
              <a:rect b="b" l="l" r="r" t="t"/>
              <a:pathLst>
                <a:path extrusionOk="0" h="3345" w="3344">
                  <a:moveTo>
                    <a:pt x="1672" y="1"/>
                  </a:moveTo>
                  <a:cubicBezTo>
                    <a:pt x="760" y="1"/>
                    <a:pt x="0" y="761"/>
                    <a:pt x="0" y="1672"/>
                  </a:cubicBezTo>
                  <a:cubicBezTo>
                    <a:pt x="31" y="2584"/>
                    <a:pt x="790" y="3344"/>
                    <a:pt x="1672" y="3344"/>
                  </a:cubicBezTo>
                  <a:cubicBezTo>
                    <a:pt x="2584" y="3344"/>
                    <a:pt x="3344" y="2584"/>
                    <a:pt x="3344" y="1672"/>
                  </a:cubicBezTo>
                  <a:cubicBezTo>
                    <a:pt x="3344" y="730"/>
                    <a:pt x="2584" y="1"/>
                    <a:pt x="16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0"/>
            <p:cNvSpPr/>
            <p:nvPr/>
          </p:nvSpPr>
          <p:spPr>
            <a:xfrm>
              <a:off x="7835883" y="2128315"/>
              <a:ext cx="59625" cy="59625"/>
            </a:xfrm>
            <a:custGeom>
              <a:rect b="b" l="l" r="r" t="t"/>
              <a:pathLst>
                <a:path extrusionOk="0" h="3345" w="3345">
                  <a:moveTo>
                    <a:pt x="1672" y="1"/>
                  </a:moveTo>
                  <a:cubicBezTo>
                    <a:pt x="761" y="1"/>
                    <a:pt x="1" y="761"/>
                    <a:pt x="1" y="1703"/>
                  </a:cubicBezTo>
                  <a:cubicBezTo>
                    <a:pt x="1" y="2615"/>
                    <a:pt x="761" y="3344"/>
                    <a:pt x="1672" y="3344"/>
                  </a:cubicBezTo>
                  <a:cubicBezTo>
                    <a:pt x="2584" y="3344"/>
                    <a:pt x="3344" y="2585"/>
                    <a:pt x="3344" y="1673"/>
                  </a:cubicBezTo>
                  <a:cubicBezTo>
                    <a:pt x="3314" y="761"/>
                    <a:pt x="2584" y="1"/>
                    <a:pt x="16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0"/>
            <p:cNvSpPr/>
            <p:nvPr/>
          </p:nvSpPr>
          <p:spPr>
            <a:xfrm>
              <a:off x="7770875" y="2043236"/>
              <a:ext cx="60159" cy="59660"/>
            </a:xfrm>
            <a:custGeom>
              <a:rect b="b" l="l" r="r" t="t"/>
              <a:pathLst>
                <a:path extrusionOk="0" h="3347" w="3375">
                  <a:moveTo>
                    <a:pt x="1649" y="1"/>
                  </a:moveTo>
                  <a:cubicBezTo>
                    <a:pt x="761" y="1"/>
                    <a:pt x="30" y="749"/>
                    <a:pt x="0" y="1643"/>
                  </a:cubicBezTo>
                  <a:cubicBezTo>
                    <a:pt x="0" y="2555"/>
                    <a:pt x="730" y="3345"/>
                    <a:pt x="1641" y="3345"/>
                  </a:cubicBezTo>
                  <a:cubicBezTo>
                    <a:pt x="1659" y="3346"/>
                    <a:pt x="1677" y="3346"/>
                    <a:pt x="1694" y="3346"/>
                  </a:cubicBezTo>
                  <a:cubicBezTo>
                    <a:pt x="2584" y="3346"/>
                    <a:pt x="3344" y="2598"/>
                    <a:pt x="3344" y="1704"/>
                  </a:cubicBezTo>
                  <a:cubicBezTo>
                    <a:pt x="3374" y="792"/>
                    <a:pt x="2645" y="32"/>
                    <a:pt x="1702" y="2"/>
                  </a:cubicBezTo>
                  <a:cubicBezTo>
                    <a:pt x="1685" y="1"/>
                    <a:pt x="1667" y="1"/>
                    <a:pt x="16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0"/>
            <p:cNvSpPr/>
            <p:nvPr/>
          </p:nvSpPr>
          <p:spPr>
            <a:xfrm>
              <a:off x="7939375" y="2171665"/>
              <a:ext cx="59607" cy="59625"/>
            </a:xfrm>
            <a:custGeom>
              <a:rect b="b" l="l" r="r" t="t"/>
              <a:pathLst>
                <a:path extrusionOk="0" h="3345" w="3344">
                  <a:moveTo>
                    <a:pt x="1672" y="1"/>
                  </a:moveTo>
                  <a:cubicBezTo>
                    <a:pt x="760" y="1"/>
                    <a:pt x="0" y="760"/>
                    <a:pt x="31" y="1672"/>
                  </a:cubicBezTo>
                  <a:cubicBezTo>
                    <a:pt x="31" y="2584"/>
                    <a:pt x="790" y="3344"/>
                    <a:pt x="1702" y="3344"/>
                  </a:cubicBezTo>
                  <a:cubicBezTo>
                    <a:pt x="2614" y="3344"/>
                    <a:pt x="3344" y="2584"/>
                    <a:pt x="3344" y="1672"/>
                  </a:cubicBezTo>
                  <a:cubicBezTo>
                    <a:pt x="3344" y="760"/>
                    <a:pt x="2584" y="1"/>
                    <a:pt x="16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6" name="Google Shape;4586;p60"/>
          <p:cNvGrpSpPr/>
          <p:nvPr/>
        </p:nvGrpSpPr>
        <p:grpSpPr>
          <a:xfrm>
            <a:off x="7472249" y="3770923"/>
            <a:ext cx="887297" cy="775521"/>
            <a:chOff x="7710749" y="4085698"/>
            <a:chExt cx="887297" cy="775521"/>
          </a:xfrm>
        </p:grpSpPr>
        <p:sp>
          <p:nvSpPr>
            <p:cNvPr id="4587" name="Google Shape;4587;p60"/>
            <p:cNvSpPr/>
            <p:nvPr/>
          </p:nvSpPr>
          <p:spPr>
            <a:xfrm>
              <a:off x="7842382" y="4120917"/>
              <a:ext cx="710812" cy="572637"/>
            </a:xfrm>
            <a:custGeom>
              <a:rect b="b" l="l" r="r" t="t"/>
              <a:pathLst>
                <a:path extrusionOk="0" h="53946" w="66963">
                  <a:moveTo>
                    <a:pt x="30052" y="37490"/>
                  </a:moveTo>
                  <a:cubicBezTo>
                    <a:pt x="31456" y="37490"/>
                    <a:pt x="32861" y="37678"/>
                    <a:pt x="34257" y="38096"/>
                  </a:cubicBezTo>
                  <a:cubicBezTo>
                    <a:pt x="34956" y="38308"/>
                    <a:pt x="35686" y="38673"/>
                    <a:pt x="36293" y="39129"/>
                  </a:cubicBezTo>
                  <a:cubicBezTo>
                    <a:pt x="36810" y="39524"/>
                    <a:pt x="36871" y="40223"/>
                    <a:pt x="36689" y="40862"/>
                  </a:cubicBezTo>
                  <a:cubicBezTo>
                    <a:pt x="36385" y="41834"/>
                    <a:pt x="35686" y="42472"/>
                    <a:pt x="34834" y="42928"/>
                  </a:cubicBezTo>
                  <a:cubicBezTo>
                    <a:pt x="33497" y="43688"/>
                    <a:pt x="32038" y="43962"/>
                    <a:pt x="30549" y="44114"/>
                  </a:cubicBezTo>
                  <a:cubicBezTo>
                    <a:pt x="29698" y="44205"/>
                    <a:pt x="28816" y="44235"/>
                    <a:pt x="27965" y="44296"/>
                  </a:cubicBezTo>
                  <a:cubicBezTo>
                    <a:pt x="26263" y="44296"/>
                    <a:pt x="24591" y="44053"/>
                    <a:pt x="23011" y="43445"/>
                  </a:cubicBezTo>
                  <a:cubicBezTo>
                    <a:pt x="22737" y="43324"/>
                    <a:pt x="22463" y="43202"/>
                    <a:pt x="22220" y="43080"/>
                  </a:cubicBezTo>
                  <a:cubicBezTo>
                    <a:pt x="20518" y="42169"/>
                    <a:pt x="20396" y="40922"/>
                    <a:pt x="21916" y="39737"/>
                  </a:cubicBezTo>
                  <a:cubicBezTo>
                    <a:pt x="23193" y="38703"/>
                    <a:pt x="24713" y="38248"/>
                    <a:pt x="26293" y="37913"/>
                  </a:cubicBezTo>
                  <a:cubicBezTo>
                    <a:pt x="27542" y="37641"/>
                    <a:pt x="28797" y="37490"/>
                    <a:pt x="30052" y="37490"/>
                  </a:cubicBezTo>
                  <a:close/>
                  <a:moveTo>
                    <a:pt x="25749" y="1"/>
                  </a:moveTo>
                  <a:cubicBezTo>
                    <a:pt x="25441" y="1"/>
                    <a:pt x="25125" y="24"/>
                    <a:pt x="24804" y="71"/>
                  </a:cubicBezTo>
                  <a:cubicBezTo>
                    <a:pt x="22646" y="375"/>
                    <a:pt x="20913" y="1438"/>
                    <a:pt x="19363" y="2897"/>
                  </a:cubicBezTo>
                  <a:cubicBezTo>
                    <a:pt x="16232" y="5846"/>
                    <a:pt x="14864" y="9584"/>
                    <a:pt x="14864" y="13779"/>
                  </a:cubicBezTo>
                  <a:cubicBezTo>
                    <a:pt x="14864" y="16332"/>
                    <a:pt x="15320" y="18855"/>
                    <a:pt x="15564" y="21378"/>
                  </a:cubicBezTo>
                  <a:cubicBezTo>
                    <a:pt x="15716" y="22959"/>
                    <a:pt x="15898" y="24569"/>
                    <a:pt x="15503" y="26150"/>
                  </a:cubicBezTo>
                  <a:cubicBezTo>
                    <a:pt x="15442" y="26424"/>
                    <a:pt x="15229" y="26667"/>
                    <a:pt x="15077" y="26940"/>
                  </a:cubicBezTo>
                  <a:cubicBezTo>
                    <a:pt x="14804" y="26758"/>
                    <a:pt x="14469" y="26636"/>
                    <a:pt x="14257" y="26424"/>
                  </a:cubicBezTo>
                  <a:cubicBezTo>
                    <a:pt x="13527" y="25633"/>
                    <a:pt x="13102" y="24630"/>
                    <a:pt x="12950" y="23536"/>
                  </a:cubicBezTo>
                  <a:cubicBezTo>
                    <a:pt x="12585" y="21226"/>
                    <a:pt x="12372" y="18886"/>
                    <a:pt x="11977" y="16575"/>
                  </a:cubicBezTo>
                  <a:cubicBezTo>
                    <a:pt x="11703" y="14782"/>
                    <a:pt x="11399" y="12958"/>
                    <a:pt x="10791" y="11226"/>
                  </a:cubicBezTo>
                  <a:cubicBezTo>
                    <a:pt x="10209" y="9517"/>
                    <a:pt x="8560" y="8156"/>
                    <a:pt x="6676" y="8156"/>
                  </a:cubicBezTo>
                  <a:cubicBezTo>
                    <a:pt x="5611" y="8156"/>
                    <a:pt x="4470" y="8591"/>
                    <a:pt x="3405" y="9645"/>
                  </a:cubicBezTo>
                  <a:cubicBezTo>
                    <a:pt x="2281" y="10740"/>
                    <a:pt x="1582" y="12077"/>
                    <a:pt x="1156" y="13536"/>
                  </a:cubicBezTo>
                  <a:cubicBezTo>
                    <a:pt x="1" y="17427"/>
                    <a:pt x="92" y="21378"/>
                    <a:pt x="882" y="25269"/>
                  </a:cubicBezTo>
                  <a:cubicBezTo>
                    <a:pt x="2433" y="32959"/>
                    <a:pt x="5776" y="39828"/>
                    <a:pt x="10609" y="45998"/>
                  </a:cubicBezTo>
                  <a:cubicBezTo>
                    <a:pt x="12858" y="48856"/>
                    <a:pt x="15624" y="51044"/>
                    <a:pt x="18968" y="52503"/>
                  </a:cubicBezTo>
                  <a:cubicBezTo>
                    <a:pt x="21277" y="53513"/>
                    <a:pt x="23629" y="53945"/>
                    <a:pt x="25999" y="53945"/>
                  </a:cubicBezTo>
                  <a:cubicBezTo>
                    <a:pt x="27621" y="53945"/>
                    <a:pt x="29252" y="53743"/>
                    <a:pt x="30883" y="53385"/>
                  </a:cubicBezTo>
                  <a:cubicBezTo>
                    <a:pt x="34075" y="52685"/>
                    <a:pt x="37205" y="51652"/>
                    <a:pt x="40245" y="50345"/>
                  </a:cubicBezTo>
                  <a:cubicBezTo>
                    <a:pt x="47509" y="47184"/>
                    <a:pt x="54045" y="42959"/>
                    <a:pt x="59546" y="37214"/>
                  </a:cubicBezTo>
                  <a:cubicBezTo>
                    <a:pt x="63315" y="33293"/>
                    <a:pt x="65747" y="28734"/>
                    <a:pt x="66476" y="23293"/>
                  </a:cubicBezTo>
                  <a:cubicBezTo>
                    <a:pt x="66963" y="19645"/>
                    <a:pt x="64896" y="16697"/>
                    <a:pt x="61309" y="16059"/>
                  </a:cubicBezTo>
                  <a:cubicBezTo>
                    <a:pt x="60814" y="15973"/>
                    <a:pt x="60318" y="15932"/>
                    <a:pt x="59825" y="15932"/>
                  </a:cubicBezTo>
                  <a:cubicBezTo>
                    <a:pt x="58924" y="15932"/>
                    <a:pt x="58028" y="16066"/>
                    <a:pt x="57145" y="16302"/>
                  </a:cubicBezTo>
                  <a:cubicBezTo>
                    <a:pt x="53832" y="17153"/>
                    <a:pt x="51005" y="18946"/>
                    <a:pt x="48513" y="21196"/>
                  </a:cubicBezTo>
                  <a:cubicBezTo>
                    <a:pt x="46719" y="22837"/>
                    <a:pt x="45139" y="24691"/>
                    <a:pt x="43467" y="26454"/>
                  </a:cubicBezTo>
                  <a:cubicBezTo>
                    <a:pt x="42464" y="27518"/>
                    <a:pt x="41430" y="28551"/>
                    <a:pt x="40093" y="29220"/>
                  </a:cubicBezTo>
                  <a:cubicBezTo>
                    <a:pt x="39654" y="29439"/>
                    <a:pt x="39176" y="29659"/>
                    <a:pt x="38644" y="29659"/>
                  </a:cubicBezTo>
                  <a:cubicBezTo>
                    <a:pt x="38512" y="29659"/>
                    <a:pt x="38377" y="29645"/>
                    <a:pt x="38239" y="29615"/>
                  </a:cubicBezTo>
                  <a:cubicBezTo>
                    <a:pt x="38269" y="28886"/>
                    <a:pt x="38512" y="28187"/>
                    <a:pt x="39242" y="27244"/>
                  </a:cubicBezTo>
                  <a:cubicBezTo>
                    <a:pt x="40336" y="25846"/>
                    <a:pt x="41461" y="24478"/>
                    <a:pt x="42616" y="23171"/>
                  </a:cubicBezTo>
                  <a:cubicBezTo>
                    <a:pt x="44743" y="20709"/>
                    <a:pt x="46962" y="18308"/>
                    <a:pt x="48634" y="15512"/>
                  </a:cubicBezTo>
                  <a:cubicBezTo>
                    <a:pt x="49637" y="13809"/>
                    <a:pt x="50488" y="12047"/>
                    <a:pt x="50731" y="10071"/>
                  </a:cubicBezTo>
                  <a:cubicBezTo>
                    <a:pt x="51035" y="7791"/>
                    <a:pt x="50002" y="5907"/>
                    <a:pt x="47905" y="5025"/>
                  </a:cubicBezTo>
                  <a:cubicBezTo>
                    <a:pt x="47022" y="4664"/>
                    <a:pt x="46145" y="4491"/>
                    <a:pt x="45277" y="4491"/>
                  </a:cubicBezTo>
                  <a:cubicBezTo>
                    <a:pt x="44172" y="4491"/>
                    <a:pt x="43080" y="4771"/>
                    <a:pt x="42008" y="5299"/>
                  </a:cubicBezTo>
                  <a:cubicBezTo>
                    <a:pt x="37752" y="7335"/>
                    <a:pt x="35017" y="10770"/>
                    <a:pt x="33497" y="15177"/>
                  </a:cubicBezTo>
                  <a:cubicBezTo>
                    <a:pt x="32646" y="17670"/>
                    <a:pt x="31947" y="20223"/>
                    <a:pt x="31157" y="22746"/>
                  </a:cubicBezTo>
                  <a:cubicBezTo>
                    <a:pt x="30609" y="24418"/>
                    <a:pt x="29850" y="26028"/>
                    <a:pt x="28512" y="27214"/>
                  </a:cubicBezTo>
                  <a:cubicBezTo>
                    <a:pt x="28239" y="27457"/>
                    <a:pt x="27813" y="27579"/>
                    <a:pt x="27479" y="27761"/>
                  </a:cubicBezTo>
                  <a:cubicBezTo>
                    <a:pt x="27327" y="27366"/>
                    <a:pt x="27053" y="26971"/>
                    <a:pt x="27084" y="26606"/>
                  </a:cubicBezTo>
                  <a:cubicBezTo>
                    <a:pt x="27205" y="25299"/>
                    <a:pt x="27296" y="23962"/>
                    <a:pt x="27631" y="22685"/>
                  </a:cubicBezTo>
                  <a:cubicBezTo>
                    <a:pt x="28451" y="19524"/>
                    <a:pt x="29424" y="16363"/>
                    <a:pt x="30275" y="13202"/>
                  </a:cubicBezTo>
                  <a:cubicBezTo>
                    <a:pt x="30974" y="10679"/>
                    <a:pt x="31521" y="8156"/>
                    <a:pt x="31400" y="5511"/>
                  </a:cubicBezTo>
                  <a:cubicBezTo>
                    <a:pt x="31234" y="2279"/>
                    <a:pt x="28833" y="1"/>
                    <a:pt x="257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0"/>
            <p:cNvSpPr/>
            <p:nvPr/>
          </p:nvSpPr>
          <p:spPr>
            <a:xfrm>
              <a:off x="7710749" y="4085698"/>
              <a:ext cx="887297" cy="775521"/>
            </a:xfrm>
            <a:custGeom>
              <a:rect b="b" l="l" r="r" t="t"/>
              <a:pathLst>
                <a:path extrusionOk="0" h="73059" w="83589">
                  <a:moveTo>
                    <a:pt x="8022" y="0"/>
                  </a:moveTo>
                  <a:cubicBezTo>
                    <a:pt x="7441" y="0"/>
                    <a:pt x="6827" y="329"/>
                    <a:pt x="6323" y="987"/>
                  </a:cubicBezTo>
                  <a:cubicBezTo>
                    <a:pt x="5836" y="1626"/>
                    <a:pt x="5411" y="2355"/>
                    <a:pt x="5046" y="3085"/>
                  </a:cubicBezTo>
                  <a:cubicBezTo>
                    <a:pt x="3861" y="5486"/>
                    <a:pt x="3010" y="8039"/>
                    <a:pt x="2280" y="10623"/>
                  </a:cubicBezTo>
                  <a:cubicBezTo>
                    <a:pt x="1125" y="14848"/>
                    <a:pt x="244" y="19103"/>
                    <a:pt x="122" y="23480"/>
                  </a:cubicBezTo>
                  <a:cubicBezTo>
                    <a:pt x="1" y="28647"/>
                    <a:pt x="304" y="33784"/>
                    <a:pt x="943" y="38891"/>
                  </a:cubicBezTo>
                  <a:cubicBezTo>
                    <a:pt x="1551" y="43572"/>
                    <a:pt x="3162" y="47797"/>
                    <a:pt x="6262" y="51383"/>
                  </a:cubicBezTo>
                  <a:cubicBezTo>
                    <a:pt x="8998" y="54575"/>
                    <a:pt x="11733" y="57827"/>
                    <a:pt x="14469" y="61019"/>
                  </a:cubicBezTo>
                  <a:cubicBezTo>
                    <a:pt x="16171" y="62994"/>
                    <a:pt x="18086" y="64757"/>
                    <a:pt x="20518" y="65791"/>
                  </a:cubicBezTo>
                  <a:cubicBezTo>
                    <a:pt x="22068" y="66459"/>
                    <a:pt x="23740" y="66915"/>
                    <a:pt x="25381" y="67402"/>
                  </a:cubicBezTo>
                  <a:cubicBezTo>
                    <a:pt x="26992" y="67888"/>
                    <a:pt x="28542" y="68466"/>
                    <a:pt x="29788" y="69651"/>
                  </a:cubicBezTo>
                  <a:cubicBezTo>
                    <a:pt x="30700" y="70532"/>
                    <a:pt x="31734" y="71292"/>
                    <a:pt x="32402" y="72447"/>
                  </a:cubicBezTo>
                  <a:cubicBezTo>
                    <a:pt x="32648" y="72849"/>
                    <a:pt x="33040" y="73038"/>
                    <a:pt x="33472" y="73038"/>
                  </a:cubicBezTo>
                  <a:cubicBezTo>
                    <a:pt x="33629" y="73038"/>
                    <a:pt x="33791" y="73013"/>
                    <a:pt x="33953" y="72964"/>
                  </a:cubicBezTo>
                  <a:cubicBezTo>
                    <a:pt x="34135" y="72934"/>
                    <a:pt x="34287" y="72843"/>
                    <a:pt x="34469" y="72843"/>
                  </a:cubicBezTo>
                  <a:cubicBezTo>
                    <a:pt x="36202" y="72843"/>
                    <a:pt x="37965" y="72843"/>
                    <a:pt x="39697" y="72873"/>
                  </a:cubicBezTo>
                  <a:cubicBezTo>
                    <a:pt x="41073" y="72901"/>
                    <a:pt x="42422" y="73059"/>
                    <a:pt x="43794" y="73059"/>
                  </a:cubicBezTo>
                  <a:cubicBezTo>
                    <a:pt x="43908" y="73059"/>
                    <a:pt x="44021" y="73058"/>
                    <a:pt x="44135" y="73055"/>
                  </a:cubicBezTo>
                  <a:cubicBezTo>
                    <a:pt x="46749" y="72995"/>
                    <a:pt x="49242" y="72356"/>
                    <a:pt x="51734" y="71657"/>
                  </a:cubicBezTo>
                  <a:cubicBezTo>
                    <a:pt x="58755" y="69712"/>
                    <a:pt x="65078" y="66368"/>
                    <a:pt x="71066" y="62265"/>
                  </a:cubicBezTo>
                  <a:cubicBezTo>
                    <a:pt x="74774" y="59742"/>
                    <a:pt x="77297" y="56399"/>
                    <a:pt x="78604" y="52082"/>
                  </a:cubicBezTo>
                  <a:cubicBezTo>
                    <a:pt x="79576" y="48891"/>
                    <a:pt x="80883" y="45851"/>
                    <a:pt x="82342" y="42842"/>
                  </a:cubicBezTo>
                  <a:cubicBezTo>
                    <a:pt x="82768" y="41961"/>
                    <a:pt x="83072" y="41018"/>
                    <a:pt x="83406" y="40076"/>
                  </a:cubicBezTo>
                  <a:cubicBezTo>
                    <a:pt x="83589" y="39590"/>
                    <a:pt x="83467" y="39073"/>
                    <a:pt x="83042" y="38708"/>
                  </a:cubicBezTo>
                  <a:cubicBezTo>
                    <a:pt x="82803" y="38502"/>
                    <a:pt x="82548" y="38411"/>
                    <a:pt x="82285" y="38411"/>
                  </a:cubicBezTo>
                  <a:cubicBezTo>
                    <a:pt x="82045" y="38411"/>
                    <a:pt x="81799" y="38487"/>
                    <a:pt x="81552" y="38617"/>
                  </a:cubicBezTo>
                  <a:cubicBezTo>
                    <a:pt x="80580" y="39164"/>
                    <a:pt x="79546" y="39651"/>
                    <a:pt x="78665" y="40319"/>
                  </a:cubicBezTo>
                  <a:cubicBezTo>
                    <a:pt x="75443" y="42721"/>
                    <a:pt x="72342" y="45213"/>
                    <a:pt x="69120" y="47645"/>
                  </a:cubicBezTo>
                  <a:cubicBezTo>
                    <a:pt x="63892" y="51596"/>
                    <a:pt x="58755" y="55669"/>
                    <a:pt x="53923" y="60107"/>
                  </a:cubicBezTo>
                  <a:cubicBezTo>
                    <a:pt x="52433" y="61475"/>
                    <a:pt x="50913" y="62782"/>
                    <a:pt x="49424" y="64149"/>
                  </a:cubicBezTo>
                  <a:cubicBezTo>
                    <a:pt x="45685" y="67554"/>
                    <a:pt x="41156" y="69225"/>
                    <a:pt x="36323" y="70350"/>
                  </a:cubicBezTo>
                  <a:cubicBezTo>
                    <a:pt x="36111" y="70381"/>
                    <a:pt x="35898" y="70411"/>
                    <a:pt x="35594" y="70441"/>
                  </a:cubicBezTo>
                  <a:cubicBezTo>
                    <a:pt x="35928" y="69621"/>
                    <a:pt x="36202" y="68891"/>
                    <a:pt x="36475" y="68192"/>
                  </a:cubicBezTo>
                  <a:cubicBezTo>
                    <a:pt x="36688" y="67645"/>
                    <a:pt x="36567" y="67159"/>
                    <a:pt x="36141" y="66885"/>
                  </a:cubicBezTo>
                  <a:cubicBezTo>
                    <a:pt x="35981" y="66782"/>
                    <a:pt x="35800" y="66731"/>
                    <a:pt x="35619" y="66731"/>
                  </a:cubicBezTo>
                  <a:cubicBezTo>
                    <a:pt x="35317" y="66731"/>
                    <a:pt x="35013" y="66874"/>
                    <a:pt x="34804" y="67159"/>
                  </a:cubicBezTo>
                  <a:cubicBezTo>
                    <a:pt x="34591" y="67432"/>
                    <a:pt x="34469" y="67736"/>
                    <a:pt x="34348" y="68040"/>
                  </a:cubicBezTo>
                  <a:cubicBezTo>
                    <a:pt x="34135" y="68557"/>
                    <a:pt x="33922" y="69104"/>
                    <a:pt x="33709" y="69742"/>
                  </a:cubicBezTo>
                  <a:cubicBezTo>
                    <a:pt x="33618" y="69590"/>
                    <a:pt x="33557" y="69529"/>
                    <a:pt x="33527" y="69438"/>
                  </a:cubicBezTo>
                  <a:cubicBezTo>
                    <a:pt x="32949" y="67250"/>
                    <a:pt x="31764" y="65365"/>
                    <a:pt x="30427" y="63542"/>
                  </a:cubicBezTo>
                  <a:cubicBezTo>
                    <a:pt x="28876" y="61414"/>
                    <a:pt x="27205" y="59347"/>
                    <a:pt x="25806" y="57098"/>
                  </a:cubicBezTo>
                  <a:cubicBezTo>
                    <a:pt x="24317" y="54696"/>
                    <a:pt x="22524" y="52660"/>
                    <a:pt x="20274" y="50958"/>
                  </a:cubicBezTo>
                  <a:cubicBezTo>
                    <a:pt x="18511" y="49651"/>
                    <a:pt x="17022" y="48040"/>
                    <a:pt x="15958" y="46125"/>
                  </a:cubicBezTo>
                  <a:cubicBezTo>
                    <a:pt x="14894" y="44210"/>
                    <a:pt x="13831" y="42265"/>
                    <a:pt x="12767" y="40350"/>
                  </a:cubicBezTo>
                  <a:cubicBezTo>
                    <a:pt x="11308" y="37857"/>
                    <a:pt x="10457" y="35182"/>
                    <a:pt x="10274" y="32295"/>
                  </a:cubicBezTo>
                  <a:cubicBezTo>
                    <a:pt x="10061" y="29195"/>
                    <a:pt x="9879" y="26125"/>
                    <a:pt x="9697" y="23024"/>
                  </a:cubicBezTo>
                  <a:cubicBezTo>
                    <a:pt x="9514" y="20258"/>
                    <a:pt x="9849" y="17523"/>
                    <a:pt x="10457" y="14817"/>
                  </a:cubicBezTo>
                  <a:cubicBezTo>
                    <a:pt x="11156" y="11747"/>
                    <a:pt x="11399" y="8647"/>
                    <a:pt x="10852" y="5547"/>
                  </a:cubicBezTo>
                  <a:cubicBezTo>
                    <a:pt x="10609" y="4118"/>
                    <a:pt x="10274" y="2690"/>
                    <a:pt x="9697" y="1352"/>
                  </a:cubicBezTo>
                  <a:cubicBezTo>
                    <a:pt x="9336" y="451"/>
                    <a:pt x="8702" y="0"/>
                    <a:pt x="80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0"/>
            <p:cNvSpPr/>
            <p:nvPr/>
          </p:nvSpPr>
          <p:spPr>
            <a:xfrm>
              <a:off x="8045973" y="4697126"/>
              <a:ext cx="150691" cy="94792"/>
            </a:xfrm>
            <a:custGeom>
              <a:rect b="b" l="l" r="r" t="t"/>
              <a:pathLst>
                <a:path extrusionOk="0" h="8930" w="14196">
                  <a:moveTo>
                    <a:pt x="11999" y="1"/>
                  </a:moveTo>
                  <a:cubicBezTo>
                    <a:pt x="11566" y="1"/>
                    <a:pt x="11133" y="35"/>
                    <a:pt x="10700" y="104"/>
                  </a:cubicBezTo>
                  <a:cubicBezTo>
                    <a:pt x="9082" y="360"/>
                    <a:pt x="7485" y="617"/>
                    <a:pt x="5855" y="617"/>
                  </a:cubicBezTo>
                  <a:cubicBezTo>
                    <a:pt x="5556" y="617"/>
                    <a:pt x="5256" y="609"/>
                    <a:pt x="4955" y="590"/>
                  </a:cubicBezTo>
                  <a:cubicBezTo>
                    <a:pt x="4286" y="559"/>
                    <a:pt x="3618" y="499"/>
                    <a:pt x="2919" y="438"/>
                  </a:cubicBezTo>
                  <a:cubicBezTo>
                    <a:pt x="2919" y="438"/>
                    <a:pt x="2919" y="468"/>
                    <a:pt x="2919" y="468"/>
                  </a:cubicBezTo>
                  <a:cubicBezTo>
                    <a:pt x="2736" y="468"/>
                    <a:pt x="2554" y="461"/>
                    <a:pt x="2372" y="461"/>
                  </a:cubicBezTo>
                  <a:cubicBezTo>
                    <a:pt x="2189" y="461"/>
                    <a:pt x="2007" y="468"/>
                    <a:pt x="1824" y="499"/>
                  </a:cubicBezTo>
                  <a:cubicBezTo>
                    <a:pt x="1125" y="559"/>
                    <a:pt x="578" y="863"/>
                    <a:pt x="396" y="1593"/>
                  </a:cubicBezTo>
                  <a:cubicBezTo>
                    <a:pt x="61" y="2991"/>
                    <a:pt x="1" y="4389"/>
                    <a:pt x="669" y="5727"/>
                  </a:cubicBezTo>
                  <a:cubicBezTo>
                    <a:pt x="1674" y="7714"/>
                    <a:pt x="3990" y="8930"/>
                    <a:pt x="6306" y="8930"/>
                  </a:cubicBezTo>
                  <a:cubicBezTo>
                    <a:pt x="7143" y="8930"/>
                    <a:pt x="7980" y="8771"/>
                    <a:pt x="8755" y="8432"/>
                  </a:cubicBezTo>
                  <a:cubicBezTo>
                    <a:pt x="11642" y="7186"/>
                    <a:pt x="13071" y="4784"/>
                    <a:pt x="13922" y="1927"/>
                  </a:cubicBezTo>
                  <a:cubicBezTo>
                    <a:pt x="14195" y="894"/>
                    <a:pt x="13496" y="43"/>
                    <a:pt x="12432" y="12"/>
                  </a:cubicBezTo>
                  <a:cubicBezTo>
                    <a:pt x="12288" y="5"/>
                    <a:pt x="12144" y="1"/>
                    <a:pt x="119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0"/>
            <p:cNvSpPr/>
            <p:nvPr/>
          </p:nvSpPr>
          <p:spPr>
            <a:xfrm>
              <a:off x="8058880" y="4518852"/>
              <a:ext cx="174882" cy="72267"/>
            </a:xfrm>
            <a:custGeom>
              <a:rect b="b" l="l" r="r" t="t"/>
              <a:pathLst>
                <a:path extrusionOk="0" h="6808" w="16475">
                  <a:moveTo>
                    <a:pt x="9653" y="1"/>
                  </a:moveTo>
                  <a:cubicBezTo>
                    <a:pt x="8401" y="1"/>
                    <a:pt x="7146" y="152"/>
                    <a:pt x="5897" y="424"/>
                  </a:cubicBezTo>
                  <a:cubicBezTo>
                    <a:pt x="4317" y="759"/>
                    <a:pt x="2797" y="1214"/>
                    <a:pt x="1520" y="2248"/>
                  </a:cubicBezTo>
                  <a:cubicBezTo>
                    <a:pt x="0" y="3433"/>
                    <a:pt x="122" y="4680"/>
                    <a:pt x="1824" y="5591"/>
                  </a:cubicBezTo>
                  <a:cubicBezTo>
                    <a:pt x="2067" y="5713"/>
                    <a:pt x="2341" y="5835"/>
                    <a:pt x="2615" y="5956"/>
                  </a:cubicBezTo>
                  <a:cubicBezTo>
                    <a:pt x="4195" y="6594"/>
                    <a:pt x="5867" y="6807"/>
                    <a:pt x="7569" y="6807"/>
                  </a:cubicBezTo>
                  <a:cubicBezTo>
                    <a:pt x="8420" y="6746"/>
                    <a:pt x="9302" y="6716"/>
                    <a:pt x="10153" y="6625"/>
                  </a:cubicBezTo>
                  <a:cubicBezTo>
                    <a:pt x="11642" y="6473"/>
                    <a:pt x="13101" y="6199"/>
                    <a:pt x="14438" y="5439"/>
                  </a:cubicBezTo>
                  <a:cubicBezTo>
                    <a:pt x="15290" y="4953"/>
                    <a:pt x="15989" y="4345"/>
                    <a:pt x="16293" y="3373"/>
                  </a:cubicBezTo>
                  <a:cubicBezTo>
                    <a:pt x="16475" y="2734"/>
                    <a:pt x="16414" y="2035"/>
                    <a:pt x="15897" y="1640"/>
                  </a:cubicBezTo>
                  <a:cubicBezTo>
                    <a:pt x="15290" y="1184"/>
                    <a:pt x="14560" y="819"/>
                    <a:pt x="13831" y="607"/>
                  </a:cubicBezTo>
                  <a:cubicBezTo>
                    <a:pt x="12450" y="189"/>
                    <a:pt x="11054" y="1"/>
                    <a:pt x="96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1" name="Google Shape;4591;p60"/>
          <p:cNvGrpSpPr/>
          <p:nvPr/>
        </p:nvGrpSpPr>
        <p:grpSpPr>
          <a:xfrm>
            <a:off x="4918337" y="3628600"/>
            <a:ext cx="1253757" cy="928540"/>
            <a:chOff x="5156263" y="3628600"/>
            <a:chExt cx="1253757" cy="928540"/>
          </a:xfrm>
        </p:grpSpPr>
        <p:sp>
          <p:nvSpPr>
            <p:cNvPr id="4592" name="Google Shape;4592;p60"/>
            <p:cNvSpPr/>
            <p:nvPr/>
          </p:nvSpPr>
          <p:spPr>
            <a:xfrm rot="5400000">
              <a:off x="5506141" y="3829728"/>
              <a:ext cx="664266" cy="790557"/>
            </a:xfrm>
            <a:custGeom>
              <a:rect b="b" l="l" r="r" t="t"/>
              <a:pathLst>
                <a:path extrusionOk="0" h="44351" w="37266">
                  <a:moveTo>
                    <a:pt x="15079" y="6817"/>
                  </a:moveTo>
                  <a:cubicBezTo>
                    <a:pt x="16176" y="6817"/>
                    <a:pt x="17268" y="7019"/>
                    <a:pt x="18359" y="7305"/>
                  </a:cubicBezTo>
                  <a:cubicBezTo>
                    <a:pt x="21551" y="8217"/>
                    <a:pt x="24073" y="10163"/>
                    <a:pt x="26171" y="12655"/>
                  </a:cubicBezTo>
                  <a:cubicBezTo>
                    <a:pt x="28177" y="15117"/>
                    <a:pt x="29970" y="17701"/>
                    <a:pt x="30760" y="20831"/>
                  </a:cubicBezTo>
                  <a:cubicBezTo>
                    <a:pt x="31125" y="22290"/>
                    <a:pt x="31247" y="23810"/>
                    <a:pt x="31490" y="25300"/>
                  </a:cubicBezTo>
                  <a:cubicBezTo>
                    <a:pt x="31429" y="25300"/>
                    <a:pt x="31399" y="25330"/>
                    <a:pt x="31338" y="25330"/>
                  </a:cubicBezTo>
                  <a:cubicBezTo>
                    <a:pt x="31308" y="27610"/>
                    <a:pt x="31095" y="29859"/>
                    <a:pt x="30061" y="31956"/>
                  </a:cubicBezTo>
                  <a:cubicBezTo>
                    <a:pt x="28298" y="35361"/>
                    <a:pt x="25502" y="37275"/>
                    <a:pt x="21733" y="37853"/>
                  </a:cubicBezTo>
                  <a:cubicBezTo>
                    <a:pt x="21054" y="37954"/>
                    <a:pt x="20397" y="38003"/>
                    <a:pt x="19761" y="38003"/>
                  </a:cubicBezTo>
                  <a:cubicBezTo>
                    <a:pt x="15607" y="38003"/>
                    <a:pt x="12324" y="35920"/>
                    <a:pt x="9635" y="32625"/>
                  </a:cubicBezTo>
                  <a:cubicBezTo>
                    <a:pt x="6626" y="28977"/>
                    <a:pt x="5897" y="24722"/>
                    <a:pt x="6474" y="20163"/>
                  </a:cubicBezTo>
                  <a:cubicBezTo>
                    <a:pt x="6930" y="16515"/>
                    <a:pt x="7994" y="13081"/>
                    <a:pt x="9605" y="9767"/>
                  </a:cubicBezTo>
                  <a:cubicBezTo>
                    <a:pt x="10274" y="8369"/>
                    <a:pt x="11368" y="7609"/>
                    <a:pt x="12766" y="7153"/>
                  </a:cubicBezTo>
                  <a:cubicBezTo>
                    <a:pt x="13542" y="6916"/>
                    <a:pt x="14312" y="6817"/>
                    <a:pt x="15079" y="6817"/>
                  </a:cubicBezTo>
                  <a:close/>
                  <a:moveTo>
                    <a:pt x="14342" y="0"/>
                  </a:moveTo>
                  <a:cubicBezTo>
                    <a:pt x="13923" y="0"/>
                    <a:pt x="13500" y="14"/>
                    <a:pt x="13070" y="41"/>
                  </a:cubicBezTo>
                  <a:cubicBezTo>
                    <a:pt x="11824" y="102"/>
                    <a:pt x="10517" y="162"/>
                    <a:pt x="9423" y="862"/>
                  </a:cubicBezTo>
                  <a:cubicBezTo>
                    <a:pt x="8480" y="1500"/>
                    <a:pt x="7569" y="2199"/>
                    <a:pt x="6809" y="3020"/>
                  </a:cubicBezTo>
                  <a:cubicBezTo>
                    <a:pt x="2340" y="7944"/>
                    <a:pt x="0" y="13749"/>
                    <a:pt x="0" y="20284"/>
                  </a:cubicBezTo>
                  <a:cubicBezTo>
                    <a:pt x="30" y="23445"/>
                    <a:pt x="334" y="26455"/>
                    <a:pt x="1246" y="29312"/>
                  </a:cubicBezTo>
                  <a:cubicBezTo>
                    <a:pt x="3131" y="35269"/>
                    <a:pt x="6961" y="39616"/>
                    <a:pt x="12432" y="42534"/>
                  </a:cubicBezTo>
                  <a:cubicBezTo>
                    <a:pt x="14589" y="43683"/>
                    <a:pt x="16840" y="44351"/>
                    <a:pt x="19149" y="44351"/>
                  </a:cubicBezTo>
                  <a:cubicBezTo>
                    <a:pt x="20321" y="44351"/>
                    <a:pt x="21508" y="44179"/>
                    <a:pt x="22706" y="43811"/>
                  </a:cubicBezTo>
                  <a:cubicBezTo>
                    <a:pt x="29058" y="41865"/>
                    <a:pt x="33678" y="38005"/>
                    <a:pt x="35897" y="31531"/>
                  </a:cubicBezTo>
                  <a:cubicBezTo>
                    <a:pt x="36748" y="29008"/>
                    <a:pt x="37265" y="26485"/>
                    <a:pt x="37052" y="23810"/>
                  </a:cubicBezTo>
                  <a:cubicBezTo>
                    <a:pt x="36870" y="21622"/>
                    <a:pt x="36292" y="19524"/>
                    <a:pt x="35563" y="17488"/>
                  </a:cubicBezTo>
                  <a:cubicBezTo>
                    <a:pt x="34043" y="13263"/>
                    <a:pt x="31520" y="9707"/>
                    <a:pt x="28450" y="6485"/>
                  </a:cubicBezTo>
                  <a:cubicBezTo>
                    <a:pt x="24546" y="2439"/>
                    <a:pt x="19958" y="0"/>
                    <a:pt x="143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0"/>
            <p:cNvSpPr/>
            <p:nvPr/>
          </p:nvSpPr>
          <p:spPr>
            <a:xfrm rot="5400000">
              <a:off x="5090596" y="4203207"/>
              <a:ext cx="452416" cy="200157"/>
            </a:xfrm>
            <a:custGeom>
              <a:rect b="b" l="l" r="r" t="t"/>
              <a:pathLst>
                <a:path extrusionOk="0" h="11229" w="25381">
                  <a:moveTo>
                    <a:pt x="23861" y="1"/>
                  </a:moveTo>
                  <a:cubicBezTo>
                    <a:pt x="23831" y="31"/>
                    <a:pt x="23800" y="92"/>
                    <a:pt x="23770" y="122"/>
                  </a:cubicBezTo>
                  <a:cubicBezTo>
                    <a:pt x="23679" y="122"/>
                    <a:pt x="23588" y="122"/>
                    <a:pt x="23496" y="183"/>
                  </a:cubicBezTo>
                  <a:cubicBezTo>
                    <a:pt x="22493" y="578"/>
                    <a:pt x="21460" y="912"/>
                    <a:pt x="20457" y="1368"/>
                  </a:cubicBezTo>
                  <a:cubicBezTo>
                    <a:pt x="15198" y="3770"/>
                    <a:pt x="9818" y="5837"/>
                    <a:pt x="4165" y="7144"/>
                  </a:cubicBezTo>
                  <a:cubicBezTo>
                    <a:pt x="3101" y="7387"/>
                    <a:pt x="2037" y="7752"/>
                    <a:pt x="1034" y="8207"/>
                  </a:cubicBezTo>
                  <a:cubicBezTo>
                    <a:pt x="31" y="8694"/>
                    <a:pt x="1" y="9727"/>
                    <a:pt x="973" y="10305"/>
                  </a:cubicBezTo>
                  <a:cubicBezTo>
                    <a:pt x="1490" y="10609"/>
                    <a:pt x="2067" y="10821"/>
                    <a:pt x="2645" y="10973"/>
                  </a:cubicBezTo>
                  <a:cubicBezTo>
                    <a:pt x="3385" y="11151"/>
                    <a:pt x="4118" y="11228"/>
                    <a:pt x="4847" y="11228"/>
                  </a:cubicBezTo>
                  <a:cubicBezTo>
                    <a:pt x="6485" y="11228"/>
                    <a:pt x="8098" y="10840"/>
                    <a:pt x="9697" y="10335"/>
                  </a:cubicBezTo>
                  <a:cubicBezTo>
                    <a:pt x="14894" y="8694"/>
                    <a:pt x="19545" y="6019"/>
                    <a:pt x="23892" y="2706"/>
                  </a:cubicBezTo>
                  <a:cubicBezTo>
                    <a:pt x="24196" y="2463"/>
                    <a:pt x="24469" y="2189"/>
                    <a:pt x="24712" y="1885"/>
                  </a:cubicBezTo>
                  <a:cubicBezTo>
                    <a:pt x="25047" y="1520"/>
                    <a:pt x="25381" y="1064"/>
                    <a:pt x="25047" y="639"/>
                  </a:cubicBezTo>
                  <a:cubicBezTo>
                    <a:pt x="24803" y="305"/>
                    <a:pt x="24256" y="213"/>
                    <a:pt x="238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0"/>
            <p:cNvSpPr/>
            <p:nvPr/>
          </p:nvSpPr>
          <p:spPr>
            <a:xfrm rot="5400000">
              <a:off x="5248837" y="4199455"/>
              <a:ext cx="266591" cy="98768"/>
            </a:xfrm>
            <a:custGeom>
              <a:rect b="b" l="l" r="r" t="t"/>
              <a:pathLst>
                <a:path extrusionOk="0" h="5541" w="14956">
                  <a:moveTo>
                    <a:pt x="12858" y="1"/>
                  </a:moveTo>
                  <a:cubicBezTo>
                    <a:pt x="9849" y="578"/>
                    <a:pt x="6809" y="1095"/>
                    <a:pt x="3830" y="1764"/>
                  </a:cubicBezTo>
                  <a:cubicBezTo>
                    <a:pt x="2736" y="2007"/>
                    <a:pt x="1672" y="2524"/>
                    <a:pt x="700" y="3071"/>
                  </a:cubicBezTo>
                  <a:cubicBezTo>
                    <a:pt x="1" y="3496"/>
                    <a:pt x="1" y="4348"/>
                    <a:pt x="669" y="4834"/>
                  </a:cubicBezTo>
                  <a:cubicBezTo>
                    <a:pt x="1064" y="5168"/>
                    <a:pt x="1612" y="5533"/>
                    <a:pt x="2098" y="5533"/>
                  </a:cubicBezTo>
                  <a:cubicBezTo>
                    <a:pt x="2324" y="5538"/>
                    <a:pt x="2550" y="5540"/>
                    <a:pt x="2776" y="5540"/>
                  </a:cubicBezTo>
                  <a:cubicBezTo>
                    <a:pt x="3979" y="5540"/>
                    <a:pt x="5181" y="5469"/>
                    <a:pt x="6384" y="5290"/>
                  </a:cubicBezTo>
                  <a:cubicBezTo>
                    <a:pt x="9211" y="4864"/>
                    <a:pt x="11642" y="3527"/>
                    <a:pt x="13983" y="1916"/>
                  </a:cubicBezTo>
                  <a:cubicBezTo>
                    <a:pt x="14287" y="1733"/>
                    <a:pt x="14560" y="1460"/>
                    <a:pt x="14773" y="1186"/>
                  </a:cubicBezTo>
                  <a:cubicBezTo>
                    <a:pt x="14895" y="974"/>
                    <a:pt x="14955" y="609"/>
                    <a:pt x="14864" y="396"/>
                  </a:cubicBezTo>
                  <a:cubicBezTo>
                    <a:pt x="14803" y="214"/>
                    <a:pt x="14439" y="62"/>
                    <a:pt x="14195" y="31"/>
                  </a:cubicBezTo>
                  <a:cubicBezTo>
                    <a:pt x="13770" y="31"/>
                    <a:pt x="13314" y="92"/>
                    <a:pt x="12858" y="123"/>
                  </a:cubicBezTo>
                  <a:cubicBezTo>
                    <a:pt x="12858" y="92"/>
                    <a:pt x="12858" y="31"/>
                    <a:pt x="128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0"/>
            <p:cNvSpPr/>
            <p:nvPr/>
          </p:nvSpPr>
          <p:spPr>
            <a:xfrm rot="5400000">
              <a:off x="6189311" y="3662414"/>
              <a:ext cx="254523" cy="186895"/>
            </a:xfrm>
            <a:custGeom>
              <a:rect b="b" l="l" r="r" t="t"/>
              <a:pathLst>
                <a:path extrusionOk="0" h="10485" w="14279">
                  <a:moveTo>
                    <a:pt x="1422" y="0"/>
                  </a:moveTo>
                  <a:cubicBezTo>
                    <a:pt x="395" y="0"/>
                    <a:pt x="1" y="509"/>
                    <a:pt x="266" y="1248"/>
                  </a:cubicBezTo>
                  <a:cubicBezTo>
                    <a:pt x="418" y="1673"/>
                    <a:pt x="722" y="2068"/>
                    <a:pt x="1087" y="2403"/>
                  </a:cubicBezTo>
                  <a:cubicBezTo>
                    <a:pt x="4127" y="5138"/>
                    <a:pt x="7561" y="7418"/>
                    <a:pt x="11057" y="9546"/>
                  </a:cubicBezTo>
                  <a:cubicBezTo>
                    <a:pt x="11726" y="9971"/>
                    <a:pt x="12455" y="10245"/>
                    <a:pt x="13215" y="10458"/>
                  </a:cubicBezTo>
                  <a:cubicBezTo>
                    <a:pt x="13264" y="10476"/>
                    <a:pt x="13324" y="10485"/>
                    <a:pt x="13389" y="10485"/>
                  </a:cubicBezTo>
                  <a:cubicBezTo>
                    <a:pt x="13643" y="10485"/>
                    <a:pt x="13982" y="10354"/>
                    <a:pt x="14127" y="10184"/>
                  </a:cubicBezTo>
                  <a:cubicBezTo>
                    <a:pt x="14279" y="9971"/>
                    <a:pt x="14248" y="9515"/>
                    <a:pt x="14157" y="9211"/>
                  </a:cubicBezTo>
                  <a:cubicBezTo>
                    <a:pt x="14097" y="8938"/>
                    <a:pt x="13853" y="8664"/>
                    <a:pt x="13641" y="8452"/>
                  </a:cubicBezTo>
                  <a:cubicBezTo>
                    <a:pt x="13215" y="7996"/>
                    <a:pt x="12789" y="7509"/>
                    <a:pt x="12273" y="7114"/>
                  </a:cubicBezTo>
                  <a:cubicBezTo>
                    <a:pt x="10479" y="5777"/>
                    <a:pt x="8686" y="4439"/>
                    <a:pt x="6862" y="3163"/>
                  </a:cubicBezTo>
                  <a:cubicBezTo>
                    <a:pt x="5616" y="2251"/>
                    <a:pt x="4309" y="1430"/>
                    <a:pt x="3002" y="640"/>
                  </a:cubicBezTo>
                  <a:cubicBezTo>
                    <a:pt x="2485" y="305"/>
                    <a:pt x="1847" y="123"/>
                    <a:pt x="1513" y="2"/>
                  </a:cubicBezTo>
                  <a:cubicBezTo>
                    <a:pt x="1482" y="1"/>
                    <a:pt x="1452" y="0"/>
                    <a:pt x="14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0"/>
            <p:cNvSpPr/>
            <p:nvPr/>
          </p:nvSpPr>
          <p:spPr>
            <a:xfrm rot="5400000">
              <a:off x="6085462" y="3732912"/>
              <a:ext cx="205914" cy="160639"/>
            </a:xfrm>
            <a:custGeom>
              <a:rect b="b" l="l" r="r" t="t"/>
              <a:pathLst>
                <a:path extrusionOk="0" h="9012" w="11552">
                  <a:moveTo>
                    <a:pt x="1118" y="0"/>
                  </a:moveTo>
                  <a:cubicBezTo>
                    <a:pt x="844" y="0"/>
                    <a:pt x="580" y="109"/>
                    <a:pt x="365" y="343"/>
                  </a:cubicBezTo>
                  <a:cubicBezTo>
                    <a:pt x="1" y="738"/>
                    <a:pt x="61" y="1225"/>
                    <a:pt x="305" y="1650"/>
                  </a:cubicBezTo>
                  <a:cubicBezTo>
                    <a:pt x="669" y="2197"/>
                    <a:pt x="1004" y="2805"/>
                    <a:pt x="1490" y="3200"/>
                  </a:cubicBezTo>
                  <a:cubicBezTo>
                    <a:pt x="3344" y="4811"/>
                    <a:pt x="5198" y="6361"/>
                    <a:pt x="7113" y="7851"/>
                  </a:cubicBezTo>
                  <a:cubicBezTo>
                    <a:pt x="7964" y="8520"/>
                    <a:pt x="8937" y="9006"/>
                    <a:pt x="10274" y="9006"/>
                  </a:cubicBezTo>
                  <a:cubicBezTo>
                    <a:pt x="10308" y="9009"/>
                    <a:pt x="10343" y="9011"/>
                    <a:pt x="10380" y="9011"/>
                  </a:cubicBezTo>
                  <a:cubicBezTo>
                    <a:pt x="10676" y="9011"/>
                    <a:pt x="11064" y="8888"/>
                    <a:pt x="11308" y="8428"/>
                  </a:cubicBezTo>
                  <a:cubicBezTo>
                    <a:pt x="11551" y="7912"/>
                    <a:pt x="11338" y="7425"/>
                    <a:pt x="11034" y="7030"/>
                  </a:cubicBezTo>
                  <a:cubicBezTo>
                    <a:pt x="10882" y="6817"/>
                    <a:pt x="10700" y="6635"/>
                    <a:pt x="10487" y="6483"/>
                  </a:cubicBezTo>
                  <a:cubicBezTo>
                    <a:pt x="8207" y="4659"/>
                    <a:pt x="5958" y="2836"/>
                    <a:pt x="3618" y="1073"/>
                  </a:cubicBezTo>
                  <a:cubicBezTo>
                    <a:pt x="3040" y="617"/>
                    <a:pt x="2280" y="374"/>
                    <a:pt x="1581" y="100"/>
                  </a:cubicBezTo>
                  <a:cubicBezTo>
                    <a:pt x="1429" y="35"/>
                    <a:pt x="1272" y="0"/>
                    <a:pt x="11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0"/>
            <p:cNvSpPr/>
            <p:nvPr/>
          </p:nvSpPr>
          <p:spPr>
            <a:xfrm rot="5400000">
              <a:off x="5105364" y="4279132"/>
              <a:ext cx="254666" cy="152867"/>
            </a:xfrm>
            <a:custGeom>
              <a:rect b="b" l="l" r="r" t="t"/>
              <a:pathLst>
                <a:path extrusionOk="0" h="8576" w="14287">
                  <a:moveTo>
                    <a:pt x="13800" y="0"/>
                  </a:moveTo>
                  <a:cubicBezTo>
                    <a:pt x="13628" y="0"/>
                    <a:pt x="13430" y="33"/>
                    <a:pt x="13284" y="65"/>
                  </a:cubicBezTo>
                  <a:cubicBezTo>
                    <a:pt x="13132" y="65"/>
                    <a:pt x="12980" y="248"/>
                    <a:pt x="12828" y="339"/>
                  </a:cubicBezTo>
                  <a:cubicBezTo>
                    <a:pt x="12281" y="703"/>
                    <a:pt x="11764" y="1129"/>
                    <a:pt x="11187" y="1433"/>
                  </a:cubicBezTo>
                  <a:cubicBezTo>
                    <a:pt x="9089" y="2466"/>
                    <a:pt x="6962" y="3439"/>
                    <a:pt x="4834" y="4442"/>
                  </a:cubicBezTo>
                  <a:cubicBezTo>
                    <a:pt x="3831" y="4898"/>
                    <a:pt x="2767" y="5293"/>
                    <a:pt x="1825" y="5840"/>
                  </a:cubicBezTo>
                  <a:cubicBezTo>
                    <a:pt x="1278" y="6144"/>
                    <a:pt x="791" y="6600"/>
                    <a:pt x="396" y="7087"/>
                  </a:cubicBezTo>
                  <a:cubicBezTo>
                    <a:pt x="1" y="7634"/>
                    <a:pt x="275" y="8242"/>
                    <a:pt x="943" y="8394"/>
                  </a:cubicBezTo>
                  <a:cubicBezTo>
                    <a:pt x="1369" y="8515"/>
                    <a:pt x="1825" y="8515"/>
                    <a:pt x="2250" y="8576"/>
                  </a:cubicBezTo>
                  <a:cubicBezTo>
                    <a:pt x="2250" y="8546"/>
                    <a:pt x="2250" y="8515"/>
                    <a:pt x="2250" y="8485"/>
                  </a:cubicBezTo>
                  <a:cubicBezTo>
                    <a:pt x="2524" y="8454"/>
                    <a:pt x="2767" y="8454"/>
                    <a:pt x="3010" y="8424"/>
                  </a:cubicBezTo>
                  <a:cubicBezTo>
                    <a:pt x="3314" y="8363"/>
                    <a:pt x="3618" y="8272"/>
                    <a:pt x="3922" y="8181"/>
                  </a:cubicBezTo>
                  <a:cubicBezTo>
                    <a:pt x="7326" y="6783"/>
                    <a:pt x="10427" y="4898"/>
                    <a:pt x="13101" y="2345"/>
                  </a:cubicBezTo>
                  <a:cubicBezTo>
                    <a:pt x="13527" y="1950"/>
                    <a:pt x="13892" y="1463"/>
                    <a:pt x="14165" y="977"/>
                  </a:cubicBezTo>
                  <a:cubicBezTo>
                    <a:pt x="14287" y="734"/>
                    <a:pt x="14287" y="278"/>
                    <a:pt x="14135" y="96"/>
                  </a:cubicBezTo>
                  <a:cubicBezTo>
                    <a:pt x="14078" y="25"/>
                    <a:pt x="13949" y="0"/>
                    <a:pt x="1380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0"/>
            <p:cNvSpPr/>
            <p:nvPr/>
          </p:nvSpPr>
          <p:spPr>
            <a:xfrm rot="5400000">
              <a:off x="6203098" y="3876519"/>
              <a:ext cx="157359" cy="134347"/>
            </a:xfrm>
            <a:custGeom>
              <a:rect b="b" l="l" r="r" t="t"/>
              <a:pathLst>
                <a:path extrusionOk="0" h="7537" w="8828">
                  <a:moveTo>
                    <a:pt x="1023" y="1"/>
                  </a:moveTo>
                  <a:cubicBezTo>
                    <a:pt x="426" y="1"/>
                    <a:pt x="0" y="427"/>
                    <a:pt x="104" y="1074"/>
                  </a:cubicBezTo>
                  <a:cubicBezTo>
                    <a:pt x="195" y="1712"/>
                    <a:pt x="469" y="2411"/>
                    <a:pt x="894" y="2898"/>
                  </a:cubicBezTo>
                  <a:cubicBezTo>
                    <a:pt x="2353" y="4570"/>
                    <a:pt x="4025" y="5998"/>
                    <a:pt x="6031" y="7032"/>
                  </a:cubicBezTo>
                  <a:cubicBezTo>
                    <a:pt x="6518" y="7275"/>
                    <a:pt x="7095" y="7427"/>
                    <a:pt x="7642" y="7518"/>
                  </a:cubicBezTo>
                  <a:cubicBezTo>
                    <a:pt x="7717" y="7530"/>
                    <a:pt x="7788" y="7536"/>
                    <a:pt x="7857" y="7536"/>
                  </a:cubicBezTo>
                  <a:cubicBezTo>
                    <a:pt x="8460" y="7536"/>
                    <a:pt x="8828" y="7066"/>
                    <a:pt x="8828" y="6302"/>
                  </a:cubicBezTo>
                  <a:cubicBezTo>
                    <a:pt x="8767" y="5633"/>
                    <a:pt x="8341" y="5026"/>
                    <a:pt x="7825" y="4448"/>
                  </a:cubicBezTo>
                  <a:cubicBezTo>
                    <a:pt x="6396" y="2928"/>
                    <a:pt x="4815" y="1591"/>
                    <a:pt x="2931" y="588"/>
                  </a:cubicBezTo>
                  <a:cubicBezTo>
                    <a:pt x="2444" y="345"/>
                    <a:pt x="1897" y="162"/>
                    <a:pt x="1350" y="41"/>
                  </a:cubicBezTo>
                  <a:cubicBezTo>
                    <a:pt x="1237" y="14"/>
                    <a:pt x="1128" y="1"/>
                    <a:pt x="10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0"/>
            <p:cNvSpPr/>
            <p:nvPr/>
          </p:nvSpPr>
          <p:spPr>
            <a:xfrm rot="5400000">
              <a:off x="5654908" y="4020705"/>
              <a:ext cx="361402" cy="403701"/>
            </a:xfrm>
            <a:custGeom>
              <a:rect b="b" l="l" r="r" t="t"/>
              <a:pathLst>
                <a:path extrusionOk="0" h="22648" w="20275">
                  <a:moveTo>
                    <a:pt x="8596" y="1"/>
                  </a:moveTo>
                  <a:cubicBezTo>
                    <a:pt x="6311" y="1"/>
                    <a:pt x="4395" y="1344"/>
                    <a:pt x="3040" y="3751"/>
                  </a:cubicBezTo>
                  <a:cubicBezTo>
                    <a:pt x="1" y="9223"/>
                    <a:pt x="1581" y="15940"/>
                    <a:pt x="4955" y="19739"/>
                  </a:cubicBezTo>
                  <a:cubicBezTo>
                    <a:pt x="6678" y="21663"/>
                    <a:pt x="9055" y="22648"/>
                    <a:pt x="11432" y="22648"/>
                  </a:cubicBezTo>
                  <a:cubicBezTo>
                    <a:pt x="13374" y="22648"/>
                    <a:pt x="15315" y="21991"/>
                    <a:pt x="16901" y="20651"/>
                  </a:cubicBezTo>
                  <a:cubicBezTo>
                    <a:pt x="19241" y="18645"/>
                    <a:pt x="20092" y="15940"/>
                    <a:pt x="20244" y="12961"/>
                  </a:cubicBezTo>
                  <a:cubicBezTo>
                    <a:pt x="20244" y="12718"/>
                    <a:pt x="20275" y="12505"/>
                    <a:pt x="20244" y="12262"/>
                  </a:cubicBezTo>
                  <a:cubicBezTo>
                    <a:pt x="19454" y="6852"/>
                    <a:pt x="16536" y="2961"/>
                    <a:pt x="11612" y="712"/>
                  </a:cubicBezTo>
                  <a:cubicBezTo>
                    <a:pt x="10553" y="231"/>
                    <a:pt x="9543" y="1"/>
                    <a:pt x="85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3" name="Shape 4603"/>
        <p:cNvGrpSpPr/>
        <p:nvPr/>
      </p:nvGrpSpPr>
      <p:grpSpPr>
        <a:xfrm>
          <a:off x="0" y="0"/>
          <a:ext cx="0" cy="0"/>
          <a:chOff x="0" y="0"/>
          <a:chExt cx="0" cy="0"/>
        </a:xfrm>
      </p:grpSpPr>
      <p:sp>
        <p:nvSpPr>
          <p:cNvPr id="4604" name="Google Shape;4604;p61"/>
          <p:cNvSpPr txBox="1"/>
          <p:nvPr>
            <p:ph idx="1" type="body"/>
          </p:nvPr>
        </p:nvSpPr>
        <p:spPr>
          <a:xfrm>
            <a:off x="720000" y="1848675"/>
            <a:ext cx="7704000" cy="278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hlink"/>
              </a:buClr>
              <a:buSzPts val="1100"/>
              <a:buFont typeface="Arial"/>
              <a:buNone/>
            </a:pPr>
            <a:r>
              <a:rPr lang="en" sz="2400">
                <a:solidFill>
                  <a:schemeClr val="dk1"/>
                </a:solidFill>
                <a:latin typeface="Lora"/>
                <a:ea typeface="Lora"/>
                <a:cs typeface="Lora"/>
                <a:sym typeface="Lora"/>
              </a:rPr>
              <a:t>Photos:</a:t>
            </a:r>
            <a:endParaRPr sz="2400">
              <a:solidFill>
                <a:schemeClr val="dk1"/>
              </a:solidFill>
              <a:latin typeface="Lora"/>
              <a:ea typeface="Lora"/>
              <a:cs typeface="Lora"/>
              <a:sym typeface="Lora"/>
            </a:endParaRPr>
          </a:p>
          <a:p>
            <a:pPr indent="0" lvl="0" marL="0" rtl="0" algn="l">
              <a:spcBef>
                <a:spcPts val="0"/>
              </a:spcBef>
              <a:spcAft>
                <a:spcPts val="0"/>
              </a:spcAft>
              <a:buClr>
                <a:schemeClr val="hlink"/>
              </a:buClr>
              <a:buSzPts val="1100"/>
              <a:buFont typeface="Arial"/>
              <a:buNone/>
            </a:pPr>
            <a:r>
              <a:t/>
            </a:r>
            <a:endParaRPr sz="1800">
              <a:latin typeface="Lora"/>
              <a:ea typeface="Lora"/>
              <a:cs typeface="Lora"/>
              <a:sym typeface="Lora"/>
            </a:endParaRPr>
          </a:p>
          <a:p>
            <a:pPr indent="-317500" lvl="0" marL="457200" rtl="0" algn="l">
              <a:spcBef>
                <a:spcPts val="0"/>
              </a:spcBef>
              <a:spcAft>
                <a:spcPts val="0"/>
              </a:spcAft>
              <a:buSzPts val="1400"/>
              <a:buFont typeface="Inconsolata"/>
              <a:buChar char="●"/>
            </a:pPr>
            <a:r>
              <a:rPr lang="en" sz="1400">
                <a:uFill>
                  <a:noFill/>
                </a:uFill>
                <a:hlinkClick r:id="rId3"/>
              </a:rPr>
              <a:t>Tablet with medical app</a:t>
            </a:r>
            <a:endParaRPr sz="1400"/>
          </a:p>
          <a:p>
            <a:pPr indent="-317500" lvl="0" marL="457200" rtl="0" algn="l">
              <a:spcBef>
                <a:spcPts val="0"/>
              </a:spcBef>
              <a:spcAft>
                <a:spcPts val="0"/>
              </a:spcAft>
              <a:buSzPts val="1400"/>
              <a:buFont typeface="Inconsolata"/>
              <a:buChar char="●"/>
            </a:pPr>
            <a:r>
              <a:rPr lang="en" sz="1400">
                <a:uFill>
                  <a:noFill/>
                </a:uFill>
                <a:hlinkClick r:id="rId4"/>
              </a:rPr>
              <a:t>An overhead view of mri scan with reports; pen and black spectacles</a:t>
            </a:r>
            <a:endParaRPr sz="1400"/>
          </a:p>
          <a:p>
            <a:pPr indent="0" lvl="0" marL="0" rtl="0" algn="l">
              <a:spcBef>
                <a:spcPts val="0"/>
              </a:spcBef>
              <a:spcAft>
                <a:spcPts val="0"/>
              </a:spcAft>
              <a:buClr>
                <a:schemeClr val="hlink"/>
              </a:buClr>
              <a:buSzPts val="1100"/>
              <a:buFont typeface="Arial"/>
              <a:buNone/>
            </a:pPr>
            <a:r>
              <a:t/>
            </a:r>
            <a:endParaRPr sz="1400"/>
          </a:p>
          <a:p>
            <a:pPr indent="0" lvl="0" marL="0" rtl="0" algn="l">
              <a:spcBef>
                <a:spcPts val="0"/>
              </a:spcBef>
              <a:spcAft>
                <a:spcPts val="0"/>
              </a:spcAft>
              <a:buClr>
                <a:schemeClr val="hlink"/>
              </a:buClr>
              <a:buSzPts val="1100"/>
              <a:buFont typeface="Arial"/>
              <a:buNone/>
            </a:pPr>
            <a:r>
              <a:rPr lang="en" sz="2400">
                <a:solidFill>
                  <a:schemeClr val="dk1"/>
                </a:solidFill>
                <a:latin typeface="Lora"/>
                <a:ea typeface="Lora"/>
                <a:cs typeface="Lora"/>
                <a:sym typeface="Lora"/>
              </a:rPr>
              <a:t>Vectors:</a:t>
            </a:r>
            <a:endParaRPr sz="2400">
              <a:solidFill>
                <a:schemeClr val="dk1"/>
              </a:solidFill>
              <a:latin typeface="Lora"/>
              <a:ea typeface="Lora"/>
              <a:cs typeface="Lora"/>
              <a:sym typeface="Lora"/>
            </a:endParaRPr>
          </a:p>
          <a:p>
            <a:pPr indent="0" lvl="0" marL="0" rtl="0" algn="l">
              <a:spcBef>
                <a:spcPts val="0"/>
              </a:spcBef>
              <a:spcAft>
                <a:spcPts val="0"/>
              </a:spcAft>
              <a:buClr>
                <a:schemeClr val="hlink"/>
              </a:buClr>
              <a:buSzPts val="1100"/>
              <a:buFont typeface="Arial"/>
              <a:buNone/>
            </a:pPr>
            <a:r>
              <a:t/>
            </a:r>
            <a:endParaRPr sz="1400">
              <a:latin typeface="Lora"/>
              <a:ea typeface="Lora"/>
              <a:cs typeface="Lora"/>
              <a:sym typeface="Lora"/>
            </a:endParaRPr>
          </a:p>
          <a:p>
            <a:pPr indent="-317500" lvl="0" marL="457200" rtl="0" algn="l">
              <a:spcBef>
                <a:spcPts val="0"/>
              </a:spcBef>
              <a:spcAft>
                <a:spcPts val="0"/>
              </a:spcAft>
              <a:buSzPts val="1400"/>
              <a:buFont typeface="Inconsolata"/>
              <a:buChar char="●"/>
            </a:pPr>
            <a:r>
              <a:rPr lang="en" sz="1400">
                <a:uFill>
                  <a:noFill/>
                </a:uFill>
                <a:hlinkClick r:id="rId5"/>
              </a:rPr>
              <a:t>Infographic template of human brain with four options</a:t>
            </a:r>
            <a:endParaRPr sz="1400"/>
          </a:p>
          <a:p>
            <a:pPr indent="-317500" lvl="0" marL="457200" rtl="0" algn="l">
              <a:spcBef>
                <a:spcPts val="0"/>
              </a:spcBef>
              <a:spcAft>
                <a:spcPts val="0"/>
              </a:spcAft>
              <a:buSzPts val="1400"/>
              <a:buFont typeface="Inconsolata"/>
              <a:buChar char="●"/>
            </a:pPr>
            <a:r>
              <a:rPr lang="en" sz="1400">
                <a:uFill>
                  <a:noFill/>
                </a:uFill>
                <a:hlinkClick r:id="rId6"/>
              </a:rPr>
              <a:t>Hand drawn abstract organic shapes background</a:t>
            </a:r>
            <a:endParaRPr sz="1400"/>
          </a:p>
          <a:p>
            <a:pPr indent="-317500" lvl="0" marL="457200" rtl="0" algn="l">
              <a:spcBef>
                <a:spcPts val="0"/>
              </a:spcBef>
              <a:spcAft>
                <a:spcPts val="0"/>
              </a:spcAft>
              <a:buSzPts val="1400"/>
              <a:buFont typeface="Inconsolata"/>
              <a:buChar char="●"/>
            </a:pPr>
            <a:r>
              <a:rPr lang="en" sz="1400">
                <a:uFill>
                  <a:noFill/>
                </a:uFill>
                <a:hlinkClick r:id="rId7"/>
              </a:rPr>
              <a:t>Zodiac pattern</a:t>
            </a:r>
            <a:endParaRPr/>
          </a:p>
        </p:txBody>
      </p:sp>
      <p:sp>
        <p:nvSpPr>
          <p:cNvPr id="4605" name="Google Shape;4605;p6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4606" name="Google Shape;4606;p61"/>
          <p:cNvSpPr txBox="1"/>
          <p:nvPr>
            <p:ph idx="4294967295" type="body"/>
          </p:nvPr>
        </p:nvSpPr>
        <p:spPr>
          <a:xfrm>
            <a:off x="1734550" y="1092975"/>
            <a:ext cx="5674800" cy="6165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sz="1400">
                <a:latin typeface="Inconsolata"/>
                <a:ea typeface="Inconsolata"/>
                <a:cs typeface="Inconsolata"/>
                <a:sym typeface="Inconsolata"/>
              </a:rPr>
              <a:t>Did you like the resources on this template? Get them for free at our other websites:</a:t>
            </a:r>
            <a:endParaRPr sz="1400">
              <a:solidFill>
                <a:schemeClr val="accent1"/>
              </a:solidFill>
              <a:latin typeface="Inconsolata"/>
              <a:ea typeface="Inconsolata"/>
              <a:cs typeface="Inconsolata"/>
              <a:sym typeface="Inconsolata"/>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610" name="Shape 4610"/>
        <p:cNvGrpSpPr/>
        <p:nvPr/>
      </p:nvGrpSpPr>
      <p:grpSpPr>
        <a:xfrm>
          <a:off x="0" y="0"/>
          <a:ext cx="0" cy="0"/>
          <a:chOff x="0" y="0"/>
          <a:chExt cx="0" cy="0"/>
        </a:xfrm>
      </p:grpSpPr>
      <p:sp>
        <p:nvSpPr>
          <p:cNvPr id="4611" name="Google Shape;4611;p62"/>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a:t>
            </a:r>
            <a:r>
              <a:rPr lang="en">
                <a:latin typeface="Arial"/>
                <a:ea typeface="Arial"/>
                <a:cs typeface="Arial"/>
                <a:sym typeface="Arial"/>
              </a:rPr>
              <a:t>free users)</a:t>
            </a:r>
            <a:endParaRPr>
              <a:solidFill>
                <a:srgbClr val="FFFFFF"/>
              </a:solidFill>
              <a:latin typeface="Arial"/>
              <a:ea typeface="Arial"/>
              <a:cs typeface="Arial"/>
              <a:sym typeface="Arial"/>
            </a:endParaRPr>
          </a:p>
        </p:txBody>
      </p:sp>
      <p:sp>
        <p:nvSpPr>
          <p:cNvPr id="4612" name="Google Shape;4612;p62"/>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credit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by keeping the Thanks slide.</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any of Slidesgo Content (or a modified version of Slidesgo Content).</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Delete the “Thanks” or “Credits” slide.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t/>
            </a:r>
            <a:endParaRPr sz="1000">
              <a:solidFill>
                <a:srgbClr val="FFFFFF"/>
              </a:solidFill>
              <a:latin typeface="Arial"/>
              <a:ea typeface="Arial"/>
              <a:cs typeface="Arial"/>
              <a:sym typeface="Arial"/>
            </a:endParaRPr>
          </a:p>
          <a:p>
            <a:pPr indent="0" lvl="0" marL="0" rtl="0" algn="ctr">
              <a:spcBef>
                <a:spcPts val="0"/>
              </a:spcBef>
              <a:spcAft>
                <a:spcPts val="0"/>
              </a:spcAft>
              <a:buNone/>
            </a:pPr>
            <a:r>
              <a:t/>
            </a:r>
            <a:endParaRPr sz="1000">
              <a:solidFill>
                <a:srgbClr val="435D74"/>
              </a:solidFill>
              <a:latin typeface="Arial"/>
              <a:ea typeface="Arial"/>
              <a:cs typeface="Arial"/>
              <a:sym typeface="Arial"/>
            </a:endParaRPr>
          </a:p>
          <a:p>
            <a:pPr indent="0" lvl="0" marL="0" rtl="0" algn="ctr">
              <a:spcBef>
                <a:spcPts val="0"/>
              </a:spcBef>
              <a:spcAft>
                <a:spcPts val="0"/>
              </a:spcAft>
              <a:buNone/>
            </a:pPr>
            <a:r>
              <a:t/>
            </a:r>
            <a:endParaRPr sz="1300">
              <a:solidFill>
                <a:srgbClr val="435D74"/>
              </a:solidFill>
              <a:latin typeface="Arial"/>
              <a:ea typeface="Arial"/>
              <a:cs typeface="Arial"/>
              <a:sym typeface="Arial"/>
            </a:endParaRPr>
          </a:p>
          <a:p>
            <a:pPr indent="0" lvl="0" marL="0" rtl="0" algn="l">
              <a:spcBef>
                <a:spcPts val="0"/>
              </a:spcBef>
              <a:spcAft>
                <a:spcPts val="0"/>
              </a:spcAft>
              <a:buNone/>
            </a:pPr>
            <a:r>
              <a:t/>
            </a:r>
            <a:endParaRPr sz="1300">
              <a:solidFill>
                <a:srgbClr val="435D74"/>
              </a:solidFill>
              <a:latin typeface="Arial"/>
              <a:ea typeface="Arial"/>
              <a:cs typeface="Arial"/>
              <a:sym typeface="Arial"/>
            </a:endParaRPr>
          </a:p>
        </p:txBody>
      </p:sp>
      <p:sp>
        <p:nvSpPr>
          <p:cNvPr id="4613" name="Google Shape;4613;p62"/>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617" name="Shape 4617"/>
        <p:cNvGrpSpPr/>
        <p:nvPr/>
      </p:nvGrpSpPr>
      <p:grpSpPr>
        <a:xfrm>
          <a:off x="0" y="0"/>
          <a:ext cx="0" cy="0"/>
          <a:chOff x="0" y="0"/>
          <a:chExt cx="0" cy="0"/>
        </a:xfrm>
      </p:grpSpPr>
      <p:sp>
        <p:nvSpPr>
          <p:cNvPr id="4618" name="Google Shape;4618;p63"/>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(premium users)</a:t>
            </a:r>
            <a:endParaRPr>
              <a:solidFill>
                <a:srgbClr val="FFFFFF"/>
              </a:solidFill>
              <a:latin typeface="Arial"/>
              <a:ea typeface="Arial"/>
              <a:cs typeface="Arial"/>
              <a:sym typeface="Arial"/>
            </a:endParaRPr>
          </a:p>
        </p:txBody>
      </p:sp>
      <p:sp>
        <p:nvSpPr>
          <p:cNvPr id="4619" name="Google Shape;4619;p63"/>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be a Premium user on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Hide or delete the “Thanks” slide and the mention to Slidesgo in the credits.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Share this template in an editable format with people who are not part of your team.</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this Slidesgo Template (or a modified version of this Slidesgo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p:txBody>
      </p:sp>
      <p:sp>
        <p:nvSpPr>
          <p:cNvPr id="4620" name="Google Shape;4620;p63"/>
          <p:cNvSpPr txBox="1"/>
          <p:nvPr>
            <p:ph idx="4294967295" type="body"/>
          </p:nvPr>
        </p:nvSpPr>
        <p:spPr>
          <a:xfrm>
            <a:off x="1048350" y="4314290"/>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Arial"/>
                <a:ea typeface="Arial"/>
                <a:cs typeface="Arial"/>
                <a:sym typeface="Arial"/>
              </a:rPr>
              <a:t>For more information about editing slides, please </a:t>
            </a:r>
            <a:r>
              <a:rPr lang="en" sz="900">
                <a:solidFill>
                  <a:srgbClr val="FFFFFF"/>
                </a:solidFill>
                <a:latin typeface="Arial"/>
                <a:ea typeface="Arial"/>
                <a:cs typeface="Arial"/>
                <a:sym typeface="Arial"/>
              </a:rPr>
              <a:t>read </a:t>
            </a:r>
            <a:r>
              <a:rPr lang="en" sz="1000">
                <a:solidFill>
                  <a:srgbClr val="FFFFFF"/>
                </a:solidFill>
                <a:latin typeface="Arial"/>
                <a:ea typeface="Arial"/>
                <a:cs typeface="Arial"/>
                <a:sym typeface="Arial"/>
              </a:rPr>
              <a:t>our FAQs or visit Slidesgo School:</a:t>
            </a:r>
            <a:endParaRPr sz="1000">
              <a:solidFill>
                <a:srgbClr val="FFFFFF"/>
              </a:solidFill>
              <a:latin typeface="Arial"/>
              <a:ea typeface="Arial"/>
              <a:cs typeface="Arial"/>
              <a:sym typeface="Arial"/>
            </a:endParaRPr>
          </a:p>
          <a:p>
            <a:pPr indent="0" lvl="0" marL="0" rtl="0" algn="ctr">
              <a:spcBef>
                <a:spcPts val="0"/>
              </a:spcBef>
              <a:spcAft>
                <a:spcPts val="0"/>
              </a:spcAft>
              <a:buNone/>
            </a:pPr>
            <a:r>
              <a:rPr lang="en" sz="10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200">
                <a:solidFill>
                  <a:srgbClr val="FFFFFF"/>
                </a:solidFill>
                <a:latin typeface="Arial"/>
                <a:ea typeface="Arial"/>
                <a:cs typeface="Arial"/>
                <a:sym typeface="Arial"/>
              </a:rPr>
              <a:t> </a:t>
            </a:r>
            <a:r>
              <a:rPr lang="en" sz="1000">
                <a:solidFill>
                  <a:srgbClr val="FFFFFF"/>
                </a:solidFill>
                <a:latin typeface="Arial"/>
                <a:ea typeface="Arial"/>
                <a:cs typeface="Arial"/>
                <a:sym typeface="Arial"/>
              </a:rPr>
              <a:t>and</a:t>
            </a:r>
            <a:r>
              <a:rPr lang="en" sz="1200">
                <a:solidFill>
                  <a:srgbClr val="FFFFFF"/>
                </a:solidFill>
                <a:latin typeface="Arial"/>
                <a:ea typeface="Arial"/>
                <a:cs typeface="Arial"/>
                <a:sym typeface="Arial"/>
              </a:rPr>
              <a:t> </a:t>
            </a:r>
            <a:r>
              <a:rPr lang="en" sz="10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000" u="sng">
              <a:solidFill>
                <a:srgbClr val="869FB2"/>
              </a:solidFill>
              <a:latin typeface="Arial"/>
              <a:ea typeface="Arial"/>
              <a:cs typeface="Arial"/>
              <a:sym typeface="Arial"/>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624" name="Shape 4624"/>
        <p:cNvGrpSpPr/>
        <p:nvPr/>
      </p:nvGrpSpPr>
      <p:grpSpPr>
        <a:xfrm>
          <a:off x="0" y="0"/>
          <a:ext cx="0" cy="0"/>
          <a:chOff x="0" y="0"/>
          <a:chExt cx="0" cy="0"/>
        </a:xfrm>
      </p:grpSpPr>
      <p:grpSp>
        <p:nvGrpSpPr>
          <p:cNvPr id="4625" name="Google Shape;4625;p64"/>
          <p:cNvGrpSpPr/>
          <p:nvPr/>
        </p:nvGrpSpPr>
        <p:grpSpPr>
          <a:xfrm>
            <a:off x="2042596" y="3346740"/>
            <a:ext cx="791400" cy="754200"/>
            <a:chOff x="2037588" y="3346740"/>
            <a:chExt cx="791400" cy="754200"/>
          </a:xfrm>
        </p:grpSpPr>
        <p:sp>
          <p:nvSpPr>
            <p:cNvPr id="4626" name="Google Shape;4626;p64"/>
            <p:cNvSpPr/>
            <p:nvPr/>
          </p:nvSpPr>
          <p:spPr>
            <a:xfrm>
              <a:off x="2037588" y="3346740"/>
              <a:ext cx="791400" cy="754200"/>
            </a:xfrm>
            <a:prstGeom prst="roundRect">
              <a:avLst>
                <a:gd fmla="val 16667" name="adj"/>
              </a:avLst>
            </a:prstGeom>
            <a:solidFill>
              <a:srgbClr val="FDDED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4"/>
            <p:cNvSpPr txBox="1"/>
            <p:nvPr/>
          </p:nvSpPr>
          <p:spPr>
            <a:xfrm>
              <a:off x="2037588" y="350379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#fddede</a:t>
              </a:r>
              <a:endParaRPr sz="1000"/>
            </a:p>
          </p:txBody>
        </p:sp>
      </p:grpSp>
      <p:grpSp>
        <p:nvGrpSpPr>
          <p:cNvPr id="4628" name="Google Shape;4628;p64"/>
          <p:cNvGrpSpPr/>
          <p:nvPr/>
        </p:nvGrpSpPr>
        <p:grpSpPr>
          <a:xfrm>
            <a:off x="3109443" y="3346740"/>
            <a:ext cx="791400" cy="754200"/>
            <a:chOff x="3099410" y="3346740"/>
            <a:chExt cx="791400" cy="754200"/>
          </a:xfrm>
        </p:grpSpPr>
        <p:sp>
          <p:nvSpPr>
            <p:cNvPr id="4629" name="Google Shape;4629;p64"/>
            <p:cNvSpPr/>
            <p:nvPr/>
          </p:nvSpPr>
          <p:spPr>
            <a:xfrm>
              <a:off x="3099410" y="3346740"/>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4"/>
            <p:cNvSpPr txBox="1"/>
            <p:nvPr/>
          </p:nvSpPr>
          <p:spPr>
            <a:xfrm>
              <a:off x="3099410" y="350379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1C1F26"/>
                  </a:solidFill>
                </a:rPr>
                <a:t>#ffffffff</a:t>
              </a:r>
              <a:endParaRPr sz="1000">
                <a:solidFill>
                  <a:srgbClr val="1C1F26"/>
                </a:solidFill>
              </a:endParaRPr>
            </a:p>
          </p:txBody>
        </p:sp>
      </p:grpSp>
      <p:grpSp>
        <p:nvGrpSpPr>
          <p:cNvPr id="4631" name="Google Shape;4631;p64"/>
          <p:cNvGrpSpPr/>
          <p:nvPr/>
        </p:nvGrpSpPr>
        <p:grpSpPr>
          <a:xfrm>
            <a:off x="4176289" y="3346740"/>
            <a:ext cx="791400" cy="754200"/>
            <a:chOff x="4161232" y="3346740"/>
            <a:chExt cx="791400" cy="754200"/>
          </a:xfrm>
        </p:grpSpPr>
        <p:sp>
          <p:nvSpPr>
            <p:cNvPr id="4632" name="Google Shape;4632;p64"/>
            <p:cNvSpPr/>
            <p:nvPr/>
          </p:nvSpPr>
          <p:spPr>
            <a:xfrm>
              <a:off x="4161232" y="3346740"/>
              <a:ext cx="791400" cy="754200"/>
            </a:xfrm>
            <a:prstGeom prst="roundRect">
              <a:avLst>
                <a:gd fmla="val 16667" name="adj"/>
              </a:avLst>
            </a:prstGeom>
            <a:solidFill>
              <a:srgbClr val="EBAC8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4"/>
            <p:cNvSpPr txBox="1"/>
            <p:nvPr/>
          </p:nvSpPr>
          <p:spPr>
            <a:xfrm>
              <a:off x="4161232" y="350379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#ebac8b</a:t>
              </a:r>
              <a:endParaRPr sz="1000"/>
            </a:p>
          </p:txBody>
        </p:sp>
      </p:grpSp>
      <p:grpSp>
        <p:nvGrpSpPr>
          <p:cNvPr id="4634" name="Google Shape;4634;p64"/>
          <p:cNvGrpSpPr/>
          <p:nvPr/>
        </p:nvGrpSpPr>
        <p:grpSpPr>
          <a:xfrm>
            <a:off x="975750" y="3346740"/>
            <a:ext cx="791400" cy="754200"/>
            <a:chOff x="975763" y="3346740"/>
            <a:chExt cx="791400" cy="754200"/>
          </a:xfrm>
        </p:grpSpPr>
        <p:sp>
          <p:nvSpPr>
            <p:cNvPr id="4635" name="Google Shape;4635;p64"/>
            <p:cNvSpPr/>
            <p:nvPr/>
          </p:nvSpPr>
          <p:spPr>
            <a:xfrm>
              <a:off x="975763" y="3346740"/>
              <a:ext cx="791400" cy="754200"/>
            </a:xfrm>
            <a:prstGeom prst="roundRect">
              <a:avLst>
                <a:gd fmla="val 16667" name="adj"/>
              </a:avLst>
            </a:prstGeom>
            <a:solidFill>
              <a:srgbClr val="576B6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4"/>
            <p:cNvSpPr txBox="1"/>
            <p:nvPr/>
          </p:nvSpPr>
          <p:spPr>
            <a:xfrm>
              <a:off x="975763" y="350379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#576b67</a:t>
              </a:r>
              <a:endParaRPr sz="1000">
                <a:solidFill>
                  <a:srgbClr val="FFFFFF"/>
                </a:solidFill>
              </a:endParaRPr>
            </a:p>
          </p:txBody>
        </p:sp>
      </p:grpSp>
      <p:sp>
        <p:nvSpPr>
          <p:cNvPr id="4637" name="Google Shape;4637;p64"/>
          <p:cNvSpPr txBox="1"/>
          <p:nvPr>
            <p:ph idx="4294967295" type="title"/>
          </p:nvPr>
        </p:nvSpPr>
        <p:spPr>
          <a:xfrm>
            <a:off x="1048350" y="71528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4638" name="Google Shape;4638;p64"/>
          <p:cNvSpPr txBox="1"/>
          <p:nvPr>
            <p:ph idx="4294967295" type="body"/>
          </p:nvPr>
        </p:nvSpPr>
        <p:spPr>
          <a:xfrm>
            <a:off x="1048350" y="1218754"/>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4639" name="Google Shape;4639;p64"/>
          <p:cNvSpPr txBox="1"/>
          <p:nvPr>
            <p:ph idx="4294967295" type="body"/>
          </p:nvPr>
        </p:nvSpPr>
        <p:spPr>
          <a:xfrm>
            <a:off x="1048350" y="1679928"/>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Fira Sans Extra Condensed</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https://fonts.google.com/specimen/Fira+Sans+Extra+Condensed</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Roboto Slab</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https://fonts.google.com/specimen/Roboto+Slab</a:t>
            </a:r>
            <a:r>
              <a:rPr lang="en">
                <a:solidFill>
                  <a:schemeClr val="lt1"/>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4640" name="Google Shape;4640;p64"/>
          <p:cNvGrpSpPr/>
          <p:nvPr/>
        </p:nvGrpSpPr>
        <p:grpSpPr>
          <a:xfrm>
            <a:off x="6309982" y="3346655"/>
            <a:ext cx="791400" cy="754200"/>
            <a:chOff x="6292445" y="3346655"/>
            <a:chExt cx="791400" cy="754200"/>
          </a:xfrm>
        </p:grpSpPr>
        <p:sp>
          <p:nvSpPr>
            <p:cNvPr id="4641" name="Google Shape;4641;p64"/>
            <p:cNvSpPr/>
            <p:nvPr/>
          </p:nvSpPr>
          <p:spPr>
            <a:xfrm>
              <a:off x="6292445" y="3346655"/>
              <a:ext cx="791400" cy="754200"/>
            </a:xfrm>
            <a:prstGeom prst="roundRect">
              <a:avLst>
                <a:gd fmla="val 16667" name="adj"/>
              </a:avLst>
            </a:prstGeom>
            <a:solidFill>
              <a:srgbClr val="F1D96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4"/>
            <p:cNvSpPr txBox="1"/>
            <p:nvPr/>
          </p:nvSpPr>
          <p:spPr>
            <a:xfrm>
              <a:off x="6292445" y="350370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#f1d966</a:t>
              </a:r>
              <a:endParaRPr sz="1000">
                <a:solidFill>
                  <a:schemeClr val="dk1"/>
                </a:solidFill>
              </a:endParaRPr>
            </a:p>
          </p:txBody>
        </p:sp>
      </p:grpSp>
      <p:grpSp>
        <p:nvGrpSpPr>
          <p:cNvPr id="4643" name="Google Shape;4643;p64"/>
          <p:cNvGrpSpPr/>
          <p:nvPr/>
        </p:nvGrpSpPr>
        <p:grpSpPr>
          <a:xfrm>
            <a:off x="5243136" y="3342332"/>
            <a:ext cx="791400" cy="754200"/>
            <a:chOff x="5223088" y="3342332"/>
            <a:chExt cx="791400" cy="754200"/>
          </a:xfrm>
        </p:grpSpPr>
        <p:sp>
          <p:nvSpPr>
            <p:cNvPr id="4644" name="Google Shape;4644;p64"/>
            <p:cNvSpPr/>
            <p:nvPr/>
          </p:nvSpPr>
          <p:spPr>
            <a:xfrm>
              <a:off x="5223088" y="3342332"/>
              <a:ext cx="791400" cy="754200"/>
            </a:xfrm>
            <a:prstGeom prst="roundRect">
              <a:avLst>
                <a:gd fmla="val 16667" name="adj"/>
              </a:avLst>
            </a:prstGeom>
            <a:solidFill>
              <a:srgbClr val="1C1F2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4"/>
            <p:cNvSpPr txBox="1"/>
            <p:nvPr/>
          </p:nvSpPr>
          <p:spPr>
            <a:xfrm>
              <a:off x="5223088" y="3499382"/>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#1c1f26</a:t>
              </a:r>
              <a:endParaRPr sz="1000">
                <a:solidFill>
                  <a:srgbClr val="FFFFFF"/>
                </a:solidFill>
              </a:endParaRPr>
            </a:p>
          </p:txBody>
        </p:sp>
      </p:grpSp>
      <p:grpSp>
        <p:nvGrpSpPr>
          <p:cNvPr id="4646" name="Google Shape;4646;p64"/>
          <p:cNvGrpSpPr/>
          <p:nvPr/>
        </p:nvGrpSpPr>
        <p:grpSpPr>
          <a:xfrm>
            <a:off x="7376829" y="3342332"/>
            <a:ext cx="791400" cy="754200"/>
            <a:chOff x="7376841" y="3342332"/>
            <a:chExt cx="791400" cy="754200"/>
          </a:xfrm>
        </p:grpSpPr>
        <p:sp>
          <p:nvSpPr>
            <p:cNvPr id="4647" name="Google Shape;4647;p64"/>
            <p:cNvSpPr/>
            <p:nvPr/>
          </p:nvSpPr>
          <p:spPr>
            <a:xfrm>
              <a:off x="7376841" y="3342332"/>
              <a:ext cx="791400" cy="754200"/>
            </a:xfrm>
            <a:prstGeom prst="roundRect">
              <a:avLst>
                <a:gd fmla="val 16667" name="adj"/>
              </a:avLst>
            </a:prstGeom>
            <a:solidFill>
              <a:srgbClr val="70CC7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4"/>
            <p:cNvSpPr txBox="1"/>
            <p:nvPr/>
          </p:nvSpPr>
          <p:spPr>
            <a:xfrm>
              <a:off x="7376841" y="3499382"/>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#70cc70</a:t>
              </a:r>
              <a:endParaRPr sz="1000">
                <a:solidFill>
                  <a:srgbClr val="FFFFFF"/>
                </a:solidFill>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652" name="Shape 4652"/>
        <p:cNvGrpSpPr/>
        <p:nvPr/>
      </p:nvGrpSpPr>
      <p:grpSpPr>
        <a:xfrm>
          <a:off x="0" y="0"/>
          <a:ext cx="0" cy="0"/>
          <a:chOff x="0" y="0"/>
          <a:chExt cx="0" cy="0"/>
        </a:xfrm>
      </p:grpSpPr>
      <p:sp>
        <p:nvSpPr>
          <p:cNvPr id="4653" name="Google Shape;4653;p65"/>
          <p:cNvSpPr txBox="1"/>
          <p:nvPr>
            <p:ph idx="4294967295" type="title"/>
          </p:nvPr>
        </p:nvSpPr>
        <p:spPr>
          <a:xfrm>
            <a:off x="1048350" y="6496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Storyset</a:t>
            </a:r>
            <a:endParaRPr>
              <a:solidFill>
                <a:srgbClr val="FFFFFF"/>
              </a:solidFill>
              <a:latin typeface="Arial"/>
              <a:ea typeface="Arial"/>
              <a:cs typeface="Arial"/>
              <a:sym typeface="Arial"/>
            </a:endParaRPr>
          </a:p>
        </p:txBody>
      </p:sp>
      <p:sp>
        <p:nvSpPr>
          <p:cNvPr id="4654" name="Google Shape;4654;p65"/>
          <p:cNvSpPr txBox="1"/>
          <p:nvPr/>
        </p:nvSpPr>
        <p:spPr>
          <a:xfrm>
            <a:off x="1252436" y="1169999"/>
            <a:ext cx="6630900" cy="318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4655" name="Google Shape;4655;p65"/>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4656" name="Google Shape;4656;p65">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4657" name="Google Shape;4657;p65">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4658" name="Google Shape;4658;p65">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4659" name="Google Shape;4659;p65">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4660" name="Google Shape;4660;p65"/>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4661" name="Google Shape;4661;p65"/>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4662" name="Google Shape;4662;p65"/>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4663" name="Google Shape;4663;p65"/>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4664" name="Google Shape;4664;p65">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668" name="Shape 4668"/>
        <p:cNvGrpSpPr/>
        <p:nvPr/>
      </p:nvGrpSpPr>
      <p:grpSpPr>
        <a:xfrm>
          <a:off x="0" y="0"/>
          <a:ext cx="0" cy="0"/>
          <a:chOff x="0" y="0"/>
          <a:chExt cx="0" cy="0"/>
        </a:xfrm>
      </p:grpSpPr>
      <p:sp>
        <p:nvSpPr>
          <p:cNvPr id="4669" name="Google Shape;4669;p66"/>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4670" name="Google Shape;4670;p66"/>
          <p:cNvGrpSpPr/>
          <p:nvPr/>
        </p:nvGrpSpPr>
        <p:grpSpPr>
          <a:xfrm>
            <a:off x="5156078" y="3085736"/>
            <a:ext cx="474294" cy="551291"/>
            <a:chOff x="4727025" y="1332775"/>
            <a:chExt cx="59900" cy="69625"/>
          </a:xfrm>
        </p:grpSpPr>
        <p:sp>
          <p:nvSpPr>
            <p:cNvPr id="4671" name="Google Shape;4671;p6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3" name="Google Shape;4673;p66"/>
          <p:cNvGrpSpPr/>
          <p:nvPr/>
        </p:nvGrpSpPr>
        <p:grpSpPr>
          <a:xfrm>
            <a:off x="5769734" y="2314340"/>
            <a:ext cx="555653" cy="557031"/>
            <a:chOff x="4820425" y="1329900"/>
            <a:chExt cx="70175" cy="70350"/>
          </a:xfrm>
        </p:grpSpPr>
        <p:sp>
          <p:nvSpPr>
            <p:cNvPr id="4674" name="Google Shape;4674;p6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8" name="Google Shape;4678;p66"/>
          <p:cNvGrpSpPr/>
          <p:nvPr/>
        </p:nvGrpSpPr>
        <p:grpSpPr>
          <a:xfrm>
            <a:off x="6396103" y="2318845"/>
            <a:ext cx="582574" cy="533871"/>
            <a:chOff x="4903200" y="1331525"/>
            <a:chExt cx="73575" cy="67425"/>
          </a:xfrm>
        </p:grpSpPr>
        <p:sp>
          <p:nvSpPr>
            <p:cNvPr id="4679" name="Google Shape;4679;p6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1" name="Google Shape;4681;p66"/>
          <p:cNvGrpSpPr/>
          <p:nvPr/>
        </p:nvGrpSpPr>
        <p:grpSpPr>
          <a:xfrm>
            <a:off x="5755581" y="3078709"/>
            <a:ext cx="583960" cy="565345"/>
            <a:chOff x="4815575" y="1416800"/>
            <a:chExt cx="73750" cy="71400"/>
          </a:xfrm>
        </p:grpSpPr>
        <p:sp>
          <p:nvSpPr>
            <p:cNvPr id="4682" name="Google Shape;4682;p6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5" name="Google Shape;4685;p66"/>
          <p:cNvGrpSpPr/>
          <p:nvPr/>
        </p:nvGrpSpPr>
        <p:grpSpPr>
          <a:xfrm>
            <a:off x="6390362" y="3108896"/>
            <a:ext cx="589898" cy="504970"/>
            <a:chOff x="4902475" y="1418875"/>
            <a:chExt cx="74500" cy="63775"/>
          </a:xfrm>
        </p:grpSpPr>
        <p:sp>
          <p:nvSpPr>
            <p:cNvPr id="4686" name="Google Shape;4686;p6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6"/>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8" name="Google Shape;4688;p66"/>
          <p:cNvGrpSpPr/>
          <p:nvPr/>
        </p:nvGrpSpPr>
        <p:grpSpPr>
          <a:xfrm>
            <a:off x="5765577" y="3826000"/>
            <a:ext cx="563967" cy="567127"/>
            <a:chOff x="4818100" y="1507675"/>
            <a:chExt cx="71225" cy="71625"/>
          </a:xfrm>
        </p:grpSpPr>
        <p:sp>
          <p:nvSpPr>
            <p:cNvPr id="4689" name="Google Shape;4689;p6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3" name="Google Shape;4693;p66"/>
          <p:cNvGrpSpPr/>
          <p:nvPr/>
        </p:nvGrpSpPr>
        <p:grpSpPr>
          <a:xfrm>
            <a:off x="5079075" y="3829461"/>
            <a:ext cx="628301" cy="588505"/>
            <a:chOff x="4721450" y="1509475"/>
            <a:chExt cx="79350" cy="74325"/>
          </a:xfrm>
        </p:grpSpPr>
        <p:sp>
          <p:nvSpPr>
            <p:cNvPr id="4694" name="Google Shape;4694;p6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8" name="Google Shape;4698;p66"/>
          <p:cNvGrpSpPr/>
          <p:nvPr/>
        </p:nvGrpSpPr>
        <p:grpSpPr>
          <a:xfrm>
            <a:off x="6424608" y="3814027"/>
            <a:ext cx="557038" cy="562772"/>
            <a:chOff x="4906800" y="1507500"/>
            <a:chExt cx="70350" cy="71075"/>
          </a:xfrm>
        </p:grpSpPr>
        <p:sp>
          <p:nvSpPr>
            <p:cNvPr id="4699" name="Google Shape;4699;p6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4" name="Google Shape;4704;p66"/>
          <p:cNvGrpSpPr/>
          <p:nvPr/>
        </p:nvGrpSpPr>
        <p:grpSpPr>
          <a:xfrm>
            <a:off x="4462216" y="2340963"/>
            <a:ext cx="517934" cy="517934"/>
            <a:chOff x="3736598" y="2170606"/>
            <a:chExt cx="404889" cy="404889"/>
          </a:xfrm>
        </p:grpSpPr>
        <p:sp>
          <p:nvSpPr>
            <p:cNvPr id="4705" name="Google Shape;4705;p6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9" name="Google Shape;4709;p66"/>
          <p:cNvGrpSpPr/>
          <p:nvPr/>
        </p:nvGrpSpPr>
        <p:grpSpPr>
          <a:xfrm>
            <a:off x="3729277" y="2341061"/>
            <a:ext cx="586986" cy="517740"/>
            <a:chOff x="3161917" y="2170682"/>
            <a:chExt cx="458870" cy="404737"/>
          </a:xfrm>
        </p:grpSpPr>
        <p:sp>
          <p:nvSpPr>
            <p:cNvPr id="4710" name="Google Shape;4710;p6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3" name="Google Shape;4713;p66"/>
          <p:cNvGrpSpPr/>
          <p:nvPr/>
        </p:nvGrpSpPr>
        <p:grpSpPr>
          <a:xfrm>
            <a:off x="3752299" y="3102400"/>
            <a:ext cx="540943" cy="517963"/>
            <a:chOff x="3179914" y="2889488"/>
            <a:chExt cx="422876" cy="404911"/>
          </a:xfrm>
        </p:grpSpPr>
        <p:sp>
          <p:nvSpPr>
            <p:cNvPr id="4714" name="Google Shape;4714;p6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0" name="Google Shape;4720;p66"/>
          <p:cNvGrpSpPr/>
          <p:nvPr/>
        </p:nvGrpSpPr>
        <p:grpSpPr>
          <a:xfrm>
            <a:off x="4453093" y="3102358"/>
            <a:ext cx="536180" cy="518047"/>
            <a:chOff x="3729467" y="2889422"/>
            <a:chExt cx="419153" cy="404977"/>
          </a:xfrm>
        </p:grpSpPr>
        <p:sp>
          <p:nvSpPr>
            <p:cNvPr id="4721" name="Google Shape;4721;p6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8" name="Google Shape;4728;p66"/>
          <p:cNvGrpSpPr/>
          <p:nvPr/>
        </p:nvGrpSpPr>
        <p:grpSpPr>
          <a:xfrm>
            <a:off x="1990126" y="3445787"/>
            <a:ext cx="965351" cy="134611"/>
            <a:chOff x="4411970" y="2962952"/>
            <a:chExt cx="706544" cy="104212"/>
          </a:xfrm>
        </p:grpSpPr>
        <p:sp>
          <p:nvSpPr>
            <p:cNvPr id="4729" name="Google Shape;4729;p6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3" name="Google Shape;4733;p66"/>
          <p:cNvGrpSpPr/>
          <p:nvPr/>
        </p:nvGrpSpPr>
        <p:grpSpPr>
          <a:xfrm>
            <a:off x="1990126" y="3041077"/>
            <a:ext cx="960158" cy="289172"/>
            <a:chOff x="4411970" y="2726085"/>
            <a:chExt cx="643107" cy="193659"/>
          </a:xfrm>
        </p:grpSpPr>
        <p:sp>
          <p:nvSpPr>
            <p:cNvPr id="4734" name="Google Shape;4734;p6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7" name="Google Shape;4737;p66"/>
          <p:cNvGrpSpPr/>
          <p:nvPr/>
        </p:nvGrpSpPr>
        <p:grpSpPr>
          <a:xfrm>
            <a:off x="998624" y="3295400"/>
            <a:ext cx="811503" cy="252584"/>
            <a:chOff x="4411970" y="4340222"/>
            <a:chExt cx="779467" cy="242683"/>
          </a:xfrm>
        </p:grpSpPr>
        <p:sp>
          <p:nvSpPr>
            <p:cNvPr id="4738" name="Google Shape;4738;p6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1" name="Google Shape;4741;p66"/>
          <p:cNvGrpSpPr/>
          <p:nvPr/>
        </p:nvGrpSpPr>
        <p:grpSpPr>
          <a:xfrm>
            <a:off x="1990126" y="2709308"/>
            <a:ext cx="965160" cy="216230"/>
            <a:chOff x="4411970" y="2468674"/>
            <a:chExt cx="747317" cy="167425"/>
          </a:xfrm>
        </p:grpSpPr>
        <p:sp>
          <p:nvSpPr>
            <p:cNvPr id="4742" name="Google Shape;4742;p6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44" name="Google Shape;4744;p66"/>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5" name="Google Shape;4745;p66"/>
          <p:cNvGrpSpPr/>
          <p:nvPr/>
        </p:nvGrpSpPr>
        <p:grpSpPr>
          <a:xfrm>
            <a:off x="997692" y="2334687"/>
            <a:ext cx="1959041" cy="208784"/>
            <a:chOff x="6336019" y="3733725"/>
            <a:chExt cx="2566206" cy="351310"/>
          </a:xfrm>
        </p:grpSpPr>
        <p:sp>
          <p:nvSpPr>
            <p:cNvPr id="4746" name="Google Shape;4746;p66"/>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6"/>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6"/>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6"/>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0" name="Google Shape;4750;p66"/>
          <p:cNvGrpSpPr/>
          <p:nvPr/>
        </p:nvGrpSpPr>
        <p:grpSpPr>
          <a:xfrm>
            <a:off x="1990126" y="3950602"/>
            <a:ext cx="946551" cy="153200"/>
            <a:chOff x="4404545" y="3301592"/>
            <a:chExt cx="782403" cy="129272"/>
          </a:xfrm>
        </p:grpSpPr>
        <p:sp>
          <p:nvSpPr>
            <p:cNvPr id="4751" name="Google Shape;4751;p6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6"/>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3" name="Google Shape;4753;p66"/>
          <p:cNvGrpSpPr/>
          <p:nvPr/>
        </p:nvGrpSpPr>
        <p:grpSpPr>
          <a:xfrm>
            <a:off x="1990126" y="3695937"/>
            <a:ext cx="962257" cy="139127"/>
            <a:chOff x="4411970" y="3131459"/>
            <a:chExt cx="710520" cy="117397"/>
          </a:xfrm>
        </p:grpSpPr>
        <p:sp>
          <p:nvSpPr>
            <p:cNvPr id="4754" name="Google Shape;4754;p6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4756" name="Google Shape;4756;p66"/>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7" name="Google Shape;4757;p66"/>
          <p:cNvGrpSpPr/>
          <p:nvPr/>
        </p:nvGrpSpPr>
        <p:grpSpPr>
          <a:xfrm>
            <a:off x="990271" y="3621603"/>
            <a:ext cx="823838" cy="458988"/>
            <a:chOff x="4411970" y="1801825"/>
            <a:chExt cx="734586" cy="409262"/>
          </a:xfrm>
        </p:grpSpPr>
        <p:sp>
          <p:nvSpPr>
            <p:cNvPr id="4758" name="Google Shape;4758;p6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0" name="Google Shape;4760;p66"/>
          <p:cNvGrpSpPr/>
          <p:nvPr/>
        </p:nvGrpSpPr>
        <p:grpSpPr>
          <a:xfrm>
            <a:off x="3095243" y="2339173"/>
            <a:ext cx="521514" cy="521514"/>
            <a:chOff x="5681300" y="2527788"/>
            <a:chExt cx="805800" cy="805800"/>
          </a:xfrm>
        </p:grpSpPr>
        <p:sp>
          <p:nvSpPr>
            <p:cNvPr id="4761" name="Google Shape;4761;p66"/>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3" name="Google Shape;4763;p66"/>
          <p:cNvGrpSpPr/>
          <p:nvPr/>
        </p:nvGrpSpPr>
        <p:grpSpPr>
          <a:xfrm>
            <a:off x="3089483" y="3094865"/>
            <a:ext cx="533033" cy="533033"/>
            <a:chOff x="4049800" y="640400"/>
            <a:chExt cx="858900" cy="858900"/>
          </a:xfrm>
        </p:grpSpPr>
        <p:sp>
          <p:nvSpPr>
            <p:cNvPr id="4764" name="Google Shape;4764;p66"/>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6"/>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6" name="Google Shape;4766;p66"/>
          <p:cNvGrpSpPr/>
          <p:nvPr/>
        </p:nvGrpSpPr>
        <p:grpSpPr>
          <a:xfrm>
            <a:off x="3014966" y="3772543"/>
            <a:ext cx="682068" cy="682068"/>
            <a:chOff x="5080188" y="927900"/>
            <a:chExt cx="961200" cy="961200"/>
          </a:xfrm>
        </p:grpSpPr>
        <p:sp>
          <p:nvSpPr>
            <p:cNvPr id="4767" name="Google Shape;4767;p66"/>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6"/>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6"/>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6"/>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5" name="Google Shape;4775;p66"/>
          <p:cNvGrpSpPr/>
          <p:nvPr/>
        </p:nvGrpSpPr>
        <p:grpSpPr>
          <a:xfrm>
            <a:off x="4478465" y="3869234"/>
            <a:ext cx="505650" cy="504006"/>
            <a:chOff x="6039282" y="1042577"/>
            <a:chExt cx="734315" cy="731929"/>
          </a:xfrm>
        </p:grpSpPr>
        <p:sp>
          <p:nvSpPr>
            <p:cNvPr id="4776" name="Google Shape;4776;p6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7" name="Google Shape;4797;p66"/>
          <p:cNvGrpSpPr/>
          <p:nvPr/>
        </p:nvGrpSpPr>
        <p:grpSpPr>
          <a:xfrm>
            <a:off x="5091067" y="2298862"/>
            <a:ext cx="567744" cy="602136"/>
            <a:chOff x="1825800" y="1651625"/>
            <a:chExt cx="539989" cy="571775"/>
          </a:xfrm>
        </p:grpSpPr>
        <p:sp>
          <p:nvSpPr>
            <p:cNvPr id="4798" name="Google Shape;4798;p66"/>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6"/>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6"/>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2" name="Google Shape;4802;p66"/>
          <p:cNvGrpSpPr/>
          <p:nvPr/>
        </p:nvGrpSpPr>
        <p:grpSpPr>
          <a:xfrm>
            <a:off x="3765995" y="3855579"/>
            <a:ext cx="508123" cy="507955"/>
            <a:chOff x="1897577" y="2802432"/>
            <a:chExt cx="492176" cy="492014"/>
          </a:xfrm>
        </p:grpSpPr>
        <p:sp>
          <p:nvSpPr>
            <p:cNvPr id="4803" name="Google Shape;4803;p66"/>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6"/>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6"/>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6"/>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6"/>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6"/>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6"/>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6"/>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6"/>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6"/>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6"/>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6"/>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5" name="Google Shape;4815;p66"/>
          <p:cNvGrpSpPr/>
          <p:nvPr/>
        </p:nvGrpSpPr>
        <p:grpSpPr>
          <a:xfrm>
            <a:off x="997525" y="4169123"/>
            <a:ext cx="809227" cy="200842"/>
            <a:chOff x="2013045" y="4813233"/>
            <a:chExt cx="921986" cy="228854"/>
          </a:xfrm>
        </p:grpSpPr>
        <p:sp>
          <p:nvSpPr>
            <p:cNvPr id="4816" name="Google Shape;4816;p66"/>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6"/>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8" name="Google Shape;4818;p66"/>
          <p:cNvGrpSpPr/>
          <p:nvPr/>
        </p:nvGrpSpPr>
        <p:grpSpPr>
          <a:xfrm>
            <a:off x="1005985" y="2656004"/>
            <a:ext cx="792421" cy="269941"/>
            <a:chOff x="1046767" y="4756633"/>
            <a:chExt cx="859646" cy="292841"/>
          </a:xfrm>
        </p:grpSpPr>
        <p:sp>
          <p:nvSpPr>
            <p:cNvPr id="4819" name="Google Shape;4819;p66"/>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6"/>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6"/>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22" name="Google Shape;4822;p66"/>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6"/>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6"/>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6"/>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26" name="Google Shape;4826;p66"/>
          <p:cNvGrpSpPr/>
          <p:nvPr/>
        </p:nvGrpSpPr>
        <p:grpSpPr>
          <a:xfrm>
            <a:off x="7141841" y="2550562"/>
            <a:ext cx="166473" cy="141497"/>
            <a:chOff x="4660325" y="1866850"/>
            <a:chExt cx="68350" cy="58100"/>
          </a:xfrm>
        </p:grpSpPr>
        <p:sp>
          <p:nvSpPr>
            <p:cNvPr id="4827" name="Google Shape;4827;p6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9" name="Google Shape;4829;p66"/>
          <p:cNvGrpSpPr/>
          <p:nvPr/>
        </p:nvGrpSpPr>
        <p:grpSpPr>
          <a:xfrm>
            <a:off x="7451186" y="2576286"/>
            <a:ext cx="162515" cy="90049"/>
            <a:chOff x="4791775" y="1877500"/>
            <a:chExt cx="66725" cy="36975"/>
          </a:xfrm>
        </p:grpSpPr>
        <p:sp>
          <p:nvSpPr>
            <p:cNvPr id="4830" name="Google Shape;4830;p6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2" name="Google Shape;4832;p66"/>
          <p:cNvGrpSpPr/>
          <p:nvPr/>
        </p:nvGrpSpPr>
        <p:grpSpPr>
          <a:xfrm>
            <a:off x="7772899" y="2576286"/>
            <a:ext cx="144979" cy="90049"/>
            <a:chOff x="4923925" y="1877500"/>
            <a:chExt cx="59525" cy="36975"/>
          </a:xfrm>
        </p:grpSpPr>
        <p:sp>
          <p:nvSpPr>
            <p:cNvPr id="4833" name="Google Shape;4833;p6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5" name="Google Shape;4835;p66"/>
          <p:cNvGrpSpPr/>
          <p:nvPr/>
        </p:nvGrpSpPr>
        <p:grpSpPr>
          <a:xfrm>
            <a:off x="8067390" y="2558477"/>
            <a:ext cx="141447" cy="125667"/>
            <a:chOff x="5058450" y="1870100"/>
            <a:chExt cx="58075" cy="51600"/>
          </a:xfrm>
        </p:grpSpPr>
        <p:sp>
          <p:nvSpPr>
            <p:cNvPr id="4836" name="Google Shape;4836;p6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8" name="Google Shape;4838;p66"/>
          <p:cNvGrpSpPr/>
          <p:nvPr/>
        </p:nvGrpSpPr>
        <p:grpSpPr>
          <a:xfrm>
            <a:off x="7481905" y="2980885"/>
            <a:ext cx="101077" cy="107645"/>
            <a:chOff x="4811425" y="2065025"/>
            <a:chExt cx="41500" cy="44200"/>
          </a:xfrm>
        </p:grpSpPr>
        <p:sp>
          <p:nvSpPr>
            <p:cNvPr id="4839" name="Google Shape;4839;p6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1" name="Google Shape;4841;p66"/>
          <p:cNvGrpSpPr/>
          <p:nvPr/>
        </p:nvGrpSpPr>
        <p:grpSpPr>
          <a:xfrm>
            <a:off x="7774342" y="2981098"/>
            <a:ext cx="120867" cy="107218"/>
            <a:chOff x="4929875" y="2065025"/>
            <a:chExt cx="49625" cy="44025"/>
          </a:xfrm>
        </p:grpSpPr>
        <p:sp>
          <p:nvSpPr>
            <p:cNvPr id="4842" name="Google Shape;4842;p6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4" name="Google Shape;4844;p66"/>
          <p:cNvGrpSpPr/>
          <p:nvPr/>
        </p:nvGrpSpPr>
        <p:grpSpPr>
          <a:xfrm>
            <a:off x="8103011" y="2984112"/>
            <a:ext cx="70206" cy="101191"/>
            <a:chOff x="5083925" y="2066350"/>
            <a:chExt cx="28825" cy="41550"/>
          </a:xfrm>
        </p:grpSpPr>
        <p:sp>
          <p:nvSpPr>
            <p:cNvPr id="4845" name="Google Shape;4845;p6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7" name="Google Shape;4847;p66"/>
          <p:cNvGrpSpPr/>
          <p:nvPr/>
        </p:nvGrpSpPr>
        <p:grpSpPr>
          <a:xfrm>
            <a:off x="7134565" y="2999759"/>
            <a:ext cx="181026" cy="69896"/>
            <a:chOff x="4659775" y="2072775"/>
            <a:chExt cx="74325" cy="28700"/>
          </a:xfrm>
        </p:grpSpPr>
        <p:sp>
          <p:nvSpPr>
            <p:cNvPr id="4848" name="Google Shape;4848;p6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1" name="Google Shape;4851;p66"/>
          <p:cNvGrpSpPr/>
          <p:nvPr/>
        </p:nvGrpSpPr>
        <p:grpSpPr>
          <a:xfrm>
            <a:off x="8054421" y="2790324"/>
            <a:ext cx="167387" cy="89197"/>
            <a:chOff x="4662475" y="1976500"/>
            <a:chExt cx="68725" cy="36625"/>
          </a:xfrm>
        </p:grpSpPr>
        <p:sp>
          <p:nvSpPr>
            <p:cNvPr id="4852" name="Google Shape;4852;p6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5" name="Google Shape;4855;p66"/>
          <p:cNvGrpSpPr/>
          <p:nvPr/>
        </p:nvGrpSpPr>
        <p:grpSpPr>
          <a:xfrm>
            <a:off x="7751326" y="2793764"/>
            <a:ext cx="166899" cy="82317"/>
            <a:chOff x="4920150" y="1977875"/>
            <a:chExt cx="68525" cy="33800"/>
          </a:xfrm>
        </p:grpSpPr>
        <p:sp>
          <p:nvSpPr>
            <p:cNvPr id="4856" name="Google Shape;4856;p6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9" name="Google Shape;4859;p66"/>
          <p:cNvGrpSpPr/>
          <p:nvPr/>
        </p:nvGrpSpPr>
        <p:grpSpPr>
          <a:xfrm>
            <a:off x="7162483" y="3197682"/>
            <a:ext cx="125190" cy="127859"/>
            <a:chOff x="4676550" y="2160575"/>
            <a:chExt cx="51400" cy="52500"/>
          </a:xfrm>
        </p:grpSpPr>
        <p:sp>
          <p:nvSpPr>
            <p:cNvPr id="4860" name="Google Shape;4860;p6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3" name="Google Shape;4863;p66"/>
          <p:cNvGrpSpPr/>
          <p:nvPr/>
        </p:nvGrpSpPr>
        <p:grpSpPr>
          <a:xfrm>
            <a:off x="7459741" y="3204714"/>
            <a:ext cx="145405" cy="113794"/>
            <a:chOff x="4768325" y="2163475"/>
            <a:chExt cx="59700" cy="46725"/>
          </a:xfrm>
        </p:grpSpPr>
        <p:sp>
          <p:nvSpPr>
            <p:cNvPr id="4864" name="Google Shape;4864;p6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6" name="Google Shape;4866;p66"/>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6"/>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6"/>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6"/>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6"/>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6"/>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2" name="Google Shape;4872;p66"/>
          <p:cNvGrpSpPr/>
          <p:nvPr/>
        </p:nvGrpSpPr>
        <p:grpSpPr>
          <a:xfrm>
            <a:off x="7476059" y="3459808"/>
            <a:ext cx="112768" cy="106853"/>
            <a:chOff x="4768575" y="2253950"/>
            <a:chExt cx="46300" cy="43875"/>
          </a:xfrm>
        </p:grpSpPr>
        <p:sp>
          <p:nvSpPr>
            <p:cNvPr id="4873" name="Google Shape;4873;p6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5" name="Google Shape;4875;p66"/>
          <p:cNvGrpSpPr/>
          <p:nvPr/>
        </p:nvGrpSpPr>
        <p:grpSpPr>
          <a:xfrm>
            <a:off x="7775682" y="3948834"/>
            <a:ext cx="118187" cy="146246"/>
            <a:chOff x="4960900" y="2433225"/>
            <a:chExt cx="48525" cy="60050"/>
          </a:xfrm>
        </p:grpSpPr>
        <p:sp>
          <p:nvSpPr>
            <p:cNvPr id="4876" name="Google Shape;4876;p6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8" name="Google Shape;4878;p66"/>
          <p:cNvGrpSpPr/>
          <p:nvPr/>
        </p:nvGrpSpPr>
        <p:grpSpPr>
          <a:xfrm>
            <a:off x="7464247" y="4212895"/>
            <a:ext cx="136394" cy="143810"/>
            <a:chOff x="4854075" y="2527625"/>
            <a:chExt cx="56000" cy="59050"/>
          </a:xfrm>
        </p:grpSpPr>
        <p:sp>
          <p:nvSpPr>
            <p:cNvPr id="4879" name="Google Shape;4879;p6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1" name="Google Shape;4881;p66"/>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6"/>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6"/>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84" name="Google Shape;4884;p66"/>
          <p:cNvGrpSpPr/>
          <p:nvPr/>
        </p:nvGrpSpPr>
        <p:grpSpPr>
          <a:xfrm>
            <a:off x="8088458" y="3676639"/>
            <a:ext cx="99312" cy="160797"/>
            <a:chOff x="5059700" y="2334775"/>
            <a:chExt cx="40775" cy="66025"/>
          </a:xfrm>
        </p:grpSpPr>
        <p:sp>
          <p:nvSpPr>
            <p:cNvPr id="4885" name="Google Shape;4885;p6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4" name="Google Shape;4894;p66"/>
          <p:cNvGrpSpPr/>
          <p:nvPr/>
        </p:nvGrpSpPr>
        <p:grpSpPr>
          <a:xfrm>
            <a:off x="8045622" y="3941771"/>
            <a:ext cx="184984" cy="160371"/>
            <a:chOff x="5037700" y="2430325"/>
            <a:chExt cx="75950" cy="65850"/>
          </a:xfrm>
        </p:grpSpPr>
        <p:sp>
          <p:nvSpPr>
            <p:cNvPr id="4895" name="Google Shape;4895;p6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7" name="Google Shape;4897;p66"/>
          <p:cNvGrpSpPr/>
          <p:nvPr/>
        </p:nvGrpSpPr>
        <p:grpSpPr>
          <a:xfrm>
            <a:off x="7465128" y="3708223"/>
            <a:ext cx="173014" cy="97629"/>
            <a:chOff x="4756975" y="2341800"/>
            <a:chExt cx="91975" cy="51925"/>
          </a:xfrm>
        </p:grpSpPr>
        <p:sp>
          <p:nvSpPr>
            <p:cNvPr id="4898" name="Google Shape;4898;p6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8" name="Google Shape;4918;p66"/>
          <p:cNvGrpSpPr/>
          <p:nvPr/>
        </p:nvGrpSpPr>
        <p:grpSpPr>
          <a:xfrm>
            <a:off x="7732065" y="4196920"/>
            <a:ext cx="212497" cy="175761"/>
            <a:chOff x="4943575" y="2516350"/>
            <a:chExt cx="98675" cy="81700"/>
          </a:xfrm>
        </p:grpSpPr>
        <p:sp>
          <p:nvSpPr>
            <p:cNvPr id="4919" name="Google Shape;4919;p6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97" name="Google Shape;4997;p66"/>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6"/>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6"/>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6"/>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latin typeface="Arial"/>
              <a:ea typeface="Arial"/>
              <a:cs typeface="Arial"/>
              <a:sym typeface="Aria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5" name="Shape 5005"/>
        <p:cNvGrpSpPr/>
        <p:nvPr/>
      </p:nvGrpSpPr>
      <p:grpSpPr>
        <a:xfrm>
          <a:off x="0" y="0"/>
          <a:ext cx="0" cy="0"/>
          <a:chOff x="0" y="0"/>
          <a:chExt cx="0" cy="0"/>
        </a:xfrm>
      </p:grpSpPr>
      <p:grpSp>
        <p:nvGrpSpPr>
          <p:cNvPr id="5006" name="Google Shape;5006;p67"/>
          <p:cNvGrpSpPr/>
          <p:nvPr/>
        </p:nvGrpSpPr>
        <p:grpSpPr>
          <a:xfrm>
            <a:off x="3642951" y="1176740"/>
            <a:ext cx="2078182" cy="1366558"/>
            <a:chOff x="235800" y="830650"/>
            <a:chExt cx="6978450" cy="4588844"/>
          </a:xfrm>
        </p:grpSpPr>
        <p:sp>
          <p:nvSpPr>
            <p:cNvPr id="5007" name="Google Shape;5007;p67"/>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7"/>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7"/>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7"/>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7"/>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7"/>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3" name="Google Shape;5013;p67"/>
          <p:cNvGrpSpPr/>
          <p:nvPr/>
        </p:nvGrpSpPr>
        <p:grpSpPr>
          <a:xfrm>
            <a:off x="738454" y="3007842"/>
            <a:ext cx="2622876" cy="1333540"/>
            <a:chOff x="238125" y="1038125"/>
            <a:chExt cx="7146800" cy="3633625"/>
          </a:xfrm>
        </p:grpSpPr>
        <p:sp>
          <p:nvSpPr>
            <p:cNvPr id="5014" name="Google Shape;5014;p6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6" name="Google Shape;6586;p67"/>
          <p:cNvGrpSpPr/>
          <p:nvPr/>
        </p:nvGrpSpPr>
        <p:grpSpPr>
          <a:xfrm>
            <a:off x="5961311" y="1231136"/>
            <a:ext cx="2435960" cy="1297725"/>
            <a:chOff x="233350" y="949250"/>
            <a:chExt cx="7137300" cy="3802300"/>
          </a:xfrm>
        </p:grpSpPr>
        <p:sp>
          <p:nvSpPr>
            <p:cNvPr id="6587" name="Google Shape;6587;p6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8" name="Google Shape;6638;p67"/>
          <p:cNvGrpSpPr/>
          <p:nvPr/>
        </p:nvGrpSpPr>
        <p:grpSpPr>
          <a:xfrm>
            <a:off x="7714435" y="3194726"/>
            <a:ext cx="104231" cy="320340"/>
            <a:chOff x="7564426" y="3224343"/>
            <a:chExt cx="119985" cy="368801"/>
          </a:xfrm>
        </p:grpSpPr>
        <p:sp>
          <p:nvSpPr>
            <p:cNvPr id="6639" name="Google Shape;6639;p6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1" name="Google Shape;6641;p67"/>
          <p:cNvGrpSpPr/>
          <p:nvPr/>
        </p:nvGrpSpPr>
        <p:grpSpPr>
          <a:xfrm>
            <a:off x="7413923" y="3188827"/>
            <a:ext cx="189489" cy="332132"/>
            <a:chOff x="8370831" y="3202002"/>
            <a:chExt cx="218129" cy="382376"/>
          </a:xfrm>
        </p:grpSpPr>
        <p:sp>
          <p:nvSpPr>
            <p:cNvPr id="6642" name="Google Shape;6642;p6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4" name="Google Shape;6644;p67"/>
          <p:cNvGrpSpPr/>
          <p:nvPr/>
        </p:nvGrpSpPr>
        <p:grpSpPr>
          <a:xfrm>
            <a:off x="8137312" y="3599959"/>
            <a:ext cx="309429" cy="267000"/>
            <a:chOff x="6742064" y="3750480"/>
            <a:chExt cx="399315" cy="344560"/>
          </a:xfrm>
        </p:grpSpPr>
        <p:sp>
          <p:nvSpPr>
            <p:cNvPr id="6645" name="Google Shape;6645;p6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7" name="Google Shape;6647;p67"/>
          <p:cNvGrpSpPr/>
          <p:nvPr/>
        </p:nvGrpSpPr>
        <p:grpSpPr>
          <a:xfrm>
            <a:off x="7676331" y="3951006"/>
            <a:ext cx="180437" cy="281608"/>
            <a:chOff x="7248525" y="3739696"/>
            <a:chExt cx="230531" cy="359790"/>
          </a:xfrm>
        </p:grpSpPr>
        <p:sp>
          <p:nvSpPr>
            <p:cNvPr id="6648" name="Google Shape;6648;p6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0" name="Google Shape;6650;p67"/>
          <p:cNvGrpSpPr/>
          <p:nvPr/>
        </p:nvGrpSpPr>
        <p:grpSpPr>
          <a:xfrm>
            <a:off x="7922251" y="3594231"/>
            <a:ext cx="162896" cy="278710"/>
            <a:chOff x="7601242" y="3729267"/>
            <a:chExt cx="222566" cy="380803"/>
          </a:xfrm>
        </p:grpSpPr>
        <p:sp>
          <p:nvSpPr>
            <p:cNvPr id="6651" name="Google Shape;6651;p6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3" name="Google Shape;6653;p67"/>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4" name="Google Shape;6654;p67"/>
          <p:cNvGrpSpPr/>
          <p:nvPr/>
        </p:nvGrpSpPr>
        <p:grpSpPr>
          <a:xfrm>
            <a:off x="7411896" y="3595371"/>
            <a:ext cx="193543" cy="275990"/>
            <a:chOff x="8304647" y="3738687"/>
            <a:chExt cx="225076" cy="320956"/>
          </a:xfrm>
        </p:grpSpPr>
        <p:sp>
          <p:nvSpPr>
            <p:cNvPr id="6655" name="Google Shape;6655;p67"/>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8" name="Google Shape;6658;p67"/>
          <p:cNvGrpSpPr/>
          <p:nvPr/>
        </p:nvGrpSpPr>
        <p:grpSpPr>
          <a:xfrm>
            <a:off x="7684389" y="3595371"/>
            <a:ext cx="178492" cy="275990"/>
            <a:chOff x="8615101" y="3738687"/>
            <a:chExt cx="207573" cy="320956"/>
          </a:xfrm>
        </p:grpSpPr>
        <p:sp>
          <p:nvSpPr>
            <p:cNvPr id="6659" name="Google Shape;6659;p67"/>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2" name="Google Shape;6662;p67"/>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3" name="Google Shape;6663;p67"/>
          <p:cNvGrpSpPr/>
          <p:nvPr/>
        </p:nvGrpSpPr>
        <p:grpSpPr>
          <a:xfrm>
            <a:off x="7909920" y="3998032"/>
            <a:ext cx="187557" cy="187557"/>
            <a:chOff x="8565775" y="671075"/>
            <a:chExt cx="441000" cy="441000"/>
          </a:xfrm>
        </p:grpSpPr>
        <p:sp>
          <p:nvSpPr>
            <p:cNvPr id="6664" name="Google Shape;6664;p67"/>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7"/>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6" name="Google Shape;6666;p67"/>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7"/>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8" name="Google Shape;6668;p67"/>
          <p:cNvGrpSpPr/>
          <p:nvPr/>
        </p:nvGrpSpPr>
        <p:grpSpPr>
          <a:xfrm>
            <a:off x="6064392" y="3070557"/>
            <a:ext cx="587865" cy="517731"/>
            <a:chOff x="6000718" y="3070557"/>
            <a:chExt cx="587865" cy="517731"/>
          </a:xfrm>
        </p:grpSpPr>
        <p:sp>
          <p:nvSpPr>
            <p:cNvPr id="6669" name="Google Shape;6669;p67"/>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7"/>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7"/>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7"/>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7"/>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7"/>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7"/>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7"/>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7"/>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7"/>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9" name="Google Shape;6679;p67"/>
          <p:cNvGrpSpPr/>
          <p:nvPr/>
        </p:nvGrpSpPr>
        <p:grpSpPr>
          <a:xfrm>
            <a:off x="6079197" y="3714217"/>
            <a:ext cx="557665" cy="516387"/>
            <a:chOff x="6015523" y="3714217"/>
            <a:chExt cx="557665" cy="516387"/>
          </a:xfrm>
        </p:grpSpPr>
        <p:grpSp>
          <p:nvGrpSpPr>
            <p:cNvPr id="6680" name="Google Shape;6680;p67"/>
            <p:cNvGrpSpPr/>
            <p:nvPr/>
          </p:nvGrpSpPr>
          <p:grpSpPr>
            <a:xfrm>
              <a:off x="6036094" y="3716980"/>
              <a:ext cx="529822" cy="510480"/>
              <a:chOff x="3148311" y="-545634"/>
              <a:chExt cx="1006118" cy="969572"/>
            </a:xfrm>
          </p:grpSpPr>
          <p:sp>
            <p:nvSpPr>
              <p:cNvPr id="6681" name="Google Shape;6681;p67"/>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7"/>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7"/>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7"/>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7"/>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7"/>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7"/>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7"/>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7"/>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7"/>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1" name="Google Shape;6691;p67"/>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2" name="Google Shape;6692;p67"/>
          <p:cNvGrpSpPr/>
          <p:nvPr/>
        </p:nvGrpSpPr>
        <p:grpSpPr>
          <a:xfrm>
            <a:off x="6707979" y="3073628"/>
            <a:ext cx="576302" cy="511871"/>
            <a:chOff x="6644304" y="3073628"/>
            <a:chExt cx="576302" cy="511871"/>
          </a:xfrm>
        </p:grpSpPr>
        <p:grpSp>
          <p:nvGrpSpPr>
            <p:cNvPr id="6693" name="Google Shape;6693;p67"/>
            <p:cNvGrpSpPr/>
            <p:nvPr/>
          </p:nvGrpSpPr>
          <p:grpSpPr>
            <a:xfrm>
              <a:off x="6712169" y="3073651"/>
              <a:ext cx="481611" cy="506713"/>
              <a:chOff x="1833536" y="-546641"/>
              <a:chExt cx="914567" cy="962419"/>
            </a:xfrm>
          </p:grpSpPr>
          <p:grpSp>
            <p:nvGrpSpPr>
              <p:cNvPr id="6694" name="Google Shape;6694;p67"/>
              <p:cNvGrpSpPr/>
              <p:nvPr/>
            </p:nvGrpSpPr>
            <p:grpSpPr>
              <a:xfrm>
                <a:off x="1833536" y="-524249"/>
                <a:ext cx="914567" cy="940027"/>
                <a:chOff x="1833536" y="-524249"/>
                <a:chExt cx="914567" cy="940027"/>
              </a:xfrm>
            </p:grpSpPr>
            <p:sp>
              <p:nvSpPr>
                <p:cNvPr id="6695" name="Google Shape;6695;p67"/>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7"/>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7"/>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7"/>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7"/>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00" name="Google Shape;6700;p67"/>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7"/>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7"/>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7"/>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04" name="Google Shape;6704;p6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5" name="Google Shape;6705;p67"/>
          <p:cNvGrpSpPr/>
          <p:nvPr/>
        </p:nvGrpSpPr>
        <p:grpSpPr>
          <a:xfrm>
            <a:off x="6715725" y="3714143"/>
            <a:ext cx="560636" cy="516497"/>
            <a:chOff x="6652051" y="3714143"/>
            <a:chExt cx="560636" cy="516497"/>
          </a:xfrm>
        </p:grpSpPr>
        <p:grpSp>
          <p:nvGrpSpPr>
            <p:cNvPr id="6706" name="Google Shape;6706;p67"/>
            <p:cNvGrpSpPr/>
            <p:nvPr/>
          </p:nvGrpSpPr>
          <p:grpSpPr>
            <a:xfrm>
              <a:off x="6669657" y="3716715"/>
              <a:ext cx="466768" cy="464314"/>
              <a:chOff x="3139766" y="765669"/>
              <a:chExt cx="886380" cy="881888"/>
            </a:xfrm>
          </p:grpSpPr>
          <p:grpSp>
            <p:nvGrpSpPr>
              <p:cNvPr id="6707" name="Google Shape;6707;p67"/>
              <p:cNvGrpSpPr/>
              <p:nvPr/>
            </p:nvGrpSpPr>
            <p:grpSpPr>
              <a:xfrm>
                <a:off x="3139766" y="765669"/>
                <a:ext cx="886380" cy="881888"/>
                <a:chOff x="3139766" y="765669"/>
                <a:chExt cx="886380" cy="881888"/>
              </a:xfrm>
            </p:grpSpPr>
            <p:sp>
              <p:nvSpPr>
                <p:cNvPr id="6708" name="Google Shape;6708;p67"/>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7"/>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7"/>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7"/>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7"/>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7"/>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7"/>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7"/>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7"/>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17" name="Google Shape;6717;p67"/>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7"/>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7"/>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7"/>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1" name="Google Shape;6721;p67"/>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2" name="Google Shape;6722;p67"/>
          <p:cNvGrpSpPr/>
          <p:nvPr/>
        </p:nvGrpSpPr>
        <p:grpSpPr>
          <a:xfrm>
            <a:off x="625184" y="1201451"/>
            <a:ext cx="2665073" cy="1317140"/>
            <a:chOff x="793334" y="1192826"/>
            <a:chExt cx="2665073" cy="1317140"/>
          </a:xfrm>
        </p:grpSpPr>
        <p:sp>
          <p:nvSpPr>
            <p:cNvPr id="6723" name="Google Shape;6723;p67"/>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7"/>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7"/>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7"/>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7"/>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7"/>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7"/>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7"/>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7"/>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7"/>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7"/>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7"/>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7"/>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7"/>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7"/>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7"/>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7"/>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7"/>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7"/>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7"/>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7"/>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7"/>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7"/>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7"/>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7"/>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7"/>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7"/>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7"/>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7"/>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7"/>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7"/>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7"/>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7"/>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7"/>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7"/>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7"/>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7"/>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7"/>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7"/>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7"/>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7"/>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7"/>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7"/>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7"/>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7"/>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7"/>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7"/>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7"/>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7"/>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7"/>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7"/>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7"/>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7"/>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7"/>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7"/>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7"/>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7"/>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7"/>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7"/>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7"/>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7"/>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7"/>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7"/>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7"/>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7"/>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7"/>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7"/>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7"/>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7"/>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7"/>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7"/>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7"/>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7"/>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7"/>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7"/>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7"/>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7"/>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7"/>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7"/>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7"/>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7"/>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7"/>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7"/>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7"/>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7"/>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7"/>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7"/>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7"/>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7"/>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7"/>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7"/>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7"/>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7"/>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7"/>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7"/>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7"/>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7"/>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7"/>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7"/>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7"/>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7"/>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7"/>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7"/>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7"/>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7"/>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7"/>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7"/>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7"/>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7"/>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7"/>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7"/>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7"/>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7"/>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7"/>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7"/>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7"/>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7"/>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7"/>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7"/>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7"/>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7"/>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7"/>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7"/>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7"/>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7"/>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7"/>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7"/>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7"/>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7"/>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7"/>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7"/>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7"/>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7"/>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7"/>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7"/>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7"/>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7"/>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7"/>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7"/>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7"/>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7"/>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7"/>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7"/>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7"/>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7"/>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7"/>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7"/>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7"/>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7"/>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7"/>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7"/>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7"/>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7"/>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7"/>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7"/>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7"/>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7"/>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7"/>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7"/>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7"/>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7"/>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7"/>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7"/>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7"/>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7"/>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7"/>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7"/>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7"/>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7"/>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7"/>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7"/>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7"/>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7"/>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7"/>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7"/>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7"/>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7"/>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7"/>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7"/>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7"/>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7"/>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7"/>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7"/>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7"/>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7"/>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7"/>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7"/>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7"/>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7"/>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7"/>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7"/>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7"/>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7"/>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7"/>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7"/>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7"/>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7"/>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7"/>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7"/>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7"/>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7"/>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7"/>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7"/>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7"/>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7"/>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7"/>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7"/>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7"/>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7"/>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7"/>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7"/>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7"/>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7"/>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7"/>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7"/>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7"/>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7"/>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7"/>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7"/>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7"/>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7"/>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7"/>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7"/>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7"/>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7"/>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7"/>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7"/>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7"/>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7"/>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7"/>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7"/>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7"/>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7"/>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7"/>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7"/>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7"/>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7"/>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7"/>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7"/>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7"/>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7"/>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7"/>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7"/>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7"/>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7"/>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7"/>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7"/>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7"/>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7"/>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7"/>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7"/>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7"/>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7"/>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7"/>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7"/>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7"/>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7"/>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7"/>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7"/>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7"/>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7"/>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7"/>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7"/>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7"/>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7"/>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7"/>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7"/>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7"/>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7"/>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7"/>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7"/>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7"/>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7"/>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7"/>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7"/>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7"/>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7"/>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7"/>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7"/>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7"/>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7"/>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7"/>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7"/>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7"/>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7"/>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7"/>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7"/>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7"/>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7"/>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7"/>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7"/>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7"/>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7"/>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7"/>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7"/>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7"/>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7"/>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7"/>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7"/>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7"/>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7"/>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7"/>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7"/>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7"/>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7"/>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7"/>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7"/>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7"/>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7"/>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7"/>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7"/>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7"/>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7"/>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7"/>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7"/>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7"/>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7"/>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7"/>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7"/>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7"/>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7"/>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7"/>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7"/>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7"/>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7"/>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7"/>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7"/>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7"/>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7"/>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7"/>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7"/>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7"/>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7"/>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7"/>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7"/>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7"/>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7"/>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7"/>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7"/>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7"/>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7"/>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7"/>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7"/>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7"/>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7"/>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7"/>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7"/>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7"/>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7"/>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7"/>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7"/>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7"/>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7"/>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7"/>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7"/>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7"/>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7"/>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7"/>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7"/>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7"/>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7"/>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7"/>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7"/>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7"/>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7"/>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7"/>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7"/>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7"/>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7"/>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7"/>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7"/>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7"/>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7"/>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7"/>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7"/>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7"/>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7"/>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7"/>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7"/>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7"/>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7"/>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7"/>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7"/>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7"/>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7"/>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7"/>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7"/>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7"/>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7"/>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7"/>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7"/>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7"/>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7"/>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7"/>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7"/>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7"/>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7"/>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7"/>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7"/>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7"/>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7"/>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7"/>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7"/>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7"/>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7"/>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7"/>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7"/>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7"/>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7"/>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7"/>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7"/>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7"/>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7"/>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7"/>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7"/>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7"/>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7"/>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7"/>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7"/>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7"/>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7"/>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7"/>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7"/>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7"/>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7"/>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7"/>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7"/>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7"/>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7"/>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7"/>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7"/>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7"/>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7"/>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7"/>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7"/>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7"/>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7"/>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7"/>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7"/>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7"/>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7"/>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7"/>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7"/>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7"/>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7"/>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7"/>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7"/>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7"/>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7"/>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7"/>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7"/>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7"/>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7"/>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7"/>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7"/>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7"/>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7"/>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7"/>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7"/>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7"/>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7"/>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7"/>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7"/>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7"/>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7"/>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7"/>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7"/>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7"/>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7"/>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7"/>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7"/>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7"/>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7"/>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7"/>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7"/>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7"/>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7"/>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7"/>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7"/>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7"/>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7"/>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7"/>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7"/>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7"/>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7"/>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7"/>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7"/>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7"/>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7"/>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7"/>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7"/>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7"/>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7"/>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7"/>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7"/>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7"/>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7"/>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7"/>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7"/>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7"/>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7"/>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7"/>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7"/>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7"/>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7"/>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7"/>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7"/>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7"/>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7"/>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7"/>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7"/>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7"/>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7"/>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7"/>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7"/>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7"/>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7"/>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7"/>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7"/>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7"/>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7"/>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7"/>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7"/>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7"/>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7"/>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7"/>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7"/>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7"/>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7"/>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7"/>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7"/>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7"/>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7"/>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7"/>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7"/>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7"/>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7"/>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7"/>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7"/>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7"/>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7"/>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7"/>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7"/>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7"/>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7"/>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7"/>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7"/>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7"/>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7"/>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7"/>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7"/>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7"/>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7"/>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7"/>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7"/>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7"/>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7"/>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7"/>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7"/>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7"/>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7"/>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7"/>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7"/>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7"/>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7"/>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7"/>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7"/>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7"/>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7"/>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7"/>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7"/>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7"/>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7"/>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7"/>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7"/>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7"/>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7"/>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7"/>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7"/>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7"/>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7"/>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7"/>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7"/>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7"/>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7"/>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7"/>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7"/>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7"/>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7"/>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7"/>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7"/>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7"/>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7"/>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7"/>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7"/>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7"/>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7"/>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7"/>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7"/>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7"/>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7"/>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7"/>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7"/>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7"/>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7"/>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7"/>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7"/>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7"/>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7"/>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7"/>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7"/>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7"/>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7"/>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7"/>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7"/>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7"/>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7"/>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7"/>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7"/>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7"/>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7"/>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7"/>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7"/>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7"/>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7"/>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7"/>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7"/>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7"/>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7"/>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7"/>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7"/>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7"/>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7"/>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7"/>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7"/>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7"/>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7"/>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7"/>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7"/>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7"/>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7"/>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7"/>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7"/>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7"/>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7"/>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7"/>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7"/>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7"/>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7"/>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7"/>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7"/>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7"/>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7"/>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7"/>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7"/>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7"/>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7"/>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7"/>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7"/>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7"/>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7"/>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7"/>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7"/>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7"/>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7"/>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7"/>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7"/>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7"/>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7"/>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7"/>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7"/>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7"/>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7"/>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7"/>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7"/>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7"/>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7"/>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7"/>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7"/>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7"/>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7"/>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7"/>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7"/>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7"/>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7"/>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7"/>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7"/>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7"/>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7"/>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7"/>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7"/>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7"/>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7"/>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7"/>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7"/>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7"/>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7"/>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7"/>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7"/>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7"/>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7"/>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7"/>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7"/>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7"/>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7"/>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7"/>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7"/>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7"/>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7"/>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7"/>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7"/>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7"/>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7"/>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7"/>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7"/>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7"/>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7"/>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7"/>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7"/>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7"/>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7"/>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7"/>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7"/>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7"/>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7"/>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7"/>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7"/>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7"/>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7"/>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7"/>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7"/>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7"/>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7"/>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7"/>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7"/>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7"/>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7"/>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7"/>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7"/>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7"/>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7"/>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7"/>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7"/>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7"/>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7"/>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7"/>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7"/>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7"/>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7"/>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7"/>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7"/>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7"/>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7"/>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7"/>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7"/>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7"/>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7"/>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7"/>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7"/>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7"/>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7"/>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7"/>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7"/>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7"/>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7"/>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7"/>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7"/>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7"/>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7"/>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7"/>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7"/>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7"/>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7"/>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7"/>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7"/>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7"/>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7"/>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7"/>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7"/>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7"/>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7"/>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7"/>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7"/>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7"/>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7"/>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7"/>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7"/>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7"/>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7"/>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7"/>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7"/>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7"/>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7"/>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7"/>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7"/>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7"/>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7"/>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7"/>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7"/>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7"/>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7"/>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7"/>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7"/>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7"/>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7"/>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7"/>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7"/>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7"/>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7"/>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7"/>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7"/>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7"/>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7"/>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7"/>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7"/>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7"/>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7"/>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7"/>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7"/>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7"/>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7"/>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7"/>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7"/>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7"/>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7"/>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7"/>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7"/>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7"/>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7"/>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7"/>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7"/>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7"/>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7"/>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7"/>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7"/>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7"/>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7"/>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7"/>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7"/>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7"/>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7"/>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7"/>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7"/>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7"/>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7"/>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7"/>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7"/>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7"/>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7"/>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7"/>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7"/>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7"/>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7"/>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7"/>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7"/>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7"/>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7"/>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7"/>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7"/>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7"/>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7"/>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7"/>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7"/>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7"/>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7"/>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7"/>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7"/>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7"/>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7"/>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7"/>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7"/>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7"/>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7"/>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7"/>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7"/>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7"/>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7"/>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7"/>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7"/>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7"/>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7"/>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7"/>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7"/>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7"/>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7"/>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7"/>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7"/>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7"/>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7"/>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7"/>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7"/>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7"/>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7"/>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7"/>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7"/>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7"/>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7"/>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7"/>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7"/>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7"/>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7"/>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7"/>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7"/>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7"/>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7"/>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7"/>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7"/>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7"/>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7"/>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7"/>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7"/>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7"/>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7"/>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7"/>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7"/>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7"/>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7"/>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7"/>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7"/>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7"/>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7"/>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7"/>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7"/>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7"/>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7"/>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7"/>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7"/>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7"/>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7"/>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7"/>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7"/>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7"/>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7"/>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7"/>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7"/>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7"/>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7"/>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7"/>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7"/>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7"/>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7"/>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7"/>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7"/>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7"/>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7"/>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7"/>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7"/>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7"/>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7"/>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7"/>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7"/>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7"/>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7"/>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7"/>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7"/>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7"/>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7"/>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7"/>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7"/>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7"/>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7"/>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7"/>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7"/>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7"/>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7"/>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7"/>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7"/>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7"/>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7"/>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7"/>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7"/>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7"/>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7"/>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7"/>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7"/>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7"/>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7"/>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7"/>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7"/>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7"/>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7"/>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7"/>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7"/>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7"/>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7"/>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7"/>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7"/>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7"/>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7"/>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7"/>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7"/>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7"/>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7"/>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7"/>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7"/>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7"/>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7"/>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7"/>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7"/>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7"/>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7"/>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7"/>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7"/>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7"/>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7"/>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7"/>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7"/>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7"/>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7"/>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7"/>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7"/>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7"/>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7"/>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7"/>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7"/>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7"/>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7"/>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7"/>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7"/>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7"/>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7"/>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7"/>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7"/>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7"/>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7"/>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7"/>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7"/>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7"/>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7"/>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7"/>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7"/>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7"/>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7"/>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7"/>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7"/>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7"/>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7"/>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7"/>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7"/>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7"/>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7"/>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7"/>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7"/>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7"/>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7"/>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7"/>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7"/>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7"/>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7"/>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7"/>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7"/>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7"/>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7"/>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7"/>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7"/>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7"/>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7"/>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7"/>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7"/>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7"/>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7"/>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7"/>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7"/>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7"/>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7"/>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7"/>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7"/>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7"/>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7"/>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7"/>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7"/>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7"/>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7"/>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7"/>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7"/>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7"/>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7"/>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7"/>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7"/>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7"/>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7"/>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7"/>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7"/>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7"/>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7"/>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7"/>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7"/>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7"/>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7"/>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7"/>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7"/>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7"/>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7"/>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7"/>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7"/>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7"/>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7"/>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7"/>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7"/>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7"/>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7"/>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7"/>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7"/>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7"/>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7"/>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7"/>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7"/>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7"/>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7"/>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7"/>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7"/>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7"/>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7"/>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7"/>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7"/>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7"/>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7"/>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7"/>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7"/>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7"/>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7"/>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7"/>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7"/>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7"/>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7"/>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7"/>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7"/>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7"/>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7"/>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7"/>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7"/>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7"/>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7"/>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7"/>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7"/>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7"/>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7"/>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7"/>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7"/>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7"/>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7"/>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7"/>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7"/>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7"/>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7"/>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7"/>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7"/>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7"/>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7"/>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7"/>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7"/>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7"/>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7"/>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7"/>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7"/>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7"/>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7"/>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7"/>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7"/>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7"/>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7"/>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7"/>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7"/>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7"/>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7"/>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7"/>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7"/>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7"/>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7"/>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7"/>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7"/>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7"/>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7"/>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7"/>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7"/>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7"/>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7"/>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7"/>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7"/>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7"/>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7"/>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7"/>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7"/>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7"/>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7"/>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7"/>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7"/>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7"/>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7"/>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7"/>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7"/>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7"/>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7"/>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7"/>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7"/>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7"/>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7"/>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7"/>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7"/>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7"/>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7"/>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7"/>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7"/>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7"/>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7"/>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7"/>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7"/>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7"/>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7"/>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7"/>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7"/>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7"/>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7"/>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7"/>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7"/>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7"/>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7"/>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7"/>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7"/>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7"/>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7"/>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7"/>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7"/>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7"/>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7"/>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7"/>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7"/>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7"/>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7"/>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7"/>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7"/>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7"/>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7"/>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7"/>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7"/>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7"/>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7"/>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7"/>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7"/>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7"/>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7"/>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7"/>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7"/>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7"/>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7"/>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7"/>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7"/>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7"/>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7"/>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7"/>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7"/>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7"/>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7"/>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7"/>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7"/>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7"/>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7"/>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7"/>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7"/>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7"/>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7"/>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7"/>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7"/>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7"/>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7"/>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7"/>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7"/>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7"/>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7"/>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7"/>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7"/>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7"/>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7"/>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7"/>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7"/>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7"/>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7"/>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7"/>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7"/>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7"/>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7"/>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7"/>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7"/>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7"/>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7"/>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7"/>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7"/>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7"/>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7"/>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7"/>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7"/>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7"/>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7"/>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7"/>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7"/>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7"/>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7"/>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7"/>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7"/>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7"/>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7"/>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7"/>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7"/>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7"/>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7"/>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7"/>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7"/>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7"/>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7"/>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7"/>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7"/>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7"/>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7"/>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7"/>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7"/>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7"/>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7"/>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7"/>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7"/>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7"/>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7"/>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7"/>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7"/>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7"/>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7"/>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7"/>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7"/>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7"/>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7"/>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7"/>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7"/>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7"/>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7"/>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7"/>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7"/>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7"/>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7"/>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7"/>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7"/>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7"/>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7"/>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7"/>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7"/>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7"/>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7"/>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7"/>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7"/>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7"/>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7"/>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7"/>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7"/>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7"/>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7"/>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7"/>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7"/>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7"/>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7"/>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7"/>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7"/>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7"/>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7"/>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7"/>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7"/>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7"/>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7"/>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7"/>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7"/>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7"/>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7"/>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7"/>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7"/>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7"/>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7"/>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7"/>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7"/>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7"/>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7"/>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7"/>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7"/>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7"/>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7"/>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7"/>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7"/>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7"/>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7"/>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7"/>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7"/>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7"/>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7"/>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7"/>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7"/>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7"/>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7"/>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7"/>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7"/>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7"/>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7"/>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7"/>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7"/>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7"/>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7"/>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7"/>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7"/>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7"/>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7"/>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7"/>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7"/>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7"/>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7"/>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7"/>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7"/>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7"/>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7"/>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7"/>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7"/>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7"/>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7"/>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7"/>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7"/>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7"/>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7"/>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7"/>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7"/>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7"/>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7"/>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7"/>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7"/>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7"/>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7"/>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7"/>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7"/>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7"/>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7"/>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7"/>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7"/>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7"/>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7"/>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7"/>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7"/>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7"/>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7"/>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7"/>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7"/>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7"/>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7"/>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7"/>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7"/>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7"/>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7"/>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7"/>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7"/>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7"/>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7"/>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7"/>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7"/>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7"/>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7"/>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7"/>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7"/>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7"/>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7"/>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7"/>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7"/>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7"/>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7"/>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7"/>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7"/>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7"/>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7"/>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7"/>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7"/>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7"/>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7"/>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7"/>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7"/>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7"/>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7"/>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7"/>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7"/>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7"/>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7"/>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7"/>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7"/>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7"/>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7"/>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7"/>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7"/>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7"/>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7"/>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7"/>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7"/>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7"/>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7"/>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7"/>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7"/>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7"/>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7"/>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7"/>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7"/>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7"/>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7"/>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7"/>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7"/>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7"/>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7"/>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7"/>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7"/>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7"/>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7"/>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7"/>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7"/>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7"/>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7"/>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7"/>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7"/>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7"/>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7"/>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7"/>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7"/>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7"/>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7"/>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7"/>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7"/>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7"/>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7"/>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7"/>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7"/>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7"/>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7"/>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7"/>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7"/>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7"/>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7"/>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7"/>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7"/>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7"/>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7"/>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7"/>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7"/>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7"/>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7"/>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7"/>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7"/>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7"/>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7"/>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7"/>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7"/>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7"/>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7"/>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7"/>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7"/>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7"/>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7"/>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7"/>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7"/>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7"/>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7"/>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7"/>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7"/>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7"/>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7"/>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7"/>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7"/>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7"/>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7"/>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7"/>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7"/>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7"/>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7"/>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7"/>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7"/>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7"/>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7"/>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7"/>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7"/>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7"/>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7"/>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7"/>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7"/>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7"/>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7"/>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7"/>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7"/>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7"/>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7"/>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7"/>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7"/>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7"/>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7"/>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7"/>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7"/>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7"/>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7"/>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7"/>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7"/>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7"/>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7"/>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7"/>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7"/>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7"/>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7"/>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7"/>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7"/>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7"/>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7"/>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7"/>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7"/>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7"/>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7"/>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7"/>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7"/>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7"/>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7"/>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7"/>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7"/>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7"/>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7"/>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7"/>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7"/>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7"/>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7"/>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7"/>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7"/>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7"/>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7"/>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7"/>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7"/>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7"/>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7"/>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7"/>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7"/>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7"/>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7"/>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7"/>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7"/>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7"/>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7"/>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7"/>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7"/>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7"/>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7"/>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7"/>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7"/>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7"/>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7"/>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7"/>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7"/>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7"/>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7"/>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7"/>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7"/>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7"/>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7"/>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7"/>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7"/>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7"/>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7"/>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7"/>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7"/>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7"/>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7"/>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7"/>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7"/>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7"/>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7"/>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7"/>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7"/>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7"/>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7"/>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7"/>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7"/>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7"/>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7"/>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7"/>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7"/>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7"/>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7"/>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7"/>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7"/>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7"/>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7"/>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7"/>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7"/>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7"/>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7"/>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7"/>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7"/>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7"/>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7"/>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7"/>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7"/>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7"/>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7"/>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7"/>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7"/>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7"/>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7"/>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7"/>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7"/>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7"/>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7"/>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7"/>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7"/>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7"/>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7"/>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7"/>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7"/>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7"/>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7"/>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7"/>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7"/>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7"/>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7"/>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7"/>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7"/>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7"/>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7"/>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7"/>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7"/>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7"/>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7"/>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7"/>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7"/>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7"/>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7"/>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7"/>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7"/>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7"/>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7"/>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7"/>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7"/>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7"/>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7"/>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7"/>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7"/>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7"/>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7"/>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7"/>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7"/>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7"/>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7"/>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7"/>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7"/>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7"/>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7"/>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7"/>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7"/>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7"/>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7"/>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7"/>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7"/>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7"/>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7"/>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7"/>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7"/>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7"/>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7"/>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7"/>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7"/>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7"/>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7"/>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7"/>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7"/>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7"/>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7"/>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7"/>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7"/>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7"/>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7"/>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7"/>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7"/>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7"/>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7"/>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7"/>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7"/>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7"/>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7"/>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7"/>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7"/>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7"/>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7"/>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7"/>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7"/>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7"/>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7"/>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7"/>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7"/>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7"/>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7"/>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7"/>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7"/>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7"/>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7"/>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7"/>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7"/>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7"/>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7"/>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7"/>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7"/>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7"/>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7"/>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7"/>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7"/>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7"/>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7"/>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7"/>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7"/>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7"/>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7"/>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7"/>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7"/>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7"/>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7"/>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7"/>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7"/>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7"/>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7"/>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7"/>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7"/>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7"/>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7"/>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7"/>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7"/>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7"/>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7"/>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7"/>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7"/>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7"/>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7"/>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7"/>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7"/>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7"/>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7"/>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7"/>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7"/>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7"/>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7"/>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7"/>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7"/>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7"/>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7"/>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7"/>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7"/>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7"/>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7"/>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7"/>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7"/>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7"/>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7"/>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7"/>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7"/>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7"/>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7"/>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7"/>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7"/>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7"/>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7"/>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7"/>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7"/>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7"/>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7"/>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7"/>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7"/>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7"/>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7"/>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7"/>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7"/>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7"/>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7"/>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7"/>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7"/>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7"/>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7"/>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7"/>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7"/>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7"/>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7"/>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7"/>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7"/>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7"/>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7"/>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7"/>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7"/>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7"/>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7"/>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7"/>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7"/>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7"/>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7"/>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7"/>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7"/>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7"/>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7"/>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7"/>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7"/>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7"/>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7"/>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7"/>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7"/>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7"/>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7"/>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7"/>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7"/>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7"/>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7"/>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7"/>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7"/>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7"/>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7"/>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7"/>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7"/>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7"/>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7"/>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7"/>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7"/>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7"/>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7"/>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7"/>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7"/>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7"/>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7"/>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7"/>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7"/>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7"/>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7"/>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7"/>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7"/>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7"/>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7"/>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7"/>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7"/>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7"/>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7"/>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7"/>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7"/>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7"/>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7"/>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7"/>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7"/>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7"/>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7"/>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7"/>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7"/>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7"/>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7"/>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7"/>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7"/>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7"/>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7"/>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7"/>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7"/>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7"/>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7"/>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7"/>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7"/>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7"/>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7"/>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7"/>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7"/>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7"/>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7"/>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7"/>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7"/>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7"/>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7"/>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7"/>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7"/>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7"/>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7"/>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7"/>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7"/>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7"/>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7"/>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7"/>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7"/>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7"/>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7"/>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7"/>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7"/>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7"/>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7"/>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7"/>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7"/>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7"/>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7"/>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7"/>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7"/>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7"/>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7"/>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7"/>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7"/>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7"/>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7"/>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7"/>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7"/>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7"/>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7"/>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7"/>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7"/>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7"/>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7"/>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7"/>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7"/>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7"/>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7"/>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7"/>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7"/>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7"/>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7"/>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7"/>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7"/>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7"/>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7"/>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7"/>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7"/>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7"/>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7"/>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7"/>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7"/>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7"/>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7"/>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7"/>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7"/>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7"/>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7"/>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7"/>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7"/>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7"/>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7"/>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7"/>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7"/>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7"/>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7"/>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7"/>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7"/>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7"/>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7"/>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7"/>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7"/>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7"/>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7"/>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7"/>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7"/>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7"/>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7"/>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7"/>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7"/>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7"/>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7"/>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7"/>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7"/>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7"/>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7"/>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7"/>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7"/>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7"/>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7"/>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7"/>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7"/>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7"/>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7"/>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7"/>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7"/>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7"/>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7"/>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7"/>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7"/>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7"/>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7"/>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7"/>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7"/>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7"/>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7"/>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7"/>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7"/>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7"/>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7"/>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7"/>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7"/>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7"/>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7"/>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7"/>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7"/>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7"/>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7"/>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7"/>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7"/>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7"/>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7"/>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7"/>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7"/>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7"/>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7"/>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7"/>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7"/>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7"/>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7"/>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7"/>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7"/>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7"/>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7"/>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7"/>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7"/>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7"/>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7"/>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7"/>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7"/>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7"/>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7"/>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7"/>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7"/>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7"/>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7"/>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7"/>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7"/>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7"/>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7"/>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7"/>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7"/>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7"/>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7"/>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7"/>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7"/>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7"/>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7"/>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7"/>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7"/>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7"/>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7"/>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7"/>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7"/>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7"/>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7"/>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7"/>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7"/>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7"/>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7"/>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7"/>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7"/>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7"/>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7"/>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7"/>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7"/>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7"/>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7"/>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7"/>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7"/>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7"/>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7"/>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7"/>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7"/>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7"/>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7"/>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7"/>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7"/>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7"/>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7"/>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7"/>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7"/>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7"/>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7"/>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7"/>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7"/>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7"/>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7"/>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7"/>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7"/>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7"/>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7"/>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7"/>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7"/>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7"/>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7"/>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7"/>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7"/>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7"/>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7"/>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7"/>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7"/>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7"/>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7"/>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7"/>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7"/>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7"/>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7"/>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7"/>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7"/>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7"/>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7"/>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7"/>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7"/>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7"/>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7"/>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7"/>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7"/>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7"/>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7"/>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7"/>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7"/>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7"/>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7"/>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7"/>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7"/>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7"/>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7"/>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7"/>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7"/>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7"/>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7"/>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7"/>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7"/>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7"/>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7"/>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7"/>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7"/>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7"/>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7"/>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7"/>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7"/>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7"/>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7"/>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7"/>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7"/>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7"/>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7"/>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7"/>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7"/>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7"/>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7"/>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7"/>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7"/>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7"/>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7"/>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7"/>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7"/>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7"/>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7"/>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7"/>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7"/>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7"/>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7"/>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7"/>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7"/>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7"/>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7"/>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7"/>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7"/>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7"/>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7"/>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7"/>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7"/>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7"/>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7"/>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7"/>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7"/>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7"/>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7"/>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7"/>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7"/>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7"/>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7"/>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7"/>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7"/>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7"/>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7"/>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7"/>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7"/>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7"/>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7"/>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7"/>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7"/>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7"/>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7"/>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7"/>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7"/>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7"/>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7"/>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7"/>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7"/>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7"/>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7"/>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7"/>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7"/>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7"/>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7"/>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7"/>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7"/>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7"/>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7"/>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7"/>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7"/>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7"/>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7"/>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7"/>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7"/>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7"/>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7"/>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7"/>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7"/>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7"/>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7"/>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7"/>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7"/>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7"/>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7"/>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7"/>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7"/>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7"/>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7"/>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7"/>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7"/>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7"/>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7"/>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7"/>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7"/>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7"/>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7"/>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7"/>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7"/>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7"/>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7"/>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7"/>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7"/>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7"/>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7"/>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7"/>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7"/>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7"/>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7"/>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7"/>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7"/>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7"/>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7"/>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7"/>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7"/>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7"/>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7"/>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7"/>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7"/>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7"/>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7"/>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7"/>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7"/>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7"/>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7"/>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7"/>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7"/>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7"/>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7"/>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7"/>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7"/>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7"/>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7"/>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7"/>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7"/>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7"/>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7"/>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7"/>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7"/>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7"/>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7"/>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7"/>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7"/>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7"/>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7"/>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7"/>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7"/>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7"/>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7"/>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7"/>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7"/>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7"/>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7"/>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7"/>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7"/>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7"/>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7"/>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7"/>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7"/>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7"/>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7"/>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7"/>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7"/>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7"/>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7"/>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7"/>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7"/>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7"/>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7"/>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7"/>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7"/>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7"/>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7"/>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7"/>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7"/>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7"/>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7"/>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7"/>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7"/>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7"/>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7"/>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7"/>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7"/>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7"/>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7"/>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7"/>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7"/>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7"/>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7"/>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7"/>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7"/>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7"/>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7"/>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7"/>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7"/>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7"/>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7"/>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7"/>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7"/>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7"/>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7"/>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7"/>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7"/>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7"/>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7"/>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7"/>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7"/>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7"/>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7"/>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7"/>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7"/>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7"/>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7"/>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7"/>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7"/>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7"/>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7"/>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7"/>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7"/>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7"/>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7"/>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7"/>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7"/>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7"/>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7"/>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7"/>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7"/>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7"/>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7"/>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7"/>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7"/>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7"/>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7"/>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7"/>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7"/>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7"/>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7"/>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7"/>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7"/>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7"/>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7"/>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7"/>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7"/>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7"/>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7"/>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7"/>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7"/>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7"/>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7"/>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7"/>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7"/>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7"/>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7"/>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7"/>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7"/>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7"/>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7"/>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7"/>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7"/>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7"/>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7"/>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7"/>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7"/>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7"/>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7"/>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7"/>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7"/>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7"/>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7"/>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7"/>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7"/>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7"/>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7"/>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7"/>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7"/>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7"/>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7"/>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7"/>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7"/>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7"/>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7"/>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7"/>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7"/>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7"/>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7"/>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7"/>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7"/>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7"/>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7"/>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7"/>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7"/>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7"/>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7"/>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7"/>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7"/>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7"/>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7"/>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7"/>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7"/>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7"/>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7"/>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7"/>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7"/>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7"/>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7"/>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7"/>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7"/>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7"/>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7"/>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7"/>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7"/>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7"/>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7"/>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7"/>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7"/>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7"/>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7"/>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7"/>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7"/>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7"/>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7"/>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7"/>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7"/>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7"/>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7"/>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7"/>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7"/>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7"/>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7"/>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7"/>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7"/>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7"/>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7"/>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7"/>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7"/>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7"/>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7"/>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7"/>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7"/>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7"/>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7"/>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7"/>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7"/>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7"/>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7"/>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7"/>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7"/>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7"/>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7"/>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7"/>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7"/>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7"/>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7"/>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7"/>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7"/>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7"/>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7"/>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7"/>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7"/>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7"/>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7"/>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7"/>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7"/>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7"/>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7"/>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7"/>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7"/>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7"/>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7"/>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7"/>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7"/>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7"/>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7"/>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7"/>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7"/>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7"/>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7"/>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7"/>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7"/>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7"/>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7"/>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7"/>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7"/>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7"/>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7"/>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7"/>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7"/>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7"/>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7"/>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7"/>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7"/>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7"/>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7"/>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7"/>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7"/>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7"/>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7"/>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7"/>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7"/>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7"/>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7"/>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7"/>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7"/>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7"/>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7"/>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7"/>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7"/>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7"/>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7"/>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7"/>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7"/>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7"/>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7"/>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7"/>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7"/>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7"/>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7"/>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7"/>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7"/>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7"/>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7"/>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7"/>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7"/>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7"/>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7"/>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7"/>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7"/>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7"/>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7"/>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7"/>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7"/>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7"/>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7"/>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7"/>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7"/>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7"/>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7"/>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7"/>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7"/>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7"/>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7"/>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7"/>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7"/>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7"/>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7"/>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7"/>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7"/>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7"/>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7"/>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7"/>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7"/>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7"/>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7"/>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7"/>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7"/>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7"/>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7"/>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7"/>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7"/>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7"/>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7"/>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7"/>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7"/>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7"/>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7"/>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7"/>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7"/>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7"/>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7"/>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7"/>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7"/>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7"/>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7"/>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7"/>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7"/>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7"/>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7"/>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7"/>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7"/>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7"/>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7"/>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7"/>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7"/>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7"/>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7"/>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7"/>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7"/>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7"/>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7"/>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7"/>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7"/>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7"/>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7"/>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7"/>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7"/>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7"/>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7"/>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7"/>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7"/>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7"/>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7"/>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7"/>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7"/>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7"/>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7"/>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7"/>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7"/>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7"/>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7"/>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7"/>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7"/>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7"/>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7"/>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7"/>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7"/>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7"/>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7"/>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7"/>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7"/>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7"/>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7"/>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7"/>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7"/>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7"/>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7"/>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7"/>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7"/>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7"/>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7"/>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7"/>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7"/>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7"/>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7"/>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7"/>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7"/>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7"/>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7"/>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7"/>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7"/>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7"/>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7"/>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7"/>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7"/>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7"/>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7"/>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7"/>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7"/>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7"/>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7"/>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7"/>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7"/>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7"/>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7"/>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7"/>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7"/>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7"/>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7"/>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7"/>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7"/>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7"/>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7"/>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7"/>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7"/>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7"/>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7"/>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7"/>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7"/>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7"/>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7"/>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7"/>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7"/>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7"/>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7"/>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7"/>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7"/>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7"/>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7"/>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7"/>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7"/>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7"/>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7"/>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7"/>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7"/>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7"/>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7"/>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7"/>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7"/>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7"/>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7"/>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7"/>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7"/>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7"/>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7"/>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7"/>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7"/>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7"/>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7"/>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7"/>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7"/>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7"/>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7"/>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7"/>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7"/>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7"/>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7"/>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7"/>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7"/>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7"/>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7"/>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7"/>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7"/>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7"/>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7"/>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7"/>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7"/>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7"/>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7"/>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7"/>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7"/>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7"/>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7"/>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7"/>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7"/>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7"/>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7"/>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7"/>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7"/>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7"/>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7"/>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7"/>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7"/>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7"/>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7"/>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7"/>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7"/>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7"/>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7"/>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7"/>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7"/>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7"/>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7"/>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7"/>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7"/>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7"/>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7"/>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7"/>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7"/>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7"/>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7"/>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7"/>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7"/>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7"/>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7"/>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7"/>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7"/>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7"/>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7"/>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7"/>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7"/>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7"/>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7"/>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7"/>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7"/>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7"/>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7"/>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7"/>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7"/>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7"/>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7"/>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7"/>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7"/>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7"/>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7"/>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7"/>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7"/>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7"/>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7"/>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7"/>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7"/>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7"/>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7"/>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7"/>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7"/>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7"/>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7"/>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7"/>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7"/>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7"/>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7"/>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7"/>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7"/>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7"/>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7"/>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7"/>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7"/>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7"/>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7"/>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7"/>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7"/>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7"/>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7"/>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7"/>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7"/>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7"/>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7"/>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7"/>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7"/>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7"/>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7"/>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7"/>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7"/>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7"/>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7"/>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7"/>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7"/>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7"/>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7"/>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7"/>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7"/>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7"/>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7"/>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7"/>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7"/>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7"/>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7"/>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7"/>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7"/>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7"/>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7"/>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7"/>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7"/>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7"/>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7"/>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7"/>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7"/>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7"/>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7"/>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7"/>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7"/>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7"/>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7"/>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7"/>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7"/>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7"/>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7"/>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7"/>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7"/>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7"/>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7"/>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7"/>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7"/>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7"/>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7"/>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7"/>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7"/>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7"/>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7"/>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7"/>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7"/>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7"/>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7"/>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7"/>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7"/>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7"/>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7"/>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7"/>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7"/>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7"/>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7"/>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7"/>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7"/>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7"/>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7"/>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7"/>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7"/>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7"/>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7"/>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7"/>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7"/>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7"/>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7"/>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7"/>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7"/>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7"/>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7"/>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7"/>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7"/>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7"/>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7"/>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7"/>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7"/>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7"/>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7"/>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7"/>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7"/>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7"/>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7"/>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7"/>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7"/>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7"/>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7"/>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7"/>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7"/>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7"/>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7"/>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7"/>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7"/>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7"/>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7"/>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7"/>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7"/>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7"/>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7"/>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7"/>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7"/>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7"/>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7"/>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7"/>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7"/>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7"/>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7"/>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7"/>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7"/>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7"/>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7"/>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7"/>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7"/>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7"/>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7"/>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7"/>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7"/>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7"/>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7"/>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7"/>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7"/>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7"/>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7"/>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7"/>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7"/>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7"/>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7"/>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7"/>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7"/>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7"/>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7"/>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7"/>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7"/>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7"/>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7"/>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7"/>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7"/>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7"/>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7"/>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7"/>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7"/>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7"/>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7"/>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7"/>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7"/>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7"/>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7"/>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7"/>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7"/>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7"/>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7"/>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7"/>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7"/>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7"/>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7"/>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7"/>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7"/>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7"/>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7"/>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7"/>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7"/>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7"/>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7"/>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7"/>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7"/>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7"/>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7"/>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7"/>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7"/>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7"/>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7"/>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7"/>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7"/>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7"/>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7"/>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7"/>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7"/>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7"/>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7"/>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7"/>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7"/>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7"/>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7"/>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7"/>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7"/>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7"/>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7"/>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7"/>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7"/>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7"/>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7"/>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7"/>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7"/>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7"/>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7"/>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7"/>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7"/>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7"/>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7"/>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7"/>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7"/>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7"/>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7"/>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7"/>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7"/>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7"/>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7"/>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7"/>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7"/>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7"/>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7"/>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7"/>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7"/>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7"/>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7"/>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7"/>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7"/>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7"/>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7"/>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7"/>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7"/>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7"/>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7"/>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7"/>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7"/>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7"/>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7"/>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7"/>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7"/>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7"/>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7"/>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7"/>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7"/>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7"/>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7"/>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7"/>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7"/>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7"/>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7"/>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7"/>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7"/>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7"/>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7"/>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7"/>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7"/>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7"/>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7"/>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7"/>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7"/>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7"/>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7"/>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7"/>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7"/>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7"/>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7"/>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7"/>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7"/>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7"/>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7"/>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7"/>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7"/>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7"/>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7"/>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7"/>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7"/>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7"/>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7"/>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7"/>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7"/>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7"/>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7"/>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7"/>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7"/>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7"/>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7"/>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7"/>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7"/>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7"/>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7"/>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7"/>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7"/>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7"/>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7"/>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7"/>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7"/>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7"/>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7"/>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7"/>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7"/>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7"/>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7"/>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7"/>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7"/>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7"/>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7"/>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7"/>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7"/>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7"/>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7"/>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7"/>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7"/>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7"/>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7"/>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7"/>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7"/>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7"/>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7"/>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7"/>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7"/>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7"/>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7"/>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7"/>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7"/>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7"/>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7"/>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7"/>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7"/>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7"/>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7"/>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7"/>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7"/>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7"/>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7"/>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7"/>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7"/>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7"/>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7"/>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7"/>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7"/>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7"/>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7"/>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7"/>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7"/>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7"/>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7"/>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7"/>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7"/>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7"/>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7"/>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7"/>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7"/>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7"/>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7"/>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7"/>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7"/>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7"/>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7"/>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7"/>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7"/>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7"/>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7"/>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7"/>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7"/>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7"/>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7"/>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7"/>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7"/>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7"/>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7"/>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7"/>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7"/>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7"/>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7"/>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7"/>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7"/>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7"/>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7"/>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7"/>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7"/>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7"/>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7"/>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7"/>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7"/>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7"/>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7"/>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7"/>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7"/>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7"/>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7"/>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7"/>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7"/>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7"/>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7"/>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7"/>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7"/>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7"/>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7"/>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7"/>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7"/>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7"/>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7"/>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7"/>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7"/>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7"/>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7"/>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7"/>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7"/>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7"/>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7"/>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7"/>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7"/>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7"/>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7"/>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7"/>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7"/>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7"/>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7"/>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7"/>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7"/>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7"/>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7"/>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7"/>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7"/>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7"/>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7"/>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7"/>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7"/>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7"/>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7"/>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7"/>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7"/>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7"/>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7"/>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7"/>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7"/>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7"/>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7"/>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7"/>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7"/>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7"/>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7"/>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7"/>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7"/>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7"/>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7"/>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7"/>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7"/>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7"/>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7"/>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7"/>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7"/>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7"/>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7"/>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7"/>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7"/>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7"/>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7"/>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7"/>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7"/>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7"/>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7"/>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7"/>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7"/>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7"/>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7"/>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7"/>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7"/>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7"/>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7"/>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7"/>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7"/>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7"/>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7"/>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7"/>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7"/>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7"/>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7"/>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7"/>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7"/>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7"/>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7"/>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7"/>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7"/>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7"/>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7"/>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7"/>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7"/>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7"/>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7"/>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7"/>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7"/>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7"/>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7"/>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7"/>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7"/>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7"/>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7"/>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7"/>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7"/>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7"/>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7"/>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7"/>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7"/>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7"/>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7"/>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7"/>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7"/>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7"/>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7"/>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7"/>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7"/>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7"/>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7"/>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7"/>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7"/>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7"/>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7"/>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7"/>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7"/>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7"/>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7"/>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7"/>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7"/>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7"/>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7"/>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7"/>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7"/>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7"/>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7"/>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7"/>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7"/>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7"/>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7"/>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7"/>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7"/>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7"/>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7"/>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7"/>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7"/>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7"/>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7"/>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7"/>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7"/>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7"/>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7"/>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7"/>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7"/>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7"/>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7"/>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7"/>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7"/>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7"/>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7"/>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7"/>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7"/>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7"/>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7"/>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7"/>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7"/>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7"/>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7"/>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7"/>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7"/>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7"/>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7"/>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7"/>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7"/>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7"/>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7"/>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7"/>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7"/>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7"/>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7"/>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7"/>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7"/>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7"/>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7"/>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7"/>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7"/>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7"/>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7"/>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7"/>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7"/>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7"/>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7"/>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7"/>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7"/>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7"/>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7"/>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7"/>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7"/>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7"/>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7"/>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7"/>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7"/>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7"/>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7"/>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7"/>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7"/>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7"/>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7"/>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7"/>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7"/>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7"/>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7"/>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7"/>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7"/>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7"/>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7"/>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7"/>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7"/>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7"/>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7"/>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7"/>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7"/>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7"/>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7"/>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7"/>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7"/>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7"/>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7"/>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7"/>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7"/>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7"/>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7"/>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7"/>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7"/>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7"/>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7"/>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7"/>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7"/>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7"/>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7"/>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7"/>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7"/>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7"/>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7"/>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7"/>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7"/>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7"/>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7"/>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7"/>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7"/>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7"/>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7"/>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7"/>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7"/>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7"/>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7"/>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7"/>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7"/>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7"/>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7"/>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7"/>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7"/>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7"/>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7"/>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7"/>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7"/>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7"/>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7"/>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7"/>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7"/>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7"/>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7"/>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7"/>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7"/>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7"/>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7"/>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7"/>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7"/>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7"/>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7"/>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7"/>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7"/>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7"/>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7"/>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7"/>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7"/>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7"/>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7"/>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7"/>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7"/>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7"/>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7"/>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7"/>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7"/>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7"/>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7"/>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7"/>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7"/>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7"/>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7"/>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7"/>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7"/>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7"/>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7"/>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7"/>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7"/>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7"/>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7"/>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7"/>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7"/>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7"/>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7"/>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7"/>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7"/>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7"/>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7"/>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7"/>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7"/>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7"/>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7"/>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7"/>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7"/>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7"/>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7"/>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7"/>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7"/>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7"/>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7"/>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7"/>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7"/>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7"/>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7"/>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7"/>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7"/>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7"/>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7"/>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7"/>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7"/>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7"/>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7"/>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7"/>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7"/>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7"/>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7"/>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7"/>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7"/>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7"/>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7"/>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7"/>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7"/>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7"/>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7"/>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7"/>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7"/>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7"/>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7"/>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7"/>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7"/>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7"/>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7"/>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7"/>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7"/>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7"/>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7"/>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7"/>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7"/>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7"/>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7"/>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7"/>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7"/>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7"/>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7"/>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7"/>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7"/>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7"/>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7"/>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7"/>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7"/>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7"/>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7"/>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7"/>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7"/>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7"/>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7"/>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7"/>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7"/>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7"/>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7"/>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7"/>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7"/>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7"/>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7"/>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7"/>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7"/>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7"/>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7"/>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7"/>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7"/>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7"/>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7"/>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7"/>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7"/>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7"/>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7"/>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7"/>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7"/>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7"/>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7"/>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7"/>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7"/>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7"/>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7"/>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7"/>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7"/>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7"/>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7"/>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7"/>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7"/>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7"/>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7"/>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7"/>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7"/>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7"/>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7"/>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7"/>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7"/>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7"/>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7"/>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7"/>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7"/>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7"/>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7"/>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7"/>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7"/>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7"/>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7"/>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7"/>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7"/>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7"/>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7"/>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7"/>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7"/>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7"/>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7"/>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7"/>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7"/>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7"/>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7"/>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7"/>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7"/>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7"/>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7"/>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7"/>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7"/>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7"/>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7"/>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7"/>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7"/>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7"/>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7"/>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7"/>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7"/>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7"/>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7"/>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7"/>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7"/>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7"/>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7"/>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7"/>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7"/>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7"/>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7"/>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7"/>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7"/>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7"/>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7"/>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7"/>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7"/>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7"/>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7"/>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7"/>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7"/>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7"/>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7"/>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7"/>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7"/>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7"/>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7"/>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7"/>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7"/>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7"/>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7"/>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7"/>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7"/>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7"/>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7"/>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7"/>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7"/>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7"/>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7"/>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7"/>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7"/>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7"/>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7"/>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7"/>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7"/>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7"/>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7"/>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7"/>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7"/>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7"/>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7"/>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7"/>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7"/>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7"/>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7"/>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7"/>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7"/>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7"/>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7"/>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7"/>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7"/>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7"/>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7"/>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7"/>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7"/>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7"/>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7"/>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7"/>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7"/>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7"/>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7"/>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7"/>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7"/>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7"/>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7"/>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7"/>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7"/>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7"/>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7"/>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7"/>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7"/>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7"/>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7"/>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7"/>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7"/>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7"/>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7"/>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7"/>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7"/>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7"/>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7"/>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7"/>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7"/>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7"/>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7"/>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7"/>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7"/>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7"/>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7"/>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7"/>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7"/>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7"/>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7"/>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7"/>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7"/>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7"/>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7"/>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7"/>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7"/>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7"/>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7"/>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7"/>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7"/>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7"/>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7"/>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7"/>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7"/>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7"/>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7"/>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7"/>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7"/>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7"/>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7"/>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7"/>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7"/>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7"/>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7"/>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7"/>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7"/>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7"/>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7"/>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7"/>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7"/>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7"/>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7"/>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7"/>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7"/>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7"/>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7"/>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7"/>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7"/>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7"/>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7"/>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7"/>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7"/>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7"/>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7"/>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7"/>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7"/>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7"/>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7"/>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7"/>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7"/>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7"/>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7"/>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7"/>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7"/>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7"/>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7"/>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7"/>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7"/>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7"/>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7"/>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7"/>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7"/>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7"/>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7"/>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7"/>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7"/>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7"/>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7"/>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7"/>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7"/>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7"/>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7"/>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7"/>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7"/>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7"/>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7"/>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7"/>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7"/>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7"/>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7"/>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7"/>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7"/>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7"/>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7"/>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7"/>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7"/>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67"/>
          <p:cNvGrpSpPr/>
          <p:nvPr/>
        </p:nvGrpSpPr>
        <p:grpSpPr>
          <a:xfrm>
            <a:off x="3597785" y="3065882"/>
            <a:ext cx="2241344" cy="1330656"/>
            <a:chOff x="3597785" y="3065882"/>
            <a:chExt cx="2241344" cy="1330656"/>
          </a:xfrm>
        </p:grpSpPr>
        <p:grpSp>
          <p:nvGrpSpPr>
            <p:cNvPr id="10691" name="Google Shape;10691;p67"/>
            <p:cNvGrpSpPr/>
            <p:nvPr/>
          </p:nvGrpSpPr>
          <p:grpSpPr>
            <a:xfrm>
              <a:off x="5296908" y="3937355"/>
              <a:ext cx="143198" cy="32380"/>
              <a:chOff x="5296908" y="3937355"/>
              <a:chExt cx="143198" cy="32380"/>
            </a:xfrm>
          </p:grpSpPr>
          <p:sp>
            <p:nvSpPr>
              <p:cNvPr id="10692" name="Google Shape;10692;p67"/>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3" name="Google Shape;10693;p67"/>
              <p:cNvGrpSpPr/>
              <p:nvPr/>
            </p:nvGrpSpPr>
            <p:grpSpPr>
              <a:xfrm>
                <a:off x="5402331" y="3937355"/>
                <a:ext cx="37776" cy="32380"/>
                <a:chOff x="5402331" y="3937355"/>
                <a:chExt cx="37776" cy="32380"/>
              </a:xfrm>
            </p:grpSpPr>
            <p:sp>
              <p:nvSpPr>
                <p:cNvPr id="10694" name="Google Shape;10694;p67"/>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7"/>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6" name="Google Shape;10696;p67"/>
              <p:cNvGrpSpPr/>
              <p:nvPr/>
            </p:nvGrpSpPr>
            <p:grpSpPr>
              <a:xfrm>
                <a:off x="5296908" y="3937355"/>
                <a:ext cx="37783" cy="32380"/>
                <a:chOff x="5296908" y="3937355"/>
                <a:chExt cx="37783" cy="32380"/>
              </a:xfrm>
            </p:grpSpPr>
            <p:sp>
              <p:nvSpPr>
                <p:cNvPr id="10697" name="Google Shape;10697;p67"/>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7"/>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99" name="Google Shape;10699;p67"/>
            <p:cNvGrpSpPr/>
            <p:nvPr/>
          </p:nvGrpSpPr>
          <p:grpSpPr>
            <a:xfrm>
              <a:off x="4724163" y="3119631"/>
              <a:ext cx="120838" cy="84218"/>
              <a:chOff x="4724163" y="3119631"/>
              <a:chExt cx="120838" cy="84218"/>
            </a:xfrm>
          </p:grpSpPr>
          <p:grpSp>
            <p:nvGrpSpPr>
              <p:cNvPr id="10700" name="Google Shape;10700;p67"/>
              <p:cNvGrpSpPr/>
              <p:nvPr/>
            </p:nvGrpSpPr>
            <p:grpSpPr>
              <a:xfrm>
                <a:off x="4746712" y="3132773"/>
                <a:ext cx="86869" cy="56424"/>
                <a:chOff x="4746712" y="3132773"/>
                <a:chExt cx="86869" cy="56424"/>
              </a:xfrm>
            </p:grpSpPr>
            <p:sp>
              <p:nvSpPr>
                <p:cNvPr id="10701" name="Google Shape;10701;p67"/>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7"/>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67"/>
              <p:cNvGrpSpPr/>
              <p:nvPr/>
            </p:nvGrpSpPr>
            <p:grpSpPr>
              <a:xfrm>
                <a:off x="4773634" y="3143336"/>
                <a:ext cx="37776" cy="32451"/>
                <a:chOff x="4773634" y="3143336"/>
                <a:chExt cx="37776" cy="32451"/>
              </a:xfrm>
            </p:grpSpPr>
            <p:sp>
              <p:nvSpPr>
                <p:cNvPr id="10704" name="Google Shape;10704;p67"/>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7"/>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67"/>
              <p:cNvGrpSpPr/>
              <p:nvPr/>
            </p:nvGrpSpPr>
            <p:grpSpPr>
              <a:xfrm>
                <a:off x="4724163" y="3131248"/>
                <a:ext cx="37776" cy="32459"/>
                <a:chOff x="4724163" y="3131248"/>
                <a:chExt cx="37776" cy="32459"/>
              </a:xfrm>
            </p:grpSpPr>
            <p:sp>
              <p:nvSpPr>
                <p:cNvPr id="10707" name="Google Shape;10707;p67"/>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7"/>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9" name="Google Shape;10709;p67"/>
              <p:cNvGrpSpPr/>
              <p:nvPr/>
            </p:nvGrpSpPr>
            <p:grpSpPr>
              <a:xfrm>
                <a:off x="4755081" y="3176054"/>
                <a:ext cx="32357" cy="27795"/>
                <a:chOff x="4755081" y="3176054"/>
                <a:chExt cx="32357" cy="27795"/>
              </a:xfrm>
            </p:grpSpPr>
            <p:sp>
              <p:nvSpPr>
                <p:cNvPr id="10710" name="Google Shape;10710;p67"/>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7"/>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2" name="Google Shape;10712;p67"/>
              <p:cNvGrpSpPr/>
              <p:nvPr/>
            </p:nvGrpSpPr>
            <p:grpSpPr>
              <a:xfrm>
                <a:off x="4812550" y="3119631"/>
                <a:ext cx="32451" cy="27803"/>
                <a:chOff x="4812550" y="3119631"/>
                <a:chExt cx="32451" cy="27803"/>
              </a:xfrm>
            </p:grpSpPr>
            <p:sp>
              <p:nvSpPr>
                <p:cNvPr id="10713" name="Google Shape;10713;p67"/>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7"/>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15" name="Google Shape;10715;p67"/>
            <p:cNvGrpSpPr/>
            <p:nvPr/>
          </p:nvGrpSpPr>
          <p:grpSpPr>
            <a:xfrm>
              <a:off x="5382826" y="4027197"/>
              <a:ext cx="268967" cy="250422"/>
              <a:chOff x="5382826" y="4027197"/>
              <a:chExt cx="268967" cy="250422"/>
            </a:xfrm>
          </p:grpSpPr>
          <p:grpSp>
            <p:nvGrpSpPr>
              <p:cNvPr id="10716" name="Google Shape;10716;p67"/>
              <p:cNvGrpSpPr/>
              <p:nvPr/>
            </p:nvGrpSpPr>
            <p:grpSpPr>
              <a:xfrm>
                <a:off x="5405280" y="4042510"/>
                <a:ext cx="237570" cy="218647"/>
                <a:chOff x="5405280" y="4042510"/>
                <a:chExt cx="237570" cy="218647"/>
              </a:xfrm>
            </p:grpSpPr>
            <p:sp>
              <p:nvSpPr>
                <p:cNvPr id="10717" name="Google Shape;10717;p67"/>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7"/>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7"/>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7"/>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7"/>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7"/>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3" name="Google Shape;10723;p67"/>
              <p:cNvGrpSpPr/>
              <p:nvPr/>
            </p:nvGrpSpPr>
            <p:grpSpPr>
              <a:xfrm>
                <a:off x="5382826" y="4125549"/>
                <a:ext cx="37776" cy="32380"/>
                <a:chOff x="5382826" y="4125549"/>
                <a:chExt cx="37776" cy="32380"/>
              </a:xfrm>
            </p:grpSpPr>
            <p:sp>
              <p:nvSpPr>
                <p:cNvPr id="10724" name="Google Shape;10724;p67"/>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7"/>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6" name="Google Shape;10726;p67"/>
              <p:cNvGrpSpPr/>
              <p:nvPr/>
            </p:nvGrpSpPr>
            <p:grpSpPr>
              <a:xfrm>
                <a:off x="5475680" y="4195587"/>
                <a:ext cx="37783" cy="32364"/>
                <a:chOff x="5475680" y="4195587"/>
                <a:chExt cx="37783" cy="32364"/>
              </a:xfrm>
            </p:grpSpPr>
            <p:sp>
              <p:nvSpPr>
                <p:cNvPr id="10727" name="Google Shape;10727;p67"/>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7"/>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9" name="Google Shape;10729;p67"/>
              <p:cNvGrpSpPr/>
              <p:nvPr/>
            </p:nvGrpSpPr>
            <p:grpSpPr>
              <a:xfrm>
                <a:off x="5532575" y="4027197"/>
                <a:ext cx="33308" cy="32262"/>
                <a:chOff x="5532575" y="4027197"/>
                <a:chExt cx="33308" cy="32262"/>
              </a:xfrm>
            </p:grpSpPr>
            <p:sp>
              <p:nvSpPr>
                <p:cNvPr id="10730" name="Google Shape;10730;p67"/>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7"/>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2" name="Google Shape;10732;p67"/>
              <p:cNvGrpSpPr/>
              <p:nvPr/>
            </p:nvGrpSpPr>
            <p:grpSpPr>
              <a:xfrm>
                <a:off x="5590706" y="4245348"/>
                <a:ext cx="33497" cy="32270"/>
                <a:chOff x="5590706" y="4245348"/>
                <a:chExt cx="33497" cy="32270"/>
              </a:xfrm>
            </p:grpSpPr>
            <p:sp>
              <p:nvSpPr>
                <p:cNvPr id="10733" name="Google Shape;10733;p67"/>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7"/>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5" name="Google Shape;10735;p67"/>
              <p:cNvGrpSpPr/>
              <p:nvPr/>
            </p:nvGrpSpPr>
            <p:grpSpPr>
              <a:xfrm>
                <a:off x="5618681" y="4109677"/>
                <a:ext cx="33112" cy="32357"/>
                <a:chOff x="5618681" y="4109677"/>
                <a:chExt cx="33112" cy="32357"/>
              </a:xfrm>
            </p:grpSpPr>
            <p:sp>
              <p:nvSpPr>
                <p:cNvPr id="10736" name="Google Shape;10736;p67"/>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7"/>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8" name="Google Shape;10738;p67"/>
              <p:cNvGrpSpPr/>
              <p:nvPr/>
            </p:nvGrpSpPr>
            <p:grpSpPr>
              <a:xfrm>
                <a:off x="5479298" y="4128262"/>
                <a:ext cx="31405" cy="26906"/>
                <a:chOff x="5479298" y="4128262"/>
                <a:chExt cx="31405" cy="26906"/>
              </a:xfrm>
            </p:grpSpPr>
            <p:sp>
              <p:nvSpPr>
                <p:cNvPr id="10739" name="Google Shape;10739;p67"/>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7"/>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67"/>
              <p:cNvGrpSpPr/>
              <p:nvPr/>
            </p:nvGrpSpPr>
            <p:grpSpPr>
              <a:xfrm>
                <a:off x="5582903" y="4180116"/>
                <a:ext cx="31499" cy="26898"/>
                <a:chOff x="5582903" y="4180116"/>
                <a:chExt cx="31499" cy="26898"/>
              </a:xfrm>
            </p:grpSpPr>
            <p:sp>
              <p:nvSpPr>
                <p:cNvPr id="10742" name="Google Shape;10742;p67"/>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7"/>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44" name="Google Shape;10744;p67"/>
            <p:cNvGrpSpPr/>
            <p:nvPr/>
          </p:nvGrpSpPr>
          <p:grpSpPr>
            <a:xfrm>
              <a:off x="3977681" y="3230323"/>
              <a:ext cx="94584" cy="84085"/>
              <a:chOff x="3977681" y="3230323"/>
              <a:chExt cx="94584" cy="84085"/>
            </a:xfrm>
          </p:grpSpPr>
          <p:grpSp>
            <p:nvGrpSpPr>
              <p:cNvPr id="10745" name="Google Shape;10745;p67"/>
              <p:cNvGrpSpPr/>
              <p:nvPr/>
            </p:nvGrpSpPr>
            <p:grpSpPr>
              <a:xfrm>
                <a:off x="4000135" y="3243041"/>
                <a:ext cx="59570" cy="57186"/>
                <a:chOff x="4000135" y="3243041"/>
                <a:chExt cx="59570" cy="57186"/>
              </a:xfrm>
            </p:grpSpPr>
            <p:sp>
              <p:nvSpPr>
                <p:cNvPr id="10746" name="Google Shape;10746;p67"/>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7"/>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7"/>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9" name="Google Shape;10749;p67"/>
              <p:cNvGrpSpPr/>
              <p:nvPr/>
            </p:nvGrpSpPr>
            <p:grpSpPr>
              <a:xfrm>
                <a:off x="3977681" y="3245872"/>
                <a:ext cx="37783" cy="32380"/>
                <a:chOff x="3977681" y="3245872"/>
                <a:chExt cx="37783" cy="32380"/>
              </a:xfrm>
            </p:grpSpPr>
            <p:sp>
              <p:nvSpPr>
                <p:cNvPr id="10750" name="Google Shape;10750;p67"/>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7"/>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2" name="Google Shape;10752;p67"/>
              <p:cNvGrpSpPr/>
              <p:nvPr/>
            </p:nvGrpSpPr>
            <p:grpSpPr>
              <a:xfrm>
                <a:off x="4040860" y="3262672"/>
                <a:ext cx="31405" cy="27001"/>
                <a:chOff x="4040860" y="3262672"/>
                <a:chExt cx="31405" cy="27001"/>
              </a:xfrm>
            </p:grpSpPr>
            <p:sp>
              <p:nvSpPr>
                <p:cNvPr id="10753" name="Google Shape;10753;p67"/>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7"/>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5" name="Google Shape;10755;p67"/>
              <p:cNvGrpSpPr/>
              <p:nvPr/>
            </p:nvGrpSpPr>
            <p:grpSpPr>
              <a:xfrm>
                <a:off x="4021072" y="3230323"/>
                <a:ext cx="31397" cy="26906"/>
                <a:chOff x="4021072" y="3230323"/>
                <a:chExt cx="31397" cy="26906"/>
              </a:xfrm>
            </p:grpSpPr>
            <p:sp>
              <p:nvSpPr>
                <p:cNvPr id="10756" name="Google Shape;10756;p67"/>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7"/>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8" name="Google Shape;10758;p67"/>
              <p:cNvGrpSpPr/>
              <p:nvPr/>
            </p:nvGrpSpPr>
            <p:grpSpPr>
              <a:xfrm>
                <a:off x="4001472" y="3287462"/>
                <a:ext cx="31499" cy="26945"/>
                <a:chOff x="4001472" y="3287462"/>
                <a:chExt cx="31499" cy="26945"/>
              </a:xfrm>
            </p:grpSpPr>
            <p:sp>
              <p:nvSpPr>
                <p:cNvPr id="10759" name="Google Shape;10759;p67"/>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7"/>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61" name="Google Shape;10761;p67"/>
            <p:cNvGrpSpPr/>
            <p:nvPr/>
          </p:nvGrpSpPr>
          <p:grpSpPr>
            <a:xfrm>
              <a:off x="4084715" y="3258865"/>
              <a:ext cx="184961" cy="137268"/>
              <a:chOff x="4084715" y="3258865"/>
              <a:chExt cx="184961" cy="137268"/>
            </a:xfrm>
          </p:grpSpPr>
          <p:grpSp>
            <p:nvGrpSpPr>
              <p:cNvPr id="10762" name="Google Shape;10762;p67"/>
              <p:cNvGrpSpPr/>
              <p:nvPr/>
            </p:nvGrpSpPr>
            <p:grpSpPr>
              <a:xfrm>
                <a:off x="4107453" y="3271583"/>
                <a:ext cx="153470" cy="110275"/>
                <a:chOff x="4107453" y="3271583"/>
                <a:chExt cx="153470" cy="110275"/>
              </a:xfrm>
            </p:grpSpPr>
            <p:sp>
              <p:nvSpPr>
                <p:cNvPr id="10763" name="Google Shape;10763;p67"/>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7"/>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7"/>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7"/>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7" name="Google Shape;10767;p67"/>
              <p:cNvGrpSpPr/>
              <p:nvPr/>
            </p:nvGrpSpPr>
            <p:grpSpPr>
              <a:xfrm>
                <a:off x="4136947" y="3258865"/>
                <a:ext cx="31499" cy="27001"/>
                <a:chOff x="4136947" y="3258865"/>
                <a:chExt cx="31499" cy="27001"/>
              </a:xfrm>
            </p:grpSpPr>
            <p:sp>
              <p:nvSpPr>
                <p:cNvPr id="10768" name="Google Shape;10768;p67"/>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7"/>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0" name="Google Shape;10770;p67"/>
              <p:cNvGrpSpPr/>
              <p:nvPr/>
            </p:nvGrpSpPr>
            <p:grpSpPr>
              <a:xfrm>
                <a:off x="4084715" y="3266478"/>
                <a:ext cx="31468" cy="26898"/>
                <a:chOff x="4084715" y="3266478"/>
                <a:chExt cx="31468" cy="26898"/>
              </a:xfrm>
            </p:grpSpPr>
            <p:sp>
              <p:nvSpPr>
                <p:cNvPr id="10771" name="Google Shape;10771;p67"/>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7"/>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3" name="Google Shape;10773;p67"/>
              <p:cNvGrpSpPr/>
              <p:nvPr/>
            </p:nvGrpSpPr>
            <p:grpSpPr>
              <a:xfrm>
                <a:off x="4159213" y="3279849"/>
                <a:ext cx="31405" cy="26945"/>
                <a:chOff x="4159213" y="3279849"/>
                <a:chExt cx="31405" cy="26945"/>
              </a:xfrm>
            </p:grpSpPr>
            <p:sp>
              <p:nvSpPr>
                <p:cNvPr id="10774" name="Google Shape;10774;p67"/>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7"/>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6" name="Google Shape;10776;p67"/>
              <p:cNvGrpSpPr/>
              <p:nvPr/>
            </p:nvGrpSpPr>
            <p:grpSpPr>
              <a:xfrm>
                <a:off x="4201550" y="3266502"/>
                <a:ext cx="31405" cy="26883"/>
                <a:chOff x="4201550" y="3266502"/>
                <a:chExt cx="31405" cy="26883"/>
              </a:xfrm>
            </p:grpSpPr>
            <p:sp>
              <p:nvSpPr>
                <p:cNvPr id="10777" name="Google Shape;10777;p67"/>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7"/>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9" name="Google Shape;10779;p67"/>
              <p:cNvGrpSpPr/>
              <p:nvPr/>
            </p:nvGrpSpPr>
            <p:grpSpPr>
              <a:xfrm>
                <a:off x="4201550" y="3338278"/>
                <a:ext cx="31405" cy="26930"/>
                <a:chOff x="4201550" y="3338278"/>
                <a:chExt cx="31405" cy="26930"/>
              </a:xfrm>
            </p:grpSpPr>
            <p:sp>
              <p:nvSpPr>
                <p:cNvPr id="10780" name="Google Shape;10780;p67"/>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7"/>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2" name="Google Shape;10782;p67"/>
              <p:cNvGrpSpPr/>
              <p:nvPr/>
            </p:nvGrpSpPr>
            <p:grpSpPr>
              <a:xfrm>
                <a:off x="4238272" y="3369132"/>
                <a:ext cx="31405" cy="27001"/>
                <a:chOff x="4238272" y="3369132"/>
                <a:chExt cx="31405" cy="27001"/>
              </a:xfrm>
            </p:grpSpPr>
            <p:sp>
              <p:nvSpPr>
                <p:cNvPr id="10783" name="Google Shape;10783;p67"/>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7"/>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85" name="Google Shape;10785;p67"/>
            <p:cNvGrpSpPr/>
            <p:nvPr/>
          </p:nvGrpSpPr>
          <p:grpSpPr>
            <a:xfrm>
              <a:off x="4068639" y="3200169"/>
              <a:ext cx="77643" cy="37272"/>
              <a:chOff x="4068639" y="3200169"/>
              <a:chExt cx="77643" cy="37272"/>
            </a:xfrm>
          </p:grpSpPr>
          <p:sp>
            <p:nvSpPr>
              <p:cNvPr id="10786" name="Google Shape;10786;p67"/>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7" name="Google Shape;10787;p67"/>
              <p:cNvGrpSpPr/>
              <p:nvPr/>
            </p:nvGrpSpPr>
            <p:grpSpPr>
              <a:xfrm>
                <a:off x="4114878" y="3200169"/>
                <a:ext cx="31405" cy="26993"/>
                <a:chOff x="4114878" y="3200169"/>
                <a:chExt cx="31405" cy="26993"/>
              </a:xfrm>
            </p:grpSpPr>
            <p:sp>
              <p:nvSpPr>
                <p:cNvPr id="10788" name="Google Shape;10788;p67"/>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7"/>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0" name="Google Shape;10790;p67"/>
              <p:cNvGrpSpPr/>
              <p:nvPr/>
            </p:nvGrpSpPr>
            <p:grpSpPr>
              <a:xfrm>
                <a:off x="4068639" y="3210535"/>
                <a:ext cx="31499" cy="26906"/>
                <a:chOff x="4068639" y="3210535"/>
                <a:chExt cx="31499" cy="26906"/>
              </a:xfrm>
            </p:grpSpPr>
            <p:sp>
              <p:nvSpPr>
                <p:cNvPr id="10791" name="Google Shape;10791;p67"/>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7"/>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93" name="Google Shape;10793;p67"/>
            <p:cNvGrpSpPr/>
            <p:nvPr/>
          </p:nvGrpSpPr>
          <p:grpSpPr>
            <a:xfrm>
              <a:off x="3869702" y="3066935"/>
              <a:ext cx="382664" cy="190294"/>
              <a:chOff x="3869702" y="3066935"/>
              <a:chExt cx="382664" cy="190294"/>
            </a:xfrm>
          </p:grpSpPr>
          <p:grpSp>
            <p:nvGrpSpPr>
              <p:cNvPr id="10794" name="Google Shape;10794;p67"/>
              <p:cNvGrpSpPr/>
              <p:nvPr/>
            </p:nvGrpSpPr>
            <p:grpSpPr>
              <a:xfrm>
                <a:off x="3888633" y="3082351"/>
                <a:ext cx="351172" cy="160698"/>
                <a:chOff x="3888633" y="3082351"/>
                <a:chExt cx="351172" cy="160698"/>
              </a:xfrm>
            </p:grpSpPr>
            <p:sp>
              <p:nvSpPr>
                <p:cNvPr id="10795" name="Google Shape;10795;p67"/>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7"/>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7"/>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7"/>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7"/>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7"/>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1" name="Google Shape;10801;p67"/>
              <p:cNvGrpSpPr/>
              <p:nvPr/>
            </p:nvGrpSpPr>
            <p:grpSpPr>
              <a:xfrm>
                <a:off x="4143703" y="3066935"/>
                <a:ext cx="37783" cy="32357"/>
                <a:chOff x="4143703" y="3066935"/>
                <a:chExt cx="37783" cy="32357"/>
              </a:xfrm>
            </p:grpSpPr>
            <p:sp>
              <p:nvSpPr>
                <p:cNvPr id="10802" name="Google Shape;10802;p67"/>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7"/>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4" name="Google Shape;10804;p67"/>
              <p:cNvGrpSpPr/>
              <p:nvPr/>
            </p:nvGrpSpPr>
            <p:grpSpPr>
              <a:xfrm>
                <a:off x="4044565" y="3103563"/>
                <a:ext cx="37783" cy="32451"/>
                <a:chOff x="4044565" y="3103563"/>
                <a:chExt cx="37783" cy="32451"/>
              </a:xfrm>
            </p:grpSpPr>
            <p:sp>
              <p:nvSpPr>
                <p:cNvPr id="10805" name="Google Shape;10805;p67"/>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7"/>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7" name="Google Shape;10807;p67"/>
              <p:cNvGrpSpPr/>
              <p:nvPr/>
            </p:nvGrpSpPr>
            <p:grpSpPr>
              <a:xfrm>
                <a:off x="4017454" y="3188237"/>
                <a:ext cx="37776" cy="32357"/>
                <a:chOff x="4017454" y="3188237"/>
                <a:chExt cx="37776" cy="32357"/>
              </a:xfrm>
            </p:grpSpPr>
            <p:sp>
              <p:nvSpPr>
                <p:cNvPr id="10808" name="Google Shape;10808;p67"/>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7"/>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0" name="Google Shape;10810;p67"/>
              <p:cNvGrpSpPr/>
              <p:nvPr/>
            </p:nvGrpSpPr>
            <p:grpSpPr>
              <a:xfrm>
                <a:off x="3921548" y="3157509"/>
                <a:ext cx="37783" cy="32357"/>
                <a:chOff x="3921548" y="3157509"/>
                <a:chExt cx="37783" cy="32357"/>
              </a:xfrm>
            </p:grpSpPr>
            <p:sp>
              <p:nvSpPr>
                <p:cNvPr id="10811" name="Google Shape;10811;p67"/>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7"/>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3" name="Google Shape;10813;p67"/>
              <p:cNvGrpSpPr/>
              <p:nvPr/>
            </p:nvGrpSpPr>
            <p:grpSpPr>
              <a:xfrm>
                <a:off x="3939056" y="3211620"/>
                <a:ext cx="37783" cy="32380"/>
                <a:chOff x="3939056" y="3211620"/>
                <a:chExt cx="37783" cy="32380"/>
              </a:xfrm>
            </p:grpSpPr>
            <p:sp>
              <p:nvSpPr>
                <p:cNvPr id="10814" name="Google Shape;10814;p67"/>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7"/>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6" name="Google Shape;10816;p67"/>
              <p:cNvGrpSpPr/>
              <p:nvPr/>
            </p:nvGrpSpPr>
            <p:grpSpPr>
              <a:xfrm>
                <a:off x="4176240" y="3136965"/>
                <a:ext cx="31405" cy="26930"/>
                <a:chOff x="4176240" y="3136965"/>
                <a:chExt cx="31405" cy="26930"/>
              </a:xfrm>
            </p:grpSpPr>
            <p:sp>
              <p:nvSpPr>
                <p:cNvPr id="10817" name="Google Shape;10817;p67"/>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7"/>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9" name="Google Shape;10819;p67"/>
              <p:cNvGrpSpPr/>
              <p:nvPr/>
            </p:nvGrpSpPr>
            <p:grpSpPr>
              <a:xfrm>
                <a:off x="4133148" y="3152593"/>
                <a:ext cx="31499" cy="27001"/>
                <a:chOff x="4133148" y="3152593"/>
                <a:chExt cx="31499" cy="27001"/>
              </a:xfrm>
            </p:grpSpPr>
            <p:sp>
              <p:nvSpPr>
                <p:cNvPr id="10820" name="Google Shape;10820;p67"/>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7"/>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67"/>
              <p:cNvGrpSpPr/>
              <p:nvPr/>
            </p:nvGrpSpPr>
            <p:grpSpPr>
              <a:xfrm>
                <a:off x="4220866" y="3073534"/>
                <a:ext cx="31499" cy="26898"/>
                <a:chOff x="4220866" y="3073534"/>
                <a:chExt cx="31499" cy="26898"/>
              </a:xfrm>
            </p:grpSpPr>
            <p:sp>
              <p:nvSpPr>
                <p:cNvPr id="10823" name="Google Shape;10823;p67"/>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7"/>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5" name="Google Shape;10825;p67"/>
              <p:cNvGrpSpPr/>
              <p:nvPr/>
            </p:nvGrpSpPr>
            <p:grpSpPr>
              <a:xfrm>
                <a:off x="3869702" y="3230323"/>
                <a:ext cx="31499" cy="26906"/>
                <a:chOff x="3869702" y="3230323"/>
                <a:chExt cx="31499" cy="26906"/>
              </a:xfrm>
            </p:grpSpPr>
            <p:sp>
              <p:nvSpPr>
                <p:cNvPr id="10826" name="Google Shape;10826;p67"/>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7"/>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28" name="Google Shape;10828;p67"/>
            <p:cNvGrpSpPr/>
            <p:nvPr/>
          </p:nvGrpSpPr>
          <p:grpSpPr>
            <a:xfrm>
              <a:off x="4271383" y="3065882"/>
              <a:ext cx="304556" cy="341663"/>
              <a:chOff x="4271383" y="3065882"/>
              <a:chExt cx="304556" cy="341663"/>
            </a:xfrm>
          </p:grpSpPr>
          <p:grpSp>
            <p:nvGrpSpPr>
              <p:cNvPr id="10829" name="Google Shape;10829;p67"/>
              <p:cNvGrpSpPr/>
              <p:nvPr/>
            </p:nvGrpSpPr>
            <p:grpSpPr>
              <a:xfrm>
                <a:off x="4293838" y="3078639"/>
                <a:ext cx="269353" cy="311973"/>
                <a:chOff x="4293838" y="3078639"/>
                <a:chExt cx="269353" cy="311973"/>
              </a:xfrm>
            </p:grpSpPr>
            <p:sp>
              <p:nvSpPr>
                <p:cNvPr id="10830" name="Google Shape;10830;p67"/>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7"/>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7"/>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7"/>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7"/>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7"/>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7"/>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7"/>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7"/>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7"/>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7"/>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7"/>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7"/>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7"/>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7"/>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7"/>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7"/>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67"/>
              <p:cNvGrpSpPr/>
              <p:nvPr/>
            </p:nvGrpSpPr>
            <p:grpSpPr>
              <a:xfrm>
                <a:off x="4538164" y="3342061"/>
                <a:ext cx="37776" cy="32380"/>
                <a:chOff x="4538164" y="3342061"/>
                <a:chExt cx="37776" cy="32380"/>
              </a:xfrm>
            </p:grpSpPr>
            <p:sp>
              <p:nvSpPr>
                <p:cNvPr id="10848" name="Google Shape;10848;p67"/>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7"/>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0" name="Google Shape;10850;p67"/>
              <p:cNvGrpSpPr/>
              <p:nvPr/>
            </p:nvGrpSpPr>
            <p:grpSpPr>
              <a:xfrm>
                <a:off x="4271383" y="3194742"/>
                <a:ext cx="37783" cy="32420"/>
                <a:chOff x="4271383" y="3194742"/>
                <a:chExt cx="37783" cy="32420"/>
              </a:xfrm>
            </p:grpSpPr>
            <p:sp>
              <p:nvSpPr>
                <p:cNvPr id="10851" name="Google Shape;10851;p67"/>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7"/>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3" name="Google Shape;10853;p67"/>
              <p:cNvGrpSpPr/>
              <p:nvPr/>
            </p:nvGrpSpPr>
            <p:grpSpPr>
              <a:xfrm>
                <a:off x="4284416" y="3084058"/>
                <a:ext cx="37783" cy="32357"/>
                <a:chOff x="4284416" y="3084058"/>
                <a:chExt cx="37783" cy="32357"/>
              </a:xfrm>
            </p:grpSpPr>
            <p:sp>
              <p:nvSpPr>
                <p:cNvPr id="10854" name="Google Shape;10854;p67"/>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7"/>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6" name="Google Shape;10856;p67"/>
              <p:cNvGrpSpPr/>
              <p:nvPr/>
            </p:nvGrpSpPr>
            <p:grpSpPr>
              <a:xfrm>
                <a:off x="4478697" y="3297561"/>
                <a:ext cx="37776" cy="32451"/>
                <a:chOff x="4478697" y="3297561"/>
                <a:chExt cx="37776" cy="32451"/>
              </a:xfrm>
            </p:grpSpPr>
            <p:sp>
              <p:nvSpPr>
                <p:cNvPr id="10857" name="Google Shape;10857;p67"/>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7"/>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9" name="Google Shape;10859;p67"/>
              <p:cNvGrpSpPr/>
              <p:nvPr/>
            </p:nvGrpSpPr>
            <p:grpSpPr>
              <a:xfrm>
                <a:off x="4411813" y="3331711"/>
                <a:ext cx="37776" cy="32451"/>
                <a:chOff x="4411813" y="3331711"/>
                <a:chExt cx="37776" cy="32451"/>
              </a:xfrm>
            </p:grpSpPr>
            <p:sp>
              <p:nvSpPr>
                <p:cNvPr id="10860" name="Google Shape;10860;p67"/>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7"/>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2" name="Google Shape;10862;p67"/>
              <p:cNvGrpSpPr/>
              <p:nvPr/>
            </p:nvGrpSpPr>
            <p:grpSpPr>
              <a:xfrm>
                <a:off x="4337984" y="3375188"/>
                <a:ext cx="37776" cy="32357"/>
                <a:chOff x="4337984" y="3375188"/>
                <a:chExt cx="37776" cy="32357"/>
              </a:xfrm>
            </p:grpSpPr>
            <p:sp>
              <p:nvSpPr>
                <p:cNvPr id="10863" name="Google Shape;10863;p67"/>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7"/>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5" name="Google Shape;10865;p67"/>
              <p:cNvGrpSpPr/>
              <p:nvPr/>
            </p:nvGrpSpPr>
            <p:grpSpPr>
              <a:xfrm>
                <a:off x="4494867" y="3090530"/>
                <a:ext cx="37878" cy="32451"/>
                <a:chOff x="4494867" y="3090530"/>
                <a:chExt cx="37878" cy="32451"/>
              </a:xfrm>
            </p:grpSpPr>
            <p:sp>
              <p:nvSpPr>
                <p:cNvPr id="10866" name="Google Shape;10866;p67"/>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7"/>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8" name="Google Shape;10868;p67"/>
              <p:cNvGrpSpPr/>
              <p:nvPr/>
            </p:nvGrpSpPr>
            <p:grpSpPr>
              <a:xfrm>
                <a:off x="4525124" y="3207774"/>
                <a:ext cx="37783" cy="32420"/>
                <a:chOff x="4525124" y="3207774"/>
                <a:chExt cx="37783" cy="32420"/>
              </a:xfrm>
            </p:grpSpPr>
            <p:sp>
              <p:nvSpPr>
                <p:cNvPr id="10869" name="Google Shape;10869;p67"/>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7"/>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1" name="Google Shape;10871;p67"/>
              <p:cNvGrpSpPr/>
              <p:nvPr/>
            </p:nvGrpSpPr>
            <p:grpSpPr>
              <a:xfrm>
                <a:off x="4440544" y="3176479"/>
                <a:ext cx="31499" cy="26898"/>
                <a:chOff x="4440544" y="3176479"/>
                <a:chExt cx="31499" cy="26898"/>
              </a:xfrm>
            </p:grpSpPr>
            <p:sp>
              <p:nvSpPr>
                <p:cNvPr id="10872" name="Google Shape;10872;p67"/>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7"/>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4" name="Google Shape;10874;p67"/>
              <p:cNvGrpSpPr/>
              <p:nvPr/>
            </p:nvGrpSpPr>
            <p:grpSpPr>
              <a:xfrm>
                <a:off x="4350545" y="3156400"/>
                <a:ext cx="31405" cy="27001"/>
                <a:chOff x="4350545" y="3156400"/>
                <a:chExt cx="31405" cy="27001"/>
              </a:xfrm>
            </p:grpSpPr>
            <p:sp>
              <p:nvSpPr>
                <p:cNvPr id="10875" name="Google Shape;10875;p67"/>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7"/>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7" name="Google Shape;10877;p67"/>
              <p:cNvGrpSpPr/>
              <p:nvPr/>
            </p:nvGrpSpPr>
            <p:grpSpPr>
              <a:xfrm>
                <a:off x="4376703" y="3255058"/>
                <a:ext cx="31405" cy="27001"/>
                <a:chOff x="4376703" y="3255058"/>
                <a:chExt cx="31405" cy="27001"/>
              </a:xfrm>
            </p:grpSpPr>
            <p:sp>
              <p:nvSpPr>
                <p:cNvPr id="10878" name="Google Shape;10878;p67"/>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7"/>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0" name="Google Shape;10880;p67"/>
              <p:cNvGrpSpPr/>
              <p:nvPr/>
            </p:nvGrpSpPr>
            <p:grpSpPr>
              <a:xfrm>
                <a:off x="4331322" y="3283656"/>
                <a:ext cx="31405" cy="26945"/>
                <a:chOff x="4331322" y="3283656"/>
                <a:chExt cx="31405" cy="26945"/>
              </a:xfrm>
            </p:grpSpPr>
            <p:sp>
              <p:nvSpPr>
                <p:cNvPr id="10881" name="Google Shape;10881;p67"/>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7"/>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3" name="Google Shape;10883;p67"/>
              <p:cNvGrpSpPr/>
              <p:nvPr/>
            </p:nvGrpSpPr>
            <p:grpSpPr>
              <a:xfrm>
                <a:off x="4380510" y="3065882"/>
                <a:ext cx="31405" cy="26938"/>
                <a:chOff x="4380510" y="3065882"/>
                <a:chExt cx="31405" cy="26938"/>
              </a:xfrm>
            </p:grpSpPr>
            <p:sp>
              <p:nvSpPr>
                <p:cNvPr id="10884" name="Google Shape;10884;p67"/>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7"/>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86" name="Google Shape;10886;p67"/>
            <p:cNvGrpSpPr/>
            <p:nvPr/>
          </p:nvGrpSpPr>
          <p:grpSpPr>
            <a:xfrm>
              <a:off x="4558998" y="3188237"/>
              <a:ext cx="1280131" cy="1052746"/>
              <a:chOff x="4558998" y="3188237"/>
              <a:chExt cx="1280131" cy="1052746"/>
            </a:xfrm>
          </p:grpSpPr>
          <p:sp>
            <p:nvSpPr>
              <p:cNvPr id="10887" name="Google Shape;10887;p67"/>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8" name="Google Shape;10888;p67"/>
              <p:cNvGrpSpPr/>
              <p:nvPr/>
            </p:nvGrpSpPr>
            <p:grpSpPr>
              <a:xfrm>
                <a:off x="4579164" y="3203653"/>
                <a:ext cx="1244833" cy="1020397"/>
                <a:chOff x="4579164" y="3203653"/>
                <a:chExt cx="1244833" cy="1020397"/>
              </a:xfrm>
            </p:grpSpPr>
            <p:sp>
              <p:nvSpPr>
                <p:cNvPr id="10889" name="Google Shape;10889;p67"/>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7"/>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1" name="Google Shape;10891;p67"/>
                <p:cNvGrpSpPr/>
                <p:nvPr/>
              </p:nvGrpSpPr>
              <p:grpSpPr>
                <a:xfrm>
                  <a:off x="4579164" y="3203653"/>
                  <a:ext cx="1244833" cy="1020397"/>
                  <a:chOff x="4579164" y="3203653"/>
                  <a:chExt cx="1244833" cy="1020397"/>
                </a:xfrm>
              </p:grpSpPr>
              <p:sp>
                <p:nvSpPr>
                  <p:cNvPr id="10892" name="Google Shape;10892;p67"/>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7"/>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4" name="Google Shape;10894;p67"/>
                  <p:cNvGrpSpPr/>
                  <p:nvPr/>
                </p:nvGrpSpPr>
                <p:grpSpPr>
                  <a:xfrm>
                    <a:off x="4579164" y="3203653"/>
                    <a:ext cx="1244833" cy="1020397"/>
                    <a:chOff x="4579164" y="3203653"/>
                    <a:chExt cx="1244833" cy="1020397"/>
                  </a:xfrm>
                </p:grpSpPr>
                <p:sp>
                  <p:nvSpPr>
                    <p:cNvPr id="10895" name="Google Shape;10895;p67"/>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7"/>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7"/>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7"/>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7"/>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7"/>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7"/>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7"/>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3" name="Google Shape;10903;p67"/>
                    <p:cNvGrpSpPr/>
                    <p:nvPr/>
                  </p:nvGrpSpPr>
                  <p:grpSpPr>
                    <a:xfrm>
                      <a:off x="4579164" y="3203653"/>
                      <a:ext cx="1244833" cy="1020397"/>
                      <a:chOff x="4579164" y="3203653"/>
                      <a:chExt cx="1244833" cy="1020397"/>
                    </a:xfrm>
                  </p:grpSpPr>
                  <p:sp>
                    <p:nvSpPr>
                      <p:cNvPr id="10904" name="Google Shape;10904;p67"/>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7"/>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7"/>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7"/>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7"/>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7"/>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7"/>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7"/>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7"/>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7"/>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7"/>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7"/>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7"/>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7"/>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8" name="Google Shape;10918;p67"/>
                      <p:cNvGrpSpPr/>
                      <p:nvPr/>
                    </p:nvGrpSpPr>
                    <p:grpSpPr>
                      <a:xfrm>
                        <a:off x="4579164" y="3203653"/>
                        <a:ext cx="1244833" cy="1020397"/>
                        <a:chOff x="4579164" y="3203653"/>
                        <a:chExt cx="1244833" cy="1020397"/>
                      </a:xfrm>
                    </p:grpSpPr>
                    <p:sp>
                      <p:nvSpPr>
                        <p:cNvPr id="10919" name="Google Shape;10919;p67"/>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7"/>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7"/>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7"/>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7"/>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7"/>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7"/>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7"/>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7"/>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7"/>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7"/>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7"/>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7"/>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7"/>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7"/>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7"/>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7"/>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7"/>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7"/>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7"/>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7"/>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7"/>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7"/>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7"/>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3" name="Google Shape;10943;p67"/>
                        <p:cNvGrpSpPr/>
                        <p:nvPr/>
                      </p:nvGrpSpPr>
                      <p:grpSpPr>
                        <a:xfrm>
                          <a:off x="4579164" y="3203653"/>
                          <a:ext cx="1244833" cy="1020397"/>
                          <a:chOff x="4579164" y="3203653"/>
                          <a:chExt cx="1244833" cy="1020397"/>
                        </a:xfrm>
                      </p:grpSpPr>
                      <p:sp>
                        <p:nvSpPr>
                          <p:cNvPr id="10944" name="Google Shape;10944;p67"/>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5" name="Google Shape;10945;p67"/>
                          <p:cNvGrpSpPr/>
                          <p:nvPr/>
                        </p:nvGrpSpPr>
                        <p:grpSpPr>
                          <a:xfrm>
                            <a:off x="4579164" y="3203653"/>
                            <a:ext cx="1244833" cy="1020397"/>
                            <a:chOff x="4579164" y="3203653"/>
                            <a:chExt cx="1244833" cy="1020397"/>
                          </a:xfrm>
                        </p:grpSpPr>
                        <p:sp>
                          <p:nvSpPr>
                            <p:cNvPr id="10946" name="Google Shape;10946;p67"/>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7"/>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7"/>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7"/>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7"/>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7"/>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7"/>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3" name="Google Shape;10953;p67"/>
                            <p:cNvGrpSpPr/>
                            <p:nvPr/>
                          </p:nvGrpSpPr>
                          <p:grpSpPr>
                            <a:xfrm>
                              <a:off x="4579164" y="3203653"/>
                              <a:ext cx="1244833" cy="1020397"/>
                              <a:chOff x="4579164" y="3203653"/>
                              <a:chExt cx="1244833" cy="1020397"/>
                            </a:xfrm>
                          </p:grpSpPr>
                          <p:sp>
                            <p:nvSpPr>
                              <p:cNvPr id="10954" name="Google Shape;10954;p67"/>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7"/>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7"/>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7"/>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7"/>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7"/>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7"/>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7"/>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7"/>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7"/>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7"/>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7"/>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7"/>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7" name="Google Shape;10967;p67"/>
                              <p:cNvGrpSpPr/>
                              <p:nvPr/>
                            </p:nvGrpSpPr>
                            <p:grpSpPr>
                              <a:xfrm>
                                <a:off x="4579164" y="3203653"/>
                                <a:ext cx="1244833" cy="1020397"/>
                                <a:chOff x="4579164" y="3203653"/>
                                <a:chExt cx="1244833" cy="1020397"/>
                              </a:xfrm>
                            </p:grpSpPr>
                            <p:sp>
                              <p:nvSpPr>
                                <p:cNvPr id="10968" name="Google Shape;10968;p67"/>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7"/>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7"/>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7"/>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7"/>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7"/>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7"/>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5" name="Google Shape;10975;p67"/>
                                <p:cNvGrpSpPr/>
                                <p:nvPr/>
                              </p:nvGrpSpPr>
                              <p:grpSpPr>
                                <a:xfrm>
                                  <a:off x="4579164" y="3203653"/>
                                  <a:ext cx="1244833" cy="1020397"/>
                                  <a:chOff x="4579164" y="3203653"/>
                                  <a:chExt cx="1244833" cy="1020397"/>
                                </a:xfrm>
                              </p:grpSpPr>
                              <p:sp>
                                <p:nvSpPr>
                                  <p:cNvPr id="10976" name="Google Shape;10976;p67"/>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7"/>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7"/>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7"/>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7"/>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1" name="Google Shape;10981;p67"/>
                                  <p:cNvGrpSpPr/>
                                  <p:nvPr/>
                                </p:nvGrpSpPr>
                                <p:grpSpPr>
                                  <a:xfrm>
                                    <a:off x="4579164" y="3203653"/>
                                    <a:ext cx="1244833" cy="1020397"/>
                                    <a:chOff x="4579164" y="3203653"/>
                                    <a:chExt cx="1244833" cy="1020397"/>
                                  </a:xfrm>
                                </p:grpSpPr>
                                <p:sp>
                                  <p:nvSpPr>
                                    <p:cNvPr id="10982" name="Google Shape;10982;p67"/>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7"/>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7"/>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7"/>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0986" name="Google Shape;10986;p67"/>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7"/>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7"/>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989" name="Google Shape;10989;p67"/>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0990" name="Google Shape;10990;p67"/>
              <p:cNvGrpSpPr/>
              <p:nvPr/>
            </p:nvGrpSpPr>
            <p:grpSpPr>
              <a:xfrm>
                <a:off x="4595437" y="3598775"/>
                <a:ext cx="37776" cy="32451"/>
                <a:chOff x="4595437" y="3598775"/>
                <a:chExt cx="37776" cy="32451"/>
              </a:xfrm>
            </p:grpSpPr>
            <p:sp>
              <p:nvSpPr>
                <p:cNvPr id="10991" name="Google Shape;10991;p67"/>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7"/>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3" name="Google Shape;10993;p67"/>
              <p:cNvGrpSpPr/>
              <p:nvPr/>
            </p:nvGrpSpPr>
            <p:grpSpPr>
              <a:xfrm>
                <a:off x="4641864" y="3524443"/>
                <a:ext cx="37776" cy="32380"/>
                <a:chOff x="4641864" y="3524443"/>
                <a:chExt cx="37776" cy="32380"/>
              </a:xfrm>
            </p:grpSpPr>
            <p:sp>
              <p:nvSpPr>
                <p:cNvPr id="10994" name="Google Shape;10994;p67"/>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7"/>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6" name="Google Shape;10996;p67"/>
              <p:cNvGrpSpPr/>
              <p:nvPr/>
            </p:nvGrpSpPr>
            <p:grpSpPr>
              <a:xfrm>
                <a:off x="4648431" y="3893901"/>
                <a:ext cx="37776" cy="32357"/>
                <a:chOff x="4648431" y="3893901"/>
                <a:chExt cx="37776" cy="32357"/>
              </a:xfrm>
            </p:grpSpPr>
            <p:sp>
              <p:nvSpPr>
                <p:cNvPr id="10997" name="Google Shape;10997;p67"/>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7"/>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9" name="Google Shape;10999;p67"/>
              <p:cNvGrpSpPr/>
              <p:nvPr/>
            </p:nvGrpSpPr>
            <p:grpSpPr>
              <a:xfrm>
                <a:off x="4567752" y="3722908"/>
                <a:ext cx="37870" cy="32380"/>
                <a:chOff x="4567752" y="3722908"/>
                <a:chExt cx="37870" cy="32380"/>
              </a:xfrm>
            </p:grpSpPr>
            <p:sp>
              <p:nvSpPr>
                <p:cNvPr id="11000" name="Google Shape;11000;p67"/>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7"/>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2" name="Google Shape;11002;p67"/>
              <p:cNvGrpSpPr/>
              <p:nvPr/>
            </p:nvGrpSpPr>
            <p:grpSpPr>
              <a:xfrm>
                <a:off x="4617506" y="3652052"/>
                <a:ext cx="37783" cy="32357"/>
                <a:chOff x="4617506" y="3652052"/>
                <a:chExt cx="37783" cy="32357"/>
              </a:xfrm>
            </p:grpSpPr>
            <p:sp>
              <p:nvSpPr>
                <p:cNvPr id="11003" name="Google Shape;11003;p67"/>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7"/>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5" name="Google Shape;11005;p67"/>
              <p:cNvGrpSpPr/>
              <p:nvPr/>
            </p:nvGrpSpPr>
            <p:grpSpPr>
              <a:xfrm>
                <a:off x="4739005" y="3554149"/>
                <a:ext cx="37870" cy="32357"/>
                <a:chOff x="4739005" y="3554149"/>
                <a:chExt cx="37870" cy="32357"/>
              </a:xfrm>
            </p:grpSpPr>
            <p:sp>
              <p:nvSpPr>
                <p:cNvPr id="11006" name="Google Shape;11006;p67"/>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7"/>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8" name="Google Shape;11008;p67"/>
              <p:cNvGrpSpPr/>
              <p:nvPr/>
            </p:nvGrpSpPr>
            <p:grpSpPr>
              <a:xfrm>
                <a:off x="4806557" y="3630258"/>
                <a:ext cx="37776" cy="32364"/>
                <a:chOff x="4806557" y="3630258"/>
                <a:chExt cx="37776" cy="32364"/>
              </a:xfrm>
            </p:grpSpPr>
            <p:sp>
              <p:nvSpPr>
                <p:cNvPr id="11009" name="Google Shape;11009;p67"/>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7"/>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1" name="Google Shape;11011;p67"/>
              <p:cNvGrpSpPr/>
              <p:nvPr/>
            </p:nvGrpSpPr>
            <p:grpSpPr>
              <a:xfrm>
                <a:off x="4737007" y="4004357"/>
                <a:ext cx="37870" cy="32357"/>
                <a:chOff x="4737007" y="4004357"/>
                <a:chExt cx="37870" cy="32357"/>
              </a:xfrm>
            </p:grpSpPr>
            <p:sp>
              <p:nvSpPr>
                <p:cNvPr id="11012" name="Google Shape;11012;p67"/>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7"/>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4" name="Google Shape;11014;p67"/>
              <p:cNvGrpSpPr/>
              <p:nvPr/>
            </p:nvGrpSpPr>
            <p:grpSpPr>
              <a:xfrm>
                <a:off x="4773634" y="4208627"/>
                <a:ext cx="37776" cy="32357"/>
                <a:chOff x="4773634" y="4208627"/>
                <a:chExt cx="37776" cy="32357"/>
              </a:xfrm>
            </p:grpSpPr>
            <p:sp>
              <p:nvSpPr>
                <p:cNvPr id="11015" name="Google Shape;11015;p67"/>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7"/>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7" name="Google Shape;11017;p67"/>
              <p:cNvGrpSpPr/>
              <p:nvPr/>
            </p:nvGrpSpPr>
            <p:grpSpPr>
              <a:xfrm>
                <a:off x="4888282" y="4074764"/>
                <a:ext cx="37776" cy="32451"/>
                <a:chOff x="4888282" y="4074764"/>
                <a:chExt cx="37776" cy="32451"/>
              </a:xfrm>
            </p:grpSpPr>
            <p:sp>
              <p:nvSpPr>
                <p:cNvPr id="11018" name="Google Shape;11018;p67"/>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7"/>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0" name="Google Shape;11020;p67"/>
              <p:cNvGrpSpPr/>
              <p:nvPr/>
            </p:nvGrpSpPr>
            <p:grpSpPr>
              <a:xfrm>
                <a:off x="4901315" y="3804271"/>
                <a:ext cx="37776" cy="32364"/>
                <a:chOff x="4901315" y="3804271"/>
                <a:chExt cx="37776" cy="32364"/>
              </a:xfrm>
            </p:grpSpPr>
            <p:sp>
              <p:nvSpPr>
                <p:cNvPr id="11021" name="Google Shape;11021;p67"/>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7"/>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3" name="Google Shape;11023;p67"/>
              <p:cNvGrpSpPr/>
              <p:nvPr/>
            </p:nvGrpSpPr>
            <p:grpSpPr>
              <a:xfrm>
                <a:off x="4866394" y="3715035"/>
                <a:ext cx="37846" cy="32357"/>
                <a:chOff x="4866394" y="3715035"/>
                <a:chExt cx="37846" cy="32357"/>
              </a:xfrm>
            </p:grpSpPr>
            <p:sp>
              <p:nvSpPr>
                <p:cNvPr id="11024" name="Google Shape;11024;p67"/>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7"/>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6" name="Google Shape;11026;p67"/>
              <p:cNvGrpSpPr/>
              <p:nvPr/>
            </p:nvGrpSpPr>
            <p:grpSpPr>
              <a:xfrm>
                <a:off x="4979233" y="3839798"/>
                <a:ext cx="37878" cy="32420"/>
                <a:chOff x="4979233" y="3839798"/>
                <a:chExt cx="37878" cy="32420"/>
              </a:xfrm>
            </p:grpSpPr>
            <p:sp>
              <p:nvSpPr>
                <p:cNvPr id="11027" name="Google Shape;11027;p67"/>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7"/>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9" name="Google Shape;11029;p67"/>
              <p:cNvGrpSpPr/>
              <p:nvPr/>
            </p:nvGrpSpPr>
            <p:grpSpPr>
              <a:xfrm>
                <a:off x="4790662" y="3679147"/>
                <a:ext cx="37783" cy="32380"/>
                <a:chOff x="4790662" y="3679147"/>
                <a:chExt cx="37783" cy="32380"/>
              </a:xfrm>
            </p:grpSpPr>
            <p:sp>
              <p:nvSpPr>
                <p:cNvPr id="11030" name="Google Shape;11030;p67"/>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7"/>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2" name="Google Shape;11032;p67"/>
              <p:cNvGrpSpPr/>
              <p:nvPr/>
            </p:nvGrpSpPr>
            <p:grpSpPr>
              <a:xfrm>
                <a:off x="4857263" y="3557861"/>
                <a:ext cx="37776" cy="32357"/>
                <a:chOff x="4857263" y="3557861"/>
                <a:chExt cx="37776" cy="32357"/>
              </a:xfrm>
            </p:grpSpPr>
            <p:sp>
              <p:nvSpPr>
                <p:cNvPr id="11033" name="Google Shape;11033;p67"/>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7"/>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5" name="Google Shape;11035;p67"/>
              <p:cNvGrpSpPr/>
              <p:nvPr/>
            </p:nvGrpSpPr>
            <p:grpSpPr>
              <a:xfrm>
                <a:off x="4883902" y="3648033"/>
                <a:ext cx="37783" cy="32380"/>
                <a:chOff x="4883902" y="3648033"/>
                <a:chExt cx="37783" cy="32380"/>
              </a:xfrm>
            </p:grpSpPr>
            <p:sp>
              <p:nvSpPr>
                <p:cNvPr id="11036" name="Google Shape;11036;p67"/>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7"/>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8" name="Google Shape;11038;p67"/>
              <p:cNvGrpSpPr/>
              <p:nvPr/>
            </p:nvGrpSpPr>
            <p:grpSpPr>
              <a:xfrm>
                <a:off x="4907780" y="3347220"/>
                <a:ext cx="37878" cy="32357"/>
                <a:chOff x="4907780" y="3347220"/>
                <a:chExt cx="37878" cy="32357"/>
              </a:xfrm>
            </p:grpSpPr>
            <p:sp>
              <p:nvSpPr>
                <p:cNvPr id="11039" name="Google Shape;11039;p67"/>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7"/>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1" name="Google Shape;11041;p67"/>
              <p:cNvGrpSpPr/>
              <p:nvPr/>
            </p:nvGrpSpPr>
            <p:grpSpPr>
              <a:xfrm>
                <a:off x="5065048" y="3738150"/>
                <a:ext cx="37783" cy="32364"/>
                <a:chOff x="5065048" y="3738150"/>
                <a:chExt cx="37783" cy="32364"/>
              </a:xfrm>
            </p:grpSpPr>
            <p:sp>
              <p:nvSpPr>
                <p:cNvPr id="11042" name="Google Shape;11042;p67"/>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7"/>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4" name="Google Shape;11044;p67"/>
              <p:cNvGrpSpPr/>
              <p:nvPr/>
            </p:nvGrpSpPr>
            <p:grpSpPr>
              <a:xfrm>
                <a:off x="5071616" y="3284615"/>
                <a:ext cx="37783" cy="32357"/>
                <a:chOff x="5071616" y="3284615"/>
                <a:chExt cx="37783" cy="32357"/>
              </a:xfrm>
            </p:grpSpPr>
            <p:sp>
              <p:nvSpPr>
                <p:cNvPr id="11045" name="Google Shape;11045;p67"/>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7"/>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7" name="Google Shape;11047;p67"/>
              <p:cNvGrpSpPr/>
              <p:nvPr/>
            </p:nvGrpSpPr>
            <p:grpSpPr>
              <a:xfrm>
                <a:off x="5389291" y="3759921"/>
                <a:ext cx="37783" cy="32380"/>
                <a:chOff x="5389291" y="3759921"/>
                <a:chExt cx="37783" cy="32380"/>
              </a:xfrm>
            </p:grpSpPr>
            <p:sp>
              <p:nvSpPr>
                <p:cNvPr id="11048" name="Google Shape;11048;p67"/>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7"/>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0" name="Google Shape;11050;p67"/>
              <p:cNvGrpSpPr/>
              <p:nvPr/>
            </p:nvGrpSpPr>
            <p:grpSpPr>
              <a:xfrm>
                <a:off x="5431534" y="3632932"/>
                <a:ext cx="37878" cy="32451"/>
                <a:chOff x="5431534" y="3632932"/>
                <a:chExt cx="37878" cy="32451"/>
              </a:xfrm>
            </p:grpSpPr>
            <p:sp>
              <p:nvSpPr>
                <p:cNvPr id="11051" name="Google Shape;11051;p67"/>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7"/>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3" name="Google Shape;11053;p67"/>
              <p:cNvGrpSpPr/>
              <p:nvPr/>
            </p:nvGrpSpPr>
            <p:grpSpPr>
              <a:xfrm>
                <a:off x="5540755" y="3544829"/>
                <a:ext cx="37783" cy="32357"/>
                <a:chOff x="5540755" y="3544829"/>
                <a:chExt cx="37783" cy="32357"/>
              </a:xfrm>
            </p:grpSpPr>
            <p:sp>
              <p:nvSpPr>
                <p:cNvPr id="11054" name="Google Shape;11054;p67"/>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7"/>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6" name="Google Shape;11056;p67"/>
              <p:cNvGrpSpPr/>
              <p:nvPr/>
            </p:nvGrpSpPr>
            <p:grpSpPr>
              <a:xfrm>
                <a:off x="5579293" y="3412107"/>
                <a:ext cx="37776" cy="32357"/>
                <a:chOff x="5579293" y="3412107"/>
                <a:chExt cx="37776" cy="32357"/>
              </a:xfrm>
            </p:grpSpPr>
            <p:sp>
              <p:nvSpPr>
                <p:cNvPr id="11057" name="Google Shape;11057;p67"/>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7"/>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9" name="Google Shape;11059;p67"/>
              <p:cNvGrpSpPr/>
              <p:nvPr/>
            </p:nvGrpSpPr>
            <p:grpSpPr>
              <a:xfrm>
                <a:off x="5801346" y="3284615"/>
                <a:ext cx="37783" cy="32357"/>
                <a:chOff x="5801346" y="3284615"/>
                <a:chExt cx="37783" cy="32357"/>
              </a:xfrm>
            </p:grpSpPr>
            <p:sp>
              <p:nvSpPr>
                <p:cNvPr id="11060" name="Google Shape;11060;p67"/>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7"/>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2" name="Google Shape;11062;p67"/>
              <p:cNvGrpSpPr/>
              <p:nvPr/>
            </p:nvGrpSpPr>
            <p:grpSpPr>
              <a:xfrm>
                <a:off x="5763578" y="3399067"/>
                <a:ext cx="37776" cy="32364"/>
                <a:chOff x="5763578" y="3399067"/>
                <a:chExt cx="37776" cy="32364"/>
              </a:xfrm>
            </p:grpSpPr>
            <p:sp>
              <p:nvSpPr>
                <p:cNvPr id="11063" name="Google Shape;11063;p67"/>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7"/>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5" name="Google Shape;11065;p67"/>
              <p:cNvGrpSpPr/>
              <p:nvPr/>
            </p:nvGrpSpPr>
            <p:grpSpPr>
              <a:xfrm>
                <a:off x="5395858" y="3230952"/>
                <a:ext cx="37776" cy="32364"/>
                <a:chOff x="5395858" y="3230952"/>
                <a:chExt cx="37776" cy="32364"/>
              </a:xfrm>
            </p:grpSpPr>
            <p:sp>
              <p:nvSpPr>
                <p:cNvPr id="11066" name="Google Shape;11066;p67"/>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7"/>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8" name="Google Shape;11068;p67"/>
              <p:cNvGrpSpPr/>
              <p:nvPr/>
            </p:nvGrpSpPr>
            <p:grpSpPr>
              <a:xfrm>
                <a:off x="5264088" y="3188237"/>
                <a:ext cx="37776" cy="32357"/>
                <a:chOff x="5264088" y="3188237"/>
                <a:chExt cx="37776" cy="32357"/>
              </a:xfrm>
            </p:grpSpPr>
            <p:sp>
              <p:nvSpPr>
                <p:cNvPr id="11069" name="Google Shape;11069;p67"/>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7"/>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1" name="Google Shape;11071;p67"/>
              <p:cNvGrpSpPr/>
              <p:nvPr/>
            </p:nvGrpSpPr>
            <p:grpSpPr>
              <a:xfrm>
                <a:off x="5585758" y="3237425"/>
                <a:ext cx="37878" cy="32357"/>
                <a:chOff x="5585758" y="3237425"/>
                <a:chExt cx="37878" cy="32357"/>
              </a:xfrm>
            </p:grpSpPr>
            <p:sp>
              <p:nvSpPr>
                <p:cNvPr id="11072" name="Google Shape;11072;p67"/>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7"/>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4" name="Google Shape;11074;p67"/>
              <p:cNvGrpSpPr/>
              <p:nvPr/>
            </p:nvGrpSpPr>
            <p:grpSpPr>
              <a:xfrm>
                <a:off x="4874196" y="3291088"/>
                <a:ext cx="37878" cy="32451"/>
                <a:chOff x="4874196" y="3291088"/>
                <a:chExt cx="37878" cy="32451"/>
              </a:xfrm>
            </p:grpSpPr>
            <p:sp>
              <p:nvSpPr>
                <p:cNvPr id="11075" name="Google Shape;11075;p67"/>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7"/>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67"/>
              <p:cNvGrpSpPr/>
              <p:nvPr/>
            </p:nvGrpSpPr>
            <p:grpSpPr>
              <a:xfrm>
                <a:off x="5197770" y="3785466"/>
                <a:ext cx="37783" cy="32427"/>
                <a:chOff x="5197770" y="3785466"/>
                <a:chExt cx="37783" cy="32427"/>
              </a:xfrm>
            </p:grpSpPr>
            <p:sp>
              <p:nvSpPr>
                <p:cNvPr id="11078" name="Google Shape;11078;p67"/>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7"/>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0" name="Google Shape;11080;p67"/>
              <p:cNvGrpSpPr/>
              <p:nvPr/>
            </p:nvGrpSpPr>
            <p:grpSpPr>
              <a:xfrm>
                <a:off x="5177699" y="3492117"/>
                <a:ext cx="37776" cy="32357"/>
                <a:chOff x="5177699" y="3492117"/>
                <a:chExt cx="37776" cy="32357"/>
              </a:xfrm>
            </p:grpSpPr>
            <p:sp>
              <p:nvSpPr>
                <p:cNvPr id="11081" name="Google Shape;11081;p67"/>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7"/>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3" name="Google Shape;11083;p67"/>
              <p:cNvGrpSpPr/>
              <p:nvPr/>
            </p:nvGrpSpPr>
            <p:grpSpPr>
              <a:xfrm>
                <a:off x="5349431" y="3622346"/>
                <a:ext cx="37870" cy="32380"/>
                <a:chOff x="5349431" y="3622346"/>
                <a:chExt cx="37870" cy="32380"/>
              </a:xfrm>
            </p:grpSpPr>
            <p:sp>
              <p:nvSpPr>
                <p:cNvPr id="11084" name="Google Shape;11084;p67"/>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7"/>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67"/>
              <p:cNvGrpSpPr/>
              <p:nvPr/>
            </p:nvGrpSpPr>
            <p:grpSpPr>
              <a:xfrm>
                <a:off x="5068855" y="3563980"/>
                <a:ext cx="53954" cy="46223"/>
                <a:chOff x="5068855" y="3563980"/>
                <a:chExt cx="53954" cy="46223"/>
              </a:xfrm>
            </p:grpSpPr>
            <p:sp>
              <p:nvSpPr>
                <p:cNvPr id="11087" name="Google Shape;11087;p67"/>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7"/>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9" name="Google Shape;11089;p67"/>
              <p:cNvGrpSpPr/>
              <p:nvPr/>
            </p:nvGrpSpPr>
            <p:grpSpPr>
              <a:xfrm>
                <a:off x="5037654" y="3392507"/>
                <a:ext cx="37870" cy="32451"/>
                <a:chOff x="5037654" y="3392507"/>
                <a:chExt cx="37870" cy="32451"/>
              </a:xfrm>
            </p:grpSpPr>
            <p:sp>
              <p:nvSpPr>
                <p:cNvPr id="11090" name="Google Shape;11090;p67"/>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7"/>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2" name="Google Shape;11092;p67"/>
              <p:cNvGrpSpPr/>
              <p:nvPr/>
            </p:nvGrpSpPr>
            <p:grpSpPr>
              <a:xfrm>
                <a:off x="5456560" y="3368629"/>
                <a:ext cx="37870" cy="32451"/>
                <a:chOff x="5456560" y="3368629"/>
                <a:chExt cx="37870" cy="32451"/>
              </a:xfrm>
            </p:grpSpPr>
            <p:sp>
              <p:nvSpPr>
                <p:cNvPr id="11093" name="Google Shape;11093;p67"/>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7"/>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5" name="Google Shape;11095;p67"/>
              <p:cNvGrpSpPr/>
              <p:nvPr/>
            </p:nvGrpSpPr>
            <p:grpSpPr>
              <a:xfrm>
                <a:off x="4755749" y="3501516"/>
                <a:ext cx="46246" cy="39608"/>
                <a:chOff x="4755749" y="3501516"/>
                <a:chExt cx="46246" cy="39608"/>
              </a:xfrm>
            </p:grpSpPr>
            <p:sp>
              <p:nvSpPr>
                <p:cNvPr id="11096" name="Google Shape;11096;p67"/>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7"/>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8" name="Google Shape;11098;p67"/>
              <p:cNvGrpSpPr/>
              <p:nvPr/>
            </p:nvGrpSpPr>
            <p:grpSpPr>
              <a:xfrm>
                <a:off x="4681346" y="3485582"/>
                <a:ext cx="37783" cy="32427"/>
                <a:chOff x="4681346" y="3485582"/>
                <a:chExt cx="37783" cy="32427"/>
              </a:xfrm>
            </p:grpSpPr>
            <p:sp>
              <p:nvSpPr>
                <p:cNvPr id="11099" name="Google Shape;11099;p67"/>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7"/>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1" name="Google Shape;11101;p67"/>
              <p:cNvGrpSpPr/>
              <p:nvPr/>
            </p:nvGrpSpPr>
            <p:grpSpPr>
              <a:xfrm>
                <a:off x="4767067" y="3291088"/>
                <a:ext cx="37878" cy="32451"/>
                <a:chOff x="4767067" y="3291088"/>
                <a:chExt cx="37878" cy="32451"/>
              </a:xfrm>
            </p:grpSpPr>
            <p:sp>
              <p:nvSpPr>
                <p:cNvPr id="11102" name="Google Shape;11102;p67"/>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7"/>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4" name="Google Shape;11104;p67"/>
              <p:cNvGrpSpPr/>
              <p:nvPr/>
            </p:nvGrpSpPr>
            <p:grpSpPr>
              <a:xfrm>
                <a:off x="4687819" y="3405539"/>
                <a:ext cx="37776" cy="32451"/>
                <a:chOff x="4687819" y="3405539"/>
                <a:chExt cx="37776" cy="32451"/>
              </a:xfrm>
            </p:grpSpPr>
            <p:sp>
              <p:nvSpPr>
                <p:cNvPr id="11105" name="Google Shape;11105;p67"/>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7"/>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7" name="Google Shape;11107;p67"/>
              <p:cNvGrpSpPr/>
              <p:nvPr/>
            </p:nvGrpSpPr>
            <p:grpSpPr>
              <a:xfrm>
                <a:off x="4923101" y="3444809"/>
                <a:ext cx="52813" cy="45318"/>
                <a:chOff x="4923101" y="3444809"/>
                <a:chExt cx="52813" cy="45318"/>
              </a:xfrm>
            </p:grpSpPr>
            <p:sp>
              <p:nvSpPr>
                <p:cNvPr id="11108" name="Google Shape;11108;p67"/>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7"/>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0" name="Google Shape;11110;p67"/>
              <p:cNvGrpSpPr/>
              <p:nvPr/>
            </p:nvGrpSpPr>
            <p:grpSpPr>
              <a:xfrm>
                <a:off x="4846040" y="3654750"/>
                <a:ext cx="31405" cy="26993"/>
                <a:chOff x="4846040" y="3654750"/>
                <a:chExt cx="31405" cy="26993"/>
              </a:xfrm>
            </p:grpSpPr>
            <p:sp>
              <p:nvSpPr>
                <p:cNvPr id="11111" name="Google Shape;11111;p67"/>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7"/>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3" name="Google Shape;11113;p67"/>
              <p:cNvGrpSpPr/>
              <p:nvPr/>
            </p:nvGrpSpPr>
            <p:grpSpPr>
              <a:xfrm>
                <a:off x="4925673" y="3691700"/>
                <a:ext cx="40253" cy="34472"/>
                <a:chOff x="4925673" y="3691700"/>
                <a:chExt cx="40253" cy="34472"/>
              </a:xfrm>
            </p:grpSpPr>
            <p:sp>
              <p:nvSpPr>
                <p:cNvPr id="11114" name="Google Shape;11114;p67"/>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7"/>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6" name="Google Shape;11116;p67"/>
              <p:cNvGrpSpPr/>
              <p:nvPr/>
            </p:nvGrpSpPr>
            <p:grpSpPr>
              <a:xfrm>
                <a:off x="4894653" y="3740848"/>
                <a:ext cx="31405" cy="26906"/>
                <a:chOff x="4894653" y="3740848"/>
                <a:chExt cx="31405" cy="26906"/>
              </a:xfrm>
            </p:grpSpPr>
            <p:sp>
              <p:nvSpPr>
                <p:cNvPr id="11117" name="Google Shape;11117;p67"/>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7"/>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9" name="Google Shape;11119;p67"/>
              <p:cNvGrpSpPr/>
              <p:nvPr/>
            </p:nvGrpSpPr>
            <p:grpSpPr>
              <a:xfrm>
                <a:off x="4962300" y="3696348"/>
                <a:ext cx="38255" cy="32773"/>
                <a:chOff x="4962300" y="3696348"/>
                <a:chExt cx="38255" cy="32773"/>
              </a:xfrm>
            </p:grpSpPr>
            <p:sp>
              <p:nvSpPr>
                <p:cNvPr id="11120" name="Google Shape;11120;p67"/>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7"/>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2" name="Google Shape;11122;p67"/>
              <p:cNvGrpSpPr/>
              <p:nvPr/>
            </p:nvGrpSpPr>
            <p:grpSpPr>
              <a:xfrm>
                <a:off x="4980185" y="3743349"/>
                <a:ext cx="31499" cy="26969"/>
                <a:chOff x="4980185" y="3743349"/>
                <a:chExt cx="31499" cy="26969"/>
              </a:xfrm>
            </p:grpSpPr>
            <p:sp>
              <p:nvSpPr>
                <p:cNvPr id="11123" name="Google Shape;11123;p67"/>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7"/>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5" name="Google Shape;11125;p67"/>
              <p:cNvGrpSpPr/>
              <p:nvPr/>
            </p:nvGrpSpPr>
            <p:grpSpPr>
              <a:xfrm>
                <a:off x="5013768" y="3734312"/>
                <a:ext cx="31499" cy="26969"/>
                <a:chOff x="5013768" y="3734312"/>
                <a:chExt cx="31499" cy="26969"/>
              </a:xfrm>
            </p:grpSpPr>
            <p:sp>
              <p:nvSpPr>
                <p:cNvPr id="11126" name="Google Shape;11126;p67"/>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7"/>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8" name="Google Shape;11128;p67"/>
              <p:cNvGrpSpPr/>
              <p:nvPr/>
            </p:nvGrpSpPr>
            <p:grpSpPr>
              <a:xfrm>
                <a:off x="5036703" y="3764545"/>
                <a:ext cx="31499" cy="26898"/>
                <a:chOff x="5036703" y="3764545"/>
                <a:chExt cx="31499" cy="26898"/>
              </a:xfrm>
            </p:grpSpPr>
            <p:sp>
              <p:nvSpPr>
                <p:cNvPr id="11129" name="Google Shape;11129;p67"/>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7"/>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67"/>
              <p:cNvGrpSpPr/>
              <p:nvPr/>
            </p:nvGrpSpPr>
            <p:grpSpPr>
              <a:xfrm>
                <a:off x="4953546" y="3768352"/>
                <a:ext cx="31405" cy="26898"/>
                <a:chOff x="4953546" y="3768352"/>
                <a:chExt cx="31405" cy="26898"/>
              </a:xfrm>
            </p:grpSpPr>
            <p:sp>
              <p:nvSpPr>
                <p:cNvPr id="11132" name="Google Shape;11132;p67"/>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7"/>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4" name="Google Shape;11134;p67"/>
              <p:cNvGrpSpPr/>
              <p:nvPr/>
            </p:nvGrpSpPr>
            <p:grpSpPr>
              <a:xfrm>
                <a:off x="4964770" y="3814016"/>
                <a:ext cx="31499" cy="26993"/>
                <a:chOff x="4964770" y="3814016"/>
                <a:chExt cx="31499" cy="26993"/>
              </a:xfrm>
            </p:grpSpPr>
            <p:sp>
              <p:nvSpPr>
                <p:cNvPr id="11135" name="Google Shape;11135;p67"/>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7"/>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7" name="Google Shape;11137;p67"/>
              <p:cNvGrpSpPr/>
              <p:nvPr/>
            </p:nvGrpSpPr>
            <p:grpSpPr>
              <a:xfrm>
                <a:off x="4923290" y="3800504"/>
                <a:ext cx="31468" cy="26898"/>
                <a:chOff x="4923290" y="3800504"/>
                <a:chExt cx="31468" cy="26898"/>
              </a:xfrm>
            </p:grpSpPr>
            <p:sp>
              <p:nvSpPr>
                <p:cNvPr id="11138" name="Google Shape;11138;p67"/>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7"/>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0" name="Google Shape;11140;p67"/>
              <p:cNvGrpSpPr/>
              <p:nvPr/>
            </p:nvGrpSpPr>
            <p:grpSpPr>
              <a:xfrm>
                <a:off x="5108534" y="3650943"/>
                <a:ext cx="31405" cy="26993"/>
                <a:chOff x="5108534" y="3650943"/>
                <a:chExt cx="31405" cy="26993"/>
              </a:xfrm>
            </p:grpSpPr>
            <p:sp>
              <p:nvSpPr>
                <p:cNvPr id="11141" name="Google Shape;11141;p67"/>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7"/>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3" name="Google Shape;11143;p67"/>
              <p:cNvGrpSpPr/>
              <p:nvPr/>
            </p:nvGrpSpPr>
            <p:grpSpPr>
              <a:xfrm>
                <a:off x="5119380" y="3760739"/>
                <a:ext cx="31499" cy="26993"/>
                <a:chOff x="5119380" y="3760739"/>
                <a:chExt cx="31499" cy="26993"/>
              </a:xfrm>
            </p:grpSpPr>
            <p:sp>
              <p:nvSpPr>
                <p:cNvPr id="11144" name="Google Shape;11144;p67"/>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7"/>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6" name="Google Shape;11146;p67"/>
              <p:cNvGrpSpPr/>
              <p:nvPr/>
            </p:nvGrpSpPr>
            <p:grpSpPr>
              <a:xfrm>
                <a:off x="5119380" y="3788235"/>
                <a:ext cx="31499" cy="26993"/>
                <a:chOff x="5119380" y="3788235"/>
                <a:chExt cx="31499" cy="26993"/>
              </a:xfrm>
            </p:grpSpPr>
            <p:sp>
              <p:nvSpPr>
                <p:cNvPr id="11147" name="Google Shape;11147;p67"/>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7"/>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9" name="Google Shape;11149;p67"/>
              <p:cNvGrpSpPr/>
              <p:nvPr/>
            </p:nvGrpSpPr>
            <p:grpSpPr>
              <a:xfrm>
                <a:off x="5158005" y="3875284"/>
                <a:ext cx="31405" cy="27001"/>
                <a:chOff x="5158005" y="3875284"/>
                <a:chExt cx="31405" cy="27001"/>
              </a:xfrm>
            </p:grpSpPr>
            <p:sp>
              <p:nvSpPr>
                <p:cNvPr id="11150" name="Google Shape;11150;p67"/>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7"/>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2" name="Google Shape;11152;p67"/>
              <p:cNvGrpSpPr/>
              <p:nvPr/>
            </p:nvGrpSpPr>
            <p:grpSpPr>
              <a:xfrm>
                <a:off x="5233163" y="3764545"/>
                <a:ext cx="31499" cy="26898"/>
                <a:chOff x="5233163" y="3764545"/>
                <a:chExt cx="31499" cy="26898"/>
              </a:xfrm>
            </p:grpSpPr>
            <p:sp>
              <p:nvSpPr>
                <p:cNvPr id="11153" name="Google Shape;11153;p67"/>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7"/>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5" name="Google Shape;11155;p67"/>
              <p:cNvGrpSpPr/>
              <p:nvPr/>
            </p:nvGrpSpPr>
            <p:grpSpPr>
              <a:xfrm>
                <a:off x="5276168" y="3805545"/>
                <a:ext cx="31499" cy="26906"/>
                <a:chOff x="5276168" y="3805545"/>
                <a:chExt cx="31499" cy="26906"/>
              </a:xfrm>
            </p:grpSpPr>
            <p:sp>
              <p:nvSpPr>
                <p:cNvPr id="11156" name="Google Shape;11156;p67"/>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7"/>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8" name="Google Shape;11158;p67"/>
              <p:cNvGrpSpPr/>
              <p:nvPr/>
            </p:nvGrpSpPr>
            <p:grpSpPr>
              <a:xfrm>
                <a:off x="5294053" y="3851933"/>
                <a:ext cx="31405" cy="26945"/>
                <a:chOff x="5294053" y="3851933"/>
                <a:chExt cx="31405" cy="26945"/>
              </a:xfrm>
            </p:grpSpPr>
            <p:sp>
              <p:nvSpPr>
                <p:cNvPr id="11159" name="Google Shape;11159;p67"/>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7"/>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1" name="Google Shape;11161;p67"/>
              <p:cNvGrpSpPr/>
              <p:nvPr/>
            </p:nvGrpSpPr>
            <p:grpSpPr>
              <a:xfrm>
                <a:off x="5341723" y="3851902"/>
                <a:ext cx="31405" cy="26977"/>
                <a:chOff x="5341723" y="3851902"/>
                <a:chExt cx="31405" cy="26977"/>
              </a:xfrm>
            </p:grpSpPr>
            <p:sp>
              <p:nvSpPr>
                <p:cNvPr id="11162" name="Google Shape;11162;p67"/>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7"/>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4" name="Google Shape;11164;p67"/>
              <p:cNvGrpSpPr/>
              <p:nvPr/>
            </p:nvGrpSpPr>
            <p:grpSpPr>
              <a:xfrm>
                <a:off x="5054871" y="3507855"/>
                <a:ext cx="31405" cy="26993"/>
                <a:chOff x="5054871" y="3507855"/>
                <a:chExt cx="31405" cy="26993"/>
              </a:xfrm>
            </p:grpSpPr>
            <p:sp>
              <p:nvSpPr>
                <p:cNvPr id="11165" name="Google Shape;11165;p67"/>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7"/>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7" name="Google Shape;11167;p67"/>
              <p:cNvGrpSpPr/>
              <p:nvPr/>
            </p:nvGrpSpPr>
            <p:grpSpPr>
              <a:xfrm>
                <a:off x="4876579" y="3675325"/>
                <a:ext cx="31405" cy="26969"/>
                <a:chOff x="4876579" y="3675325"/>
                <a:chExt cx="31405" cy="26969"/>
              </a:xfrm>
            </p:grpSpPr>
            <p:sp>
              <p:nvSpPr>
                <p:cNvPr id="11168" name="Google Shape;11168;p67"/>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7"/>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0" name="Google Shape;11170;p67"/>
              <p:cNvGrpSpPr/>
              <p:nvPr/>
            </p:nvGrpSpPr>
            <p:grpSpPr>
              <a:xfrm>
                <a:off x="4842233" y="3688333"/>
                <a:ext cx="31405" cy="26993"/>
                <a:chOff x="4842233" y="3688333"/>
                <a:chExt cx="31405" cy="26993"/>
              </a:xfrm>
            </p:grpSpPr>
            <p:sp>
              <p:nvSpPr>
                <p:cNvPr id="11171" name="Google Shape;11171;p67"/>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7"/>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3" name="Google Shape;11173;p67"/>
              <p:cNvGrpSpPr/>
              <p:nvPr/>
            </p:nvGrpSpPr>
            <p:grpSpPr>
              <a:xfrm>
                <a:off x="5187876" y="3608032"/>
                <a:ext cx="31405" cy="27001"/>
                <a:chOff x="5187876" y="3608032"/>
                <a:chExt cx="31405" cy="27001"/>
              </a:xfrm>
            </p:grpSpPr>
            <p:sp>
              <p:nvSpPr>
                <p:cNvPr id="11174" name="Google Shape;11174;p67"/>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7"/>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76" name="Google Shape;11176;p67"/>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7"/>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8" name="Google Shape;11178;p67"/>
              <p:cNvGrpSpPr/>
              <p:nvPr/>
            </p:nvGrpSpPr>
            <p:grpSpPr>
              <a:xfrm>
                <a:off x="5269224" y="3304167"/>
                <a:ext cx="40253" cy="34402"/>
                <a:chOff x="5269224" y="3304167"/>
                <a:chExt cx="40253" cy="34402"/>
              </a:xfrm>
            </p:grpSpPr>
            <p:sp>
              <p:nvSpPr>
                <p:cNvPr id="11179" name="Google Shape;11179;p67"/>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7"/>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1" name="Google Shape;11181;p67"/>
              <p:cNvGrpSpPr/>
              <p:nvPr/>
            </p:nvGrpSpPr>
            <p:grpSpPr>
              <a:xfrm>
                <a:off x="5327354" y="3476615"/>
                <a:ext cx="49864" cy="42723"/>
                <a:chOff x="5327354" y="3476615"/>
                <a:chExt cx="49864" cy="42723"/>
              </a:xfrm>
            </p:grpSpPr>
            <p:sp>
              <p:nvSpPr>
                <p:cNvPr id="11182" name="Google Shape;11182;p67"/>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7"/>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4" name="Google Shape;11184;p67"/>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7"/>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6" name="Google Shape;11186;p67"/>
              <p:cNvGrpSpPr/>
              <p:nvPr/>
            </p:nvGrpSpPr>
            <p:grpSpPr>
              <a:xfrm>
                <a:off x="5341723" y="3775957"/>
                <a:ext cx="31405" cy="26898"/>
                <a:chOff x="5341723" y="3775957"/>
                <a:chExt cx="31405" cy="26898"/>
              </a:xfrm>
            </p:grpSpPr>
            <p:sp>
              <p:nvSpPr>
                <p:cNvPr id="11187" name="Google Shape;11187;p67"/>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7"/>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9" name="Google Shape;11189;p67"/>
              <p:cNvGrpSpPr/>
              <p:nvPr/>
            </p:nvGrpSpPr>
            <p:grpSpPr>
              <a:xfrm>
                <a:off x="5439053" y="3699274"/>
                <a:ext cx="31405" cy="26898"/>
                <a:chOff x="5439053" y="3699274"/>
                <a:chExt cx="31405" cy="26898"/>
              </a:xfrm>
            </p:grpSpPr>
            <p:sp>
              <p:nvSpPr>
                <p:cNvPr id="11190" name="Google Shape;11190;p67"/>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7"/>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2" name="Google Shape;11192;p67"/>
              <p:cNvGrpSpPr/>
              <p:nvPr/>
            </p:nvGrpSpPr>
            <p:grpSpPr>
              <a:xfrm>
                <a:off x="5412414" y="3622307"/>
                <a:ext cx="31499" cy="26993"/>
                <a:chOff x="5412414" y="3622307"/>
                <a:chExt cx="31499" cy="26993"/>
              </a:xfrm>
            </p:grpSpPr>
            <p:sp>
              <p:nvSpPr>
                <p:cNvPr id="11193" name="Google Shape;11193;p67"/>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7"/>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67"/>
              <p:cNvGrpSpPr/>
              <p:nvPr/>
            </p:nvGrpSpPr>
            <p:grpSpPr>
              <a:xfrm>
                <a:off x="5476254" y="3473949"/>
                <a:ext cx="26835" cy="26930"/>
                <a:chOff x="5476254" y="3473949"/>
                <a:chExt cx="26835" cy="26930"/>
              </a:xfrm>
            </p:grpSpPr>
            <p:sp>
              <p:nvSpPr>
                <p:cNvPr id="11196" name="Google Shape;11196;p67"/>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7"/>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8" name="Google Shape;11198;p67"/>
              <p:cNvGrpSpPr/>
              <p:nvPr/>
            </p:nvGrpSpPr>
            <p:grpSpPr>
              <a:xfrm>
                <a:off x="5564547" y="3481594"/>
                <a:ext cx="31397" cy="26898"/>
                <a:chOff x="5564547" y="3481594"/>
                <a:chExt cx="31397" cy="26898"/>
              </a:xfrm>
            </p:grpSpPr>
            <p:sp>
              <p:nvSpPr>
                <p:cNvPr id="11199" name="Google Shape;11199;p67"/>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7"/>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67"/>
              <p:cNvGrpSpPr/>
              <p:nvPr/>
            </p:nvGrpSpPr>
            <p:grpSpPr>
              <a:xfrm>
                <a:off x="5534101" y="3470174"/>
                <a:ext cx="31397" cy="26906"/>
                <a:chOff x="5534101" y="3470174"/>
                <a:chExt cx="31397" cy="26906"/>
              </a:xfrm>
            </p:grpSpPr>
            <p:sp>
              <p:nvSpPr>
                <p:cNvPr id="11202" name="Google Shape;11202;p67"/>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7"/>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4" name="Google Shape;11204;p67"/>
              <p:cNvGrpSpPr/>
              <p:nvPr/>
            </p:nvGrpSpPr>
            <p:grpSpPr>
              <a:xfrm>
                <a:off x="5610879" y="3314486"/>
                <a:ext cx="31499" cy="26938"/>
                <a:chOff x="5610879" y="3314486"/>
                <a:chExt cx="31499" cy="26938"/>
              </a:xfrm>
            </p:grpSpPr>
            <p:sp>
              <p:nvSpPr>
                <p:cNvPr id="11205" name="Google Shape;11205;p67"/>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7"/>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7" name="Google Shape;11207;p67"/>
              <p:cNvGrpSpPr/>
              <p:nvPr/>
            </p:nvGrpSpPr>
            <p:grpSpPr>
              <a:xfrm>
                <a:off x="4834525" y="3501382"/>
                <a:ext cx="31499" cy="26898"/>
                <a:chOff x="4834525" y="3501382"/>
                <a:chExt cx="31499" cy="26898"/>
              </a:xfrm>
            </p:grpSpPr>
            <p:sp>
              <p:nvSpPr>
                <p:cNvPr id="11208" name="Google Shape;11208;p67"/>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7"/>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0" name="Google Shape;11210;p67"/>
              <p:cNvGrpSpPr/>
              <p:nvPr/>
            </p:nvGrpSpPr>
            <p:grpSpPr>
              <a:xfrm>
                <a:off x="4898460" y="3580158"/>
                <a:ext cx="31405" cy="26898"/>
                <a:chOff x="4898460" y="3580158"/>
                <a:chExt cx="31405" cy="26898"/>
              </a:xfrm>
            </p:grpSpPr>
            <p:sp>
              <p:nvSpPr>
                <p:cNvPr id="11211" name="Google Shape;11211;p67"/>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7"/>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3" name="Google Shape;11213;p67"/>
              <p:cNvGrpSpPr/>
              <p:nvPr/>
            </p:nvGrpSpPr>
            <p:grpSpPr>
              <a:xfrm>
                <a:off x="4882667" y="3608032"/>
                <a:ext cx="31499" cy="27001"/>
                <a:chOff x="4882667" y="3608032"/>
                <a:chExt cx="31499" cy="27001"/>
              </a:xfrm>
            </p:grpSpPr>
            <p:sp>
              <p:nvSpPr>
                <p:cNvPr id="11214" name="Google Shape;11214;p67"/>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7"/>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6" name="Google Shape;11216;p67"/>
              <p:cNvGrpSpPr/>
              <p:nvPr/>
            </p:nvGrpSpPr>
            <p:grpSpPr>
              <a:xfrm>
                <a:off x="4843373" y="3631407"/>
                <a:ext cx="16273" cy="16186"/>
                <a:chOff x="4843373" y="3631407"/>
                <a:chExt cx="16273" cy="16186"/>
              </a:xfrm>
            </p:grpSpPr>
            <p:sp>
              <p:nvSpPr>
                <p:cNvPr id="11217" name="Google Shape;11217;p67"/>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7"/>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9" name="Google Shape;11219;p67"/>
              <p:cNvGrpSpPr/>
              <p:nvPr/>
            </p:nvGrpSpPr>
            <p:grpSpPr>
              <a:xfrm>
                <a:off x="4727773" y="3591578"/>
                <a:ext cx="31499" cy="26898"/>
                <a:chOff x="4727773" y="3591578"/>
                <a:chExt cx="31499" cy="26898"/>
              </a:xfrm>
            </p:grpSpPr>
            <p:sp>
              <p:nvSpPr>
                <p:cNvPr id="11220" name="Google Shape;11220;p67"/>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7"/>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2" name="Google Shape;11222;p67"/>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7"/>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4" name="Google Shape;11224;p67"/>
              <p:cNvGrpSpPr/>
              <p:nvPr/>
            </p:nvGrpSpPr>
            <p:grpSpPr>
              <a:xfrm>
                <a:off x="4609421" y="3577398"/>
                <a:ext cx="31499" cy="27001"/>
                <a:chOff x="4609421" y="3577398"/>
                <a:chExt cx="31499" cy="27001"/>
              </a:xfrm>
            </p:grpSpPr>
            <p:sp>
              <p:nvSpPr>
                <p:cNvPr id="11225" name="Google Shape;11225;p67"/>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7"/>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7" name="Google Shape;11227;p67"/>
              <p:cNvGrpSpPr/>
              <p:nvPr/>
            </p:nvGrpSpPr>
            <p:grpSpPr>
              <a:xfrm>
                <a:off x="4649289" y="3577398"/>
                <a:ext cx="31499" cy="27001"/>
                <a:chOff x="4649289" y="3577398"/>
                <a:chExt cx="31499" cy="27001"/>
              </a:xfrm>
            </p:grpSpPr>
            <p:sp>
              <p:nvSpPr>
                <p:cNvPr id="11228" name="Google Shape;11228;p67"/>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7"/>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0" name="Google Shape;11230;p67"/>
              <p:cNvGrpSpPr/>
              <p:nvPr/>
            </p:nvGrpSpPr>
            <p:grpSpPr>
              <a:xfrm>
                <a:off x="4605614" y="3639523"/>
                <a:ext cx="31499" cy="26906"/>
                <a:chOff x="4605614" y="3639523"/>
                <a:chExt cx="31499" cy="26906"/>
              </a:xfrm>
            </p:grpSpPr>
            <p:sp>
              <p:nvSpPr>
                <p:cNvPr id="11231" name="Google Shape;11231;p67"/>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7"/>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3" name="Google Shape;11233;p67"/>
              <p:cNvGrpSpPr/>
              <p:nvPr/>
            </p:nvGrpSpPr>
            <p:grpSpPr>
              <a:xfrm>
                <a:off x="4785149" y="3618846"/>
                <a:ext cx="26930" cy="26843"/>
                <a:chOff x="4785149" y="3618846"/>
                <a:chExt cx="26930" cy="26843"/>
              </a:xfrm>
            </p:grpSpPr>
            <p:sp>
              <p:nvSpPr>
                <p:cNvPr id="11234" name="Google Shape;11234;p67"/>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7"/>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6" name="Google Shape;11236;p67"/>
              <p:cNvGrpSpPr/>
              <p:nvPr/>
            </p:nvGrpSpPr>
            <p:grpSpPr>
              <a:xfrm>
                <a:off x="4810167" y="3601567"/>
                <a:ext cx="31405" cy="26898"/>
                <a:chOff x="4810167" y="3601567"/>
                <a:chExt cx="31405" cy="26898"/>
              </a:xfrm>
            </p:grpSpPr>
            <p:sp>
              <p:nvSpPr>
                <p:cNvPr id="11237" name="Google Shape;11237;p67"/>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7"/>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9" name="Google Shape;11239;p67"/>
              <p:cNvGrpSpPr/>
              <p:nvPr/>
            </p:nvGrpSpPr>
            <p:grpSpPr>
              <a:xfrm>
                <a:off x="4831002" y="3373230"/>
                <a:ext cx="31405" cy="26898"/>
                <a:chOff x="4831002" y="3373230"/>
                <a:chExt cx="31405" cy="26898"/>
              </a:xfrm>
            </p:grpSpPr>
            <p:sp>
              <p:nvSpPr>
                <p:cNvPr id="11240" name="Google Shape;11240;p67"/>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7"/>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2" name="Google Shape;11242;p67"/>
              <p:cNvGrpSpPr/>
              <p:nvPr/>
            </p:nvGrpSpPr>
            <p:grpSpPr>
              <a:xfrm>
                <a:off x="4719311" y="3355054"/>
                <a:ext cx="31499" cy="27001"/>
                <a:chOff x="4719311" y="3355054"/>
                <a:chExt cx="31499" cy="27001"/>
              </a:xfrm>
            </p:grpSpPr>
            <p:sp>
              <p:nvSpPr>
                <p:cNvPr id="11243" name="Google Shape;11243;p67"/>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7"/>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5" name="Google Shape;11245;p67"/>
              <p:cNvGrpSpPr/>
              <p:nvPr/>
            </p:nvGrpSpPr>
            <p:grpSpPr>
              <a:xfrm>
                <a:off x="4798755" y="3450260"/>
                <a:ext cx="26930" cy="26930"/>
                <a:chOff x="4798755" y="3450260"/>
                <a:chExt cx="26930" cy="26930"/>
              </a:xfrm>
            </p:grpSpPr>
            <p:sp>
              <p:nvSpPr>
                <p:cNvPr id="11246" name="Google Shape;11246;p67"/>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7"/>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8" name="Google Shape;11248;p67"/>
              <p:cNvGrpSpPr/>
              <p:nvPr/>
            </p:nvGrpSpPr>
            <p:grpSpPr>
              <a:xfrm>
                <a:off x="4645576" y="3467555"/>
                <a:ext cx="31405" cy="26953"/>
                <a:chOff x="4645576" y="3467555"/>
                <a:chExt cx="31405" cy="26953"/>
              </a:xfrm>
            </p:grpSpPr>
            <p:sp>
              <p:nvSpPr>
                <p:cNvPr id="11249" name="Google Shape;11249;p67"/>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7"/>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1" name="Google Shape;11251;p67"/>
              <p:cNvGrpSpPr/>
              <p:nvPr/>
            </p:nvGrpSpPr>
            <p:grpSpPr>
              <a:xfrm>
                <a:off x="4687631" y="3583965"/>
                <a:ext cx="31499" cy="26898"/>
                <a:chOff x="4687631" y="3583965"/>
                <a:chExt cx="31499" cy="26898"/>
              </a:xfrm>
            </p:grpSpPr>
            <p:sp>
              <p:nvSpPr>
                <p:cNvPr id="11252" name="Google Shape;11252;p67"/>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7"/>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4" name="Google Shape;11254;p67"/>
              <p:cNvGrpSpPr/>
              <p:nvPr/>
            </p:nvGrpSpPr>
            <p:grpSpPr>
              <a:xfrm>
                <a:off x="4719311" y="3471314"/>
                <a:ext cx="31499" cy="27001"/>
                <a:chOff x="4719311" y="3471314"/>
                <a:chExt cx="31499" cy="27001"/>
              </a:xfrm>
            </p:grpSpPr>
            <p:sp>
              <p:nvSpPr>
                <p:cNvPr id="11255" name="Google Shape;11255;p67"/>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7"/>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7" name="Google Shape;11257;p67"/>
              <p:cNvGrpSpPr/>
              <p:nvPr/>
            </p:nvGrpSpPr>
            <p:grpSpPr>
              <a:xfrm>
                <a:off x="4719311" y="3434404"/>
                <a:ext cx="31499" cy="26898"/>
                <a:chOff x="4719311" y="3434404"/>
                <a:chExt cx="31499" cy="26898"/>
              </a:xfrm>
            </p:grpSpPr>
            <p:sp>
              <p:nvSpPr>
                <p:cNvPr id="11258" name="Google Shape;11258;p67"/>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7"/>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0" name="Google Shape;11260;p67"/>
              <p:cNvGrpSpPr/>
              <p:nvPr/>
            </p:nvGrpSpPr>
            <p:grpSpPr>
              <a:xfrm>
                <a:off x="4768876" y="3401772"/>
                <a:ext cx="31499" cy="26898"/>
                <a:chOff x="4768876" y="3401772"/>
                <a:chExt cx="31499" cy="26898"/>
              </a:xfrm>
            </p:grpSpPr>
            <p:sp>
              <p:nvSpPr>
                <p:cNvPr id="11261" name="Google Shape;11261;p67"/>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7"/>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3" name="Google Shape;11263;p67"/>
              <p:cNvGrpSpPr/>
              <p:nvPr/>
            </p:nvGrpSpPr>
            <p:grpSpPr>
              <a:xfrm>
                <a:off x="4762214" y="3471377"/>
                <a:ext cx="26938" cy="26938"/>
                <a:chOff x="4762214" y="3471377"/>
                <a:chExt cx="26938" cy="26938"/>
              </a:xfrm>
            </p:grpSpPr>
            <p:sp>
              <p:nvSpPr>
                <p:cNvPr id="11264" name="Google Shape;11264;p67"/>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7"/>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6" name="Google Shape;11266;p67"/>
              <p:cNvGrpSpPr/>
              <p:nvPr/>
            </p:nvGrpSpPr>
            <p:grpSpPr>
              <a:xfrm>
                <a:off x="4790473" y="3344782"/>
                <a:ext cx="31405" cy="26898"/>
                <a:chOff x="4790473" y="3344782"/>
                <a:chExt cx="31405" cy="26898"/>
              </a:xfrm>
            </p:grpSpPr>
            <p:sp>
              <p:nvSpPr>
                <p:cNvPr id="11267" name="Google Shape;11267;p67"/>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7"/>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9" name="Google Shape;11269;p67"/>
              <p:cNvGrpSpPr/>
              <p:nvPr/>
            </p:nvGrpSpPr>
            <p:grpSpPr>
              <a:xfrm>
                <a:off x="4823774" y="3950733"/>
                <a:ext cx="37398" cy="32034"/>
                <a:chOff x="4823774" y="3950733"/>
                <a:chExt cx="37398" cy="32034"/>
              </a:xfrm>
            </p:grpSpPr>
            <p:sp>
              <p:nvSpPr>
                <p:cNvPr id="11270" name="Google Shape;11270;p67"/>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7"/>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2" name="Google Shape;11272;p67"/>
              <p:cNvGrpSpPr/>
              <p:nvPr/>
            </p:nvGrpSpPr>
            <p:grpSpPr>
              <a:xfrm>
                <a:off x="4823396" y="4110566"/>
                <a:ext cx="31405" cy="26906"/>
                <a:chOff x="4823396" y="4110566"/>
                <a:chExt cx="31405" cy="26906"/>
              </a:xfrm>
            </p:grpSpPr>
            <p:sp>
              <p:nvSpPr>
                <p:cNvPr id="11273" name="Google Shape;11273;p67"/>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7"/>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5" name="Google Shape;11275;p67"/>
              <p:cNvGrpSpPr/>
              <p:nvPr/>
            </p:nvGrpSpPr>
            <p:grpSpPr>
              <a:xfrm>
                <a:off x="4838332" y="3821150"/>
                <a:ext cx="31499" cy="26898"/>
                <a:chOff x="4838332" y="3821150"/>
                <a:chExt cx="31499" cy="26898"/>
              </a:xfrm>
            </p:grpSpPr>
            <p:sp>
              <p:nvSpPr>
                <p:cNvPr id="11276" name="Google Shape;11276;p67"/>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7"/>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8" name="Google Shape;11278;p67"/>
              <p:cNvGrpSpPr/>
              <p:nvPr/>
            </p:nvGrpSpPr>
            <p:grpSpPr>
              <a:xfrm>
                <a:off x="4661275" y="3815007"/>
                <a:ext cx="36824" cy="31523"/>
                <a:chOff x="4661275" y="3815007"/>
                <a:chExt cx="36824" cy="31523"/>
              </a:xfrm>
            </p:grpSpPr>
            <p:sp>
              <p:nvSpPr>
                <p:cNvPr id="11279" name="Google Shape;11279;p67"/>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7"/>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1" name="Google Shape;11281;p67"/>
              <p:cNvGrpSpPr/>
              <p:nvPr/>
            </p:nvGrpSpPr>
            <p:grpSpPr>
              <a:xfrm>
                <a:off x="4558998" y="3851037"/>
                <a:ext cx="33591" cy="28699"/>
                <a:chOff x="4558998" y="3851037"/>
                <a:chExt cx="33591" cy="28699"/>
              </a:xfrm>
            </p:grpSpPr>
            <p:sp>
              <p:nvSpPr>
                <p:cNvPr id="11282" name="Google Shape;11282;p67"/>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7"/>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4" name="Google Shape;11284;p67"/>
              <p:cNvGrpSpPr/>
              <p:nvPr/>
            </p:nvGrpSpPr>
            <p:grpSpPr>
              <a:xfrm>
                <a:off x="4696762" y="3638587"/>
                <a:ext cx="33591" cy="28794"/>
                <a:chOff x="4696762" y="3638587"/>
                <a:chExt cx="33591" cy="28794"/>
              </a:xfrm>
            </p:grpSpPr>
            <p:sp>
              <p:nvSpPr>
                <p:cNvPr id="11285" name="Google Shape;11285;p67"/>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7"/>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7" name="Google Shape;11287;p67"/>
              <p:cNvGrpSpPr/>
              <p:nvPr/>
            </p:nvGrpSpPr>
            <p:grpSpPr>
              <a:xfrm>
                <a:off x="4929479" y="3939140"/>
                <a:ext cx="33497" cy="28692"/>
                <a:chOff x="4929479" y="3939140"/>
                <a:chExt cx="33497" cy="28692"/>
              </a:xfrm>
            </p:grpSpPr>
            <p:sp>
              <p:nvSpPr>
                <p:cNvPr id="11288" name="Google Shape;11288;p67"/>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7"/>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0" name="Google Shape;11290;p67"/>
              <p:cNvGrpSpPr/>
              <p:nvPr/>
            </p:nvGrpSpPr>
            <p:grpSpPr>
              <a:xfrm>
                <a:off x="4907119" y="3986039"/>
                <a:ext cx="33497" cy="28699"/>
                <a:chOff x="4907119" y="3986039"/>
                <a:chExt cx="33497" cy="28699"/>
              </a:xfrm>
            </p:grpSpPr>
            <p:sp>
              <p:nvSpPr>
                <p:cNvPr id="11291" name="Google Shape;11291;p67"/>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7"/>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3" name="Google Shape;11293;p67"/>
              <p:cNvGrpSpPr/>
              <p:nvPr/>
            </p:nvGrpSpPr>
            <p:grpSpPr>
              <a:xfrm>
                <a:off x="4911783" y="4048102"/>
                <a:ext cx="33591" cy="28762"/>
                <a:chOff x="4911783" y="4048102"/>
                <a:chExt cx="33591" cy="28762"/>
              </a:xfrm>
            </p:grpSpPr>
            <p:sp>
              <p:nvSpPr>
                <p:cNvPr id="11294" name="Google Shape;11294;p67"/>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7"/>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6" name="Google Shape;11296;p67"/>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7"/>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8" name="Google Shape;11298;p67"/>
              <p:cNvGrpSpPr/>
              <p:nvPr/>
            </p:nvGrpSpPr>
            <p:grpSpPr>
              <a:xfrm>
                <a:off x="4762623" y="3837847"/>
                <a:ext cx="42416" cy="36273"/>
                <a:chOff x="4762623" y="3837847"/>
                <a:chExt cx="42416" cy="36273"/>
              </a:xfrm>
            </p:grpSpPr>
            <p:sp>
              <p:nvSpPr>
                <p:cNvPr id="11299" name="Google Shape;11299;p67"/>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7"/>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1" name="Google Shape;11301;p67"/>
              <p:cNvGrpSpPr/>
              <p:nvPr/>
            </p:nvGrpSpPr>
            <p:grpSpPr>
              <a:xfrm>
                <a:off x="4746044" y="4104966"/>
                <a:ext cx="33497" cy="28699"/>
                <a:chOff x="4746044" y="4104966"/>
                <a:chExt cx="33497" cy="28699"/>
              </a:xfrm>
            </p:grpSpPr>
            <p:sp>
              <p:nvSpPr>
                <p:cNvPr id="11302" name="Google Shape;11302;p67"/>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7"/>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4" name="Google Shape;11304;p67"/>
              <p:cNvGrpSpPr/>
              <p:nvPr/>
            </p:nvGrpSpPr>
            <p:grpSpPr>
              <a:xfrm>
                <a:off x="4859646" y="4162554"/>
                <a:ext cx="33591" cy="28762"/>
                <a:chOff x="4859646" y="4162554"/>
                <a:chExt cx="33591" cy="28762"/>
              </a:xfrm>
            </p:grpSpPr>
            <p:sp>
              <p:nvSpPr>
                <p:cNvPr id="11305" name="Google Shape;11305;p67"/>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7"/>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07" name="Google Shape;11307;p67"/>
            <p:cNvGrpSpPr/>
            <p:nvPr/>
          </p:nvGrpSpPr>
          <p:grpSpPr>
            <a:xfrm>
              <a:off x="3597785" y="3274438"/>
              <a:ext cx="855610" cy="1122100"/>
              <a:chOff x="3597785" y="3274438"/>
              <a:chExt cx="855610" cy="1122100"/>
            </a:xfrm>
          </p:grpSpPr>
          <p:grpSp>
            <p:nvGrpSpPr>
              <p:cNvPr id="11308" name="Google Shape;11308;p67"/>
              <p:cNvGrpSpPr/>
              <p:nvPr/>
            </p:nvGrpSpPr>
            <p:grpSpPr>
              <a:xfrm>
                <a:off x="3617857" y="3284717"/>
                <a:ext cx="826785" cy="1099165"/>
                <a:chOff x="3617857" y="3284717"/>
                <a:chExt cx="826785" cy="1099165"/>
              </a:xfrm>
            </p:grpSpPr>
            <p:sp>
              <p:nvSpPr>
                <p:cNvPr id="11309" name="Google Shape;11309;p67"/>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7"/>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7"/>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7"/>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7"/>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7"/>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7"/>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7"/>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7"/>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7"/>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7"/>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7"/>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7"/>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7"/>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7"/>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7"/>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7"/>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7"/>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7"/>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7"/>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7"/>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7"/>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7"/>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7"/>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7"/>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7"/>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7"/>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7"/>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7"/>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7"/>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7"/>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7"/>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7"/>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7"/>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7"/>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7"/>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7"/>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7"/>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7"/>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7"/>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7"/>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7"/>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7"/>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7"/>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7"/>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7"/>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7"/>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7"/>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7"/>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7"/>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7"/>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7"/>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7"/>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7"/>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7"/>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7"/>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5" name="Google Shape;11365;p67"/>
              <p:cNvGrpSpPr/>
              <p:nvPr/>
            </p:nvGrpSpPr>
            <p:grpSpPr>
              <a:xfrm>
                <a:off x="4180904" y="4251758"/>
                <a:ext cx="37783" cy="32420"/>
                <a:chOff x="4180904" y="4251758"/>
                <a:chExt cx="37783" cy="32420"/>
              </a:xfrm>
            </p:grpSpPr>
            <p:sp>
              <p:nvSpPr>
                <p:cNvPr id="11366" name="Google Shape;11366;p67"/>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7"/>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8" name="Google Shape;11368;p67"/>
              <p:cNvGrpSpPr/>
              <p:nvPr/>
            </p:nvGrpSpPr>
            <p:grpSpPr>
              <a:xfrm>
                <a:off x="4201644" y="4081324"/>
                <a:ext cx="37783" cy="32364"/>
                <a:chOff x="4201644" y="4081324"/>
                <a:chExt cx="37783" cy="32364"/>
              </a:xfrm>
            </p:grpSpPr>
            <p:sp>
              <p:nvSpPr>
                <p:cNvPr id="11369" name="Google Shape;11369;p67"/>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7"/>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1" name="Google Shape;11371;p67"/>
              <p:cNvGrpSpPr/>
              <p:nvPr/>
            </p:nvGrpSpPr>
            <p:grpSpPr>
              <a:xfrm>
                <a:off x="4284416" y="3887428"/>
                <a:ext cx="37783" cy="32451"/>
                <a:chOff x="4284416" y="3887428"/>
                <a:chExt cx="37783" cy="32451"/>
              </a:xfrm>
            </p:grpSpPr>
            <p:sp>
              <p:nvSpPr>
                <p:cNvPr id="11372" name="Google Shape;11372;p67"/>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7"/>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4" name="Google Shape;11374;p67"/>
              <p:cNvGrpSpPr/>
              <p:nvPr/>
            </p:nvGrpSpPr>
            <p:grpSpPr>
              <a:xfrm>
                <a:off x="4223721" y="3860404"/>
                <a:ext cx="37870" cy="32364"/>
                <a:chOff x="4223721" y="3860404"/>
                <a:chExt cx="37870" cy="32364"/>
              </a:xfrm>
            </p:grpSpPr>
            <p:sp>
              <p:nvSpPr>
                <p:cNvPr id="11375" name="Google Shape;11375;p67"/>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7"/>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7" name="Google Shape;11377;p67"/>
              <p:cNvGrpSpPr/>
              <p:nvPr/>
            </p:nvGrpSpPr>
            <p:grpSpPr>
              <a:xfrm>
                <a:off x="4104889" y="3699242"/>
                <a:ext cx="37776" cy="32357"/>
                <a:chOff x="4104889" y="3699242"/>
                <a:chExt cx="37776" cy="32357"/>
              </a:xfrm>
            </p:grpSpPr>
            <p:sp>
              <p:nvSpPr>
                <p:cNvPr id="11378" name="Google Shape;11378;p67"/>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7"/>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0" name="Google Shape;11380;p67"/>
              <p:cNvGrpSpPr/>
              <p:nvPr/>
            </p:nvGrpSpPr>
            <p:grpSpPr>
              <a:xfrm>
                <a:off x="4143608" y="3475121"/>
                <a:ext cx="37878" cy="32420"/>
                <a:chOff x="4143608" y="3475121"/>
                <a:chExt cx="37878" cy="32420"/>
              </a:xfrm>
            </p:grpSpPr>
            <p:sp>
              <p:nvSpPr>
                <p:cNvPr id="11381" name="Google Shape;11381;p67"/>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7"/>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3" name="Google Shape;11383;p67"/>
              <p:cNvGrpSpPr/>
              <p:nvPr/>
            </p:nvGrpSpPr>
            <p:grpSpPr>
              <a:xfrm>
                <a:off x="4217248" y="3570893"/>
                <a:ext cx="37776" cy="32364"/>
                <a:chOff x="4217248" y="3570893"/>
                <a:chExt cx="37776" cy="32364"/>
              </a:xfrm>
            </p:grpSpPr>
            <p:sp>
              <p:nvSpPr>
                <p:cNvPr id="11384" name="Google Shape;11384;p67"/>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7"/>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6" name="Google Shape;11386;p67"/>
              <p:cNvGrpSpPr/>
              <p:nvPr/>
            </p:nvGrpSpPr>
            <p:grpSpPr>
              <a:xfrm>
                <a:off x="4255307" y="3431612"/>
                <a:ext cx="37776" cy="32451"/>
                <a:chOff x="4255307" y="3431612"/>
                <a:chExt cx="37776" cy="32451"/>
              </a:xfrm>
            </p:grpSpPr>
            <p:sp>
              <p:nvSpPr>
                <p:cNvPr id="11387" name="Google Shape;11387;p67"/>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7"/>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9" name="Google Shape;11389;p67"/>
              <p:cNvGrpSpPr/>
              <p:nvPr/>
            </p:nvGrpSpPr>
            <p:grpSpPr>
              <a:xfrm>
                <a:off x="3853052" y="3577398"/>
                <a:ext cx="37776" cy="32420"/>
                <a:chOff x="3853052" y="3577398"/>
                <a:chExt cx="37776" cy="32420"/>
              </a:xfrm>
            </p:grpSpPr>
            <p:sp>
              <p:nvSpPr>
                <p:cNvPr id="11390" name="Google Shape;11390;p67"/>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7"/>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2" name="Google Shape;11392;p67"/>
              <p:cNvGrpSpPr/>
              <p:nvPr/>
            </p:nvGrpSpPr>
            <p:grpSpPr>
              <a:xfrm>
                <a:off x="4039908" y="3412107"/>
                <a:ext cx="37776" cy="32357"/>
                <a:chOff x="4039908" y="3412107"/>
                <a:chExt cx="37776" cy="32357"/>
              </a:xfrm>
            </p:grpSpPr>
            <p:sp>
              <p:nvSpPr>
                <p:cNvPr id="11393" name="Google Shape;11393;p67"/>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7"/>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5" name="Google Shape;11395;p67"/>
              <p:cNvGrpSpPr/>
              <p:nvPr/>
            </p:nvGrpSpPr>
            <p:grpSpPr>
              <a:xfrm>
                <a:off x="4017360" y="3342061"/>
                <a:ext cx="37870" cy="32380"/>
                <a:chOff x="4017360" y="3342061"/>
                <a:chExt cx="37870" cy="32380"/>
              </a:xfrm>
            </p:grpSpPr>
            <p:sp>
              <p:nvSpPr>
                <p:cNvPr id="11396" name="Google Shape;11396;p67"/>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7"/>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8" name="Google Shape;11398;p67"/>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7"/>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0" name="Google Shape;11400;p67"/>
              <p:cNvGrpSpPr/>
              <p:nvPr/>
            </p:nvGrpSpPr>
            <p:grpSpPr>
              <a:xfrm>
                <a:off x="3750870" y="3418650"/>
                <a:ext cx="37776" cy="32380"/>
                <a:chOff x="3750870" y="3418650"/>
                <a:chExt cx="37776" cy="32380"/>
              </a:xfrm>
            </p:grpSpPr>
            <p:sp>
              <p:nvSpPr>
                <p:cNvPr id="11401" name="Google Shape;11401;p67"/>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7"/>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3" name="Google Shape;11403;p67"/>
              <p:cNvGrpSpPr/>
              <p:nvPr/>
            </p:nvGrpSpPr>
            <p:grpSpPr>
              <a:xfrm>
                <a:off x="3632509" y="3274438"/>
                <a:ext cx="37783" cy="32357"/>
                <a:chOff x="3632509" y="3274438"/>
                <a:chExt cx="37783" cy="32357"/>
              </a:xfrm>
            </p:grpSpPr>
            <p:sp>
              <p:nvSpPr>
                <p:cNvPr id="11404" name="Google Shape;11404;p67"/>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7"/>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6" name="Google Shape;11406;p67"/>
              <p:cNvGrpSpPr/>
              <p:nvPr/>
            </p:nvGrpSpPr>
            <p:grpSpPr>
              <a:xfrm>
                <a:off x="3906424" y="3297561"/>
                <a:ext cx="37776" cy="32451"/>
                <a:chOff x="3906424" y="3297561"/>
                <a:chExt cx="37776" cy="32451"/>
              </a:xfrm>
            </p:grpSpPr>
            <p:sp>
              <p:nvSpPr>
                <p:cNvPr id="11407" name="Google Shape;11407;p67"/>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7"/>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9" name="Google Shape;11409;p67"/>
              <p:cNvGrpSpPr/>
              <p:nvPr/>
            </p:nvGrpSpPr>
            <p:grpSpPr>
              <a:xfrm>
                <a:off x="3866084" y="3412107"/>
                <a:ext cx="37776" cy="32357"/>
                <a:chOff x="3866084" y="3412107"/>
                <a:chExt cx="37776" cy="32357"/>
              </a:xfrm>
            </p:grpSpPr>
            <p:sp>
              <p:nvSpPr>
                <p:cNvPr id="11410" name="Google Shape;11410;p67"/>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7"/>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2" name="Google Shape;11412;p67"/>
              <p:cNvGrpSpPr/>
              <p:nvPr/>
            </p:nvGrpSpPr>
            <p:grpSpPr>
              <a:xfrm>
                <a:off x="4023919" y="3766409"/>
                <a:ext cx="37783" cy="32357"/>
                <a:chOff x="4023919" y="3766409"/>
                <a:chExt cx="37783" cy="32357"/>
              </a:xfrm>
            </p:grpSpPr>
            <p:sp>
              <p:nvSpPr>
                <p:cNvPr id="11413" name="Google Shape;11413;p67"/>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7"/>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5" name="Google Shape;11415;p67"/>
              <p:cNvGrpSpPr/>
              <p:nvPr/>
            </p:nvGrpSpPr>
            <p:grpSpPr>
              <a:xfrm>
                <a:off x="3973882" y="3779449"/>
                <a:ext cx="37776" cy="32357"/>
                <a:chOff x="3973882" y="3779449"/>
                <a:chExt cx="37776" cy="32357"/>
              </a:xfrm>
            </p:grpSpPr>
            <p:sp>
              <p:nvSpPr>
                <p:cNvPr id="11416" name="Google Shape;11416;p67"/>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7"/>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8" name="Google Shape;11418;p67"/>
              <p:cNvGrpSpPr/>
              <p:nvPr/>
            </p:nvGrpSpPr>
            <p:grpSpPr>
              <a:xfrm>
                <a:off x="4073398" y="3838028"/>
                <a:ext cx="37776" cy="32380"/>
                <a:chOff x="4073398" y="3838028"/>
                <a:chExt cx="37776" cy="32380"/>
              </a:xfrm>
            </p:grpSpPr>
            <p:sp>
              <p:nvSpPr>
                <p:cNvPr id="11419" name="Google Shape;11419;p67"/>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7"/>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1" name="Google Shape;11421;p67"/>
              <p:cNvGrpSpPr/>
              <p:nvPr/>
            </p:nvGrpSpPr>
            <p:grpSpPr>
              <a:xfrm>
                <a:off x="4342672" y="4144496"/>
                <a:ext cx="37752" cy="32364"/>
                <a:chOff x="4342672" y="4144496"/>
                <a:chExt cx="37752" cy="32364"/>
              </a:xfrm>
            </p:grpSpPr>
            <p:sp>
              <p:nvSpPr>
                <p:cNvPr id="11422" name="Google Shape;11422;p67"/>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7"/>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4" name="Google Shape;11424;p67"/>
              <p:cNvGrpSpPr/>
              <p:nvPr/>
            </p:nvGrpSpPr>
            <p:grpSpPr>
              <a:xfrm>
                <a:off x="4406386" y="4056872"/>
                <a:ext cx="37783" cy="32364"/>
                <a:chOff x="4406386" y="4056872"/>
                <a:chExt cx="37783" cy="32364"/>
              </a:xfrm>
            </p:grpSpPr>
            <p:sp>
              <p:nvSpPr>
                <p:cNvPr id="11425" name="Google Shape;11425;p67"/>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7"/>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7" name="Google Shape;11427;p67"/>
              <p:cNvGrpSpPr/>
              <p:nvPr/>
            </p:nvGrpSpPr>
            <p:grpSpPr>
              <a:xfrm>
                <a:off x="4284416" y="4245254"/>
                <a:ext cx="37783" cy="32357"/>
                <a:chOff x="4284416" y="4245254"/>
                <a:chExt cx="37783" cy="32357"/>
              </a:xfrm>
            </p:grpSpPr>
            <p:sp>
              <p:nvSpPr>
                <p:cNvPr id="11428" name="Google Shape;11428;p67"/>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7"/>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0" name="Google Shape;11430;p67"/>
              <p:cNvGrpSpPr/>
              <p:nvPr/>
            </p:nvGrpSpPr>
            <p:grpSpPr>
              <a:xfrm>
                <a:off x="4219057" y="4331258"/>
                <a:ext cx="37776" cy="32364"/>
                <a:chOff x="4219057" y="4331258"/>
                <a:chExt cx="37776" cy="32364"/>
              </a:xfrm>
            </p:grpSpPr>
            <p:sp>
              <p:nvSpPr>
                <p:cNvPr id="11431" name="Google Shape;11431;p67"/>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7"/>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3" name="Google Shape;11433;p67"/>
              <p:cNvGrpSpPr/>
              <p:nvPr/>
            </p:nvGrpSpPr>
            <p:grpSpPr>
              <a:xfrm>
                <a:off x="4204122" y="4141688"/>
                <a:ext cx="33497" cy="28699"/>
                <a:chOff x="4204122" y="4141688"/>
                <a:chExt cx="33497" cy="28699"/>
              </a:xfrm>
            </p:grpSpPr>
            <p:sp>
              <p:nvSpPr>
                <p:cNvPr id="11434" name="Google Shape;11434;p67"/>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7"/>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6" name="Google Shape;11436;p67"/>
              <p:cNvGrpSpPr/>
              <p:nvPr/>
            </p:nvGrpSpPr>
            <p:grpSpPr>
              <a:xfrm>
                <a:off x="4301546" y="4003869"/>
                <a:ext cx="38916" cy="33324"/>
                <a:chOff x="4301546" y="4003869"/>
                <a:chExt cx="38916" cy="33324"/>
              </a:xfrm>
            </p:grpSpPr>
            <p:sp>
              <p:nvSpPr>
                <p:cNvPr id="11437" name="Google Shape;11437;p67"/>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7"/>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9" name="Google Shape;11439;p67"/>
              <p:cNvGrpSpPr/>
              <p:nvPr/>
            </p:nvGrpSpPr>
            <p:grpSpPr>
              <a:xfrm>
                <a:off x="4210681" y="3924669"/>
                <a:ext cx="36549" cy="31366"/>
                <a:chOff x="4210681" y="3924669"/>
                <a:chExt cx="36549" cy="31366"/>
              </a:xfrm>
            </p:grpSpPr>
            <p:sp>
              <p:nvSpPr>
                <p:cNvPr id="11440" name="Google Shape;11440;p67"/>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7"/>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2" name="Google Shape;11442;p67"/>
              <p:cNvGrpSpPr/>
              <p:nvPr/>
            </p:nvGrpSpPr>
            <p:grpSpPr>
              <a:xfrm>
                <a:off x="3987771" y="3628874"/>
                <a:ext cx="31499" cy="26993"/>
                <a:chOff x="3987771" y="3628874"/>
                <a:chExt cx="31499" cy="26993"/>
              </a:xfrm>
            </p:grpSpPr>
            <p:sp>
              <p:nvSpPr>
                <p:cNvPr id="11443" name="Google Shape;11443;p67"/>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7"/>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5" name="Google Shape;11445;p67"/>
              <p:cNvGrpSpPr/>
              <p:nvPr/>
            </p:nvGrpSpPr>
            <p:grpSpPr>
              <a:xfrm>
                <a:off x="4087382" y="3775674"/>
                <a:ext cx="31405" cy="26898"/>
                <a:chOff x="4087382" y="3775674"/>
                <a:chExt cx="31405" cy="26898"/>
              </a:xfrm>
            </p:grpSpPr>
            <p:sp>
              <p:nvSpPr>
                <p:cNvPr id="11446" name="Google Shape;11446;p67"/>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7"/>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8" name="Google Shape;11448;p67"/>
              <p:cNvGrpSpPr/>
              <p:nvPr/>
            </p:nvGrpSpPr>
            <p:grpSpPr>
              <a:xfrm>
                <a:off x="4118873" y="3856637"/>
                <a:ext cx="31405" cy="26906"/>
                <a:chOff x="4118873" y="3856637"/>
                <a:chExt cx="31405" cy="26906"/>
              </a:xfrm>
            </p:grpSpPr>
            <p:sp>
              <p:nvSpPr>
                <p:cNvPr id="11449" name="Google Shape;11449;p67"/>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7"/>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1" name="Google Shape;11451;p67"/>
              <p:cNvGrpSpPr/>
              <p:nvPr/>
            </p:nvGrpSpPr>
            <p:grpSpPr>
              <a:xfrm>
                <a:off x="4168541" y="3639523"/>
                <a:ext cx="31499" cy="26906"/>
                <a:chOff x="4168541" y="3639523"/>
                <a:chExt cx="31499" cy="26906"/>
              </a:xfrm>
            </p:grpSpPr>
            <p:sp>
              <p:nvSpPr>
                <p:cNvPr id="11452" name="Google Shape;11452;p67"/>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7"/>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4" name="Google Shape;11454;p67"/>
              <p:cNvGrpSpPr/>
              <p:nvPr/>
            </p:nvGrpSpPr>
            <p:grpSpPr>
              <a:xfrm>
                <a:off x="3965789" y="3393545"/>
                <a:ext cx="31405" cy="26945"/>
                <a:chOff x="3965789" y="3393545"/>
                <a:chExt cx="31405" cy="26945"/>
              </a:xfrm>
            </p:grpSpPr>
            <p:sp>
              <p:nvSpPr>
                <p:cNvPr id="11455" name="Google Shape;11455;p67"/>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7"/>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7" name="Google Shape;11457;p67"/>
              <p:cNvGrpSpPr/>
              <p:nvPr/>
            </p:nvGrpSpPr>
            <p:grpSpPr>
              <a:xfrm>
                <a:off x="3925166" y="3491008"/>
                <a:ext cx="31405" cy="27001"/>
                <a:chOff x="3925166" y="3491008"/>
                <a:chExt cx="31405" cy="27001"/>
              </a:xfrm>
            </p:grpSpPr>
            <p:sp>
              <p:nvSpPr>
                <p:cNvPr id="11458" name="Google Shape;11458;p67"/>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7"/>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0" name="Google Shape;11460;p67"/>
              <p:cNvGrpSpPr/>
              <p:nvPr/>
            </p:nvGrpSpPr>
            <p:grpSpPr>
              <a:xfrm>
                <a:off x="3682845" y="3340976"/>
                <a:ext cx="31397" cy="26898"/>
                <a:chOff x="3682845" y="3340976"/>
                <a:chExt cx="31397" cy="26898"/>
              </a:xfrm>
            </p:grpSpPr>
            <p:sp>
              <p:nvSpPr>
                <p:cNvPr id="11461" name="Google Shape;11461;p67"/>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7"/>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3" name="Google Shape;11463;p67"/>
              <p:cNvGrpSpPr/>
              <p:nvPr/>
            </p:nvGrpSpPr>
            <p:grpSpPr>
              <a:xfrm>
                <a:off x="3795393" y="3353725"/>
                <a:ext cx="31499" cy="26993"/>
                <a:chOff x="3795393" y="3353725"/>
                <a:chExt cx="31499" cy="26993"/>
              </a:xfrm>
            </p:grpSpPr>
            <p:sp>
              <p:nvSpPr>
                <p:cNvPr id="11464" name="Google Shape;11464;p67"/>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7"/>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6" name="Google Shape;11466;p67"/>
              <p:cNvGrpSpPr/>
              <p:nvPr/>
            </p:nvGrpSpPr>
            <p:grpSpPr>
              <a:xfrm>
                <a:off x="4176909" y="4363221"/>
                <a:ext cx="38924" cy="33316"/>
                <a:chOff x="4176909" y="4363221"/>
                <a:chExt cx="38924" cy="33316"/>
              </a:xfrm>
            </p:grpSpPr>
            <p:sp>
              <p:nvSpPr>
                <p:cNvPr id="11467" name="Google Shape;11467;p67"/>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7"/>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9" name="Google Shape;11469;p67"/>
              <p:cNvGrpSpPr/>
              <p:nvPr/>
            </p:nvGrpSpPr>
            <p:grpSpPr>
              <a:xfrm>
                <a:off x="4226191" y="4007660"/>
                <a:ext cx="33560" cy="28770"/>
                <a:chOff x="4226191" y="4007660"/>
                <a:chExt cx="33560" cy="28770"/>
              </a:xfrm>
            </p:grpSpPr>
            <p:sp>
              <p:nvSpPr>
                <p:cNvPr id="11470" name="Google Shape;11470;p67"/>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7"/>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2" name="Google Shape;11472;p67"/>
              <p:cNvGrpSpPr/>
              <p:nvPr/>
            </p:nvGrpSpPr>
            <p:grpSpPr>
              <a:xfrm>
                <a:off x="3597785" y="3377045"/>
                <a:ext cx="33591" cy="28699"/>
                <a:chOff x="3597785" y="3377045"/>
                <a:chExt cx="33591" cy="28699"/>
              </a:xfrm>
            </p:grpSpPr>
            <p:sp>
              <p:nvSpPr>
                <p:cNvPr id="11473" name="Google Shape;11473;p67"/>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7"/>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5" name="Google Shape;11475;p67"/>
              <p:cNvGrpSpPr/>
              <p:nvPr/>
            </p:nvGrpSpPr>
            <p:grpSpPr>
              <a:xfrm>
                <a:off x="3887870" y="3669796"/>
                <a:ext cx="33591" cy="28692"/>
                <a:chOff x="3887870" y="3669796"/>
                <a:chExt cx="33591" cy="28692"/>
              </a:xfrm>
            </p:grpSpPr>
            <p:sp>
              <p:nvSpPr>
                <p:cNvPr id="11476" name="Google Shape;11476;p67"/>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7"/>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8" name="Google Shape;11478;p67"/>
              <p:cNvGrpSpPr/>
              <p:nvPr/>
            </p:nvGrpSpPr>
            <p:grpSpPr>
              <a:xfrm>
                <a:off x="3818320" y="3481625"/>
                <a:ext cx="33497" cy="28770"/>
                <a:chOff x="3818320" y="3481625"/>
                <a:chExt cx="33497" cy="28770"/>
              </a:xfrm>
            </p:grpSpPr>
            <p:sp>
              <p:nvSpPr>
                <p:cNvPr id="11479" name="Google Shape;11479;p67"/>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7"/>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1" name="Google Shape;11481;p67"/>
              <p:cNvGrpSpPr/>
              <p:nvPr/>
            </p:nvGrpSpPr>
            <p:grpSpPr>
              <a:xfrm>
                <a:off x="4278139" y="4120948"/>
                <a:ext cx="37492" cy="32129"/>
                <a:chOff x="4278139" y="4120948"/>
                <a:chExt cx="37492" cy="32129"/>
              </a:xfrm>
            </p:grpSpPr>
            <p:sp>
              <p:nvSpPr>
                <p:cNvPr id="11482" name="Google Shape;11482;p67"/>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7"/>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4" name="Google Shape;11484;p67"/>
              <p:cNvGrpSpPr/>
              <p:nvPr/>
            </p:nvGrpSpPr>
            <p:grpSpPr>
              <a:xfrm>
                <a:off x="4419898" y="3977388"/>
                <a:ext cx="33497" cy="28692"/>
                <a:chOff x="4419898" y="3977388"/>
                <a:chExt cx="33497" cy="28692"/>
              </a:xfrm>
            </p:grpSpPr>
            <p:sp>
              <p:nvSpPr>
                <p:cNvPr id="11485" name="Google Shape;11485;p67"/>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7"/>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7" name="Google Shape;11487;p67"/>
              <p:cNvGrpSpPr/>
              <p:nvPr/>
            </p:nvGrpSpPr>
            <p:grpSpPr>
              <a:xfrm>
                <a:off x="4158930" y="4034684"/>
                <a:ext cx="33497" cy="28762"/>
                <a:chOff x="4158930" y="4034684"/>
                <a:chExt cx="33497" cy="28762"/>
              </a:xfrm>
            </p:grpSpPr>
            <p:sp>
              <p:nvSpPr>
                <p:cNvPr id="11488" name="Google Shape;11488;p67"/>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7"/>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0" name="Google Shape;11490;p67"/>
              <p:cNvGrpSpPr/>
              <p:nvPr/>
            </p:nvGrpSpPr>
            <p:grpSpPr>
              <a:xfrm>
                <a:off x="4134949" y="3957049"/>
                <a:ext cx="33497" cy="28770"/>
                <a:chOff x="4134949" y="3957049"/>
                <a:chExt cx="33497" cy="28770"/>
              </a:xfrm>
            </p:grpSpPr>
            <p:sp>
              <p:nvSpPr>
                <p:cNvPr id="11491" name="Google Shape;11491;p67"/>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7"/>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3" name="Google Shape;11493;p67"/>
              <p:cNvGrpSpPr/>
              <p:nvPr/>
            </p:nvGrpSpPr>
            <p:grpSpPr>
              <a:xfrm>
                <a:off x="4193653" y="4184403"/>
                <a:ext cx="43580" cy="37264"/>
                <a:chOff x="4193653" y="4184403"/>
                <a:chExt cx="43580" cy="37264"/>
              </a:xfrm>
            </p:grpSpPr>
            <p:sp>
              <p:nvSpPr>
                <p:cNvPr id="11494" name="Google Shape;11494;p67"/>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7"/>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6" name="Google Shape;11496;p67"/>
              <p:cNvGrpSpPr/>
              <p:nvPr/>
            </p:nvGrpSpPr>
            <p:grpSpPr>
              <a:xfrm>
                <a:off x="4343600" y="3943844"/>
                <a:ext cx="43580" cy="37312"/>
                <a:chOff x="4343600" y="3943844"/>
                <a:chExt cx="43580" cy="37312"/>
              </a:xfrm>
            </p:grpSpPr>
            <p:sp>
              <p:nvSpPr>
                <p:cNvPr id="11497" name="Google Shape;11497;p67"/>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7"/>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9" name="Google Shape;11499;p67"/>
              <p:cNvGrpSpPr/>
              <p:nvPr/>
            </p:nvGrpSpPr>
            <p:grpSpPr>
              <a:xfrm>
                <a:off x="4172339" y="3381693"/>
                <a:ext cx="31499" cy="27001"/>
                <a:chOff x="4172339" y="3381693"/>
                <a:chExt cx="31499" cy="27001"/>
              </a:xfrm>
            </p:grpSpPr>
            <p:sp>
              <p:nvSpPr>
                <p:cNvPr id="11500" name="Google Shape;11500;p67"/>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7"/>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05" name="Shape 11505"/>
        <p:cNvGrpSpPr/>
        <p:nvPr/>
      </p:nvGrpSpPr>
      <p:grpSpPr>
        <a:xfrm>
          <a:off x="0" y="0"/>
          <a:ext cx="0" cy="0"/>
          <a:chOff x="0" y="0"/>
          <a:chExt cx="0" cy="0"/>
        </a:xfrm>
      </p:grpSpPr>
      <p:grpSp>
        <p:nvGrpSpPr>
          <p:cNvPr id="11506" name="Google Shape;11506;p68"/>
          <p:cNvGrpSpPr/>
          <p:nvPr/>
        </p:nvGrpSpPr>
        <p:grpSpPr>
          <a:xfrm>
            <a:off x="2126623" y="3607908"/>
            <a:ext cx="1102891" cy="760337"/>
            <a:chOff x="4967783" y="2151471"/>
            <a:chExt cx="3920692" cy="2702940"/>
          </a:xfrm>
        </p:grpSpPr>
        <p:grpSp>
          <p:nvGrpSpPr>
            <p:cNvPr id="11507" name="Google Shape;11507;p68"/>
            <p:cNvGrpSpPr/>
            <p:nvPr/>
          </p:nvGrpSpPr>
          <p:grpSpPr>
            <a:xfrm>
              <a:off x="5045709" y="2252109"/>
              <a:ext cx="3761071" cy="2501708"/>
              <a:chOff x="2691784" y="1805334"/>
              <a:chExt cx="3761071" cy="2501708"/>
            </a:xfrm>
          </p:grpSpPr>
          <p:sp>
            <p:nvSpPr>
              <p:cNvPr id="11508" name="Google Shape;11508;p68"/>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8"/>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8"/>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8"/>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8"/>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8"/>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8"/>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5" name="Google Shape;11515;p68"/>
            <p:cNvGrpSpPr/>
            <p:nvPr/>
          </p:nvGrpSpPr>
          <p:grpSpPr>
            <a:xfrm>
              <a:off x="4967783" y="2151471"/>
              <a:ext cx="3920692" cy="2702940"/>
              <a:chOff x="2613858" y="1704696"/>
              <a:chExt cx="3920692" cy="2702940"/>
            </a:xfrm>
          </p:grpSpPr>
          <p:sp>
            <p:nvSpPr>
              <p:cNvPr id="11516" name="Google Shape;11516;p68"/>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8"/>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8"/>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8"/>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8"/>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21" name="Google Shape;11521;p68"/>
          <p:cNvGrpSpPr/>
          <p:nvPr/>
        </p:nvGrpSpPr>
        <p:grpSpPr>
          <a:xfrm>
            <a:off x="3530532" y="1496185"/>
            <a:ext cx="1561911" cy="708580"/>
            <a:chOff x="3530532" y="1496185"/>
            <a:chExt cx="1561911" cy="708580"/>
          </a:xfrm>
        </p:grpSpPr>
        <p:grpSp>
          <p:nvGrpSpPr>
            <p:cNvPr id="11522" name="Google Shape;11522;p68"/>
            <p:cNvGrpSpPr/>
            <p:nvPr/>
          </p:nvGrpSpPr>
          <p:grpSpPr>
            <a:xfrm>
              <a:off x="3720318" y="1857562"/>
              <a:ext cx="1372125" cy="54"/>
              <a:chOff x="3720318" y="1857562"/>
              <a:chExt cx="1372125" cy="54"/>
            </a:xfrm>
          </p:grpSpPr>
          <p:cxnSp>
            <p:nvCxnSpPr>
              <p:cNvPr id="11523" name="Google Shape;11523;p68"/>
              <p:cNvCxnSpPr>
                <a:endCxn id="11524"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1525" name="Google Shape;11525;p68"/>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1526" name="Google Shape;11526;p68"/>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1527" name="Google Shape;11527;p68"/>
              <p:cNvCxnSpPr>
                <a:stCxn id="11524"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11528" name="Google Shape;11528;p68"/>
            <p:cNvGrpSpPr/>
            <p:nvPr/>
          </p:nvGrpSpPr>
          <p:grpSpPr>
            <a:xfrm>
              <a:off x="3567462" y="1496185"/>
              <a:ext cx="286500" cy="272914"/>
              <a:chOff x="3567462" y="1496185"/>
              <a:chExt cx="286500" cy="272914"/>
            </a:xfrm>
          </p:grpSpPr>
          <p:cxnSp>
            <p:nvCxnSpPr>
              <p:cNvPr id="11529" name="Google Shape;11529;p68"/>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1530" name="Google Shape;11530;p68"/>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1" name="Google Shape;11531;p68"/>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8"/>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3" name="Google Shape;11533;p68"/>
            <p:cNvGrpSpPr/>
            <p:nvPr/>
          </p:nvGrpSpPr>
          <p:grpSpPr>
            <a:xfrm>
              <a:off x="3929014" y="1960574"/>
              <a:ext cx="286500" cy="242342"/>
              <a:chOff x="3929014" y="1960574"/>
              <a:chExt cx="286500" cy="242342"/>
            </a:xfrm>
          </p:grpSpPr>
          <p:cxnSp>
            <p:nvCxnSpPr>
              <p:cNvPr id="11534" name="Google Shape;11534;p68"/>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11535" name="Google Shape;11535;p68"/>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6" name="Google Shape;11536;p68"/>
            <p:cNvGrpSpPr/>
            <p:nvPr/>
          </p:nvGrpSpPr>
          <p:grpSpPr>
            <a:xfrm>
              <a:off x="4290828" y="1496185"/>
              <a:ext cx="286500" cy="272914"/>
              <a:chOff x="4290828" y="1496185"/>
              <a:chExt cx="286500" cy="272914"/>
            </a:xfrm>
          </p:grpSpPr>
          <p:cxnSp>
            <p:nvCxnSpPr>
              <p:cNvPr id="11537" name="Google Shape;11537;p68"/>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1538" name="Google Shape;11538;p68"/>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9" name="Google Shape;11539;p68"/>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8"/>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0" name="Google Shape;11540;p68"/>
            <p:cNvGrpSpPr/>
            <p:nvPr/>
          </p:nvGrpSpPr>
          <p:grpSpPr>
            <a:xfrm>
              <a:off x="4657726" y="1959674"/>
              <a:ext cx="286500" cy="245092"/>
              <a:chOff x="4657726" y="1959674"/>
              <a:chExt cx="286500" cy="245092"/>
            </a:xfrm>
          </p:grpSpPr>
          <p:cxnSp>
            <p:nvCxnSpPr>
              <p:cNvPr id="11541" name="Google Shape;11541;p68"/>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11542" name="Google Shape;11542;p68"/>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43" name="Google Shape;11543;p68"/>
          <p:cNvGrpSpPr/>
          <p:nvPr/>
        </p:nvGrpSpPr>
        <p:grpSpPr>
          <a:xfrm>
            <a:off x="3512551" y="2358282"/>
            <a:ext cx="1597032" cy="378649"/>
            <a:chOff x="3512551" y="2358282"/>
            <a:chExt cx="1597032" cy="378649"/>
          </a:xfrm>
        </p:grpSpPr>
        <p:grpSp>
          <p:nvGrpSpPr>
            <p:cNvPr id="11544" name="Google Shape;11544;p68"/>
            <p:cNvGrpSpPr/>
            <p:nvPr/>
          </p:nvGrpSpPr>
          <p:grpSpPr>
            <a:xfrm>
              <a:off x="3738198" y="2553002"/>
              <a:ext cx="1145834" cy="117"/>
              <a:chOff x="3738198" y="2553002"/>
              <a:chExt cx="1145834" cy="117"/>
            </a:xfrm>
          </p:grpSpPr>
          <p:cxnSp>
            <p:nvCxnSpPr>
              <p:cNvPr id="11545" name="Google Shape;11545;p68"/>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1546" name="Google Shape;11546;p68"/>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1547" name="Google Shape;11547;p68"/>
              <p:cNvCxnSpPr>
                <a:stCxn id="11548" idx="6"/>
                <a:endCxn id="11549"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11550" name="Google Shape;11550;p68"/>
            <p:cNvGrpSpPr/>
            <p:nvPr/>
          </p:nvGrpSpPr>
          <p:grpSpPr>
            <a:xfrm>
              <a:off x="3969644" y="2440153"/>
              <a:ext cx="225900" cy="296779"/>
              <a:chOff x="3969644" y="2440153"/>
              <a:chExt cx="225900" cy="296779"/>
            </a:xfrm>
          </p:grpSpPr>
          <p:cxnSp>
            <p:nvCxnSpPr>
              <p:cNvPr id="11551" name="Google Shape;11551;p68"/>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11549" name="Google Shape;11549;p68"/>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8"/>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3" name="Google Shape;11553;p68"/>
            <p:cNvGrpSpPr/>
            <p:nvPr/>
          </p:nvGrpSpPr>
          <p:grpSpPr>
            <a:xfrm>
              <a:off x="4426818" y="2358282"/>
              <a:ext cx="225600" cy="307471"/>
              <a:chOff x="4426818" y="2358282"/>
              <a:chExt cx="225600" cy="307471"/>
            </a:xfrm>
          </p:grpSpPr>
          <p:cxnSp>
            <p:nvCxnSpPr>
              <p:cNvPr id="11554" name="Google Shape;11554;p68"/>
              <p:cNvCxnSpPr>
                <a:stCxn id="11555"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11556" name="Google Shape;11556;p68"/>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8"/>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68"/>
            <p:cNvGrpSpPr/>
            <p:nvPr/>
          </p:nvGrpSpPr>
          <p:grpSpPr>
            <a:xfrm>
              <a:off x="4883984" y="2440153"/>
              <a:ext cx="225600" cy="296479"/>
              <a:chOff x="4883984" y="2440153"/>
              <a:chExt cx="225600" cy="296479"/>
            </a:xfrm>
          </p:grpSpPr>
          <p:cxnSp>
            <p:nvCxnSpPr>
              <p:cNvPr id="11558" name="Google Shape;11558;p68"/>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11559" name="Google Shape;11559;p68"/>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8"/>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1" name="Google Shape;11561;p68"/>
            <p:cNvGrpSpPr/>
            <p:nvPr/>
          </p:nvGrpSpPr>
          <p:grpSpPr>
            <a:xfrm>
              <a:off x="3512551" y="2358356"/>
              <a:ext cx="225647" cy="307629"/>
              <a:chOff x="2182679" y="2005014"/>
              <a:chExt cx="792300" cy="1080158"/>
            </a:xfrm>
          </p:grpSpPr>
          <p:cxnSp>
            <p:nvCxnSpPr>
              <p:cNvPr id="11562" name="Google Shape;11562;p68"/>
              <p:cNvCxnSpPr>
                <a:stCxn id="11563"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11548" name="Google Shape;11548;p68"/>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8"/>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64" name="Google Shape;11564;p68"/>
          <p:cNvGrpSpPr/>
          <p:nvPr/>
        </p:nvGrpSpPr>
        <p:grpSpPr>
          <a:xfrm>
            <a:off x="6872633" y="1182079"/>
            <a:ext cx="1559809" cy="722610"/>
            <a:chOff x="634175" y="2986275"/>
            <a:chExt cx="3147949" cy="1458344"/>
          </a:xfrm>
        </p:grpSpPr>
        <p:cxnSp>
          <p:nvCxnSpPr>
            <p:cNvPr id="11565" name="Google Shape;11565;p68"/>
            <p:cNvCxnSpPr>
              <a:stCxn id="11566" idx="4"/>
              <a:endCxn id="11567"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11568" name="Google Shape;11568;p68"/>
            <p:cNvCxnSpPr>
              <a:stCxn id="11567" idx="0"/>
              <a:endCxn id="11569"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1570" name="Google Shape;11570;p68"/>
            <p:cNvCxnSpPr>
              <a:stCxn id="11569" idx="4"/>
              <a:endCxn id="11571"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1572" name="Google Shape;11572;p68"/>
            <p:cNvCxnSpPr>
              <a:stCxn id="11571" idx="0"/>
              <a:endCxn id="11573"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11573" name="Google Shape;11573;p68"/>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569" name="Google Shape;11569;p68"/>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566" name="Google Shape;11566;p68"/>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571" name="Google Shape;11571;p68"/>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567" name="Google Shape;11567;p68"/>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1574" name="Google Shape;11574;p68"/>
          <p:cNvGrpSpPr/>
          <p:nvPr/>
        </p:nvGrpSpPr>
        <p:grpSpPr>
          <a:xfrm>
            <a:off x="3526424" y="2891987"/>
            <a:ext cx="1570719" cy="294123"/>
            <a:chOff x="998425" y="1182125"/>
            <a:chExt cx="1065400" cy="199500"/>
          </a:xfrm>
        </p:grpSpPr>
        <p:sp>
          <p:nvSpPr>
            <p:cNvPr id="11575" name="Google Shape;11575;p6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0" name="Google Shape;11580;p68"/>
          <p:cNvGrpSpPr/>
          <p:nvPr/>
        </p:nvGrpSpPr>
        <p:grpSpPr>
          <a:xfrm>
            <a:off x="6869680" y="2009474"/>
            <a:ext cx="1565716" cy="366729"/>
            <a:chOff x="1247650" y="2075423"/>
            <a:chExt cx="6648477" cy="1557238"/>
          </a:xfrm>
        </p:grpSpPr>
        <p:sp>
          <p:nvSpPr>
            <p:cNvPr id="11581" name="Google Shape;11581;p6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7" name="Google Shape;11587;p68"/>
          <p:cNvGrpSpPr/>
          <p:nvPr/>
        </p:nvGrpSpPr>
        <p:grpSpPr>
          <a:xfrm>
            <a:off x="6853992" y="3158289"/>
            <a:ext cx="1597061" cy="663440"/>
            <a:chOff x="6796238" y="3158297"/>
            <a:chExt cx="1630319" cy="677257"/>
          </a:xfrm>
        </p:grpSpPr>
        <p:cxnSp>
          <p:nvCxnSpPr>
            <p:cNvPr id="11588" name="Google Shape;11588;p68"/>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1589" name="Google Shape;11589;p68"/>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1590" name="Google Shape;11590;p68"/>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11591" name="Google Shape;11591;p68"/>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11592" name="Google Shape;11592;p68"/>
            <p:cNvGrpSpPr/>
            <p:nvPr/>
          </p:nvGrpSpPr>
          <p:grpSpPr>
            <a:xfrm>
              <a:off x="6796238" y="3311904"/>
              <a:ext cx="1630319" cy="377697"/>
              <a:chOff x="6796238" y="3311904"/>
              <a:chExt cx="1630319" cy="377697"/>
            </a:xfrm>
          </p:grpSpPr>
          <p:sp>
            <p:nvSpPr>
              <p:cNvPr id="11593" name="Google Shape;11593;p68"/>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8"/>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8"/>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96" name="Google Shape;11596;p68"/>
          <p:cNvGrpSpPr/>
          <p:nvPr/>
        </p:nvGrpSpPr>
        <p:grpSpPr>
          <a:xfrm>
            <a:off x="5375130" y="1179681"/>
            <a:ext cx="1368606" cy="1593805"/>
            <a:chOff x="1839112" y="2209163"/>
            <a:chExt cx="1918159" cy="2233784"/>
          </a:xfrm>
        </p:grpSpPr>
        <p:sp>
          <p:nvSpPr>
            <p:cNvPr id="11597" name="Google Shape;11597;p68"/>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8"/>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8"/>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00" name="Google Shape;11600;p68"/>
            <p:cNvCxnSpPr>
              <a:stCxn id="11597" idx="6"/>
              <a:endCxn id="11598"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1601" name="Google Shape;11601;p68"/>
            <p:cNvCxnSpPr>
              <a:stCxn id="11598" idx="4"/>
              <a:endCxn id="11602"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11603" name="Google Shape;11603;p68"/>
            <p:cNvCxnSpPr>
              <a:stCxn id="11602" idx="6"/>
              <a:endCxn id="11599"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1604" name="Google Shape;11604;p68"/>
            <p:cNvCxnSpPr>
              <a:stCxn id="11599" idx="4"/>
              <a:endCxn id="11605"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11602" name="Google Shape;11602;p68"/>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8"/>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68"/>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07" name="Google Shape;11607;p68"/>
            <p:cNvCxnSpPr>
              <a:endCxn id="11606"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11608" name="Google Shape;11608;p68"/>
          <p:cNvGrpSpPr/>
          <p:nvPr/>
        </p:nvGrpSpPr>
        <p:grpSpPr>
          <a:xfrm>
            <a:off x="3507503" y="1185917"/>
            <a:ext cx="1637968" cy="154942"/>
            <a:chOff x="238125" y="2506075"/>
            <a:chExt cx="7115411" cy="673075"/>
          </a:xfrm>
        </p:grpSpPr>
        <p:sp>
          <p:nvSpPr>
            <p:cNvPr id="11609" name="Google Shape;11609;p6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4" name="Google Shape;11614;p68"/>
          <p:cNvGrpSpPr/>
          <p:nvPr/>
        </p:nvGrpSpPr>
        <p:grpSpPr>
          <a:xfrm>
            <a:off x="746187" y="1507514"/>
            <a:ext cx="2476762" cy="91743"/>
            <a:chOff x="1464850" y="436376"/>
            <a:chExt cx="6001362" cy="222300"/>
          </a:xfrm>
        </p:grpSpPr>
        <p:sp>
          <p:nvSpPr>
            <p:cNvPr id="11615" name="Google Shape;11615;p68"/>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8"/>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8"/>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8"/>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8"/>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20" name="Google Shape;11620;p68"/>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1621" name="Google Shape;11621;p68"/>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1622" name="Google Shape;11622;p68"/>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1623" name="Google Shape;11623;p68"/>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11624" name="Google Shape;11624;p68"/>
          <p:cNvGrpSpPr/>
          <p:nvPr/>
        </p:nvGrpSpPr>
        <p:grpSpPr>
          <a:xfrm>
            <a:off x="732455" y="2742980"/>
            <a:ext cx="1452710" cy="651923"/>
            <a:chOff x="803162" y="2667727"/>
            <a:chExt cx="1411906" cy="633611"/>
          </a:xfrm>
        </p:grpSpPr>
        <p:cxnSp>
          <p:nvCxnSpPr>
            <p:cNvPr id="11625" name="Google Shape;11625;p68"/>
            <p:cNvCxnSpPr>
              <a:stCxn id="11626" idx="2"/>
              <a:endCxn id="11627"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628" name="Google Shape;11628;p68"/>
            <p:cNvCxnSpPr>
              <a:stCxn id="11629" idx="0"/>
              <a:endCxn id="11626"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630" name="Google Shape;11630;p68"/>
            <p:cNvCxnSpPr>
              <a:stCxn id="11629" idx="2"/>
              <a:endCxn id="11631"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632" name="Google Shape;11632;p68"/>
            <p:cNvCxnSpPr>
              <a:stCxn id="11633" idx="0"/>
              <a:endCxn id="11629"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634" name="Google Shape;11634;p68"/>
            <p:cNvCxnSpPr>
              <a:stCxn id="11627" idx="2"/>
              <a:endCxn id="11635"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636" name="Google Shape;11636;p68"/>
            <p:cNvCxnSpPr>
              <a:stCxn id="11637" idx="0"/>
              <a:endCxn id="11627"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11633" name="Google Shape;11633;p68"/>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631" name="Google Shape;11631;p68"/>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637" name="Google Shape;11637;p68"/>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635" name="Google Shape;11635;p68"/>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627" name="Google Shape;11627;p68"/>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629" name="Google Shape;11629;p68"/>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626" name="Google Shape;11626;p68"/>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11638" name="Google Shape;11638;p68"/>
          <p:cNvGrpSpPr/>
          <p:nvPr/>
        </p:nvGrpSpPr>
        <p:grpSpPr>
          <a:xfrm>
            <a:off x="732456" y="1178518"/>
            <a:ext cx="2518541" cy="209309"/>
            <a:chOff x="803163" y="1111966"/>
            <a:chExt cx="2447800" cy="203430"/>
          </a:xfrm>
        </p:grpSpPr>
        <p:grpSp>
          <p:nvGrpSpPr>
            <p:cNvPr id="11639" name="Google Shape;11639;p68"/>
            <p:cNvGrpSpPr/>
            <p:nvPr/>
          </p:nvGrpSpPr>
          <p:grpSpPr>
            <a:xfrm>
              <a:off x="1958180" y="1111966"/>
              <a:ext cx="588019" cy="121396"/>
              <a:chOff x="4808316" y="2800065"/>
              <a:chExt cx="1999386" cy="412910"/>
            </a:xfrm>
          </p:grpSpPr>
          <p:sp>
            <p:nvSpPr>
              <p:cNvPr id="11640" name="Google Shape;11640;p68"/>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1" name="Google Shape;11641;p68"/>
              <p:cNvGrpSpPr/>
              <p:nvPr/>
            </p:nvGrpSpPr>
            <p:grpSpPr>
              <a:xfrm>
                <a:off x="4808316" y="2800065"/>
                <a:ext cx="92400" cy="411825"/>
                <a:chOff x="845575" y="2563700"/>
                <a:chExt cx="92400" cy="411825"/>
              </a:xfrm>
            </p:grpSpPr>
            <p:cxnSp>
              <p:nvCxnSpPr>
                <p:cNvPr id="11642" name="Google Shape;11642;p6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643" name="Google Shape;11643;p6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1644" name="Google Shape;11644;p68"/>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11645" name="Google Shape;11645;p68"/>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6" name="Google Shape;11646;p68"/>
            <p:cNvGrpSpPr/>
            <p:nvPr/>
          </p:nvGrpSpPr>
          <p:grpSpPr>
            <a:xfrm>
              <a:off x="803163" y="1111974"/>
              <a:ext cx="591158" cy="121545"/>
              <a:chOff x="803163" y="1111974"/>
              <a:chExt cx="591158" cy="121545"/>
            </a:xfrm>
          </p:grpSpPr>
          <p:grpSp>
            <p:nvGrpSpPr>
              <p:cNvPr id="11647" name="Google Shape;11647;p68"/>
              <p:cNvGrpSpPr/>
              <p:nvPr/>
            </p:nvGrpSpPr>
            <p:grpSpPr>
              <a:xfrm>
                <a:off x="803163" y="1111974"/>
                <a:ext cx="27175" cy="121077"/>
                <a:chOff x="845575" y="2563700"/>
                <a:chExt cx="92400" cy="411825"/>
              </a:xfrm>
            </p:grpSpPr>
            <p:cxnSp>
              <p:nvCxnSpPr>
                <p:cNvPr id="11648" name="Google Shape;11648;p6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649" name="Google Shape;11649;p6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0" name="Google Shape;11650;p68"/>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1" name="Google Shape;11651;p68"/>
            <p:cNvGrpSpPr/>
            <p:nvPr/>
          </p:nvGrpSpPr>
          <p:grpSpPr>
            <a:xfrm>
              <a:off x="1381910" y="1194219"/>
              <a:ext cx="588341" cy="121177"/>
              <a:chOff x="1381910" y="1194219"/>
              <a:chExt cx="588341" cy="121177"/>
            </a:xfrm>
          </p:grpSpPr>
          <p:grpSp>
            <p:nvGrpSpPr>
              <p:cNvPr id="11652" name="Google Shape;11652;p68"/>
              <p:cNvGrpSpPr/>
              <p:nvPr/>
            </p:nvGrpSpPr>
            <p:grpSpPr>
              <a:xfrm rot="10800000">
                <a:off x="1381910" y="1194319"/>
                <a:ext cx="27175" cy="121077"/>
                <a:chOff x="2070100" y="2563700"/>
                <a:chExt cx="92400" cy="411825"/>
              </a:xfrm>
            </p:grpSpPr>
            <p:cxnSp>
              <p:nvCxnSpPr>
                <p:cNvPr id="11653" name="Google Shape;11653;p6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654" name="Google Shape;11654;p6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5" name="Google Shape;11655;p68"/>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6" name="Google Shape;11656;p68"/>
            <p:cNvGrpSpPr/>
            <p:nvPr/>
          </p:nvGrpSpPr>
          <p:grpSpPr>
            <a:xfrm>
              <a:off x="2532079" y="1194219"/>
              <a:ext cx="704927" cy="121177"/>
              <a:chOff x="2532079" y="1194219"/>
              <a:chExt cx="704927" cy="121177"/>
            </a:xfrm>
          </p:grpSpPr>
          <p:grpSp>
            <p:nvGrpSpPr>
              <p:cNvPr id="11657" name="Google Shape;11657;p68"/>
              <p:cNvGrpSpPr/>
              <p:nvPr/>
            </p:nvGrpSpPr>
            <p:grpSpPr>
              <a:xfrm rot="10800000">
                <a:off x="2532079" y="1194319"/>
                <a:ext cx="27175" cy="121077"/>
                <a:chOff x="2070100" y="2563700"/>
                <a:chExt cx="92400" cy="411825"/>
              </a:xfrm>
            </p:grpSpPr>
            <p:cxnSp>
              <p:nvCxnSpPr>
                <p:cNvPr id="11658" name="Google Shape;11658;p6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659" name="Google Shape;11659;p6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0" name="Google Shape;11660;p68"/>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61" name="Google Shape;11661;p68"/>
          <p:cNvGrpSpPr/>
          <p:nvPr/>
        </p:nvGrpSpPr>
        <p:grpSpPr>
          <a:xfrm>
            <a:off x="3525467" y="3875150"/>
            <a:ext cx="1567778" cy="491677"/>
            <a:chOff x="5194708" y="3484366"/>
            <a:chExt cx="3148148" cy="987304"/>
          </a:xfrm>
        </p:grpSpPr>
        <p:grpSp>
          <p:nvGrpSpPr>
            <p:cNvPr id="11662" name="Google Shape;11662;p68"/>
            <p:cNvGrpSpPr/>
            <p:nvPr/>
          </p:nvGrpSpPr>
          <p:grpSpPr>
            <a:xfrm>
              <a:off x="7531521" y="3484366"/>
              <a:ext cx="811335" cy="987304"/>
              <a:chOff x="3379425" y="1617275"/>
              <a:chExt cx="1090650" cy="1327200"/>
            </a:xfrm>
          </p:grpSpPr>
          <p:sp>
            <p:nvSpPr>
              <p:cNvPr id="11663" name="Google Shape;11663;p6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6" name="Google Shape;11666;p68"/>
            <p:cNvGrpSpPr/>
            <p:nvPr/>
          </p:nvGrpSpPr>
          <p:grpSpPr>
            <a:xfrm>
              <a:off x="6752546" y="3484366"/>
              <a:ext cx="811428" cy="987304"/>
              <a:chOff x="2332275" y="1617275"/>
              <a:chExt cx="1090775" cy="1327200"/>
            </a:xfrm>
          </p:grpSpPr>
          <p:sp>
            <p:nvSpPr>
              <p:cNvPr id="11667" name="Google Shape;11667;p6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0" name="Google Shape;11670;p68"/>
            <p:cNvGrpSpPr/>
            <p:nvPr/>
          </p:nvGrpSpPr>
          <p:grpSpPr>
            <a:xfrm>
              <a:off x="5973664" y="3484366"/>
              <a:ext cx="811335" cy="987304"/>
              <a:chOff x="1285250" y="1617275"/>
              <a:chExt cx="1090650" cy="1327200"/>
            </a:xfrm>
          </p:grpSpPr>
          <p:sp>
            <p:nvSpPr>
              <p:cNvPr id="11671" name="Google Shape;11671;p6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4" name="Google Shape;11674;p68"/>
            <p:cNvGrpSpPr/>
            <p:nvPr/>
          </p:nvGrpSpPr>
          <p:grpSpPr>
            <a:xfrm>
              <a:off x="5194708" y="3484366"/>
              <a:ext cx="811409" cy="987304"/>
              <a:chOff x="238125" y="1617275"/>
              <a:chExt cx="1090750" cy="1327200"/>
            </a:xfrm>
          </p:grpSpPr>
          <p:sp>
            <p:nvSpPr>
              <p:cNvPr id="11675" name="Google Shape;11675;p6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78" name="Google Shape;11678;p68"/>
          <p:cNvGrpSpPr/>
          <p:nvPr/>
        </p:nvGrpSpPr>
        <p:grpSpPr>
          <a:xfrm>
            <a:off x="3486076" y="3355561"/>
            <a:ext cx="1616964" cy="346256"/>
            <a:chOff x="1808063" y="4294338"/>
            <a:chExt cx="3370782" cy="721817"/>
          </a:xfrm>
        </p:grpSpPr>
        <p:sp>
          <p:nvSpPr>
            <p:cNvPr id="11679" name="Google Shape;11679;p6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9" name="Google Shape;11689;p68"/>
          <p:cNvGrpSpPr/>
          <p:nvPr/>
        </p:nvGrpSpPr>
        <p:grpSpPr>
          <a:xfrm>
            <a:off x="764288" y="3641590"/>
            <a:ext cx="1295882" cy="646587"/>
            <a:chOff x="834100" y="3642869"/>
            <a:chExt cx="1259483" cy="628426"/>
          </a:xfrm>
        </p:grpSpPr>
        <p:sp>
          <p:nvSpPr>
            <p:cNvPr id="11690" name="Google Shape;11690;p68"/>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8"/>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8"/>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8"/>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8"/>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8"/>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8"/>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8"/>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8"/>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8"/>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8"/>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8"/>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8"/>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8"/>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8"/>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8"/>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8"/>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8"/>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8"/>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8"/>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68"/>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8"/>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8"/>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8"/>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8"/>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5" name="Google Shape;11715;p68"/>
            <p:cNvGrpSpPr/>
            <p:nvPr/>
          </p:nvGrpSpPr>
          <p:grpSpPr>
            <a:xfrm>
              <a:off x="1360364" y="3847835"/>
              <a:ext cx="208119" cy="224359"/>
              <a:chOff x="1360769" y="3847100"/>
              <a:chExt cx="208119" cy="224359"/>
            </a:xfrm>
          </p:grpSpPr>
          <p:sp>
            <p:nvSpPr>
              <p:cNvPr id="11716" name="Google Shape;11716;p68"/>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8"/>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8"/>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8"/>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8"/>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8"/>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8"/>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8"/>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8"/>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8"/>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8"/>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8"/>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8"/>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8"/>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8"/>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8"/>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8"/>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8"/>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8"/>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8"/>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36" name="Google Shape;11736;p68"/>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8"/>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8"/>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8"/>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8"/>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8"/>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8"/>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8"/>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8"/>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8"/>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8"/>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8"/>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8"/>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8"/>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0" name="Google Shape;11750;p68"/>
          <p:cNvGrpSpPr/>
          <p:nvPr/>
        </p:nvGrpSpPr>
        <p:grpSpPr>
          <a:xfrm rot="5400000">
            <a:off x="5977401" y="3438087"/>
            <a:ext cx="164064" cy="1414916"/>
            <a:chOff x="4428249" y="1369375"/>
            <a:chExt cx="36905" cy="429569"/>
          </a:xfrm>
        </p:grpSpPr>
        <p:sp>
          <p:nvSpPr>
            <p:cNvPr id="11751" name="Google Shape;11751;p68"/>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8"/>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8"/>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8"/>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8"/>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8"/>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8"/>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8"/>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8"/>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8"/>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8"/>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8"/>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8"/>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8"/>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8"/>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8"/>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8"/>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8"/>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8"/>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8"/>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8"/>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8"/>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8"/>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8"/>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8"/>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8"/>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8"/>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8"/>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8"/>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8"/>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8"/>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8"/>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3" name="Google Shape;11783;p68"/>
          <p:cNvGrpSpPr/>
          <p:nvPr/>
        </p:nvGrpSpPr>
        <p:grpSpPr>
          <a:xfrm flipH="1" rot="10800000">
            <a:off x="5349830" y="3026630"/>
            <a:ext cx="1419207" cy="24808"/>
            <a:chOff x="219558" y="4738465"/>
            <a:chExt cx="5852400" cy="102300"/>
          </a:xfrm>
        </p:grpSpPr>
        <p:cxnSp>
          <p:nvCxnSpPr>
            <p:cNvPr id="11784" name="Google Shape;11784;p68"/>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1785" name="Google Shape;11785;p68"/>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8"/>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8"/>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8"/>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8"/>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0" name="Google Shape;11790;p68"/>
          <p:cNvGrpSpPr/>
          <p:nvPr/>
        </p:nvGrpSpPr>
        <p:grpSpPr>
          <a:xfrm>
            <a:off x="5361148" y="3399694"/>
            <a:ext cx="1396570" cy="385016"/>
            <a:chOff x="5286284" y="2966544"/>
            <a:chExt cx="1396570" cy="385016"/>
          </a:xfrm>
        </p:grpSpPr>
        <p:cxnSp>
          <p:nvCxnSpPr>
            <p:cNvPr id="11791" name="Google Shape;11791;p68"/>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1792" name="Google Shape;11792;p68"/>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1793" name="Google Shape;11793;p68"/>
            <p:cNvGrpSpPr/>
            <p:nvPr/>
          </p:nvGrpSpPr>
          <p:grpSpPr>
            <a:xfrm>
              <a:off x="5287688" y="3173364"/>
              <a:ext cx="1395166" cy="74100"/>
              <a:chOff x="5287688" y="3173364"/>
              <a:chExt cx="1395166" cy="74100"/>
            </a:xfrm>
          </p:grpSpPr>
          <p:cxnSp>
            <p:nvCxnSpPr>
              <p:cNvPr id="11794" name="Google Shape;11794;p68"/>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11795" name="Google Shape;11795;p68"/>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11796" name="Google Shape;11796;p68"/>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797" name="Google Shape;11797;p68"/>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798" name="Google Shape;11798;p68"/>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799" name="Google Shape;11799;p68"/>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800" name="Google Shape;11800;p68"/>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801" name="Google Shape;11801;p68"/>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11802" name="Google Shape;11802;p68"/>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1803" name="Google Shape;11803;p68"/>
          <p:cNvGrpSpPr/>
          <p:nvPr/>
        </p:nvGrpSpPr>
        <p:grpSpPr>
          <a:xfrm>
            <a:off x="2047214" y="1818470"/>
            <a:ext cx="1182276" cy="662027"/>
            <a:chOff x="2029517" y="1732295"/>
            <a:chExt cx="1149068" cy="643432"/>
          </a:xfrm>
        </p:grpSpPr>
        <p:grpSp>
          <p:nvGrpSpPr>
            <p:cNvPr id="11804" name="Google Shape;11804;p68"/>
            <p:cNvGrpSpPr/>
            <p:nvPr/>
          </p:nvGrpSpPr>
          <p:grpSpPr>
            <a:xfrm>
              <a:off x="2708660" y="1746937"/>
              <a:ext cx="455427" cy="244429"/>
              <a:chOff x="2700693" y="1746937"/>
              <a:chExt cx="455427" cy="244429"/>
            </a:xfrm>
          </p:grpSpPr>
          <p:grpSp>
            <p:nvGrpSpPr>
              <p:cNvPr id="11805" name="Google Shape;11805;p68"/>
              <p:cNvGrpSpPr/>
              <p:nvPr/>
            </p:nvGrpSpPr>
            <p:grpSpPr>
              <a:xfrm>
                <a:off x="2905682" y="1782817"/>
                <a:ext cx="250438" cy="208549"/>
                <a:chOff x="2905682" y="1782817"/>
                <a:chExt cx="250438" cy="208549"/>
              </a:xfrm>
            </p:grpSpPr>
            <p:cxnSp>
              <p:nvCxnSpPr>
                <p:cNvPr id="11806" name="Google Shape;11806;p68"/>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807" name="Google Shape;11807;p68"/>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8" name="Google Shape;11808;p68"/>
              <p:cNvGrpSpPr/>
              <p:nvPr/>
            </p:nvGrpSpPr>
            <p:grpSpPr>
              <a:xfrm>
                <a:off x="2700693" y="1746937"/>
                <a:ext cx="449967" cy="72374"/>
                <a:chOff x="2700693" y="1746937"/>
                <a:chExt cx="449967" cy="72374"/>
              </a:xfrm>
            </p:grpSpPr>
            <p:cxnSp>
              <p:nvCxnSpPr>
                <p:cNvPr id="11809" name="Google Shape;11809;p68"/>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810" name="Google Shape;11810;p68"/>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11" name="Google Shape;11811;p68"/>
            <p:cNvGrpSpPr/>
            <p:nvPr/>
          </p:nvGrpSpPr>
          <p:grpSpPr>
            <a:xfrm>
              <a:off x="2029517" y="1732295"/>
              <a:ext cx="1149068" cy="643432"/>
              <a:chOff x="2029517" y="1732295"/>
              <a:chExt cx="1149068" cy="643432"/>
            </a:xfrm>
          </p:grpSpPr>
          <p:grpSp>
            <p:nvGrpSpPr>
              <p:cNvPr id="11812" name="Google Shape;11812;p68"/>
              <p:cNvGrpSpPr/>
              <p:nvPr/>
            </p:nvGrpSpPr>
            <p:grpSpPr>
              <a:xfrm>
                <a:off x="2703618" y="2103152"/>
                <a:ext cx="474966" cy="260017"/>
                <a:chOff x="2703618" y="2103152"/>
                <a:chExt cx="474966" cy="260017"/>
              </a:xfrm>
            </p:grpSpPr>
            <p:grpSp>
              <p:nvGrpSpPr>
                <p:cNvPr id="11813" name="Google Shape;11813;p68"/>
                <p:cNvGrpSpPr/>
                <p:nvPr/>
              </p:nvGrpSpPr>
              <p:grpSpPr>
                <a:xfrm>
                  <a:off x="2703618" y="2290640"/>
                  <a:ext cx="450291" cy="72529"/>
                  <a:chOff x="2703618" y="2290640"/>
                  <a:chExt cx="450291" cy="72529"/>
                </a:xfrm>
              </p:grpSpPr>
              <p:cxnSp>
                <p:nvCxnSpPr>
                  <p:cNvPr id="11814" name="Google Shape;11814;p68"/>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815" name="Google Shape;11815;p68"/>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6" name="Google Shape;11816;p68"/>
                <p:cNvGrpSpPr/>
                <p:nvPr/>
              </p:nvGrpSpPr>
              <p:grpSpPr>
                <a:xfrm>
                  <a:off x="2908607" y="2103152"/>
                  <a:ext cx="269977" cy="223538"/>
                  <a:chOff x="2908607" y="2103152"/>
                  <a:chExt cx="269977" cy="223538"/>
                </a:xfrm>
              </p:grpSpPr>
              <p:cxnSp>
                <p:nvCxnSpPr>
                  <p:cNvPr id="11817" name="Google Shape;11817;p68"/>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818" name="Google Shape;11818;p68"/>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19" name="Google Shape;11819;p68"/>
              <p:cNvGrpSpPr/>
              <p:nvPr/>
            </p:nvGrpSpPr>
            <p:grpSpPr>
              <a:xfrm>
                <a:off x="2029517" y="1732295"/>
                <a:ext cx="685827" cy="643432"/>
                <a:chOff x="2029517" y="1732295"/>
                <a:chExt cx="685827" cy="643432"/>
              </a:xfrm>
            </p:grpSpPr>
            <p:sp>
              <p:nvSpPr>
                <p:cNvPr id="11820" name="Google Shape;11820;p68"/>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1" name="Google Shape;11821;p68"/>
                <p:cNvGrpSpPr/>
                <p:nvPr/>
              </p:nvGrpSpPr>
              <p:grpSpPr>
                <a:xfrm>
                  <a:off x="2158948" y="1732295"/>
                  <a:ext cx="556396" cy="333108"/>
                  <a:chOff x="2158948" y="1732295"/>
                  <a:chExt cx="556396" cy="333108"/>
                </a:xfrm>
              </p:grpSpPr>
              <p:cxnSp>
                <p:nvCxnSpPr>
                  <p:cNvPr id="11822" name="Google Shape;11822;p68"/>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1823" name="Google Shape;11823;p68"/>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4" name="Google Shape;11824;p68"/>
                <p:cNvGrpSpPr/>
                <p:nvPr/>
              </p:nvGrpSpPr>
              <p:grpSpPr>
                <a:xfrm>
                  <a:off x="2159908" y="2065057"/>
                  <a:ext cx="550884" cy="310670"/>
                  <a:chOff x="2159908" y="2065057"/>
                  <a:chExt cx="550884" cy="310670"/>
                </a:xfrm>
              </p:grpSpPr>
              <p:cxnSp>
                <p:nvCxnSpPr>
                  <p:cNvPr id="11825" name="Google Shape;11825;p68"/>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1826" name="Google Shape;11826;p68"/>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1827" name="Google Shape;11827;p68"/>
          <p:cNvGrpSpPr/>
          <p:nvPr/>
        </p:nvGrpSpPr>
        <p:grpSpPr>
          <a:xfrm>
            <a:off x="732462" y="1766083"/>
            <a:ext cx="962651" cy="810058"/>
            <a:chOff x="844912" y="1681380"/>
            <a:chExt cx="935611" cy="787305"/>
          </a:xfrm>
        </p:grpSpPr>
        <p:grpSp>
          <p:nvGrpSpPr>
            <p:cNvPr id="11828" name="Google Shape;11828;p68"/>
            <p:cNvGrpSpPr/>
            <p:nvPr/>
          </p:nvGrpSpPr>
          <p:grpSpPr>
            <a:xfrm>
              <a:off x="844912" y="1819635"/>
              <a:ext cx="329836" cy="510016"/>
              <a:chOff x="844912" y="1819635"/>
              <a:chExt cx="329836" cy="510016"/>
            </a:xfrm>
          </p:grpSpPr>
          <p:sp>
            <p:nvSpPr>
              <p:cNvPr id="11829" name="Google Shape;11829;p68"/>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8"/>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8"/>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8"/>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8"/>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8"/>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5" name="Google Shape;11835;p68"/>
            <p:cNvGrpSpPr/>
            <p:nvPr/>
          </p:nvGrpSpPr>
          <p:grpSpPr>
            <a:xfrm>
              <a:off x="1284601" y="2158168"/>
              <a:ext cx="495923" cy="310517"/>
              <a:chOff x="1284601" y="2158168"/>
              <a:chExt cx="495923" cy="310517"/>
            </a:xfrm>
          </p:grpSpPr>
          <p:sp>
            <p:nvSpPr>
              <p:cNvPr id="11836" name="Google Shape;11836;p68"/>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7" name="Google Shape;11837;p68"/>
              <p:cNvGrpSpPr/>
              <p:nvPr/>
            </p:nvGrpSpPr>
            <p:grpSpPr>
              <a:xfrm>
                <a:off x="1507666" y="2158168"/>
                <a:ext cx="272858" cy="310517"/>
                <a:chOff x="1507666" y="2158168"/>
                <a:chExt cx="272858" cy="310517"/>
              </a:xfrm>
            </p:grpSpPr>
            <p:grpSp>
              <p:nvGrpSpPr>
                <p:cNvPr id="11838" name="Google Shape;11838;p68"/>
                <p:cNvGrpSpPr/>
                <p:nvPr/>
              </p:nvGrpSpPr>
              <p:grpSpPr>
                <a:xfrm>
                  <a:off x="1507666" y="2176104"/>
                  <a:ext cx="166395" cy="273149"/>
                  <a:chOff x="1507666" y="2176104"/>
                  <a:chExt cx="166395" cy="273149"/>
                </a:xfrm>
              </p:grpSpPr>
              <p:sp>
                <p:nvSpPr>
                  <p:cNvPr id="11839" name="Google Shape;11839;p68"/>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8"/>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8"/>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8"/>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8"/>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8"/>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8"/>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6" name="Google Shape;11846;p68"/>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8"/>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48" name="Google Shape;11848;p68"/>
            <p:cNvGrpSpPr/>
            <p:nvPr/>
          </p:nvGrpSpPr>
          <p:grpSpPr>
            <a:xfrm>
              <a:off x="1284601" y="1681380"/>
              <a:ext cx="495923" cy="310517"/>
              <a:chOff x="1284601" y="1681380"/>
              <a:chExt cx="495923" cy="310517"/>
            </a:xfrm>
          </p:grpSpPr>
          <p:sp>
            <p:nvSpPr>
              <p:cNvPr id="11849" name="Google Shape;11849;p68"/>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0" name="Google Shape;11850;p68"/>
              <p:cNvGrpSpPr/>
              <p:nvPr/>
            </p:nvGrpSpPr>
            <p:grpSpPr>
              <a:xfrm>
                <a:off x="1507666" y="1681380"/>
                <a:ext cx="272858" cy="310517"/>
                <a:chOff x="1507666" y="1681380"/>
                <a:chExt cx="272858" cy="310517"/>
              </a:xfrm>
            </p:grpSpPr>
            <p:grpSp>
              <p:nvGrpSpPr>
                <p:cNvPr id="11851" name="Google Shape;11851;p68"/>
                <p:cNvGrpSpPr/>
                <p:nvPr/>
              </p:nvGrpSpPr>
              <p:grpSpPr>
                <a:xfrm>
                  <a:off x="1507666" y="1700120"/>
                  <a:ext cx="166395" cy="272984"/>
                  <a:chOff x="1507666" y="1700120"/>
                  <a:chExt cx="166395" cy="272984"/>
                </a:xfrm>
              </p:grpSpPr>
              <p:sp>
                <p:nvSpPr>
                  <p:cNvPr id="11852" name="Google Shape;11852;p68"/>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8"/>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8"/>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8"/>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8"/>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8"/>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8"/>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9" name="Google Shape;11859;p68"/>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8"/>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861" name="Google Shape;11861;p68"/>
          <p:cNvGrpSpPr/>
          <p:nvPr/>
        </p:nvGrpSpPr>
        <p:grpSpPr>
          <a:xfrm>
            <a:off x="6841403" y="2533512"/>
            <a:ext cx="1622269" cy="552443"/>
            <a:chOff x="6894650" y="2574740"/>
            <a:chExt cx="1445100" cy="492111"/>
          </a:xfrm>
        </p:grpSpPr>
        <p:sp>
          <p:nvSpPr>
            <p:cNvPr id="11862" name="Google Shape;11862;p68"/>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8"/>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8"/>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8"/>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8"/>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67" name="Google Shape;11867;p68"/>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11868" name="Google Shape;11868;p68"/>
          <p:cNvGrpSpPr/>
          <p:nvPr/>
        </p:nvGrpSpPr>
        <p:grpSpPr>
          <a:xfrm>
            <a:off x="6860946" y="3907768"/>
            <a:ext cx="1583206" cy="475705"/>
            <a:chOff x="6953919" y="3907920"/>
            <a:chExt cx="1377300" cy="475705"/>
          </a:xfrm>
        </p:grpSpPr>
        <p:cxnSp>
          <p:nvCxnSpPr>
            <p:cNvPr id="11869" name="Google Shape;11869;p68"/>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1870" name="Google Shape;11870;p68"/>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11871" name="Google Shape;11871;p68"/>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1872" name="Google Shape;11872;p68"/>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11873" name="Google Shape;11873;p68"/>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11874" name="Google Shape;11874;p68"/>
          <p:cNvGrpSpPr/>
          <p:nvPr/>
        </p:nvGrpSpPr>
        <p:grpSpPr>
          <a:xfrm>
            <a:off x="2364534" y="2668913"/>
            <a:ext cx="836286" cy="824529"/>
            <a:chOff x="2389399" y="2595741"/>
            <a:chExt cx="812796" cy="801369"/>
          </a:xfrm>
        </p:grpSpPr>
        <p:grpSp>
          <p:nvGrpSpPr>
            <p:cNvPr id="11875" name="Google Shape;11875;p68"/>
            <p:cNvGrpSpPr/>
            <p:nvPr/>
          </p:nvGrpSpPr>
          <p:grpSpPr>
            <a:xfrm>
              <a:off x="2492145" y="2881565"/>
              <a:ext cx="607300" cy="229751"/>
              <a:chOff x="2492145" y="2881565"/>
              <a:chExt cx="607300" cy="229751"/>
            </a:xfrm>
          </p:grpSpPr>
          <p:sp>
            <p:nvSpPr>
              <p:cNvPr id="11876" name="Google Shape;11876;p68"/>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8"/>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8"/>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9" name="Google Shape;11879;p68"/>
            <p:cNvGrpSpPr/>
            <p:nvPr/>
          </p:nvGrpSpPr>
          <p:grpSpPr>
            <a:xfrm>
              <a:off x="2389399" y="2595741"/>
              <a:ext cx="812796" cy="296825"/>
              <a:chOff x="2389399" y="2595741"/>
              <a:chExt cx="812796" cy="296825"/>
            </a:xfrm>
          </p:grpSpPr>
          <p:grpSp>
            <p:nvGrpSpPr>
              <p:cNvPr id="11880" name="Google Shape;11880;p68"/>
              <p:cNvGrpSpPr/>
              <p:nvPr/>
            </p:nvGrpSpPr>
            <p:grpSpPr>
              <a:xfrm>
                <a:off x="2389399" y="2595741"/>
                <a:ext cx="363638" cy="296825"/>
                <a:chOff x="2389399" y="2595741"/>
                <a:chExt cx="363638" cy="296825"/>
              </a:xfrm>
            </p:grpSpPr>
            <p:grpSp>
              <p:nvGrpSpPr>
                <p:cNvPr id="11881" name="Google Shape;11881;p68"/>
                <p:cNvGrpSpPr/>
                <p:nvPr/>
              </p:nvGrpSpPr>
              <p:grpSpPr>
                <a:xfrm>
                  <a:off x="2493852" y="2794333"/>
                  <a:ext cx="259185" cy="98232"/>
                  <a:chOff x="2493852" y="2794333"/>
                  <a:chExt cx="259185" cy="98232"/>
                </a:xfrm>
              </p:grpSpPr>
              <p:sp>
                <p:nvSpPr>
                  <p:cNvPr id="11882" name="Google Shape;11882;p68"/>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8"/>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8"/>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5" name="Google Shape;11885;p68"/>
                <p:cNvGrpSpPr/>
                <p:nvPr/>
              </p:nvGrpSpPr>
              <p:grpSpPr>
                <a:xfrm>
                  <a:off x="2389399" y="2595741"/>
                  <a:ext cx="224343" cy="182054"/>
                  <a:chOff x="2389399" y="2595741"/>
                  <a:chExt cx="224343" cy="182054"/>
                </a:xfrm>
              </p:grpSpPr>
              <p:sp>
                <p:nvSpPr>
                  <p:cNvPr id="11886" name="Google Shape;11886;p68"/>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8"/>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88" name="Google Shape;11888;p68"/>
              <p:cNvGrpSpPr/>
              <p:nvPr/>
            </p:nvGrpSpPr>
            <p:grpSpPr>
              <a:xfrm>
                <a:off x="2683630" y="2595741"/>
                <a:ext cx="224334" cy="296825"/>
                <a:chOff x="2683630" y="2595741"/>
                <a:chExt cx="224334" cy="296825"/>
              </a:xfrm>
            </p:grpSpPr>
            <p:grpSp>
              <p:nvGrpSpPr>
                <p:cNvPr id="11889" name="Google Shape;11889;p68"/>
                <p:cNvGrpSpPr/>
                <p:nvPr/>
              </p:nvGrpSpPr>
              <p:grpSpPr>
                <a:xfrm>
                  <a:off x="2788083" y="2794333"/>
                  <a:ext cx="15356" cy="98232"/>
                  <a:chOff x="2788083" y="2794333"/>
                  <a:chExt cx="15356" cy="98232"/>
                </a:xfrm>
              </p:grpSpPr>
              <p:sp>
                <p:nvSpPr>
                  <p:cNvPr id="11890" name="Google Shape;11890;p68"/>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8"/>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8"/>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3" name="Google Shape;11893;p68"/>
                <p:cNvGrpSpPr/>
                <p:nvPr/>
              </p:nvGrpSpPr>
              <p:grpSpPr>
                <a:xfrm>
                  <a:off x="2683630" y="2595741"/>
                  <a:ext cx="224334" cy="182054"/>
                  <a:chOff x="2683630" y="2595741"/>
                  <a:chExt cx="224334" cy="182054"/>
                </a:xfrm>
              </p:grpSpPr>
              <p:sp>
                <p:nvSpPr>
                  <p:cNvPr id="11894" name="Google Shape;11894;p68"/>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8"/>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96" name="Google Shape;11896;p68"/>
              <p:cNvGrpSpPr/>
              <p:nvPr/>
            </p:nvGrpSpPr>
            <p:grpSpPr>
              <a:xfrm>
                <a:off x="2838475" y="2595741"/>
                <a:ext cx="363719" cy="296825"/>
                <a:chOff x="2838475" y="2595741"/>
                <a:chExt cx="363719" cy="296825"/>
              </a:xfrm>
            </p:grpSpPr>
            <p:grpSp>
              <p:nvGrpSpPr>
                <p:cNvPr id="11897" name="Google Shape;11897;p68"/>
                <p:cNvGrpSpPr/>
                <p:nvPr/>
              </p:nvGrpSpPr>
              <p:grpSpPr>
                <a:xfrm>
                  <a:off x="2838475" y="2794333"/>
                  <a:ext cx="259185" cy="98232"/>
                  <a:chOff x="2838475" y="2794333"/>
                  <a:chExt cx="259185" cy="98232"/>
                </a:xfrm>
              </p:grpSpPr>
              <p:sp>
                <p:nvSpPr>
                  <p:cNvPr id="11898" name="Google Shape;11898;p68"/>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8"/>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8"/>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1" name="Google Shape;11901;p68"/>
                <p:cNvGrpSpPr/>
                <p:nvPr/>
              </p:nvGrpSpPr>
              <p:grpSpPr>
                <a:xfrm>
                  <a:off x="2977852" y="2595741"/>
                  <a:ext cx="224343" cy="182054"/>
                  <a:chOff x="2977852" y="2595741"/>
                  <a:chExt cx="224343" cy="182054"/>
                </a:xfrm>
              </p:grpSpPr>
              <p:sp>
                <p:nvSpPr>
                  <p:cNvPr id="11902" name="Google Shape;11902;p68"/>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8"/>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904" name="Google Shape;11904;p68"/>
            <p:cNvGrpSpPr/>
            <p:nvPr/>
          </p:nvGrpSpPr>
          <p:grpSpPr>
            <a:xfrm>
              <a:off x="2389399" y="3100241"/>
              <a:ext cx="812796" cy="296869"/>
              <a:chOff x="2389399" y="3100241"/>
              <a:chExt cx="812796" cy="296869"/>
            </a:xfrm>
          </p:grpSpPr>
          <p:grpSp>
            <p:nvGrpSpPr>
              <p:cNvPr id="11905" name="Google Shape;11905;p68"/>
              <p:cNvGrpSpPr/>
              <p:nvPr/>
            </p:nvGrpSpPr>
            <p:grpSpPr>
              <a:xfrm>
                <a:off x="2683630" y="3100241"/>
                <a:ext cx="224334" cy="296869"/>
                <a:chOff x="2683630" y="3100241"/>
                <a:chExt cx="224334" cy="296869"/>
              </a:xfrm>
            </p:grpSpPr>
            <p:grpSp>
              <p:nvGrpSpPr>
                <p:cNvPr id="11906" name="Google Shape;11906;p68"/>
                <p:cNvGrpSpPr/>
                <p:nvPr/>
              </p:nvGrpSpPr>
              <p:grpSpPr>
                <a:xfrm>
                  <a:off x="2788083" y="3100241"/>
                  <a:ext cx="15356" cy="98237"/>
                  <a:chOff x="2788083" y="3100241"/>
                  <a:chExt cx="15356" cy="98237"/>
                </a:xfrm>
              </p:grpSpPr>
              <p:sp>
                <p:nvSpPr>
                  <p:cNvPr id="11907" name="Google Shape;11907;p68"/>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8"/>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8"/>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0" name="Google Shape;11910;p68"/>
                <p:cNvGrpSpPr/>
                <p:nvPr/>
              </p:nvGrpSpPr>
              <p:grpSpPr>
                <a:xfrm>
                  <a:off x="2683630" y="3215065"/>
                  <a:ext cx="224334" cy="182045"/>
                  <a:chOff x="2683630" y="3215065"/>
                  <a:chExt cx="224334" cy="182045"/>
                </a:xfrm>
              </p:grpSpPr>
              <p:sp>
                <p:nvSpPr>
                  <p:cNvPr id="11911" name="Google Shape;11911;p68"/>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8"/>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13" name="Google Shape;11913;p68"/>
              <p:cNvGrpSpPr/>
              <p:nvPr/>
            </p:nvGrpSpPr>
            <p:grpSpPr>
              <a:xfrm>
                <a:off x="2389399" y="3100241"/>
                <a:ext cx="363638" cy="296869"/>
                <a:chOff x="2389399" y="3100241"/>
                <a:chExt cx="363638" cy="296869"/>
              </a:xfrm>
            </p:grpSpPr>
            <p:grpSp>
              <p:nvGrpSpPr>
                <p:cNvPr id="11914" name="Google Shape;11914;p68"/>
                <p:cNvGrpSpPr/>
                <p:nvPr/>
              </p:nvGrpSpPr>
              <p:grpSpPr>
                <a:xfrm>
                  <a:off x="2493852" y="3100241"/>
                  <a:ext cx="259185" cy="98237"/>
                  <a:chOff x="2493852" y="3100241"/>
                  <a:chExt cx="259185" cy="98237"/>
                </a:xfrm>
              </p:grpSpPr>
              <p:sp>
                <p:nvSpPr>
                  <p:cNvPr id="11915" name="Google Shape;11915;p68"/>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8"/>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8"/>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8" name="Google Shape;11918;p68"/>
                <p:cNvGrpSpPr/>
                <p:nvPr/>
              </p:nvGrpSpPr>
              <p:grpSpPr>
                <a:xfrm>
                  <a:off x="2389399" y="3215065"/>
                  <a:ext cx="224343" cy="182045"/>
                  <a:chOff x="2389399" y="3215065"/>
                  <a:chExt cx="224343" cy="182045"/>
                </a:xfrm>
              </p:grpSpPr>
              <p:sp>
                <p:nvSpPr>
                  <p:cNvPr id="11919" name="Google Shape;11919;p68"/>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8"/>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21" name="Google Shape;11921;p68"/>
              <p:cNvGrpSpPr/>
              <p:nvPr/>
            </p:nvGrpSpPr>
            <p:grpSpPr>
              <a:xfrm>
                <a:off x="2838475" y="3100241"/>
                <a:ext cx="363719" cy="296869"/>
                <a:chOff x="2838475" y="3100241"/>
                <a:chExt cx="363719" cy="296869"/>
              </a:xfrm>
            </p:grpSpPr>
            <p:grpSp>
              <p:nvGrpSpPr>
                <p:cNvPr id="11922" name="Google Shape;11922;p68"/>
                <p:cNvGrpSpPr/>
                <p:nvPr/>
              </p:nvGrpSpPr>
              <p:grpSpPr>
                <a:xfrm>
                  <a:off x="2838475" y="3100241"/>
                  <a:ext cx="259185" cy="98237"/>
                  <a:chOff x="2838475" y="3100241"/>
                  <a:chExt cx="259185" cy="98237"/>
                </a:xfrm>
              </p:grpSpPr>
              <p:sp>
                <p:nvSpPr>
                  <p:cNvPr id="11923" name="Google Shape;11923;p68"/>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8"/>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8"/>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6" name="Google Shape;11926;p68"/>
                <p:cNvGrpSpPr/>
                <p:nvPr/>
              </p:nvGrpSpPr>
              <p:grpSpPr>
                <a:xfrm>
                  <a:off x="2977852" y="3215065"/>
                  <a:ext cx="224343" cy="182045"/>
                  <a:chOff x="2977852" y="3215065"/>
                  <a:chExt cx="224343" cy="182045"/>
                </a:xfrm>
              </p:grpSpPr>
              <p:sp>
                <p:nvSpPr>
                  <p:cNvPr id="11927" name="Google Shape;11927;p68"/>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8"/>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32" name="Shape 11932"/>
        <p:cNvGrpSpPr/>
        <p:nvPr/>
      </p:nvGrpSpPr>
      <p:grpSpPr>
        <a:xfrm>
          <a:off x="0" y="0"/>
          <a:ext cx="0" cy="0"/>
          <a:chOff x="0" y="0"/>
          <a:chExt cx="0" cy="0"/>
        </a:xfrm>
      </p:grpSpPr>
      <p:grpSp>
        <p:nvGrpSpPr>
          <p:cNvPr id="11933" name="Google Shape;11933;p69"/>
          <p:cNvGrpSpPr/>
          <p:nvPr/>
        </p:nvGrpSpPr>
        <p:grpSpPr>
          <a:xfrm>
            <a:off x="718875" y="3363288"/>
            <a:ext cx="2390414" cy="1024800"/>
            <a:chOff x="728925" y="3296613"/>
            <a:chExt cx="2390414" cy="1024800"/>
          </a:xfrm>
        </p:grpSpPr>
        <p:grpSp>
          <p:nvGrpSpPr>
            <p:cNvPr id="11934" name="Google Shape;11934;p69"/>
            <p:cNvGrpSpPr/>
            <p:nvPr/>
          </p:nvGrpSpPr>
          <p:grpSpPr>
            <a:xfrm>
              <a:off x="728925" y="3619800"/>
              <a:ext cx="2390414" cy="500893"/>
              <a:chOff x="728925" y="3619800"/>
              <a:chExt cx="2390414" cy="500893"/>
            </a:xfrm>
          </p:grpSpPr>
          <p:sp>
            <p:nvSpPr>
              <p:cNvPr id="11935" name="Google Shape;11935;p69"/>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936" name="Google Shape;11936;p69"/>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1937" name="Google Shape;11937;p69"/>
            <p:cNvGrpSpPr/>
            <p:nvPr/>
          </p:nvGrpSpPr>
          <p:grpSpPr>
            <a:xfrm>
              <a:off x="1348050" y="3296613"/>
              <a:ext cx="1706152" cy="1024800"/>
              <a:chOff x="1348050" y="3296613"/>
              <a:chExt cx="1706152" cy="1024800"/>
            </a:xfrm>
          </p:grpSpPr>
          <p:sp>
            <p:nvSpPr>
              <p:cNvPr id="11938" name="Google Shape;11938;p69"/>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939" name="Google Shape;11939;p69"/>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940" name="Google Shape;11940;p69"/>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941" name="Google Shape;11941;p69"/>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942" name="Google Shape;11942;p69"/>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1943" name="Google Shape;11943;p69"/>
            <p:cNvGrpSpPr/>
            <p:nvPr/>
          </p:nvGrpSpPr>
          <p:grpSpPr>
            <a:xfrm>
              <a:off x="1455707" y="3654858"/>
              <a:ext cx="1491150" cy="417657"/>
              <a:chOff x="1455707" y="3654858"/>
              <a:chExt cx="1491150" cy="417657"/>
            </a:xfrm>
          </p:grpSpPr>
          <p:sp>
            <p:nvSpPr>
              <p:cNvPr id="11944" name="Google Shape;11944;p69"/>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9"/>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9"/>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9"/>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9"/>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9"/>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9"/>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9"/>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9"/>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9"/>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9"/>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9"/>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9"/>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9"/>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9"/>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9"/>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9"/>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9"/>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9"/>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9"/>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1964" name="Google Shape;11964;p69"/>
          <p:cNvGraphicFramePr/>
          <p:nvPr/>
        </p:nvGraphicFramePr>
        <p:xfrm>
          <a:off x="5954575" y="2361200"/>
          <a:ext cx="3000000" cy="3000000"/>
        </p:xfrm>
        <a:graphic>
          <a:graphicData uri="http://schemas.openxmlformats.org/drawingml/2006/table">
            <a:tbl>
              <a:tblPr>
                <a:noFill/>
                <a:tableStyleId>{C12C5E86-2B3F-495E-B7E0-148A5202B7A1}</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no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no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noFill/>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no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no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noFill/>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no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noFill/>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no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no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no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11965" name="Google Shape;11965;p69"/>
          <p:cNvGrpSpPr/>
          <p:nvPr/>
        </p:nvGrpSpPr>
        <p:grpSpPr>
          <a:xfrm>
            <a:off x="727251" y="1188964"/>
            <a:ext cx="2396505" cy="976502"/>
            <a:chOff x="749309" y="1112739"/>
            <a:chExt cx="2371603" cy="976502"/>
          </a:xfrm>
        </p:grpSpPr>
        <p:grpSp>
          <p:nvGrpSpPr>
            <p:cNvPr id="11966" name="Google Shape;11966;p69"/>
            <p:cNvGrpSpPr/>
            <p:nvPr/>
          </p:nvGrpSpPr>
          <p:grpSpPr>
            <a:xfrm>
              <a:off x="1092126" y="1112739"/>
              <a:ext cx="2028786" cy="975464"/>
              <a:chOff x="1092126" y="1112739"/>
              <a:chExt cx="2028786" cy="975464"/>
            </a:xfrm>
          </p:grpSpPr>
          <p:sp>
            <p:nvSpPr>
              <p:cNvPr id="11967" name="Google Shape;11967;p69"/>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9"/>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9"/>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9"/>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9"/>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9"/>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9"/>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9"/>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9"/>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9"/>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9"/>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9"/>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9"/>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9"/>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9"/>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9"/>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9"/>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9"/>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9"/>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9"/>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9"/>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9"/>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9"/>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9"/>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1" name="Google Shape;11991;p69"/>
            <p:cNvGrpSpPr/>
            <p:nvPr/>
          </p:nvGrpSpPr>
          <p:grpSpPr>
            <a:xfrm>
              <a:off x="749309" y="1112739"/>
              <a:ext cx="314700" cy="975464"/>
              <a:chOff x="749309" y="1112739"/>
              <a:chExt cx="314700" cy="975464"/>
            </a:xfrm>
          </p:grpSpPr>
          <p:sp>
            <p:nvSpPr>
              <p:cNvPr id="11992" name="Google Shape;11992;p69"/>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9"/>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9"/>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9"/>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6" name="Google Shape;11996;p6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2000" name="Google Shape;12000;p69"/>
          <p:cNvGraphicFramePr/>
          <p:nvPr/>
        </p:nvGraphicFramePr>
        <p:xfrm>
          <a:off x="5954600" y="1188950"/>
          <a:ext cx="3000000" cy="3000000"/>
        </p:xfrm>
        <a:graphic>
          <a:graphicData uri="http://schemas.openxmlformats.org/drawingml/2006/table">
            <a:tbl>
              <a:tblPr>
                <a:noFill/>
                <a:tableStyleId>{C12C5E86-2B3F-495E-B7E0-148A5202B7A1}</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r>
            </a:tbl>
          </a:graphicData>
        </a:graphic>
      </p:graphicFrame>
      <p:graphicFrame>
        <p:nvGraphicFramePr>
          <p:cNvPr id="12001" name="Google Shape;12001;p69"/>
          <p:cNvGraphicFramePr/>
          <p:nvPr/>
        </p:nvGraphicFramePr>
        <p:xfrm>
          <a:off x="3375463" y="2361200"/>
          <a:ext cx="3000000" cy="3000000"/>
        </p:xfrm>
        <a:graphic>
          <a:graphicData uri="http://schemas.openxmlformats.org/drawingml/2006/table">
            <a:tbl>
              <a:tblPr>
                <a:noFill/>
                <a:tableStyleId>{C12C5E86-2B3F-495E-B7E0-148A5202B7A1}</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noFill/>
                  </a:tcPr>
                </a:tc>
              </a:tr>
            </a:tbl>
          </a:graphicData>
        </a:graphic>
      </p:graphicFrame>
      <p:grpSp>
        <p:nvGrpSpPr>
          <p:cNvPr id="12002" name="Google Shape;12002;p69"/>
          <p:cNvGrpSpPr/>
          <p:nvPr/>
        </p:nvGrpSpPr>
        <p:grpSpPr>
          <a:xfrm>
            <a:off x="3377449" y="3352160"/>
            <a:ext cx="2363377" cy="1047062"/>
            <a:chOff x="3358399" y="3285485"/>
            <a:chExt cx="2363377" cy="1047062"/>
          </a:xfrm>
        </p:grpSpPr>
        <p:grpSp>
          <p:nvGrpSpPr>
            <p:cNvPr id="12003" name="Google Shape;12003;p69"/>
            <p:cNvGrpSpPr/>
            <p:nvPr/>
          </p:nvGrpSpPr>
          <p:grpSpPr>
            <a:xfrm>
              <a:off x="3358412" y="3285485"/>
              <a:ext cx="2363244" cy="139500"/>
              <a:chOff x="3358412" y="3285485"/>
              <a:chExt cx="2363244" cy="139500"/>
            </a:xfrm>
          </p:grpSpPr>
          <p:sp>
            <p:nvSpPr>
              <p:cNvPr id="12004" name="Google Shape;12004;p69"/>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9"/>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9"/>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9"/>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9"/>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9" name="Google Shape;12009;p69"/>
            <p:cNvGrpSpPr/>
            <p:nvPr/>
          </p:nvGrpSpPr>
          <p:grpSpPr>
            <a:xfrm>
              <a:off x="3358412" y="3466996"/>
              <a:ext cx="2363244" cy="139500"/>
              <a:chOff x="3358412" y="3466996"/>
              <a:chExt cx="2363244" cy="139500"/>
            </a:xfrm>
          </p:grpSpPr>
          <p:sp>
            <p:nvSpPr>
              <p:cNvPr id="12010" name="Google Shape;12010;p69"/>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9"/>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9"/>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9"/>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9"/>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5" name="Google Shape;12015;p69"/>
            <p:cNvGrpSpPr/>
            <p:nvPr/>
          </p:nvGrpSpPr>
          <p:grpSpPr>
            <a:xfrm>
              <a:off x="3358412" y="3648507"/>
              <a:ext cx="2363244" cy="139500"/>
              <a:chOff x="3358412" y="3648507"/>
              <a:chExt cx="2363244" cy="139500"/>
            </a:xfrm>
          </p:grpSpPr>
          <p:sp>
            <p:nvSpPr>
              <p:cNvPr id="12016" name="Google Shape;12016;p69"/>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9"/>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9"/>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9"/>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9"/>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1" name="Google Shape;12021;p69"/>
            <p:cNvGrpSpPr/>
            <p:nvPr/>
          </p:nvGrpSpPr>
          <p:grpSpPr>
            <a:xfrm>
              <a:off x="3358412" y="3830018"/>
              <a:ext cx="2363244" cy="139500"/>
              <a:chOff x="3358412" y="3830018"/>
              <a:chExt cx="2363244" cy="139500"/>
            </a:xfrm>
          </p:grpSpPr>
          <p:sp>
            <p:nvSpPr>
              <p:cNvPr id="12022" name="Google Shape;12022;p69"/>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9"/>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69"/>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9"/>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9"/>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7" name="Google Shape;12027;p69"/>
            <p:cNvGrpSpPr/>
            <p:nvPr/>
          </p:nvGrpSpPr>
          <p:grpSpPr>
            <a:xfrm>
              <a:off x="3358399" y="4011514"/>
              <a:ext cx="2363377" cy="139537"/>
              <a:chOff x="3294800" y="4134603"/>
              <a:chExt cx="2638876" cy="152400"/>
            </a:xfrm>
          </p:grpSpPr>
          <p:sp>
            <p:nvSpPr>
              <p:cNvPr id="12028" name="Google Shape;12028;p69"/>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9"/>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9"/>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9"/>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9"/>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3" name="Google Shape;12033;p69"/>
            <p:cNvGrpSpPr/>
            <p:nvPr/>
          </p:nvGrpSpPr>
          <p:grpSpPr>
            <a:xfrm>
              <a:off x="3358399" y="4193010"/>
              <a:ext cx="2363377" cy="139537"/>
              <a:chOff x="3294800" y="4134603"/>
              <a:chExt cx="2638876" cy="152400"/>
            </a:xfrm>
          </p:grpSpPr>
          <p:sp>
            <p:nvSpPr>
              <p:cNvPr id="12034" name="Google Shape;12034;p69"/>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9"/>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9"/>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9"/>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9"/>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2039" name="Google Shape;12039;p69"/>
          <p:cNvGraphicFramePr/>
          <p:nvPr/>
        </p:nvGraphicFramePr>
        <p:xfrm>
          <a:off x="728250" y="2361200"/>
          <a:ext cx="3000000" cy="3000000"/>
        </p:xfrm>
        <a:graphic>
          <a:graphicData uri="http://schemas.openxmlformats.org/drawingml/2006/table">
            <a:tbl>
              <a:tblPr>
                <a:noFill/>
                <a:tableStyleId>{C12C5E86-2B3F-495E-B7E0-148A5202B7A1}</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noFill/>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noFill/>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no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noFill/>
                  </a:tcPr>
                </a:tc>
              </a:tr>
            </a:tbl>
          </a:graphicData>
        </a:graphic>
      </p:graphicFrame>
      <p:grpSp>
        <p:nvGrpSpPr>
          <p:cNvPr id="12040" name="Google Shape;12040;p69"/>
          <p:cNvGrpSpPr/>
          <p:nvPr/>
        </p:nvGrpSpPr>
        <p:grpSpPr>
          <a:xfrm>
            <a:off x="4177919" y="2765014"/>
            <a:ext cx="1302095" cy="60959"/>
            <a:chOff x="3558802" y="4011427"/>
            <a:chExt cx="1866000" cy="111300"/>
          </a:xfrm>
        </p:grpSpPr>
        <p:sp>
          <p:nvSpPr>
            <p:cNvPr id="12041" name="Google Shape;12041;p6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9"/>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3" name="Google Shape;12043;p69"/>
          <p:cNvGrpSpPr/>
          <p:nvPr/>
        </p:nvGrpSpPr>
        <p:grpSpPr>
          <a:xfrm>
            <a:off x="4723407" y="3047174"/>
            <a:ext cx="914340" cy="60959"/>
            <a:chOff x="3558802" y="4011427"/>
            <a:chExt cx="1866000" cy="111300"/>
          </a:xfrm>
        </p:grpSpPr>
        <p:sp>
          <p:nvSpPr>
            <p:cNvPr id="12044" name="Google Shape;12044;p6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9"/>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6" name="Google Shape;12046;p69"/>
          <p:cNvGrpSpPr/>
          <p:nvPr/>
        </p:nvGrpSpPr>
        <p:grpSpPr>
          <a:xfrm>
            <a:off x="5891249" y="3374972"/>
            <a:ext cx="2519825" cy="1001454"/>
            <a:chOff x="1906114" y="789980"/>
            <a:chExt cx="1487676" cy="606868"/>
          </a:xfrm>
        </p:grpSpPr>
        <p:cxnSp>
          <p:nvCxnSpPr>
            <p:cNvPr id="12047" name="Google Shape;12047;p69"/>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2048" name="Google Shape;12048;p69"/>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2049" name="Google Shape;12049;p69"/>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2050" name="Google Shape;12050;p69"/>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2051" name="Google Shape;12051;p69"/>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2052" name="Google Shape;12052;p69"/>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2053" name="Google Shape;12053;p69"/>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2054" name="Google Shape;12054;p6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9"/>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2061" name="Google Shape;12061;p69"/>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2062" name="Google Shape;12062;p69"/>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2063" name="Google Shape;12063;p6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4" name="Google Shape;12064;p69"/>
          <p:cNvGrpSpPr/>
          <p:nvPr/>
        </p:nvGrpSpPr>
        <p:grpSpPr>
          <a:xfrm>
            <a:off x="3372612" y="1159008"/>
            <a:ext cx="2363393" cy="1005865"/>
            <a:chOff x="3292400" y="1193188"/>
            <a:chExt cx="2615240" cy="1131075"/>
          </a:xfrm>
        </p:grpSpPr>
        <p:sp>
          <p:nvSpPr>
            <p:cNvPr id="12065" name="Google Shape;12065;p69"/>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66" name="Google Shape;12066;p69"/>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67" name="Google Shape;12067;p69"/>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2068" name="Google Shape;12068;p69"/>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2069" name="Google Shape;12069;p69"/>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2070" name="Google Shape;12070;p69"/>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2071" name="Google Shape;12071;p69"/>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2072" name="Google Shape;12072;p69"/>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2073" name="Google Shape;12073;p69"/>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2074" name="Google Shape;12074;p69"/>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2075" name="Google Shape;12075;p69"/>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2076" name="Google Shape;12076;p69"/>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2077" name="Google Shape;12077;p69"/>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2078" name="Google Shape;12078;p69"/>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2079" name="Google Shape;12079;p69"/>
            <p:cNvGrpSpPr/>
            <p:nvPr/>
          </p:nvGrpSpPr>
          <p:grpSpPr>
            <a:xfrm>
              <a:off x="3748438" y="1378608"/>
              <a:ext cx="2159202" cy="903971"/>
              <a:chOff x="1683525" y="2179850"/>
              <a:chExt cx="4519050" cy="2134525"/>
            </a:xfrm>
          </p:grpSpPr>
          <p:sp>
            <p:nvSpPr>
              <p:cNvPr id="12080" name="Google Shape;12080;p6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81" name="Google Shape;12081;p6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82" name="Google Shape;12082;p6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83" name="Google Shape;12083;p6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84" name="Google Shape;12084;p6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85" name="Google Shape;12085;p6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86" name="Google Shape;12086;p6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87" name="Google Shape;12087;p6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88" name="Google Shape;12088;p6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89" name="Google Shape;12089;p6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90" name="Google Shape;12090;p6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91" name="Google Shape;12091;p6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95" name="Shape 12095"/>
        <p:cNvGrpSpPr/>
        <p:nvPr/>
      </p:nvGrpSpPr>
      <p:grpSpPr>
        <a:xfrm>
          <a:off x="0" y="0"/>
          <a:ext cx="0" cy="0"/>
          <a:chOff x="0" y="0"/>
          <a:chExt cx="0" cy="0"/>
        </a:xfrm>
      </p:grpSpPr>
      <p:grpSp>
        <p:nvGrpSpPr>
          <p:cNvPr id="12096" name="Google Shape;12096;p70"/>
          <p:cNvGrpSpPr/>
          <p:nvPr/>
        </p:nvGrpSpPr>
        <p:grpSpPr>
          <a:xfrm>
            <a:off x="4814684" y="1191441"/>
            <a:ext cx="745431" cy="718863"/>
            <a:chOff x="4249973" y="1201875"/>
            <a:chExt cx="1958568" cy="1888762"/>
          </a:xfrm>
        </p:grpSpPr>
        <p:sp>
          <p:nvSpPr>
            <p:cNvPr id="12097" name="Google Shape;12097;p70"/>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8" name="Google Shape;12098;p70"/>
            <p:cNvGrpSpPr/>
            <p:nvPr/>
          </p:nvGrpSpPr>
          <p:grpSpPr>
            <a:xfrm>
              <a:off x="5853086" y="1789142"/>
              <a:ext cx="355454" cy="1048099"/>
              <a:chOff x="5576108" y="2016725"/>
              <a:chExt cx="565200" cy="1666560"/>
            </a:xfrm>
          </p:grpSpPr>
          <p:sp>
            <p:nvSpPr>
              <p:cNvPr id="12099" name="Google Shape;12099;p70"/>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100" name="Google Shape;12100;p7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1" name="Google Shape;12101;p70"/>
            <p:cNvGrpSpPr/>
            <p:nvPr/>
          </p:nvGrpSpPr>
          <p:grpSpPr>
            <a:xfrm>
              <a:off x="4869455" y="2691676"/>
              <a:ext cx="1013897" cy="398961"/>
              <a:chOff x="4012057" y="3451825"/>
              <a:chExt cx="1612175" cy="634379"/>
            </a:xfrm>
          </p:grpSpPr>
          <p:sp>
            <p:nvSpPr>
              <p:cNvPr id="12102" name="Google Shape;12102;p70"/>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103" name="Google Shape;12103;p7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4" name="Google Shape;12104;p70"/>
            <p:cNvGrpSpPr/>
            <p:nvPr/>
          </p:nvGrpSpPr>
          <p:grpSpPr>
            <a:xfrm>
              <a:off x="4276937" y="2155961"/>
              <a:ext cx="651965" cy="891358"/>
              <a:chOff x="3069908" y="2599997"/>
              <a:chExt cx="1036675" cy="1417328"/>
            </a:xfrm>
          </p:grpSpPr>
          <p:sp>
            <p:nvSpPr>
              <p:cNvPr id="12105" name="Google Shape;12105;p70"/>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106" name="Google Shape;12106;p7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7" name="Google Shape;12107;p70"/>
            <p:cNvGrpSpPr/>
            <p:nvPr/>
          </p:nvGrpSpPr>
          <p:grpSpPr>
            <a:xfrm>
              <a:off x="5054918" y="1201875"/>
              <a:ext cx="999548" cy="602711"/>
              <a:chOff x="4306958" y="1082925"/>
              <a:chExt cx="1589359" cy="958358"/>
            </a:xfrm>
          </p:grpSpPr>
          <p:sp>
            <p:nvSpPr>
              <p:cNvPr id="12108" name="Google Shape;12108;p70"/>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109" name="Google Shape;12109;p7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0" name="Google Shape;12110;p70"/>
            <p:cNvGrpSpPr/>
            <p:nvPr/>
          </p:nvGrpSpPr>
          <p:grpSpPr>
            <a:xfrm>
              <a:off x="4249973" y="1303451"/>
              <a:ext cx="799317" cy="841334"/>
              <a:chOff x="3027033" y="1244439"/>
              <a:chExt cx="1270977" cy="1337786"/>
            </a:xfrm>
          </p:grpSpPr>
          <p:sp>
            <p:nvSpPr>
              <p:cNvPr id="12111" name="Google Shape;12111;p70"/>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112" name="Google Shape;12112;p7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13" name="Google Shape;12113;p70"/>
          <p:cNvGrpSpPr/>
          <p:nvPr/>
        </p:nvGrpSpPr>
        <p:grpSpPr>
          <a:xfrm>
            <a:off x="731057" y="2069890"/>
            <a:ext cx="761767" cy="729896"/>
            <a:chOff x="2657744" y="2337745"/>
            <a:chExt cx="832987" cy="798137"/>
          </a:xfrm>
        </p:grpSpPr>
        <p:sp>
          <p:nvSpPr>
            <p:cNvPr id="12114" name="Google Shape;12114;p70"/>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70"/>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0"/>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0" name="Google Shape;12120;p70"/>
          <p:cNvGrpSpPr/>
          <p:nvPr/>
        </p:nvGrpSpPr>
        <p:grpSpPr>
          <a:xfrm>
            <a:off x="3242022" y="2073097"/>
            <a:ext cx="685569" cy="723586"/>
            <a:chOff x="3398134" y="2057755"/>
            <a:chExt cx="704087" cy="743130"/>
          </a:xfrm>
        </p:grpSpPr>
        <p:grpSp>
          <p:nvGrpSpPr>
            <p:cNvPr id="12121" name="Google Shape;12121;p70"/>
            <p:cNvGrpSpPr/>
            <p:nvPr/>
          </p:nvGrpSpPr>
          <p:grpSpPr>
            <a:xfrm>
              <a:off x="3398134" y="2290183"/>
              <a:ext cx="315300" cy="219900"/>
              <a:chOff x="3398134" y="2290183"/>
              <a:chExt cx="315300" cy="219900"/>
            </a:xfrm>
          </p:grpSpPr>
          <p:sp>
            <p:nvSpPr>
              <p:cNvPr id="12122" name="Google Shape;12122;p70"/>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123" name="Google Shape;12123;p70"/>
              <p:cNvCxnSpPr>
                <a:stCxn id="12122"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2124" name="Google Shape;12124;p70"/>
            <p:cNvGrpSpPr/>
            <p:nvPr/>
          </p:nvGrpSpPr>
          <p:grpSpPr>
            <a:xfrm>
              <a:off x="3547823" y="2467358"/>
              <a:ext cx="219900" cy="333527"/>
              <a:chOff x="3547823" y="2467358"/>
              <a:chExt cx="219900" cy="333527"/>
            </a:xfrm>
          </p:grpSpPr>
          <p:sp>
            <p:nvSpPr>
              <p:cNvPr id="12125" name="Google Shape;12125;p70"/>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126" name="Google Shape;12126;p70"/>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2127" name="Google Shape;12127;p70"/>
            <p:cNvGrpSpPr/>
            <p:nvPr/>
          </p:nvGrpSpPr>
          <p:grpSpPr>
            <a:xfrm>
              <a:off x="3734138" y="2467358"/>
              <a:ext cx="219900" cy="333527"/>
              <a:chOff x="3734138" y="2467358"/>
              <a:chExt cx="219900" cy="333527"/>
            </a:xfrm>
          </p:grpSpPr>
          <p:sp>
            <p:nvSpPr>
              <p:cNvPr id="12128" name="Google Shape;12128;p70"/>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129" name="Google Shape;12129;p70"/>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2130" name="Google Shape;12130;p70"/>
            <p:cNvGrpSpPr/>
            <p:nvPr/>
          </p:nvGrpSpPr>
          <p:grpSpPr>
            <a:xfrm>
              <a:off x="3787560" y="2288011"/>
              <a:ext cx="314661" cy="219900"/>
              <a:chOff x="3787560" y="2288011"/>
              <a:chExt cx="314661" cy="219900"/>
            </a:xfrm>
          </p:grpSpPr>
          <p:sp>
            <p:nvSpPr>
              <p:cNvPr id="12131" name="Google Shape;12131;p70"/>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132" name="Google Shape;12132;p70"/>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2133" name="Google Shape;12133;p70"/>
            <p:cNvGrpSpPr/>
            <p:nvPr/>
          </p:nvGrpSpPr>
          <p:grpSpPr>
            <a:xfrm>
              <a:off x="3637290" y="2057755"/>
              <a:ext cx="219900" cy="335499"/>
              <a:chOff x="3637290" y="2057755"/>
              <a:chExt cx="219900" cy="335499"/>
            </a:xfrm>
          </p:grpSpPr>
          <p:sp>
            <p:nvSpPr>
              <p:cNvPr id="12134" name="Google Shape;12134;p70"/>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2135" name="Google Shape;12135;p70"/>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2136" name="Google Shape;12136;p70"/>
          <p:cNvGrpSpPr/>
          <p:nvPr/>
        </p:nvGrpSpPr>
        <p:grpSpPr>
          <a:xfrm>
            <a:off x="4917244" y="2079792"/>
            <a:ext cx="710153" cy="710153"/>
            <a:chOff x="5007123" y="2079403"/>
            <a:chExt cx="687600" cy="687600"/>
          </a:xfrm>
        </p:grpSpPr>
        <p:sp>
          <p:nvSpPr>
            <p:cNvPr id="12137" name="Google Shape;12137;p70"/>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70"/>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0"/>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70"/>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1" name="Google Shape;12141;p70"/>
          <p:cNvGrpSpPr/>
          <p:nvPr/>
        </p:nvGrpSpPr>
        <p:grpSpPr>
          <a:xfrm>
            <a:off x="5726681" y="2074299"/>
            <a:ext cx="720998" cy="721183"/>
            <a:chOff x="5797446" y="2063053"/>
            <a:chExt cx="698100" cy="698280"/>
          </a:xfrm>
        </p:grpSpPr>
        <p:sp>
          <p:nvSpPr>
            <p:cNvPr id="12142" name="Google Shape;12142;p70"/>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0"/>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0"/>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0"/>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6" name="Google Shape;12146;p70"/>
          <p:cNvGrpSpPr/>
          <p:nvPr/>
        </p:nvGrpSpPr>
        <p:grpSpPr>
          <a:xfrm>
            <a:off x="8171828" y="3719904"/>
            <a:ext cx="280585" cy="673164"/>
            <a:chOff x="8075075" y="3754290"/>
            <a:chExt cx="255612" cy="613194"/>
          </a:xfrm>
        </p:grpSpPr>
        <p:grpSp>
          <p:nvGrpSpPr>
            <p:cNvPr id="12147" name="Google Shape;12147;p70"/>
            <p:cNvGrpSpPr/>
            <p:nvPr/>
          </p:nvGrpSpPr>
          <p:grpSpPr>
            <a:xfrm>
              <a:off x="8075075" y="3754290"/>
              <a:ext cx="255612" cy="613194"/>
              <a:chOff x="8075075" y="3754290"/>
              <a:chExt cx="255612" cy="613194"/>
            </a:xfrm>
          </p:grpSpPr>
          <p:sp>
            <p:nvSpPr>
              <p:cNvPr id="12148" name="Google Shape;12148;p70"/>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0"/>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0" name="Google Shape;12150;p70"/>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1" name="Google Shape;12151;p70"/>
          <p:cNvGrpSpPr/>
          <p:nvPr/>
        </p:nvGrpSpPr>
        <p:grpSpPr>
          <a:xfrm>
            <a:off x="5288887" y="3708700"/>
            <a:ext cx="470352" cy="683745"/>
            <a:chOff x="1697726" y="3244179"/>
            <a:chExt cx="788124" cy="1146069"/>
          </a:xfrm>
        </p:grpSpPr>
        <p:sp>
          <p:nvSpPr>
            <p:cNvPr id="12152" name="Google Shape;12152;p7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4" name="Google Shape;12154;p70"/>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5" name="Google Shape;12155;p70"/>
          <p:cNvGrpSpPr/>
          <p:nvPr/>
        </p:nvGrpSpPr>
        <p:grpSpPr>
          <a:xfrm>
            <a:off x="5910037" y="3719902"/>
            <a:ext cx="293891" cy="293845"/>
            <a:chOff x="6134814" y="3754290"/>
            <a:chExt cx="293891" cy="293845"/>
          </a:xfrm>
        </p:grpSpPr>
        <p:sp>
          <p:nvSpPr>
            <p:cNvPr id="12156" name="Google Shape;12156;p70"/>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0"/>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8" name="Google Shape;12158;p70"/>
          <p:cNvGrpSpPr/>
          <p:nvPr/>
        </p:nvGrpSpPr>
        <p:grpSpPr>
          <a:xfrm>
            <a:off x="5910037" y="4098574"/>
            <a:ext cx="293891" cy="293891"/>
            <a:chOff x="6134814" y="4086186"/>
            <a:chExt cx="293891" cy="293891"/>
          </a:xfrm>
        </p:grpSpPr>
        <p:sp>
          <p:nvSpPr>
            <p:cNvPr id="12159" name="Google Shape;12159;p70"/>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0"/>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61" name="Google Shape;12161;p70"/>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0"/>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3" name="Google Shape;12163;p70"/>
          <p:cNvGrpSpPr/>
          <p:nvPr/>
        </p:nvGrpSpPr>
        <p:grpSpPr>
          <a:xfrm>
            <a:off x="7835013" y="2927266"/>
            <a:ext cx="622883" cy="621944"/>
            <a:chOff x="1187048" y="238125"/>
            <a:chExt cx="5256397" cy="5248476"/>
          </a:xfrm>
        </p:grpSpPr>
        <p:sp>
          <p:nvSpPr>
            <p:cNvPr id="12164" name="Google Shape;12164;p7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0"/>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0"/>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70"/>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8" name="Google Shape;12168;p70"/>
          <p:cNvGrpSpPr/>
          <p:nvPr/>
        </p:nvGrpSpPr>
        <p:grpSpPr>
          <a:xfrm>
            <a:off x="2292118" y="2936875"/>
            <a:ext cx="1310987" cy="612407"/>
            <a:chOff x="238125" y="1188750"/>
            <a:chExt cx="7140450" cy="3335550"/>
          </a:xfrm>
        </p:grpSpPr>
        <p:sp>
          <p:nvSpPr>
            <p:cNvPr id="12169" name="Google Shape;12169;p7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4" name="Google Shape;12174;p70"/>
          <p:cNvGrpSpPr/>
          <p:nvPr/>
        </p:nvGrpSpPr>
        <p:grpSpPr>
          <a:xfrm>
            <a:off x="6617990" y="2927430"/>
            <a:ext cx="1110299" cy="621702"/>
            <a:chOff x="238125" y="1335475"/>
            <a:chExt cx="5418735" cy="3034175"/>
          </a:xfrm>
        </p:grpSpPr>
        <p:sp>
          <p:nvSpPr>
            <p:cNvPr id="12175" name="Google Shape;12175;p7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8" name="Google Shape;12178;p70"/>
          <p:cNvGrpSpPr/>
          <p:nvPr/>
        </p:nvGrpSpPr>
        <p:grpSpPr>
          <a:xfrm>
            <a:off x="5435649" y="2924327"/>
            <a:ext cx="1074451" cy="627181"/>
            <a:chOff x="5359127" y="2910889"/>
            <a:chExt cx="1097723" cy="640831"/>
          </a:xfrm>
        </p:grpSpPr>
        <p:grpSp>
          <p:nvGrpSpPr>
            <p:cNvPr id="12179" name="Google Shape;12179;p70"/>
            <p:cNvGrpSpPr/>
            <p:nvPr/>
          </p:nvGrpSpPr>
          <p:grpSpPr>
            <a:xfrm>
              <a:off x="5929791" y="3263088"/>
              <a:ext cx="527060" cy="287097"/>
              <a:chOff x="5929791" y="3263088"/>
              <a:chExt cx="527060" cy="287097"/>
            </a:xfrm>
          </p:grpSpPr>
          <p:sp>
            <p:nvSpPr>
              <p:cNvPr id="12180" name="Google Shape;12180;p70"/>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181" name="Google Shape;12181;p70"/>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182" name="Google Shape;12182;p70"/>
            <p:cNvGrpSpPr/>
            <p:nvPr/>
          </p:nvGrpSpPr>
          <p:grpSpPr>
            <a:xfrm>
              <a:off x="5359127" y="3263089"/>
              <a:ext cx="526428" cy="288631"/>
              <a:chOff x="5359127" y="3263089"/>
              <a:chExt cx="526428" cy="288631"/>
            </a:xfrm>
          </p:grpSpPr>
          <p:sp>
            <p:nvSpPr>
              <p:cNvPr id="12183" name="Google Shape;12183;p70"/>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184" name="Google Shape;12184;p70"/>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185" name="Google Shape;12185;p70"/>
            <p:cNvGrpSpPr/>
            <p:nvPr/>
          </p:nvGrpSpPr>
          <p:grpSpPr>
            <a:xfrm>
              <a:off x="5551525" y="2910889"/>
              <a:ext cx="520901" cy="610283"/>
              <a:chOff x="5551525" y="2910889"/>
              <a:chExt cx="520901" cy="610283"/>
            </a:xfrm>
          </p:grpSpPr>
          <p:sp>
            <p:nvSpPr>
              <p:cNvPr id="12186" name="Google Shape;12186;p70"/>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187" name="Google Shape;12187;p70"/>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188" name="Google Shape;12188;p70"/>
            <p:cNvGrpSpPr/>
            <p:nvPr/>
          </p:nvGrpSpPr>
          <p:grpSpPr>
            <a:xfrm>
              <a:off x="5743962" y="2919100"/>
              <a:ext cx="623674" cy="284502"/>
              <a:chOff x="5743962" y="2919100"/>
              <a:chExt cx="623674" cy="284502"/>
            </a:xfrm>
          </p:grpSpPr>
          <p:sp>
            <p:nvSpPr>
              <p:cNvPr id="12189" name="Google Shape;12189;p70"/>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190" name="Google Shape;12190;p70"/>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2191" name="Google Shape;12191;p70"/>
          <p:cNvGrpSpPr/>
          <p:nvPr/>
        </p:nvGrpSpPr>
        <p:grpSpPr>
          <a:xfrm>
            <a:off x="7586863" y="2075038"/>
            <a:ext cx="874976" cy="719600"/>
            <a:chOff x="7608988" y="2093194"/>
            <a:chExt cx="817276" cy="672147"/>
          </a:xfrm>
        </p:grpSpPr>
        <p:cxnSp>
          <p:nvCxnSpPr>
            <p:cNvPr id="12192" name="Google Shape;12192;p70"/>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193" name="Google Shape;12193;p70"/>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194" name="Google Shape;12194;p70"/>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195" name="Google Shape;12195;p70"/>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196" name="Google Shape;12196;p70"/>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2197" name="Google Shape;12197;p70"/>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2198" name="Google Shape;12198;p70"/>
            <p:cNvGrpSpPr/>
            <p:nvPr/>
          </p:nvGrpSpPr>
          <p:grpSpPr>
            <a:xfrm>
              <a:off x="7721175" y="2093194"/>
              <a:ext cx="599587" cy="623846"/>
              <a:chOff x="7721175" y="2093194"/>
              <a:chExt cx="599587" cy="623846"/>
            </a:xfrm>
          </p:grpSpPr>
          <p:grpSp>
            <p:nvGrpSpPr>
              <p:cNvPr id="12199" name="Google Shape;12199;p70"/>
              <p:cNvGrpSpPr/>
              <p:nvPr/>
            </p:nvGrpSpPr>
            <p:grpSpPr>
              <a:xfrm>
                <a:off x="7721175" y="2093194"/>
                <a:ext cx="291605" cy="623846"/>
                <a:chOff x="9405575" y="2061418"/>
                <a:chExt cx="291605" cy="623846"/>
              </a:xfrm>
            </p:grpSpPr>
            <p:sp>
              <p:nvSpPr>
                <p:cNvPr id="12200" name="Google Shape;12200;p70"/>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0"/>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0"/>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0"/>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0"/>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0"/>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0"/>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7" name="Google Shape;12207;p70"/>
              <p:cNvGrpSpPr/>
              <p:nvPr/>
            </p:nvGrpSpPr>
            <p:grpSpPr>
              <a:xfrm flipH="1">
                <a:off x="8029157" y="2093194"/>
                <a:ext cx="291605" cy="623846"/>
                <a:chOff x="9405575" y="2061418"/>
                <a:chExt cx="291605" cy="623846"/>
              </a:xfrm>
            </p:grpSpPr>
            <p:sp>
              <p:nvSpPr>
                <p:cNvPr id="12208" name="Google Shape;12208;p70"/>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0"/>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0"/>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70"/>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0"/>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0"/>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0"/>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215" name="Google Shape;12215;p70"/>
          <p:cNvGrpSpPr/>
          <p:nvPr/>
        </p:nvGrpSpPr>
        <p:grpSpPr>
          <a:xfrm>
            <a:off x="4031299" y="1191441"/>
            <a:ext cx="712557" cy="785901"/>
            <a:chOff x="4206459" y="1191441"/>
            <a:chExt cx="712557" cy="785901"/>
          </a:xfrm>
        </p:grpSpPr>
        <p:sp>
          <p:nvSpPr>
            <p:cNvPr id="12216" name="Google Shape;12216;p70"/>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0"/>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0"/>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0"/>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0" name="Google Shape;12220;p70"/>
            <p:cNvGrpSpPr/>
            <p:nvPr/>
          </p:nvGrpSpPr>
          <p:grpSpPr>
            <a:xfrm>
              <a:off x="4644280" y="1290523"/>
              <a:ext cx="143716" cy="29463"/>
              <a:chOff x="4644280" y="1290523"/>
              <a:chExt cx="143716" cy="29463"/>
            </a:xfrm>
          </p:grpSpPr>
          <p:sp>
            <p:nvSpPr>
              <p:cNvPr id="12221" name="Google Shape;12221;p70"/>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0"/>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0"/>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0"/>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5" name="Google Shape;12225;p70"/>
            <p:cNvGrpSpPr/>
            <p:nvPr/>
          </p:nvGrpSpPr>
          <p:grpSpPr>
            <a:xfrm>
              <a:off x="4356567" y="1191441"/>
              <a:ext cx="143690" cy="29488"/>
              <a:chOff x="4356567" y="1191441"/>
              <a:chExt cx="143690" cy="29488"/>
            </a:xfrm>
          </p:grpSpPr>
          <p:sp>
            <p:nvSpPr>
              <p:cNvPr id="12226" name="Google Shape;12226;p70"/>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0"/>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0"/>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0"/>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0" name="Google Shape;12230;p70"/>
            <p:cNvGrpSpPr/>
            <p:nvPr/>
          </p:nvGrpSpPr>
          <p:grpSpPr>
            <a:xfrm>
              <a:off x="4339009" y="1863727"/>
              <a:ext cx="143703" cy="29476"/>
              <a:chOff x="4339009" y="1863727"/>
              <a:chExt cx="143703" cy="29476"/>
            </a:xfrm>
          </p:grpSpPr>
          <p:sp>
            <p:nvSpPr>
              <p:cNvPr id="12231" name="Google Shape;12231;p70"/>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0"/>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0"/>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0"/>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5" name="Google Shape;12235;p70"/>
            <p:cNvGrpSpPr/>
            <p:nvPr/>
          </p:nvGrpSpPr>
          <p:grpSpPr>
            <a:xfrm>
              <a:off x="4206459" y="1607315"/>
              <a:ext cx="29539" cy="142899"/>
              <a:chOff x="4206459" y="1607315"/>
              <a:chExt cx="29539" cy="142899"/>
            </a:xfrm>
          </p:grpSpPr>
          <p:sp>
            <p:nvSpPr>
              <p:cNvPr id="12236" name="Google Shape;12236;p70"/>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0"/>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0"/>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0"/>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40" name="Google Shape;12240;p70"/>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0"/>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0"/>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0"/>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44" name="Google Shape;12244;p70"/>
            <p:cNvGrpSpPr/>
            <p:nvPr/>
          </p:nvGrpSpPr>
          <p:grpSpPr>
            <a:xfrm>
              <a:off x="4889463" y="1423737"/>
              <a:ext cx="29552" cy="142899"/>
              <a:chOff x="4889463" y="1423737"/>
              <a:chExt cx="29552" cy="142899"/>
            </a:xfrm>
          </p:grpSpPr>
          <p:sp>
            <p:nvSpPr>
              <p:cNvPr id="12245" name="Google Shape;12245;p70"/>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0"/>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0"/>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0"/>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9" name="Google Shape;12249;p70"/>
            <p:cNvGrpSpPr/>
            <p:nvPr/>
          </p:nvGrpSpPr>
          <p:grpSpPr>
            <a:xfrm>
              <a:off x="4771663" y="1876896"/>
              <a:ext cx="108651" cy="100447"/>
              <a:chOff x="4771663" y="1876896"/>
              <a:chExt cx="108651" cy="100447"/>
            </a:xfrm>
          </p:grpSpPr>
          <p:sp>
            <p:nvSpPr>
              <p:cNvPr id="12250" name="Google Shape;12250;p70"/>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0"/>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0"/>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0"/>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54" name="Google Shape;12254;p70"/>
          <p:cNvGrpSpPr/>
          <p:nvPr/>
        </p:nvGrpSpPr>
        <p:grpSpPr>
          <a:xfrm>
            <a:off x="4026774" y="2074664"/>
            <a:ext cx="791287" cy="720350"/>
            <a:chOff x="267375" y="1071875"/>
            <a:chExt cx="470500" cy="428550"/>
          </a:xfrm>
        </p:grpSpPr>
        <p:sp>
          <p:nvSpPr>
            <p:cNvPr id="12255" name="Google Shape;12255;p70"/>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0"/>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0"/>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0"/>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0"/>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0"/>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0"/>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0"/>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3" name="Google Shape;12263;p70"/>
          <p:cNvGrpSpPr/>
          <p:nvPr/>
        </p:nvGrpSpPr>
        <p:grpSpPr>
          <a:xfrm>
            <a:off x="727269" y="3719294"/>
            <a:ext cx="1408444" cy="673166"/>
            <a:chOff x="712664" y="3693287"/>
            <a:chExt cx="1460738" cy="698160"/>
          </a:xfrm>
        </p:grpSpPr>
        <p:grpSp>
          <p:nvGrpSpPr>
            <p:cNvPr id="12264" name="Google Shape;12264;p70"/>
            <p:cNvGrpSpPr/>
            <p:nvPr/>
          </p:nvGrpSpPr>
          <p:grpSpPr>
            <a:xfrm>
              <a:off x="1380079" y="4133090"/>
              <a:ext cx="234048" cy="258099"/>
              <a:chOff x="1380079" y="4133090"/>
              <a:chExt cx="234048" cy="258099"/>
            </a:xfrm>
          </p:grpSpPr>
          <p:sp>
            <p:nvSpPr>
              <p:cNvPr id="12265" name="Google Shape;12265;p70"/>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0"/>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0"/>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8" name="Google Shape;12268;p70"/>
            <p:cNvGrpSpPr/>
            <p:nvPr/>
          </p:nvGrpSpPr>
          <p:grpSpPr>
            <a:xfrm>
              <a:off x="884610" y="3864082"/>
              <a:ext cx="1118566" cy="527275"/>
              <a:chOff x="890961" y="3865463"/>
              <a:chExt cx="1115221" cy="525698"/>
            </a:xfrm>
          </p:grpSpPr>
          <p:sp>
            <p:nvSpPr>
              <p:cNvPr id="12269" name="Google Shape;12269;p70"/>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0"/>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0"/>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2" name="Google Shape;12272;p70"/>
            <p:cNvGrpSpPr/>
            <p:nvPr/>
          </p:nvGrpSpPr>
          <p:grpSpPr>
            <a:xfrm>
              <a:off x="712664" y="3693287"/>
              <a:ext cx="1460738" cy="698160"/>
              <a:chOff x="712664" y="3693025"/>
              <a:chExt cx="1460738" cy="698160"/>
            </a:xfrm>
          </p:grpSpPr>
          <p:sp>
            <p:nvSpPr>
              <p:cNvPr id="12273" name="Google Shape;12273;p70"/>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70"/>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70"/>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0"/>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0"/>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0"/>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79" name="Google Shape;12279;p70"/>
          <p:cNvGrpSpPr/>
          <p:nvPr/>
        </p:nvGrpSpPr>
        <p:grpSpPr>
          <a:xfrm>
            <a:off x="3164985" y="1191441"/>
            <a:ext cx="795485" cy="738831"/>
            <a:chOff x="3348603" y="1236445"/>
            <a:chExt cx="749256" cy="695894"/>
          </a:xfrm>
        </p:grpSpPr>
        <p:grpSp>
          <p:nvGrpSpPr>
            <p:cNvPr id="12280" name="Google Shape;12280;p70"/>
            <p:cNvGrpSpPr/>
            <p:nvPr/>
          </p:nvGrpSpPr>
          <p:grpSpPr>
            <a:xfrm>
              <a:off x="3583779" y="1236445"/>
              <a:ext cx="293795" cy="285811"/>
              <a:chOff x="3750225" y="1774000"/>
              <a:chExt cx="149575" cy="145525"/>
            </a:xfrm>
          </p:grpSpPr>
          <p:sp>
            <p:nvSpPr>
              <p:cNvPr id="12281" name="Google Shape;12281;p7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3" name="Google Shape;12283;p70"/>
            <p:cNvGrpSpPr/>
            <p:nvPr/>
          </p:nvGrpSpPr>
          <p:grpSpPr>
            <a:xfrm>
              <a:off x="3775534" y="1462599"/>
              <a:ext cx="322325" cy="285958"/>
              <a:chOff x="3847850" y="1889150"/>
              <a:chExt cx="164100" cy="145600"/>
            </a:xfrm>
          </p:grpSpPr>
          <p:sp>
            <p:nvSpPr>
              <p:cNvPr id="12284" name="Google Shape;12284;p7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6" name="Google Shape;12286;p70"/>
            <p:cNvGrpSpPr/>
            <p:nvPr/>
          </p:nvGrpSpPr>
          <p:grpSpPr>
            <a:xfrm>
              <a:off x="3545329" y="1646528"/>
              <a:ext cx="293746" cy="285811"/>
              <a:chOff x="3730650" y="1982800"/>
              <a:chExt cx="149550" cy="145525"/>
            </a:xfrm>
          </p:grpSpPr>
          <p:sp>
            <p:nvSpPr>
              <p:cNvPr id="12287" name="Google Shape;12287;p7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9" name="Google Shape;12289;p70"/>
            <p:cNvGrpSpPr/>
            <p:nvPr/>
          </p:nvGrpSpPr>
          <p:grpSpPr>
            <a:xfrm>
              <a:off x="3348603" y="1415046"/>
              <a:ext cx="294384" cy="284387"/>
              <a:chOff x="3630494" y="1864938"/>
              <a:chExt cx="149875" cy="144800"/>
            </a:xfrm>
          </p:grpSpPr>
          <p:sp>
            <p:nvSpPr>
              <p:cNvPr id="12290" name="Google Shape;12290;p70"/>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0"/>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92" name="Google Shape;12292;p70"/>
          <p:cNvGrpSpPr/>
          <p:nvPr/>
        </p:nvGrpSpPr>
        <p:grpSpPr>
          <a:xfrm>
            <a:off x="2286512" y="3714337"/>
            <a:ext cx="1324924" cy="678083"/>
            <a:chOff x="2413923" y="3711366"/>
            <a:chExt cx="1374117" cy="703260"/>
          </a:xfrm>
        </p:grpSpPr>
        <p:grpSp>
          <p:nvGrpSpPr>
            <p:cNvPr id="12293" name="Google Shape;12293;p70"/>
            <p:cNvGrpSpPr/>
            <p:nvPr/>
          </p:nvGrpSpPr>
          <p:grpSpPr>
            <a:xfrm>
              <a:off x="2413923" y="3711366"/>
              <a:ext cx="1374117" cy="703260"/>
              <a:chOff x="2413923" y="3711366"/>
              <a:chExt cx="1374117" cy="703260"/>
            </a:xfrm>
          </p:grpSpPr>
          <p:sp>
            <p:nvSpPr>
              <p:cNvPr id="12294" name="Google Shape;12294;p70"/>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95" name="Google Shape;12295;p70"/>
              <p:cNvGrpSpPr/>
              <p:nvPr/>
            </p:nvGrpSpPr>
            <p:grpSpPr>
              <a:xfrm>
                <a:off x="2600284" y="3808654"/>
                <a:ext cx="234506" cy="138009"/>
                <a:chOff x="2600284" y="3808654"/>
                <a:chExt cx="234506" cy="138009"/>
              </a:xfrm>
            </p:grpSpPr>
            <p:sp>
              <p:nvSpPr>
                <p:cNvPr id="12296" name="Google Shape;12296;p70"/>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297" name="Google Shape;12297;p70"/>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298" name="Google Shape;12298;p70"/>
              <p:cNvGrpSpPr/>
              <p:nvPr/>
            </p:nvGrpSpPr>
            <p:grpSpPr>
              <a:xfrm>
                <a:off x="3359659" y="3805664"/>
                <a:ext cx="232294" cy="141000"/>
                <a:chOff x="3359659" y="3805664"/>
                <a:chExt cx="232294" cy="141000"/>
              </a:xfrm>
            </p:grpSpPr>
            <p:sp>
              <p:nvSpPr>
                <p:cNvPr id="12299" name="Google Shape;12299;p70"/>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00" name="Google Shape;12300;p70"/>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301" name="Google Shape;12301;p70"/>
              <p:cNvGrpSpPr/>
              <p:nvPr/>
            </p:nvGrpSpPr>
            <p:grpSpPr>
              <a:xfrm>
                <a:off x="3067316" y="3711366"/>
                <a:ext cx="66900" cy="166809"/>
                <a:chOff x="3067316" y="3711366"/>
                <a:chExt cx="66900" cy="166809"/>
              </a:xfrm>
            </p:grpSpPr>
            <p:sp>
              <p:nvSpPr>
                <p:cNvPr id="12302" name="Google Shape;12302;p70"/>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03" name="Google Shape;12303;p70"/>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304" name="Google Shape;12304;p70"/>
              <p:cNvGrpSpPr/>
              <p:nvPr/>
            </p:nvGrpSpPr>
            <p:grpSpPr>
              <a:xfrm>
                <a:off x="2413923" y="4058666"/>
                <a:ext cx="224119" cy="66900"/>
                <a:chOff x="2413923" y="4058666"/>
                <a:chExt cx="224119" cy="66900"/>
              </a:xfrm>
            </p:grpSpPr>
            <p:sp>
              <p:nvSpPr>
                <p:cNvPr id="12305" name="Google Shape;12305;p70"/>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06" name="Google Shape;12306;p70"/>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307" name="Google Shape;12307;p70"/>
              <p:cNvGrpSpPr/>
              <p:nvPr/>
            </p:nvGrpSpPr>
            <p:grpSpPr>
              <a:xfrm>
                <a:off x="3564643" y="4058666"/>
                <a:ext cx="223397" cy="66900"/>
                <a:chOff x="3564643" y="4058666"/>
                <a:chExt cx="223397" cy="66900"/>
              </a:xfrm>
            </p:grpSpPr>
            <p:sp>
              <p:nvSpPr>
                <p:cNvPr id="12308" name="Google Shape;12308;p70"/>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09" name="Google Shape;12309;p70"/>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2310" name="Google Shape;12310;p70"/>
            <p:cNvGrpSpPr/>
            <p:nvPr/>
          </p:nvGrpSpPr>
          <p:grpSpPr>
            <a:xfrm>
              <a:off x="2633353" y="3965763"/>
              <a:ext cx="933975" cy="445687"/>
              <a:chOff x="2633353" y="3965763"/>
              <a:chExt cx="933975" cy="445687"/>
            </a:xfrm>
          </p:grpSpPr>
          <p:sp>
            <p:nvSpPr>
              <p:cNvPr id="12311" name="Google Shape;12311;p70"/>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0"/>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13" name="Google Shape;12313;p70"/>
          <p:cNvGrpSpPr/>
          <p:nvPr/>
        </p:nvGrpSpPr>
        <p:grpSpPr>
          <a:xfrm>
            <a:off x="6410784" y="1264884"/>
            <a:ext cx="1131087" cy="587383"/>
            <a:chOff x="238125" y="999450"/>
            <a:chExt cx="7140700" cy="3708225"/>
          </a:xfrm>
        </p:grpSpPr>
        <p:sp>
          <p:nvSpPr>
            <p:cNvPr id="12314" name="Google Shape;12314;p70"/>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0"/>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3" name="Google Shape;12323;p70"/>
          <p:cNvGrpSpPr/>
          <p:nvPr/>
        </p:nvGrpSpPr>
        <p:grpSpPr>
          <a:xfrm>
            <a:off x="3762234" y="3714379"/>
            <a:ext cx="1375854" cy="678131"/>
            <a:chOff x="3913765" y="3641905"/>
            <a:chExt cx="1522805" cy="750560"/>
          </a:xfrm>
        </p:grpSpPr>
        <p:grpSp>
          <p:nvGrpSpPr>
            <p:cNvPr id="12324" name="Google Shape;12324;p70"/>
            <p:cNvGrpSpPr/>
            <p:nvPr/>
          </p:nvGrpSpPr>
          <p:grpSpPr>
            <a:xfrm>
              <a:off x="3913765" y="3997002"/>
              <a:ext cx="1522805" cy="395463"/>
              <a:chOff x="3913765" y="3997002"/>
              <a:chExt cx="1522805" cy="395463"/>
            </a:xfrm>
          </p:grpSpPr>
          <p:grpSp>
            <p:nvGrpSpPr>
              <p:cNvPr id="12325" name="Google Shape;12325;p70"/>
              <p:cNvGrpSpPr/>
              <p:nvPr/>
            </p:nvGrpSpPr>
            <p:grpSpPr>
              <a:xfrm>
                <a:off x="3913765" y="4138659"/>
                <a:ext cx="507602" cy="253806"/>
                <a:chOff x="3913765" y="4138659"/>
                <a:chExt cx="507602" cy="253806"/>
              </a:xfrm>
            </p:grpSpPr>
            <p:sp>
              <p:nvSpPr>
                <p:cNvPr id="12326" name="Google Shape;12326;p70"/>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0"/>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2328" name="Google Shape;12328;p70"/>
              <p:cNvGrpSpPr/>
              <p:nvPr/>
            </p:nvGrpSpPr>
            <p:grpSpPr>
              <a:xfrm>
                <a:off x="4421361" y="3997002"/>
                <a:ext cx="507618" cy="395463"/>
                <a:chOff x="4421361" y="3997002"/>
                <a:chExt cx="507618" cy="395463"/>
              </a:xfrm>
            </p:grpSpPr>
            <p:sp>
              <p:nvSpPr>
                <p:cNvPr id="12329" name="Google Shape;12329;p70"/>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0"/>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1" name="Google Shape;12331;p70"/>
              <p:cNvGrpSpPr/>
              <p:nvPr/>
            </p:nvGrpSpPr>
            <p:grpSpPr>
              <a:xfrm>
                <a:off x="4928973" y="4189418"/>
                <a:ext cx="507596" cy="203047"/>
                <a:chOff x="4928973" y="4189418"/>
                <a:chExt cx="507596" cy="203047"/>
              </a:xfrm>
            </p:grpSpPr>
            <p:sp>
              <p:nvSpPr>
                <p:cNvPr id="12332" name="Google Shape;12332;p70"/>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0"/>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34" name="Google Shape;12334;p70"/>
            <p:cNvGrpSpPr/>
            <p:nvPr/>
          </p:nvGrpSpPr>
          <p:grpSpPr>
            <a:xfrm>
              <a:off x="4482186" y="3641905"/>
              <a:ext cx="397605" cy="349784"/>
              <a:chOff x="2906375" y="1159725"/>
              <a:chExt cx="1860575" cy="1636800"/>
            </a:xfrm>
          </p:grpSpPr>
          <p:sp>
            <p:nvSpPr>
              <p:cNvPr id="12335" name="Google Shape;12335;p70"/>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0"/>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0"/>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0"/>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39" name="Google Shape;12339;p70"/>
          <p:cNvGrpSpPr/>
          <p:nvPr/>
        </p:nvGrpSpPr>
        <p:grpSpPr>
          <a:xfrm>
            <a:off x="6546943" y="2074305"/>
            <a:ext cx="940737" cy="721067"/>
            <a:chOff x="6599718" y="2068734"/>
            <a:chExt cx="940737" cy="721067"/>
          </a:xfrm>
        </p:grpSpPr>
        <p:sp>
          <p:nvSpPr>
            <p:cNvPr id="12340" name="Google Shape;12340;p70"/>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0"/>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0"/>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0"/>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0"/>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0"/>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46" name="Google Shape;12346;p70"/>
            <p:cNvGrpSpPr/>
            <p:nvPr/>
          </p:nvGrpSpPr>
          <p:grpSpPr>
            <a:xfrm>
              <a:off x="6836957" y="2068734"/>
              <a:ext cx="461892" cy="721067"/>
              <a:chOff x="6836957" y="2068734"/>
              <a:chExt cx="461892" cy="721067"/>
            </a:xfrm>
          </p:grpSpPr>
          <p:sp>
            <p:nvSpPr>
              <p:cNvPr id="12347" name="Google Shape;12347;p70"/>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0"/>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0"/>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0"/>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0"/>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0"/>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53" name="Google Shape;12353;p70"/>
              <p:cNvGrpSpPr/>
              <p:nvPr/>
            </p:nvGrpSpPr>
            <p:grpSpPr>
              <a:xfrm>
                <a:off x="6836957" y="2068734"/>
                <a:ext cx="461892" cy="721067"/>
                <a:chOff x="6836957" y="2068734"/>
                <a:chExt cx="461892" cy="721067"/>
              </a:xfrm>
            </p:grpSpPr>
            <p:sp>
              <p:nvSpPr>
                <p:cNvPr id="12354" name="Google Shape;12354;p70"/>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0"/>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0"/>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0"/>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0"/>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0"/>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0"/>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361" name="Google Shape;12361;p70"/>
          <p:cNvGrpSpPr/>
          <p:nvPr/>
        </p:nvGrpSpPr>
        <p:grpSpPr>
          <a:xfrm>
            <a:off x="2430262" y="2078652"/>
            <a:ext cx="712577" cy="712374"/>
            <a:chOff x="2559249" y="2069323"/>
            <a:chExt cx="685566" cy="685634"/>
          </a:xfrm>
        </p:grpSpPr>
        <p:sp>
          <p:nvSpPr>
            <p:cNvPr id="12362" name="Google Shape;12362;p70"/>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0"/>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0"/>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0"/>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0"/>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0"/>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0"/>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0"/>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0"/>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0"/>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0"/>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0"/>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0"/>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5" name="Google Shape;12375;p70"/>
          <p:cNvGrpSpPr/>
          <p:nvPr/>
        </p:nvGrpSpPr>
        <p:grpSpPr>
          <a:xfrm>
            <a:off x="7612699" y="1191441"/>
            <a:ext cx="845645" cy="711911"/>
            <a:chOff x="951975" y="315800"/>
            <a:chExt cx="5860325" cy="4933550"/>
          </a:xfrm>
        </p:grpSpPr>
        <p:sp>
          <p:nvSpPr>
            <p:cNvPr id="12376" name="Google Shape;12376;p70"/>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0"/>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0"/>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0"/>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0"/>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70"/>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0"/>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0"/>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4" name="Google Shape;12384;p70"/>
          <p:cNvGrpSpPr/>
          <p:nvPr/>
        </p:nvGrpSpPr>
        <p:grpSpPr>
          <a:xfrm>
            <a:off x="3709828" y="2927550"/>
            <a:ext cx="1617932" cy="621724"/>
            <a:chOff x="3862800" y="3038525"/>
            <a:chExt cx="1329006" cy="510698"/>
          </a:xfrm>
        </p:grpSpPr>
        <p:sp>
          <p:nvSpPr>
            <p:cNvPr id="12385" name="Google Shape;12385;p70"/>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0"/>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7" name="Google Shape;12387;p70"/>
            <p:cNvGrpSpPr/>
            <p:nvPr/>
          </p:nvGrpSpPr>
          <p:grpSpPr>
            <a:xfrm>
              <a:off x="3967075" y="3040337"/>
              <a:ext cx="1019927" cy="402126"/>
              <a:chOff x="3967075" y="3040337"/>
              <a:chExt cx="1019927" cy="402126"/>
            </a:xfrm>
          </p:grpSpPr>
          <p:sp>
            <p:nvSpPr>
              <p:cNvPr id="12388" name="Google Shape;12388;p70"/>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70"/>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0" name="Google Shape;12390;p70"/>
            <p:cNvGrpSpPr/>
            <p:nvPr/>
          </p:nvGrpSpPr>
          <p:grpSpPr>
            <a:xfrm>
              <a:off x="4186700" y="3040337"/>
              <a:ext cx="390475" cy="183289"/>
              <a:chOff x="4186700" y="3040337"/>
              <a:chExt cx="390475" cy="183289"/>
            </a:xfrm>
          </p:grpSpPr>
          <p:sp>
            <p:nvSpPr>
              <p:cNvPr id="12391" name="Google Shape;12391;p70"/>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0"/>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3" name="Google Shape;12393;p70"/>
            <p:cNvGrpSpPr/>
            <p:nvPr/>
          </p:nvGrpSpPr>
          <p:grpSpPr>
            <a:xfrm>
              <a:off x="4073727" y="3040337"/>
              <a:ext cx="697794" cy="296263"/>
              <a:chOff x="4073727" y="3040337"/>
              <a:chExt cx="697794" cy="296263"/>
            </a:xfrm>
          </p:grpSpPr>
          <p:sp>
            <p:nvSpPr>
              <p:cNvPr id="12394" name="Google Shape;12394;p70"/>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0"/>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6" name="Google Shape;12396;p70"/>
            <p:cNvGrpSpPr/>
            <p:nvPr/>
          </p:nvGrpSpPr>
          <p:grpSpPr>
            <a:xfrm>
              <a:off x="3862800" y="3038525"/>
              <a:ext cx="1329006" cy="510698"/>
              <a:chOff x="3862800" y="3038525"/>
              <a:chExt cx="1329006" cy="510698"/>
            </a:xfrm>
          </p:grpSpPr>
          <p:sp>
            <p:nvSpPr>
              <p:cNvPr id="12397" name="Google Shape;12397;p70"/>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0"/>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99" name="Google Shape;12399;p70"/>
          <p:cNvGrpSpPr/>
          <p:nvPr/>
        </p:nvGrpSpPr>
        <p:grpSpPr>
          <a:xfrm>
            <a:off x="718150" y="1191441"/>
            <a:ext cx="883205" cy="775176"/>
            <a:chOff x="649648" y="271400"/>
            <a:chExt cx="6215377" cy="5455143"/>
          </a:xfrm>
        </p:grpSpPr>
        <p:sp>
          <p:nvSpPr>
            <p:cNvPr id="12400" name="Google Shape;12400;p70"/>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0"/>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70"/>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70"/>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0"/>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0"/>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0"/>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0"/>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0"/>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0"/>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0"/>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0"/>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2" name="Google Shape;12412;p70"/>
          <p:cNvGrpSpPr/>
          <p:nvPr/>
        </p:nvGrpSpPr>
        <p:grpSpPr>
          <a:xfrm>
            <a:off x="2326452" y="1191441"/>
            <a:ext cx="767704" cy="815489"/>
            <a:chOff x="2499700" y="1135950"/>
            <a:chExt cx="732402" cy="777990"/>
          </a:xfrm>
        </p:grpSpPr>
        <p:grpSp>
          <p:nvGrpSpPr>
            <p:cNvPr id="12413" name="Google Shape;12413;p70"/>
            <p:cNvGrpSpPr/>
            <p:nvPr/>
          </p:nvGrpSpPr>
          <p:grpSpPr>
            <a:xfrm>
              <a:off x="2499700" y="1135950"/>
              <a:ext cx="732402" cy="694705"/>
              <a:chOff x="2499700" y="1135950"/>
              <a:chExt cx="732402" cy="694705"/>
            </a:xfrm>
          </p:grpSpPr>
          <p:sp>
            <p:nvSpPr>
              <p:cNvPr id="12414" name="Google Shape;12414;p70"/>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0"/>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0"/>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0"/>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0"/>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0"/>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0"/>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0"/>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0"/>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0"/>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0"/>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0"/>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0"/>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0"/>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0"/>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0"/>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0"/>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0"/>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70"/>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70"/>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70"/>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0"/>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0"/>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0"/>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0"/>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70"/>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0"/>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1" name="Google Shape;12441;p70"/>
            <p:cNvGrpSpPr/>
            <p:nvPr/>
          </p:nvGrpSpPr>
          <p:grpSpPr>
            <a:xfrm>
              <a:off x="2517909" y="1188726"/>
              <a:ext cx="702702" cy="725214"/>
              <a:chOff x="2517909" y="1188726"/>
              <a:chExt cx="702702" cy="725214"/>
            </a:xfrm>
          </p:grpSpPr>
          <p:sp>
            <p:nvSpPr>
              <p:cNvPr id="12442" name="Google Shape;12442;p70"/>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0"/>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0"/>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0"/>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0"/>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47" name="Google Shape;12447;p70"/>
          <p:cNvGrpSpPr/>
          <p:nvPr/>
        </p:nvGrpSpPr>
        <p:grpSpPr>
          <a:xfrm>
            <a:off x="1672184" y="1191441"/>
            <a:ext cx="583439" cy="870229"/>
            <a:chOff x="1716825" y="1121550"/>
            <a:chExt cx="622800" cy="928938"/>
          </a:xfrm>
        </p:grpSpPr>
        <p:grpSp>
          <p:nvGrpSpPr>
            <p:cNvPr id="12448" name="Google Shape;12448;p70"/>
            <p:cNvGrpSpPr/>
            <p:nvPr/>
          </p:nvGrpSpPr>
          <p:grpSpPr>
            <a:xfrm>
              <a:off x="1716825" y="1121550"/>
              <a:ext cx="622800" cy="928938"/>
              <a:chOff x="1716825" y="1121550"/>
              <a:chExt cx="622800" cy="928938"/>
            </a:xfrm>
          </p:grpSpPr>
          <p:cxnSp>
            <p:nvCxnSpPr>
              <p:cNvPr id="12449" name="Google Shape;12449;p70"/>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2450" name="Google Shape;12450;p70"/>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1" name="Google Shape;12451;p70"/>
            <p:cNvGrpSpPr/>
            <p:nvPr/>
          </p:nvGrpSpPr>
          <p:grpSpPr>
            <a:xfrm>
              <a:off x="1768050" y="1172775"/>
              <a:ext cx="520200" cy="832000"/>
              <a:chOff x="1768050" y="1172775"/>
              <a:chExt cx="520200" cy="832000"/>
            </a:xfrm>
          </p:grpSpPr>
          <p:cxnSp>
            <p:nvCxnSpPr>
              <p:cNvPr id="12452" name="Google Shape;12452;p70"/>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2453" name="Google Shape;12453;p70"/>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4" name="Google Shape;12454;p70"/>
            <p:cNvGrpSpPr/>
            <p:nvPr/>
          </p:nvGrpSpPr>
          <p:grpSpPr>
            <a:xfrm>
              <a:off x="1820100" y="1225475"/>
              <a:ext cx="416400" cy="729575"/>
              <a:chOff x="1820100" y="1225475"/>
              <a:chExt cx="416400" cy="729575"/>
            </a:xfrm>
          </p:grpSpPr>
          <p:cxnSp>
            <p:nvCxnSpPr>
              <p:cNvPr id="12455" name="Google Shape;12455;p70"/>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2456" name="Google Shape;12456;p70"/>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7" name="Google Shape;12457;p70"/>
            <p:cNvGrpSpPr/>
            <p:nvPr/>
          </p:nvGrpSpPr>
          <p:grpSpPr>
            <a:xfrm>
              <a:off x="1874250" y="1278825"/>
              <a:ext cx="308100" cy="605275"/>
              <a:chOff x="1874250" y="1278825"/>
              <a:chExt cx="308100" cy="605275"/>
            </a:xfrm>
          </p:grpSpPr>
          <p:cxnSp>
            <p:nvCxnSpPr>
              <p:cNvPr id="12458" name="Google Shape;12458;p70"/>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2459" name="Google Shape;12459;p70"/>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60" name="Google Shape;12460;p70"/>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1" name="Google Shape;12461;p70"/>
          <p:cNvGrpSpPr/>
          <p:nvPr/>
        </p:nvGrpSpPr>
        <p:grpSpPr>
          <a:xfrm>
            <a:off x="1592007" y="2077763"/>
            <a:ext cx="739072" cy="714152"/>
            <a:chOff x="4334725" y="1355875"/>
            <a:chExt cx="3106650" cy="3001900"/>
          </a:xfrm>
        </p:grpSpPr>
        <p:grpSp>
          <p:nvGrpSpPr>
            <p:cNvPr id="12462" name="Google Shape;12462;p70"/>
            <p:cNvGrpSpPr/>
            <p:nvPr/>
          </p:nvGrpSpPr>
          <p:grpSpPr>
            <a:xfrm>
              <a:off x="4516050" y="1724875"/>
              <a:ext cx="2693725" cy="2632900"/>
              <a:chOff x="4516050" y="1724875"/>
              <a:chExt cx="2693725" cy="2632900"/>
            </a:xfrm>
          </p:grpSpPr>
          <p:sp>
            <p:nvSpPr>
              <p:cNvPr id="12463" name="Google Shape;12463;p70"/>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0"/>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0"/>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6" name="Google Shape;12466;p70"/>
            <p:cNvGrpSpPr/>
            <p:nvPr/>
          </p:nvGrpSpPr>
          <p:grpSpPr>
            <a:xfrm>
              <a:off x="4334725" y="1355875"/>
              <a:ext cx="3106650" cy="2709650"/>
              <a:chOff x="4334725" y="1355875"/>
              <a:chExt cx="3106650" cy="2709650"/>
            </a:xfrm>
          </p:grpSpPr>
          <p:sp>
            <p:nvSpPr>
              <p:cNvPr id="12467" name="Google Shape;12467;p70"/>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0"/>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0"/>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70" name="Google Shape;12470;p70"/>
          <p:cNvGrpSpPr/>
          <p:nvPr/>
        </p:nvGrpSpPr>
        <p:grpSpPr>
          <a:xfrm>
            <a:off x="7708956" y="3708534"/>
            <a:ext cx="312074" cy="684173"/>
            <a:chOff x="7645573" y="3754300"/>
            <a:chExt cx="293855" cy="644170"/>
          </a:xfrm>
        </p:grpSpPr>
        <p:sp>
          <p:nvSpPr>
            <p:cNvPr id="12471" name="Google Shape;12471;p70"/>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0"/>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3" name="Google Shape;12473;p70"/>
          <p:cNvGrpSpPr/>
          <p:nvPr/>
        </p:nvGrpSpPr>
        <p:grpSpPr>
          <a:xfrm>
            <a:off x="5630944" y="1191441"/>
            <a:ext cx="709011" cy="739359"/>
            <a:chOff x="5830645" y="1256617"/>
            <a:chExt cx="530340" cy="553040"/>
          </a:xfrm>
        </p:grpSpPr>
        <p:grpSp>
          <p:nvGrpSpPr>
            <p:cNvPr id="12474" name="Google Shape;12474;p70"/>
            <p:cNvGrpSpPr/>
            <p:nvPr/>
          </p:nvGrpSpPr>
          <p:grpSpPr>
            <a:xfrm>
              <a:off x="5830645" y="1256617"/>
              <a:ext cx="259743" cy="269909"/>
              <a:chOff x="5830645" y="1256617"/>
              <a:chExt cx="259743" cy="269909"/>
            </a:xfrm>
          </p:grpSpPr>
          <p:sp>
            <p:nvSpPr>
              <p:cNvPr id="12475" name="Google Shape;12475;p70"/>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0"/>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7" name="Google Shape;12477;p70"/>
            <p:cNvGrpSpPr/>
            <p:nvPr/>
          </p:nvGrpSpPr>
          <p:grpSpPr>
            <a:xfrm>
              <a:off x="6101293" y="1256617"/>
              <a:ext cx="259692" cy="269909"/>
              <a:chOff x="6101293" y="1256617"/>
              <a:chExt cx="259692" cy="269909"/>
            </a:xfrm>
          </p:grpSpPr>
          <p:sp>
            <p:nvSpPr>
              <p:cNvPr id="12478" name="Google Shape;12478;p70"/>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0"/>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0" name="Google Shape;12480;p70"/>
            <p:cNvGrpSpPr/>
            <p:nvPr/>
          </p:nvGrpSpPr>
          <p:grpSpPr>
            <a:xfrm>
              <a:off x="5830645" y="1539749"/>
              <a:ext cx="259692" cy="269909"/>
              <a:chOff x="5830645" y="1539749"/>
              <a:chExt cx="259692" cy="269909"/>
            </a:xfrm>
          </p:grpSpPr>
          <p:sp>
            <p:nvSpPr>
              <p:cNvPr id="12481" name="Google Shape;12481;p70"/>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0"/>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3" name="Google Shape;12483;p70"/>
            <p:cNvGrpSpPr/>
            <p:nvPr/>
          </p:nvGrpSpPr>
          <p:grpSpPr>
            <a:xfrm>
              <a:off x="6101293" y="1539749"/>
              <a:ext cx="259692" cy="269909"/>
              <a:chOff x="6101293" y="1539749"/>
              <a:chExt cx="259692" cy="269909"/>
            </a:xfrm>
          </p:grpSpPr>
          <p:sp>
            <p:nvSpPr>
              <p:cNvPr id="12484" name="Google Shape;12484;p70"/>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0"/>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86" name="Google Shape;12486;p70"/>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7" name="Google Shape;12487;p70"/>
          <p:cNvGrpSpPr/>
          <p:nvPr/>
        </p:nvGrpSpPr>
        <p:grpSpPr>
          <a:xfrm>
            <a:off x="732438" y="2927557"/>
            <a:ext cx="1452955" cy="621360"/>
            <a:chOff x="732422" y="2990152"/>
            <a:chExt cx="1337773" cy="572102"/>
          </a:xfrm>
        </p:grpSpPr>
        <p:sp>
          <p:nvSpPr>
            <p:cNvPr id="12488" name="Google Shape;12488;p70"/>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0"/>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0"/>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0"/>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0"/>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0"/>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97" name="Shape 12497"/>
        <p:cNvGrpSpPr/>
        <p:nvPr/>
      </p:nvGrpSpPr>
      <p:grpSpPr>
        <a:xfrm>
          <a:off x="0" y="0"/>
          <a:ext cx="0" cy="0"/>
          <a:chOff x="0" y="0"/>
          <a:chExt cx="0" cy="0"/>
        </a:xfrm>
      </p:grpSpPr>
      <p:grpSp>
        <p:nvGrpSpPr>
          <p:cNvPr id="12498" name="Google Shape;12498;p71"/>
          <p:cNvGrpSpPr/>
          <p:nvPr/>
        </p:nvGrpSpPr>
        <p:grpSpPr>
          <a:xfrm>
            <a:off x="729238" y="1179665"/>
            <a:ext cx="1636117" cy="1526144"/>
            <a:chOff x="729238" y="1179665"/>
            <a:chExt cx="1636117" cy="1526144"/>
          </a:xfrm>
        </p:grpSpPr>
        <p:grpSp>
          <p:nvGrpSpPr>
            <p:cNvPr id="12499" name="Google Shape;12499;p71"/>
            <p:cNvGrpSpPr/>
            <p:nvPr/>
          </p:nvGrpSpPr>
          <p:grpSpPr>
            <a:xfrm>
              <a:off x="729238" y="1179665"/>
              <a:ext cx="80700" cy="1526144"/>
              <a:chOff x="729238" y="1179665"/>
              <a:chExt cx="80700" cy="1526144"/>
            </a:xfrm>
          </p:grpSpPr>
          <p:sp>
            <p:nvSpPr>
              <p:cNvPr id="12500" name="Google Shape;12500;p71"/>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1"/>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1"/>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1"/>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7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0" name="Google Shape;12510;p71"/>
            <p:cNvGrpSpPr/>
            <p:nvPr/>
          </p:nvGrpSpPr>
          <p:grpSpPr>
            <a:xfrm>
              <a:off x="903098" y="1179665"/>
              <a:ext cx="80700" cy="1526144"/>
              <a:chOff x="903098" y="1179665"/>
              <a:chExt cx="80700" cy="1526144"/>
            </a:xfrm>
          </p:grpSpPr>
          <p:sp>
            <p:nvSpPr>
              <p:cNvPr id="12511" name="Google Shape;12511;p71"/>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1"/>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1"/>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1"/>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1"/>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1"/>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1" name="Google Shape;12521;p71"/>
            <p:cNvGrpSpPr/>
            <p:nvPr/>
          </p:nvGrpSpPr>
          <p:grpSpPr>
            <a:xfrm>
              <a:off x="1076958" y="1179665"/>
              <a:ext cx="80700" cy="1526144"/>
              <a:chOff x="1076958" y="1179665"/>
              <a:chExt cx="80700" cy="1526144"/>
            </a:xfrm>
          </p:grpSpPr>
          <p:sp>
            <p:nvSpPr>
              <p:cNvPr id="12522" name="Google Shape;12522;p71"/>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1"/>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1"/>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1"/>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1"/>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1"/>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1"/>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2" name="Google Shape;12532;p71"/>
            <p:cNvGrpSpPr/>
            <p:nvPr/>
          </p:nvGrpSpPr>
          <p:grpSpPr>
            <a:xfrm>
              <a:off x="1247707" y="1179665"/>
              <a:ext cx="80700" cy="1526144"/>
              <a:chOff x="1247707" y="1179665"/>
              <a:chExt cx="80700" cy="1526144"/>
            </a:xfrm>
          </p:grpSpPr>
          <p:sp>
            <p:nvSpPr>
              <p:cNvPr id="12533" name="Google Shape;12533;p71"/>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71"/>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1"/>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7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7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3" name="Google Shape;12543;p71"/>
            <p:cNvGrpSpPr/>
            <p:nvPr/>
          </p:nvGrpSpPr>
          <p:grpSpPr>
            <a:xfrm>
              <a:off x="1421567" y="1179665"/>
              <a:ext cx="80700" cy="1526144"/>
              <a:chOff x="1421567" y="1179665"/>
              <a:chExt cx="80700" cy="1526144"/>
            </a:xfrm>
          </p:grpSpPr>
          <p:sp>
            <p:nvSpPr>
              <p:cNvPr id="12544" name="Google Shape;12544;p71"/>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1"/>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1"/>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1"/>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1"/>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1"/>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1"/>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1"/>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4" name="Google Shape;12554;p71"/>
            <p:cNvGrpSpPr/>
            <p:nvPr/>
          </p:nvGrpSpPr>
          <p:grpSpPr>
            <a:xfrm>
              <a:off x="1592327" y="1179665"/>
              <a:ext cx="80700" cy="1526144"/>
              <a:chOff x="1592327" y="1179665"/>
              <a:chExt cx="80700" cy="1526144"/>
            </a:xfrm>
          </p:grpSpPr>
          <p:sp>
            <p:nvSpPr>
              <p:cNvPr id="12555" name="Google Shape;12555;p71"/>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1"/>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1"/>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1"/>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1"/>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1"/>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7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5" name="Google Shape;12565;p71"/>
            <p:cNvGrpSpPr/>
            <p:nvPr/>
          </p:nvGrpSpPr>
          <p:grpSpPr>
            <a:xfrm>
              <a:off x="1766187" y="1179665"/>
              <a:ext cx="80700" cy="1526144"/>
              <a:chOff x="1766187" y="1179665"/>
              <a:chExt cx="80700" cy="1526144"/>
            </a:xfrm>
          </p:grpSpPr>
          <p:sp>
            <p:nvSpPr>
              <p:cNvPr id="12566" name="Google Shape;12566;p71"/>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1"/>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1"/>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71"/>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1"/>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1"/>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1"/>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71"/>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1"/>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6" name="Google Shape;12576;p71"/>
            <p:cNvGrpSpPr/>
            <p:nvPr/>
          </p:nvGrpSpPr>
          <p:grpSpPr>
            <a:xfrm>
              <a:off x="1936935" y="1179665"/>
              <a:ext cx="80700" cy="1526144"/>
              <a:chOff x="1936935" y="1179665"/>
              <a:chExt cx="80700" cy="1526144"/>
            </a:xfrm>
          </p:grpSpPr>
          <p:sp>
            <p:nvSpPr>
              <p:cNvPr id="12577" name="Google Shape;12577;p71"/>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1"/>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1"/>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1"/>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71"/>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7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7" name="Google Shape;12587;p71"/>
            <p:cNvGrpSpPr/>
            <p:nvPr/>
          </p:nvGrpSpPr>
          <p:grpSpPr>
            <a:xfrm>
              <a:off x="2110795" y="1179665"/>
              <a:ext cx="80700" cy="1526144"/>
              <a:chOff x="2110795" y="1179665"/>
              <a:chExt cx="80700" cy="1526144"/>
            </a:xfrm>
          </p:grpSpPr>
          <p:sp>
            <p:nvSpPr>
              <p:cNvPr id="12588" name="Google Shape;12588;p71"/>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1"/>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1"/>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1"/>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7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7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7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8" name="Google Shape;12598;p71"/>
            <p:cNvGrpSpPr/>
            <p:nvPr/>
          </p:nvGrpSpPr>
          <p:grpSpPr>
            <a:xfrm>
              <a:off x="2284655" y="1179665"/>
              <a:ext cx="80700" cy="1526144"/>
              <a:chOff x="2284655" y="1179665"/>
              <a:chExt cx="80700" cy="1526144"/>
            </a:xfrm>
          </p:grpSpPr>
          <p:sp>
            <p:nvSpPr>
              <p:cNvPr id="12599" name="Google Shape;12599;p71"/>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1"/>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1"/>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1"/>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1"/>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1"/>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09" name="Google Shape;12609;p71"/>
          <p:cNvGrpSpPr/>
          <p:nvPr/>
        </p:nvGrpSpPr>
        <p:grpSpPr>
          <a:xfrm>
            <a:off x="2623904" y="1198803"/>
            <a:ext cx="1364248" cy="1102133"/>
            <a:chOff x="2623904" y="1198803"/>
            <a:chExt cx="1364248" cy="1102133"/>
          </a:xfrm>
        </p:grpSpPr>
        <p:grpSp>
          <p:nvGrpSpPr>
            <p:cNvPr id="12610" name="Google Shape;12610;p71"/>
            <p:cNvGrpSpPr/>
            <p:nvPr/>
          </p:nvGrpSpPr>
          <p:grpSpPr>
            <a:xfrm>
              <a:off x="2623907" y="1198803"/>
              <a:ext cx="1364245" cy="273000"/>
              <a:chOff x="2623907" y="1198803"/>
              <a:chExt cx="1364245" cy="273000"/>
            </a:xfrm>
          </p:grpSpPr>
          <p:sp>
            <p:nvSpPr>
              <p:cNvPr id="12611" name="Google Shape;12611;p71"/>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6" name="Google Shape;12616;p71"/>
            <p:cNvGrpSpPr/>
            <p:nvPr/>
          </p:nvGrpSpPr>
          <p:grpSpPr>
            <a:xfrm>
              <a:off x="2623904" y="1476964"/>
              <a:ext cx="1364245" cy="273000"/>
              <a:chOff x="2623904" y="1476964"/>
              <a:chExt cx="1364245" cy="273000"/>
            </a:xfrm>
          </p:grpSpPr>
          <p:sp>
            <p:nvSpPr>
              <p:cNvPr id="12617" name="Google Shape;12617;p71"/>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1"/>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1"/>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2" name="Google Shape;12622;p71"/>
            <p:cNvGrpSpPr/>
            <p:nvPr/>
          </p:nvGrpSpPr>
          <p:grpSpPr>
            <a:xfrm>
              <a:off x="2623907" y="1749775"/>
              <a:ext cx="1364245" cy="273000"/>
              <a:chOff x="2623907" y="1749775"/>
              <a:chExt cx="1364245" cy="273000"/>
            </a:xfrm>
          </p:grpSpPr>
          <p:sp>
            <p:nvSpPr>
              <p:cNvPr id="12623" name="Google Shape;12623;p71"/>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1"/>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8" name="Google Shape;12628;p71"/>
            <p:cNvGrpSpPr/>
            <p:nvPr/>
          </p:nvGrpSpPr>
          <p:grpSpPr>
            <a:xfrm>
              <a:off x="2623904" y="2027936"/>
              <a:ext cx="1364245" cy="273000"/>
              <a:chOff x="2623904" y="2027936"/>
              <a:chExt cx="1364245" cy="273000"/>
            </a:xfrm>
          </p:grpSpPr>
          <p:sp>
            <p:nvSpPr>
              <p:cNvPr id="12629" name="Google Shape;12629;p7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34" name="Google Shape;12634;p71"/>
          <p:cNvGrpSpPr/>
          <p:nvPr/>
        </p:nvGrpSpPr>
        <p:grpSpPr>
          <a:xfrm>
            <a:off x="2613365" y="2657986"/>
            <a:ext cx="1387541" cy="159124"/>
            <a:chOff x="3200660" y="2180272"/>
            <a:chExt cx="2563824" cy="378237"/>
          </a:xfrm>
        </p:grpSpPr>
        <p:sp>
          <p:nvSpPr>
            <p:cNvPr id="12635" name="Google Shape;12635;p7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7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7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3" name="Google Shape;12653;p71"/>
          <p:cNvGrpSpPr/>
          <p:nvPr/>
        </p:nvGrpSpPr>
        <p:grpSpPr>
          <a:xfrm>
            <a:off x="2609890" y="2935811"/>
            <a:ext cx="1390502" cy="159625"/>
            <a:chOff x="3530150" y="2790075"/>
            <a:chExt cx="1962600" cy="225300"/>
          </a:xfrm>
        </p:grpSpPr>
        <p:sp>
          <p:nvSpPr>
            <p:cNvPr id="12654" name="Google Shape;12654;p71"/>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1"/>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6" name="Google Shape;12656;p71"/>
          <p:cNvGrpSpPr/>
          <p:nvPr/>
        </p:nvGrpSpPr>
        <p:grpSpPr>
          <a:xfrm>
            <a:off x="2610543" y="3214137"/>
            <a:ext cx="1411629" cy="153761"/>
            <a:chOff x="3558802" y="4011427"/>
            <a:chExt cx="1866000" cy="111300"/>
          </a:xfrm>
        </p:grpSpPr>
        <p:sp>
          <p:nvSpPr>
            <p:cNvPr id="12657" name="Google Shape;12657;p7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1"/>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9" name="Google Shape;12659;p71"/>
          <p:cNvGrpSpPr/>
          <p:nvPr/>
        </p:nvGrpSpPr>
        <p:grpSpPr>
          <a:xfrm>
            <a:off x="2610235" y="2419536"/>
            <a:ext cx="1383503" cy="119749"/>
            <a:chOff x="3465975" y="2270276"/>
            <a:chExt cx="1986364" cy="171929"/>
          </a:xfrm>
        </p:grpSpPr>
        <p:sp>
          <p:nvSpPr>
            <p:cNvPr id="12660" name="Google Shape;12660;p7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1"/>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1"/>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71"/>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7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1"/>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1"/>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8" name="Google Shape;12668;p71"/>
          <p:cNvGrpSpPr/>
          <p:nvPr/>
        </p:nvGrpSpPr>
        <p:grpSpPr>
          <a:xfrm>
            <a:off x="2621243" y="3783187"/>
            <a:ext cx="1369531" cy="195460"/>
            <a:chOff x="723300" y="4253549"/>
            <a:chExt cx="2276482" cy="324900"/>
          </a:xfrm>
        </p:grpSpPr>
        <p:sp>
          <p:nvSpPr>
            <p:cNvPr id="12669" name="Google Shape;12669;p7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1"/>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4" name="Google Shape;12674;p71"/>
          <p:cNvGrpSpPr/>
          <p:nvPr/>
        </p:nvGrpSpPr>
        <p:grpSpPr>
          <a:xfrm>
            <a:off x="2610803" y="3484367"/>
            <a:ext cx="1389066" cy="180119"/>
            <a:chOff x="705948" y="3788465"/>
            <a:chExt cx="2308953" cy="299400"/>
          </a:xfrm>
        </p:grpSpPr>
        <p:sp>
          <p:nvSpPr>
            <p:cNvPr id="12675" name="Google Shape;12675;p7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7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1"/>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1"/>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0" name="Google Shape;12680;p71"/>
          <p:cNvGrpSpPr/>
          <p:nvPr/>
        </p:nvGrpSpPr>
        <p:grpSpPr>
          <a:xfrm>
            <a:off x="2658741" y="4097347"/>
            <a:ext cx="1304609" cy="294074"/>
            <a:chOff x="2658741" y="4097347"/>
            <a:chExt cx="1304609" cy="294074"/>
          </a:xfrm>
        </p:grpSpPr>
        <p:grpSp>
          <p:nvGrpSpPr>
            <p:cNvPr id="12681" name="Google Shape;12681;p71"/>
            <p:cNvGrpSpPr/>
            <p:nvPr/>
          </p:nvGrpSpPr>
          <p:grpSpPr>
            <a:xfrm>
              <a:off x="2658741" y="4097347"/>
              <a:ext cx="118572" cy="294074"/>
              <a:chOff x="3343310" y="4475555"/>
              <a:chExt cx="127717" cy="316753"/>
            </a:xfrm>
          </p:grpSpPr>
          <p:sp>
            <p:nvSpPr>
              <p:cNvPr id="12682" name="Google Shape;12682;p7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7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4" name="Google Shape;12684;p71"/>
            <p:cNvGrpSpPr/>
            <p:nvPr/>
          </p:nvGrpSpPr>
          <p:grpSpPr>
            <a:xfrm>
              <a:off x="3815519" y="4098388"/>
              <a:ext cx="147831" cy="291991"/>
              <a:chOff x="3527539" y="4476677"/>
              <a:chExt cx="159232" cy="314510"/>
            </a:xfrm>
          </p:grpSpPr>
          <p:sp>
            <p:nvSpPr>
              <p:cNvPr id="12685" name="Google Shape;12685;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7" name="Google Shape;12687;p71"/>
            <p:cNvGrpSpPr/>
            <p:nvPr/>
          </p:nvGrpSpPr>
          <p:grpSpPr>
            <a:xfrm>
              <a:off x="3511696" y="4098388"/>
              <a:ext cx="147831" cy="291991"/>
              <a:chOff x="3527539" y="4476677"/>
              <a:chExt cx="159232" cy="314510"/>
            </a:xfrm>
          </p:grpSpPr>
          <p:sp>
            <p:nvSpPr>
              <p:cNvPr id="12688" name="Google Shape;12688;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0" name="Google Shape;12690;p71"/>
            <p:cNvGrpSpPr/>
            <p:nvPr/>
          </p:nvGrpSpPr>
          <p:grpSpPr>
            <a:xfrm>
              <a:off x="3207874" y="4098388"/>
              <a:ext cx="147831" cy="291991"/>
              <a:chOff x="3527539" y="4476677"/>
              <a:chExt cx="159232" cy="314510"/>
            </a:xfrm>
          </p:grpSpPr>
          <p:sp>
            <p:nvSpPr>
              <p:cNvPr id="12691" name="Google Shape;12691;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3" name="Google Shape;12693;p71"/>
            <p:cNvGrpSpPr/>
            <p:nvPr/>
          </p:nvGrpSpPr>
          <p:grpSpPr>
            <a:xfrm>
              <a:off x="2933305" y="4097347"/>
              <a:ext cx="118572" cy="294074"/>
              <a:chOff x="3343310" y="4475555"/>
              <a:chExt cx="127717" cy="316753"/>
            </a:xfrm>
          </p:grpSpPr>
          <p:sp>
            <p:nvSpPr>
              <p:cNvPr id="12694" name="Google Shape;12694;p7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96" name="Google Shape;12696;p71"/>
          <p:cNvGrpSpPr/>
          <p:nvPr/>
        </p:nvGrpSpPr>
        <p:grpSpPr>
          <a:xfrm>
            <a:off x="4277571" y="2080469"/>
            <a:ext cx="1433821" cy="191501"/>
            <a:chOff x="4273350" y="2080469"/>
            <a:chExt cx="1433821" cy="191501"/>
          </a:xfrm>
        </p:grpSpPr>
        <p:grpSp>
          <p:nvGrpSpPr>
            <p:cNvPr id="12697" name="Google Shape;12697;p71"/>
            <p:cNvGrpSpPr/>
            <p:nvPr/>
          </p:nvGrpSpPr>
          <p:grpSpPr>
            <a:xfrm>
              <a:off x="4273350" y="2080469"/>
              <a:ext cx="1433821" cy="0"/>
              <a:chOff x="5224975" y="2962250"/>
              <a:chExt cx="1544400" cy="0"/>
            </a:xfrm>
          </p:grpSpPr>
          <p:cxnSp>
            <p:nvCxnSpPr>
              <p:cNvPr id="12698" name="Google Shape;12698;p71"/>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2699" name="Google Shape;12699;p71"/>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2700" name="Google Shape;12700;p71"/>
            <p:cNvGrpSpPr/>
            <p:nvPr/>
          </p:nvGrpSpPr>
          <p:grpSpPr>
            <a:xfrm>
              <a:off x="4273350" y="2271969"/>
              <a:ext cx="1433821" cy="0"/>
              <a:chOff x="5224975" y="2962250"/>
              <a:chExt cx="1544400" cy="0"/>
            </a:xfrm>
          </p:grpSpPr>
          <p:cxnSp>
            <p:nvCxnSpPr>
              <p:cNvPr id="12701" name="Google Shape;12701;p71"/>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2702" name="Google Shape;12702;p71"/>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2703" name="Google Shape;12703;p71"/>
          <p:cNvGrpSpPr/>
          <p:nvPr/>
        </p:nvGrpSpPr>
        <p:grpSpPr>
          <a:xfrm>
            <a:off x="4279126" y="1183036"/>
            <a:ext cx="1430711" cy="743389"/>
            <a:chOff x="5159450" y="1919950"/>
            <a:chExt cx="1541050" cy="862500"/>
          </a:xfrm>
        </p:grpSpPr>
        <p:sp>
          <p:nvSpPr>
            <p:cNvPr id="12704" name="Google Shape;12704;p7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2705" name="Google Shape;12705;p71"/>
            <p:cNvGrpSpPr/>
            <p:nvPr/>
          </p:nvGrpSpPr>
          <p:grpSpPr>
            <a:xfrm>
              <a:off x="5159450" y="1919950"/>
              <a:ext cx="1541050" cy="862500"/>
              <a:chOff x="5159450" y="1919950"/>
              <a:chExt cx="1541050" cy="862500"/>
            </a:xfrm>
          </p:grpSpPr>
          <p:cxnSp>
            <p:nvCxnSpPr>
              <p:cNvPr id="12706" name="Google Shape;12706;p71"/>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2707" name="Google Shape;12707;p71"/>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2708" name="Google Shape;12708;p71"/>
          <p:cNvGrpSpPr/>
          <p:nvPr/>
        </p:nvGrpSpPr>
        <p:grpSpPr>
          <a:xfrm>
            <a:off x="4269239" y="2406364"/>
            <a:ext cx="1450484" cy="1052087"/>
            <a:chOff x="5230575" y="1554475"/>
            <a:chExt cx="2137150" cy="1550150"/>
          </a:xfrm>
        </p:grpSpPr>
        <p:sp>
          <p:nvSpPr>
            <p:cNvPr id="12709" name="Google Shape;12709;p71"/>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1"/>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1"/>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1"/>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1"/>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71"/>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71"/>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1"/>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71"/>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71"/>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1"/>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1"/>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71"/>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2" name="Google Shape;12722;p71"/>
          <p:cNvGrpSpPr/>
          <p:nvPr/>
        </p:nvGrpSpPr>
        <p:grpSpPr>
          <a:xfrm rot="10800000">
            <a:off x="4285790" y="3498553"/>
            <a:ext cx="1417383" cy="887946"/>
            <a:chOff x="5645403" y="2920021"/>
            <a:chExt cx="2650800" cy="2180614"/>
          </a:xfrm>
        </p:grpSpPr>
        <p:sp>
          <p:nvSpPr>
            <p:cNvPr id="12723" name="Google Shape;12723;p71"/>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24" name="Google Shape;12724;p71"/>
            <p:cNvCxnSpPr>
              <a:stCxn id="12723"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2725" name="Google Shape;12725;p71"/>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26" name="Google Shape;12726;p71"/>
            <p:cNvCxnSpPr>
              <a:endCxn id="12725"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12727" name="Google Shape;12727;p71"/>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28" name="Google Shape;12728;p71"/>
            <p:cNvCxnSpPr>
              <a:stCxn id="12727"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2729" name="Google Shape;12729;p71"/>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30" name="Google Shape;12730;p71"/>
            <p:cNvCxnSpPr>
              <a:endCxn id="12729"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2731" name="Google Shape;12731;p71"/>
          <p:cNvGrpSpPr/>
          <p:nvPr/>
        </p:nvGrpSpPr>
        <p:grpSpPr>
          <a:xfrm>
            <a:off x="7386150" y="2401908"/>
            <a:ext cx="1071743" cy="1021579"/>
            <a:chOff x="7189833" y="2022667"/>
            <a:chExt cx="1251159" cy="1192597"/>
          </a:xfrm>
        </p:grpSpPr>
        <p:sp>
          <p:nvSpPr>
            <p:cNvPr id="12732" name="Google Shape;12732;p71"/>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71"/>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1"/>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1"/>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6" name="Google Shape;12736;p71"/>
          <p:cNvGrpSpPr/>
          <p:nvPr/>
        </p:nvGrpSpPr>
        <p:grpSpPr>
          <a:xfrm>
            <a:off x="727421" y="2828315"/>
            <a:ext cx="1695374" cy="1560837"/>
            <a:chOff x="727421" y="2828315"/>
            <a:chExt cx="1695374" cy="1560837"/>
          </a:xfrm>
        </p:grpSpPr>
        <p:grpSp>
          <p:nvGrpSpPr>
            <p:cNvPr id="12737" name="Google Shape;12737;p71"/>
            <p:cNvGrpSpPr/>
            <p:nvPr/>
          </p:nvGrpSpPr>
          <p:grpSpPr>
            <a:xfrm>
              <a:off x="819108" y="2882501"/>
              <a:ext cx="103104" cy="1426186"/>
              <a:chOff x="4674013" y="3100904"/>
              <a:chExt cx="122758" cy="1698043"/>
            </a:xfrm>
          </p:grpSpPr>
          <p:sp>
            <p:nvSpPr>
              <p:cNvPr id="12738" name="Google Shape;12738;p7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7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7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5" name="Google Shape;12745;p71"/>
            <p:cNvGrpSpPr/>
            <p:nvPr/>
          </p:nvGrpSpPr>
          <p:grpSpPr>
            <a:xfrm>
              <a:off x="1062475" y="2882501"/>
              <a:ext cx="103104" cy="1426186"/>
              <a:chOff x="4940438" y="3100904"/>
              <a:chExt cx="122758" cy="1698043"/>
            </a:xfrm>
          </p:grpSpPr>
          <p:sp>
            <p:nvSpPr>
              <p:cNvPr id="12746" name="Google Shape;12746;p7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7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7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3" name="Google Shape;12753;p71"/>
            <p:cNvGrpSpPr/>
            <p:nvPr/>
          </p:nvGrpSpPr>
          <p:grpSpPr>
            <a:xfrm>
              <a:off x="1299324" y="2882501"/>
              <a:ext cx="103104" cy="1426186"/>
              <a:chOff x="5206863" y="3100904"/>
              <a:chExt cx="122758" cy="1698043"/>
            </a:xfrm>
          </p:grpSpPr>
          <p:sp>
            <p:nvSpPr>
              <p:cNvPr id="12754" name="Google Shape;12754;p7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7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7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1" name="Google Shape;12761;p71"/>
            <p:cNvGrpSpPr/>
            <p:nvPr/>
          </p:nvGrpSpPr>
          <p:grpSpPr>
            <a:xfrm>
              <a:off x="1786057" y="2882501"/>
              <a:ext cx="103104" cy="1426186"/>
              <a:chOff x="6006138" y="3143629"/>
              <a:chExt cx="122758" cy="1698043"/>
            </a:xfrm>
          </p:grpSpPr>
          <p:sp>
            <p:nvSpPr>
              <p:cNvPr id="12762" name="Google Shape;12762;p7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7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9" name="Google Shape;12769;p71"/>
            <p:cNvGrpSpPr/>
            <p:nvPr/>
          </p:nvGrpSpPr>
          <p:grpSpPr>
            <a:xfrm>
              <a:off x="2029422" y="2882501"/>
              <a:ext cx="103104" cy="1426186"/>
              <a:chOff x="6805413" y="3100904"/>
              <a:chExt cx="122758" cy="1698043"/>
            </a:xfrm>
          </p:grpSpPr>
          <p:sp>
            <p:nvSpPr>
              <p:cNvPr id="12770" name="Google Shape;12770;p7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7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7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7" name="Google Shape;12777;p71"/>
            <p:cNvGrpSpPr/>
            <p:nvPr/>
          </p:nvGrpSpPr>
          <p:grpSpPr>
            <a:xfrm>
              <a:off x="727421" y="2828315"/>
              <a:ext cx="1695374" cy="1560837"/>
              <a:chOff x="734799" y="2782450"/>
              <a:chExt cx="1571100" cy="1577400"/>
            </a:xfrm>
          </p:grpSpPr>
          <p:cxnSp>
            <p:nvCxnSpPr>
              <p:cNvPr id="12778" name="Google Shape;12778;p71"/>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2779" name="Google Shape;12779;p71"/>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2780" name="Google Shape;12780;p71"/>
            <p:cNvGrpSpPr/>
            <p:nvPr/>
          </p:nvGrpSpPr>
          <p:grpSpPr>
            <a:xfrm>
              <a:off x="2272795" y="2882501"/>
              <a:ext cx="103104" cy="1426186"/>
              <a:chOff x="5206863" y="3100904"/>
              <a:chExt cx="122758" cy="1698043"/>
            </a:xfrm>
          </p:grpSpPr>
          <p:sp>
            <p:nvSpPr>
              <p:cNvPr id="12781" name="Google Shape;12781;p7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7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8" name="Google Shape;12788;p71"/>
            <p:cNvGrpSpPr/>
            <p:nvPr/>
          </p:nvGrpSpPr>
          <p:grpSpPr>
            <a:xfrm>
              <a:off x="1542694" y="2882501"/>
              <a:ext cx="103104" cy="1426186"/>
              <a:chOff x="6006138" y="3143629"/>
              <a:chExt cx="122758" cy="1698043"/>
            </a:xfrm>
          </p:grpSpPr>
          <p:sp>
            <p:nvSpPr>
              <p:cNvPr id="12789" name="Google Shape;12789;p7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7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7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7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7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96" name="Google Shape;12796;p71"/>
          <p:cNvGrpSpPr/>
          <p:nvPr/>
        </p:nvGrpSpPr>
        <p:grpSpPr>
          <a:xfrm>
            <a:off x="5936000" y="2405887"/>
            <a:ext cx="1248543" cy="1025319"/>
            <a:chOff x="5183758" y="1210600"/>
            <a:chExt cx="3605380" cy="2960783"/>
          </a:xfrm>
        </p:grpSpPr>
        <p:sp>
          <p:nvSpPr>
            <p:cNvPr id="12797" name="Google Shape;12797;p7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7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01" name="Google Shape;12801;p71"/>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2802" name="Google Shape;12802;p71"/>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2803" name="Google Shape;12803;p71"/>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2804" name="Google Shape;12804;p71"/>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2805" name="Google Shape;12805;p71"/>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6" name="Google Shape;12806;p71"/>
          <p:cNvGrpSpPr/>
          <p:nvPr/>
        </p:nvGrpSpPr>
        <p:grpSpPr>
          <a:xfrm>
            <a:off x="5793062" y="3544204"/>
            <a:ext cx="2664831" cy="843440"/>
            <a:chOff x="5916567" y="1099697"/>
            <a:chExt cx="2556683" cy="809211"/>
          </a:xfrm>
        </p:grpSpPr>
        <p:sp>
          <p:nvSpPr>
            <p:cNvPr id="12807" name="Google Shape;12807;p71"/>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71"/>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71"/>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71"/>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1"/>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1"/>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1"/>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1"/>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5" name="Google Shape;12815;p71"/>
          <p:cNvGrpSpPr/>
          <p:nvPr/>
        </p:nvGrpSpPr>
        <p:grpSpPr>
          <a:xfrm>
            <a:off x="5900602" y="1193063"/>
            <a:ext cx="1299851" cy="1023338"/>
            <a:chOff x="5900602" y="1193063"/>
            <a:chExt cx="1299851" cy="1023338"/>
          </a:xfrm>
        </p:grpSpPr>
        <p:grpSp>
          <p:nvGrpSpPr>
            <p:cNvPr id="12816" name="Google Shape;12816;p71"/>
            <p:cNvGrpSpPr/>
            <p:nvPr/>
          </p:nvGrpSpPr>
          <p:grpSpPr>
            <a:xfrm>
              <a:off x="6743564" y="1193063"/>
              <a:ext cx="456889" cy="700379"/>
              <a:chOff x="6743564" y="1193063"/>
              <a:chExt cx="456889" cy="700379"/>
            </a:xfrm>
          </p:grpSpPr>
          <p:grpSp>
            <p:nvGrpSpPr>
              <p:cNvPr id="12817" name="Google Shape;12817;p71"/>
              <p:cNvGrpSpPr/>
              <p:nvPr/>
            </p:nvGrpSpPr>
            <p:grpSpPr>
              <a:xfrm>
                <a:off x="6743564" y="1690731"/>
                <a:ext cx="214402" cy="202710"/>
                <a:chOff x="6743564" y="1690731"/>
                <a:chExt cx="214402" cy="202710"/>
              </a:xfrm>
            </p:grpSpPr>
            <p:sp>
              <p:nvSpPr>
                <p:cNvPr id="12818" name="Google Shape;12818;p71"/>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71"/>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0" name="Google Shape;12820;p71"/>
              <p:cNvGrpSpPr/>
              <p:nvPr/>
            </p:nvGrpSpPr>
            <p:grpSpPr>
              <a:xfrm>
                <a:off x="6915505" y="1193063"/>
                <a:ext cx="284947" cy="589637"/>
                <a:chOff x="6915505" y="1193063"/>
                <a:chExt cx="284947" cy="589637"/>
              </a:xfrm>
            </p:grpSpPr>
            <p:sp>
              <p:nvSpPr>
                <p:cNvPr id="12821" name="Google Shape;12821;p7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22" name="Google Shape;12822;p71"/>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2823" name="Google Shape;12823;p71"/>
            <p:cNvGrpSpPr/>
            <p:nvPr/>
          </p:nvGrpSpPr>
          <p:grpSpPr>
            <a:xfrm>
              <a:off x="6520337" y="1193063"/>
              <a:ext cx="341815" cy="801589"/>
              <a:chOff x="6520337" y="1193063"/>
              <a:chExt cx="341815" cy="801589"/>
            </a:xfrm>
          </p:grpSpPr>
          <p:grpSp>
            <p:nvGrpSpPr>
              <p:cNvPr id="12824" name="Google Shape;12824;p71"/>
              <p:cNvGrpSpPr/>
              <p:nvPr/>
            </p:nvGrpSpPr>
            <p:grpSpPr>
              <a:xfrm>
                <a:off x="6520337" y="1589527"/>
                <a:ext cx="213950" cy="405125"/>
                <a:chOff x="6520337" y="1589527"/>
                <a:chExt cx="213950" cy="405125"/>
              </a:xfrm>
            </p:grpSpPr>
            <p:sp>
              <p:nvSpPr>
                <p:cNvPr id="12825" name="Google Shape;12825;p7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71"/>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7" name="Google Shape;12827;p71"/>
              <p:cNvGrpSpPr/>
              <p:nvPr/>
            </p:nvGrpSpPr>
            <p:grpSpPr>
              <a:xfrm>
                <a:off x="6577204" y="1193063"/>
                <a:ext cx="284947" cy="453562"/>
                <a:chOff x="6577204" y="1193063"/>
                <a:chExt cx="284947" cy="453562"/>
              </a:xfrm>
            </p:grpSpPr>
            <p:sp>
              <p:nvSpPr>
                <p:cNvPr id="12828" name="Google Shape;12828;p7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29" name="Google Shape;12829;p71"/>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2830" name="Google Shape;12830;p71"/>
            <p:cNvGrpSpPr/>
            <p:nvPr/>
          </p:nvGrpSpPr>
          <p:grpSpPr>
            <a:xfrm>
              <a:off x="6238903" y="1193063"/>
              <a:ext cx="300475" cy="901782"/>
              <a:chOff x="6238903" y="1193063"/>
              <a:chExt cx="300475" cy="901782"/>
            </a:xfrm>
          </p:grpSpPr>
          <p:grpSp>
            <p:nvGrpSpPr>
              <p:cNvPr id="12831" name="Google Shape;12831;p71"/>
              <p:cNvGrpSpPr/>
              <p:nvPr/>
            </p:nvGrpSpPr>
            <p:grpSpPr>
              <a:xfrm>
                <a:off x="6290865" y="1489315"/>
                <a:ext cx="248514" cy="605530"/>
                <a:chOff x="6290865" y="1489315"/>
                <a:chExt cx="248514" cy="605530"/>
              </a:xfrm>
            </p:grpSpPr>
            <p:sp>
              <p:nvSpPr>
                <p:cNvPr id="12832" name="Google Shape;12832;p7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1"/>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4" name="Google Shape;12834;p71"/>
              <p:cNvGrpSpPr/>
              <p:nvPr/>
            </p:nvGrpSpPr>
            <p:grpSpPr>
              <a:xfrm>
                <a:off x="6238903" y="1193063"/>
                <a:ext cx="284947" cy="327512"/>
                <a:chOff x="6238903" y="1193063"/>
                <a:chExt cx="284947" cy="327512"/>
              </a:xfrm>
            </p:grpSpPr>
            <p:sp>
              <p:nvSpPr>
                <p:cNvPr id="12835" name="Google Shape;12835;p7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36" name="Google Shape;12836;p71"/>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2837" name="Google Shape;12837;p71"/>
            <p:cNvGrpSpPr/>
            <p:nvPr/>
          </p:nvGrpSpPr>
          <p:grpSpPr>
            <a:xfrm>
              <a:off x="5900602" y="1193063"/>
              <a:ext cx="444345" cy="1023338"/>
              <a:chOff x="5900602" y="1193063"/>
              <a:chExt cx="444345" cy="1023338"/>
            </a:xfrm>
          </p:grpSpPr>
          <p:grpSp>
            <p:nvGrpSpPr>
              <p:cNvPr id="12838" name="Google Shape;12838;p71"/>
              <p:cNvGrpSpPr/>
              <p:nvPr/>
            </p:nvGrpSpPr>
            <p:grpSpPr>
              <a:xfrm>
                <a:off x="6046501" y="1367785"/>
                <a:ext cx="298446" cy="848616"/>
                <a:chOff x="6046501" y="1367785"/>
                <a:chExt cx="298446" cy="848616"/>
              </a:xfrm>
            </p:grpSpPr>
            <p:sp>
              <p:nvSpPr>
                <p:cNvPr id="12839" name="Google Shape;12839;p7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1"/>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1" name="Google Shape;12841;p71"/>
              <p:cNvGrpSpPr/>
              <p:nvPr/>
            </p:nvGrpSpPr>
            <p:grpSpPr>
              <a:xfrm>
                <a:off x="5900602" y="1193063"/>
                <a:ext cx="284947" cy="182312"/>
                <a:chOff x="5900602" y="1193063"/>
                <a:chExt cx="284947" cy="182312"/>
              </a:xfrm>
            </p:grpSpPr>
            <p:sp>
              <p:nvSpPr>
                <p:cNvPr id="12842" name="Google Shape;12842;p7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43" name="Google Shape;12843;p71"/>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2844" name="Google Shape;12844;p71"/>
          <p:cNvGrpSpPr/>
          <p:nvPr/>
        </p:nvGrpSpPr>
        <p:grpSpPr>
          <a:xfrm>
            <a:off x="7238484" y="1193208"/>
            <a:ext cx="1219413" cy="1051365"/>
            <a:chOff x="7287122" y="1165658"/>
            <a:chExt cx="1219413" cy="1051365"/>
          </a:xfrm>
        </p:grpSpPr>
        <p:grpSp>
          <p:nvGrpSpPr>
            <p:cNvPr id="12845" name="Google Shape;12845;p71"/>
            <p:cNvGrpSpPr/>
            <p:nvPr/>
          </p:nvGrpSpPr>
          <p:grpSpPr>
            <a:xfrm>
              <a:off x="7287122" y="1969723"/>
              <a:ext cx="1219413" cy="247300"/>
              <a:chOff x="7287122" y="1969723"/>
              <a:chExt cx="1219413" cy="247300"/>
            </a:xfrm>
          </p:grpSpPr>
          <p:sp>
            <p:nvSpPr>
              <p:cNvPr id="12846" name="Google Shape;12846;p7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47" name="Google Shape;12847;p71"/>
              <p:cNvGrpSpPr/>
              <p:nvPr/>
            </p:nvGrpSpPr>
            <p:grpSpPr>
              <a:xfrm>
                <a:off x="7287122" y="2063892"/>
                <a:ext cx="1151753" cy="73428"/>
                <a:chOff x="7287122" y="2063892"/>
                <a:chExt cx="1151753" cy="73428"/>
              </a:xfrm>
            </p:grpSpPr>
            <p:sp>
              <p:nvSpPr>
                <p:cNvPr id="12848" name="Google Shape;12848;p7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49" name="Google Shape;12849;p71"/>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2850" name="Google Shape;12850;p71"/>
            <p:cNvGrpSpPr/>
            <p:nvPr/>
          </p:nvGrpSpPr>
          <p:grpSpPr>
            <a:xfrm>
              <a:off x="7287122" y="1712201"/>
              <a:ext cx="1219403" cy="246767"/>
              <a:chOff x="7287122" y="1712201"/>
              <a:chExt cx="1219403" cy="246767"/>
            </a:xfrm>
          </p:grpSpPr>
          <p:sp>
            <p:nvSpPr>
              <p:cNvPr id="12851" name="Google Shape;12851;p7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52" name="Google Shape;12852;p71"/>
              <p:cNvGrpSpPr/>
              <p:nvPr/>
            </p:nvGrpSpPr>
            <p:grpSpPr>
              <a:xfrm>
                <a:off x="7287122" y="1842861"/>
                <a:ext cx="1005303" cy="73419"/>
                <a:chOff x="7287122" y="1842861"/>
                <a:chExt cx="1005303" cy="73419"/>
              </a:xfrm>
            </p:grpSpPr>
            <p:sp>
              <p:nvSpPr>
                <p:cNvPr id="12853" name="Google Shape;12853;p7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54" name="Google Shape;12854;p71"/>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2855" name="Google Shape;12855;p71"/>
            <p:cNvGrpSpPr/>
            <p:nvPr/>
          </p:nvGrpSpPr>
          <p:grpSpPr>
            <a:xfrm>
              <a:off x="7287122" y="1447520"/>
              <a:ext cx="1219403" cy="286667"/>
              <a:chOff x="7287122" y="1447520"/>
              <a:chExt cx="1219403" cy="286667"/>
            </a:xfrm>
          </p:grpSpPr>
          <p:sp>
            <p:nvSpPr>
              <p:cNvPr id="12856" name="Google Shape;12856;p7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57" name="Google Shape;12857;p71"/>
              <p:cNvGrpSpPr/>
              <p:nvPr/>
            </p:nvGrpSpPr>
            <p:grpSpPr>
              <a:xfrm>
                <a:off x="7287122" y="1581977"/>
                <a:ext cx="852803" cy="73428"/>
                <a:chOff x="7287122" y="1581977"/>
                <a:chExt cx="852803" cy="73428"/>
              </a:xfrm>
            </p:grpSpPr>
            <p:sp>
              <p:nvSpPr>
                <p:cNvPr id="12858" name="Google Shape;12858;p7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59" name="Google Shape;12859;p71"/>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2860" name="Google Shape;12860;p71"/>
            <p:cNvGrpSpPr/>
            <p:nvPr/>
          </p:nvGrpSpPr>
          <p:grpSpPr>
            <a:xfrm>
              <a:off x="7287122" y="1165658"/>
              <a:ext cx="1219403" cy="344253"/>
              <a:chOff x="7287122" y="1165658"/>
              <a:chExt cx="1219403" cy="344253"/>
            </a:xfrm>
          </p:grpSpPr>
          <p:sp>
            <p:nvSpPr>
              <p:cNvPr id="12861" name="Google Shape;12861;p7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62" name="Google Shape;12862;p71"/>
              <p:cNvGrpSpPr/>
              <p:nvPr/>
            </p:nvGrpSpPr>
            <p:grpSpPr>
              <a:xfrm>
                <a:off x="7287122" y="1341025"/>
                <a:ext cx="695703" cy="73419"/>
                <a:chOff x="7287122" y="1341025"/>
                <a:chExt cx="695703" cy="73419"/>
              </a:xfrm>
            </p:grpSpPr>
            <p:sp>
              <p:nvSpPr>
                <p:cNvPr id="12863" name="Google Shape;12863;p7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64" name="Google Shape;12864;p71"/>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868" name="Shape 12868"/>
        <p:cNvGrpSpPr/>
        <p:nvPr/>
      </p:nvGrpSpPr>
      <p:grpSpPr>
        <a:xfrm>
          <a:off x="0" y="0"/>
          <a:ext cx="0" cy="0"/>
          <a:chOff x="0" y="0"/>
          <a:chExt cx="0" cy="0"/>
        </a:xfrm>
      </p:grpSpPr>
      <p:sp>
        <p:nvSpPr>
          <p:cNvPr id="12869" name="Google Shape;12869;p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2870" name="Google Shape;12870;p72"/>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2871" name="Google Shape;12871;p72"/>
          <p:cNvGrpSpPr/>
          <p:nvPr/>
        </p:nvGrpSpPr>
        <p:grpSpPr>
          <a:xfrm>
            <a:off x="866243" y="2291587"/>
            <a:ext cx="415546" cy="355053"/>
            <a:chOff x="866243" y="2291587"/>
            <a:chExt cx="415546" cy="355053"/>
          </a:xfrm>
        </p:grpSpPr>
        <p:sp>
          <p:nvSpPr>
            <p:cNvPr id="12872" name="Google Shape;12872;p72"/>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2"/>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2"/>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72"/>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72"/>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77" name="Google Shape;12877;p72"/>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78" name="Google Shape;12878;p72"/>
          <p:cNvGrpSpPr/>
          <p:nvPr/>
        </p:nvGrpSpPr>
        <p:grpSpPr>
          <a:xfrm>
            <a:off x="1958520" y="2302574"/>
            <a:ext cx="359213" cy="327807"/>
            <a:chOff x="1958520" y="2302574"/>
            <a:chExt cx="359213" cy="327807"/>
          </a:xfrm>
        </p:grpSpPr>
        <p:sp>
          <p:nvSpPr>
            <p:cNvPr id="12879" name="Google Shape;12879;p72"/>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2"/>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72"/>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2" name="Google Shape;12882;p72"/>
          <p:cNvGrpSpPr/>
          <p:nvPr/>
        </p:nvGrpSpPr>
        <p:grpSpPr>
          <a:xfrm>
            <a:off x="2579882" y="2287427"/>
            <a:ext cx="207582" cy="359594"/>
            <a:chOff x="2656082" y="2287427"/>
            <a:chExt cx="207582" cy="359594"/>
          </a:xfrm>
        </p:grpSpPr>
        <p:sp>
          <p:nvSpPr>
            <p:cNvPr id="12883" name="Google Shape;12883;p72"/>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2"/>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2"/>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72"/>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7" name="Google Shape;12887;p72"/>
          <p:cNvGrpSpPr/>
          <p:nvPr/>
        </p:nvGrpSpPr>
        <p:grpSpPr>
          <a:xfrm>
            <a:off x="3049653" y="2321468"/>
            <a:ext cx="362991" cy="290018"/>
            <a:chOff x="3049653" y="2321468"/>
            <a:chExt cx="362991" cy="290018"/>
          </a:xfrm>
        </p:grpSpPr>
        <p:sp>
          <p:nvSpPr>
            <p:cNvPr id="12888" name="Google Shape;12888;p72"/>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2"/>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2"/>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72"/>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2" name="Google Shape;12892;p72"/>
          <p:cNvGrpSpPr/>
          <p:nvPr/>
        </p:nvGrpSpPr>
        <p:grpSpPr>
          <a:xfrm>
            <a:off x="3564243" y="2289904"/>
            <a:ext cx="422342" cy="355243"/>
            <a:chOff x="3564243" y="2289904"/>
            <a:chExt cx="422342" cy="355243"/>
          </a:xfrm>
        </p:grpSpPr>
        <p:sp>
          <p:nvSpPr>
            <p:cNvPr id="12893" name="Google Shape;12893;p72"/>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72"/>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2"/>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2"/>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2"/>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98" name="Google Shape;12898;p72"/>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99" name="Google Shape;12899;p72"/>
          <p:cNvGrpSpPr/>
          <p:nvPr/>
        </p:nvGrpSpPr>
        <p:grpSpPr>
          <a:xfrm>
            <a:off x="4687894" y="2289713"/>
            <a:ext cx="359594" cy="353909"/>
            <a:chOff x="4687894" y="2289713"/>
            <a:chExt cx="359594" cy="353909"/>
          </a:xfrm>
        </p:grpSpPr>
        <p:sp>
          <p:nvSpPr>
            <p:cNvPr id="12900" name="Google Shape;12900;p72"/>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72"/>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2"/>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03" name="Google Shape;12903;p72"/>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4" name="Google Shape;12904;p72"/>
          <p:cNvGrpSpPr/>
          <p:nvPr/>
        </p:nvGrpSpPr>
        <p:grpSpPr>
          <a:xfrm>
            <a:off x="6372624" y="2308227"/>
            <a:ext cx="263567" cy="317614"/>
            <a:chOff x="6421399" y="2308227"/>
            <a:chExt cx="263567" cy="317614"/>
          </a:xfrm>
        </p:grpSpPr>
        <p:sp>
          <p:nvSpPr>
            <p:cNvPr id="12905" name="Google Shape;12905;p72"/>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72"/>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2"/>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72"/>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9" name="Google Shape;12909;p72"/>
          <p:cNvGrpSpPr/>
          <p:nvPr/>
        </p:nvGrpSpPr>
        <p:grpSpPr>
          <a:xfrm>
            <a:off x="6870193" y="2295620"/>
            <a:ext cx="360356" cy="343462"/>
            <a:chOff x="6870193" y="2295620"/>
            <a:chExt cx="360356" cy="343462"/>
          </a:xfrm>
        </p:grpSpPr>
        <p:sp>
          <p:nvSpPr>
            <p:cNvPr id="12910" name="Google Shape;12910;p72"/>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2"/>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2" name="Google Shape;12912;p72"/>
          <p:cNvGrpSpPr/>
          <p:nvPr/>
        </p:nvGrpSpPr>
        <p:grpSpPr>
          <a:xfrm>
            <a:off x="7441465" y="2302860"/>
            <a:ext cx="342192" cy="327140"/>
            <a:chOff x="7441465" y="2302860"/>
            <a:chExt cx="342192" cy="327140"/>
          </a:xfrm>
        </p:grpSpPr>
        <p:sp>
          <p:nvSpPr>
            <p:cNvPr id="12913" name="Google Shape;12913;p72"/>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72"/>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5" name="Google Shape;12915;p72"/>
          <p:cNvGrpSpPr/>
          <p:nvPr/>
        </p:nvGrpSpPr>
        <p:grpSpPr>
          <a:xfrm>
            <a:off x="7989683" y="2350207"/>
            <a:ext cx="332761" cy="234066"/>
            <a:chOff x="7989683" y="2350207"/>
            <a:chExt cx="332761" cy="234066"/>
          </a:xfrm>
        </p:grpSpPr>
        <p:sp>
          <p:nvSpPr>
            <p:cNvPr id="12916" name="Google Shape;12916;p72"/>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2"/>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72"/>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72"/>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72"/>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2"/>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2" name="Google Shape;12922;p72"/>
          <p:cNvGrpSpPr/>
          <p:nvPr/>
        </p:nvGrpSpPr>
        <p:grpSpPr>
          <a:xfrm>
            <a:off x="5823294" y="2309751"/>
            <a:ext cx="315327" cy="314978"/>
            <a:chOff x="5823294" y="2309751"/>
            <a:chExt cx="315327" cy="314978"/>
          </a:xfrm>
        </p:grpSpPr>
        <p:sp>
          <p:nvSpPr>
            <p:cNvPr id="12923" name="Google Shape;12923;p72"/>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2"/>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72"/>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72"/>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72"/>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2"/>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72"/>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72"/>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72"/>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2"/>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72"/>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72"/>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72"/>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72"/>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72"/>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72"/>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72"/>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0" name="Google Shape;12940;p72"/>
          <p:cNvGrpSpPr/>
          <p:nvPr/>
        </p:nvGrpSpPr>
        <p:grpSpPr>
          <a:xfrm>
            <a:off x="2497275" y="2744159"/>
            <a:ext cx="370930" cy="370549"/>
            <a:chOff x="2497275" y="2744159"/>
            <a:chExt cx="370930" cy="370549"/>
          </a:xfrm>
        </p:grpSpPr>
        <p:sp>
          <p:nvSpPr>
            <p:cNvPr id="12941" name="Google Shape;12941;p72"/>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72"/>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72"/>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72"/>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2"/>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2"/>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7" name="Google Shape;12947;p72"/>
          <p:cNvGrpSpPr/>
          <p:nvPr/>
        </p:nvGrpSpPr>
        <p:grpSpPr>
          <a:xfrm>
            <a:off x="860940" y="2746477"/>
            <a:ext cx="371883" cy="365691"/>
            <a:chOff x="860940" y="2746477"/>
            <a:chExt cx="371883" cy="365691"/>
          </a:xfrm>
        </p:grpSpPr>
        <p:sp>
          <p:nvSpPr>
            <p:cNvPr id="12948" name="Google Shape;12948;p72"/>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72"/>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72"/>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72"/>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2"/>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3" name="Google Shape;12953;p72"/>
          <p:cNvGrpSpPr/>
          <p:nvPr/>
        </p:nvGrpSpPr>
        <p:grpSpPr>
          <a:xfrm>
            <a:off x="1493849" y="2775533"/>
            <a:ext cx="283985" cy="341080"/>
            <a:chOff x="1493849" y="2775533"/>
            <a:chExt cx="283985" cy="341080"/>
          </a:xfrm>
        </p:grpSpPr>
        <p:sp>
          <p:nvSpPr>
            <p:cNvPr id="12954" name="Google Shape;12954;p72"/>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72"/>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6" name="Google Shape;12956;p72"/>
          <p:cNvGrpSpPr/>
          <p:nvPr/>
        </p:nvGrpSpPr>
        <p:grpSpPr>
          <a:xfrm>
            <a:off x="1952836" y="2774422"/>
            <a:ext cx="372835" cy="342573"/>
            <a:chOff x="1952836" y="2774422"/>
            <a:chExt cx="372835" cy="342573"/>
          </a:xfrm>
        </p:grpSpPr>
        <p:sp>
          <p:nvSpPr>
            <p:cNvPr id="12957" name="Google Shape;12957;p72"/>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72"/>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72"/>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0" name="Google Shape;12960;p72"/>
          <p:cNvGrpSpPr/>
          <p:nvPr/>
        </p:nvGrpSpPr>
        <p:grpSpPr>
          <a:xfrm>
            <a:off x="3079916" y="2744477"/>
            <a:ext cx="332729" cy="372518"/>
            <a:chOff x="3079916" y="2744477"/>
            <a:chExt cx="332729" cy="372518"/>
          </a:xfrm>
        </p:grpSpPr>
        <p:sp>
          <p:nvSpPr>
            <p:cNvPr id="12961" name="Google Shape;12961;p72"/>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72"/>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72"/>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4" name="Google Shape;12964;p72"/>
          <p:cNvGrpSpPr/>
          <p:nvPr/>
        </p:nvGrpSpPr>
        <p:grpSpPr>
          <a:xfrm>
            <a:off x="3620576" y="2745525"/>
            <a:ext cx="336889" cy="355592"/>
            <a:chOff x="3620576" y="2745525"/>
            <a:chExt cx="336889" cy="355592"/>
          </a:xfrm>
        </p:grpSpPr>
        <p:sp>
          <p:nvSpPr>
            <p:cNvPr id="12965" name="Google Shape;12965;p72"/>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72"/>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7" name="Google Shape;12967;p72"/>
          <p:cNvGrpSpPr/>
          <p:nvPr/>
        </p:nvGrpSpPr>
        <p:grpSpPr>
          <a:xfrm>
            <a:off x="4126815" y="2760704"/>
            <a:ext cx="380393" cy="363118"/>
            <a:chOff x="4126815" y="2760704"/>
            <a:chExt cx="380393" cy="363118"/>
          </a:xfrm>
        </p:grpSpPr>
        <p:sp>
          <p:nvSpPr>
            <p:cNvPr id="12968" name="Google Shape;12968;p72"/>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2"/>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2"/>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72"/>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2" name="Google Shape;12972;p72"/>
          <p:cNvGrpSpPr/>
          <p:nvPr/>
        </p:nvGrpSpPr>
        <p:grpSpPr>
          <a:xfrm>
            <a:off x="4675986" y="2745684"/>
            <a:ext cx="381346" cy="368644"/>
            <a:chOff x="4675986" y="2745684"/>
            <a:chExt cx="381346" cy="368644"/>
          </a:xfrm>
        </p:grpSpPr>
        <p:sp>
          <p:nvSpPr>
            <p:cNvPr id="12973" name="Google Shape;12973;p72"/>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72"/>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5" name="Google Shape;12975;p72"/>
          <p:cNvGrpSpPr/>
          <p:nvPr/>
        </p:nvGrpSpPr>
        <p:grpSpPr>
          <a:xfrm>
            <a:off x="5220616" y="2791061"/>
            <a:ext cx="373185" cy="302466"/>
            <a:chOff x="5220616" y="2791061"/>
            <a:chExt cx="373185" cy="302466"/>
          </a:xfrm>
        </p:grpSpPr>
        <p:sp>
          <p:nvSpPr>
            <p:cNvPr id="12976" name="Google Shape;12976;p72"/>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72"/>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72"/>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72"/>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72"/>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72"/>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2"/>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72"/>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2"/>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2"/>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72"/>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72"/>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2"/>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2"/>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2"/>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72"/>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72"/>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72"/>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4" name="Google Shape;12994;p72"/>
          <p:cNvGrpSpPr/>
          <p:nvPr/>
        </p:nvGrpSpPr>
        <p:grpSpPr>
          <a:xfrm>
            <a:off x="5788661" y="2772517"/>
            <a:ext cx="284366" cy="344097"/>
            <a:chOff x="5864861" y="2772517"/>
            <a:chExt cx="284366" cy="344097"/>
          </a:xfrm>
        </p:grpSpPr>
        <p:sp>
          <p:nvSpPr>
            <p:cNvPr id="12995" name="Google Shape;12995;p72"/>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72"/>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2"/>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72"/>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72"/>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72"/>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1" name="Google Shape;13001;p72"/>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02" name="Google Shape;13002;p72"/>
          <p:cNvGrpSpPr/>
          <p:nvPr/>
        </p:nvGrpSpPr>
        <p:grpSpPr>
          <a:xfrm>
            <a:off x="6974158" y="2789537"/>
            <a:ext cx="255247" cy="327458"/>
            <a:chOff x="6974158" y="2789537"/>
            <a:chExt cx="255247" cy="327458"/>
          </a:xfrm>
        </p:grpSpPr>
        <p:sp>
          <p:nvSpPr>
            <p:cNvPr id="13003" name="Google Shape;13003;p72"/>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72"/>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72"/>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72"/>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72"/>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72"/>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9" name="Google Shape;13009;p72"/>
          <p:cNvGrpSpPr/>
          <p:nvPr/>
        </p:nvGrpSpPr>
        <p:grpSpPr>
          <a:xfrm>
            <a:off x="7530697" y="2790299"/>
            <a:ext cx="244291" cy="326314"/>
            <a:chOff x="7530697" y="2790299"/>
            <a:chExt cx="244291" cy="326314"/>
          </a:xfrm>
        </p:grpSpPr>
        <p:sp>
          <p:nvSpPr>
            <p:cNvPr id="13010" name="Google Shape;13010;p72"/>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72"/>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72"/>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72"/>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72"/>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72"/>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6" name="Google Shape;13016;p72"/>
          <p:cNvGrpSpPr/>
          <p:nvPr/>
        </p:nvGrpSpPr>
        <p:grpSpPr>
          <a:xfrm>
            <a:off x="7988191" y="2832248"/>
            <a:ext cx="332348" cy="283985"/>
            <a:chOff x="7988191" y="2832248"/>
            <a:chExt cx="332348" cy="283985"/>
          </a:xfrm>
        </p:grpSpPr>
        <p:sp>
          <p:nvSpPr>
            <p:cNvPr id="13017" name="Google Shape;13017;p72"/>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72"/>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72"/>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20" name="Google Shape;13020;p72"/>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21" name="Google Shape;13021;p72"/>
          <p:cNvGrpSpPr/>
          <p:nvPr/>
        </p:nvGrpSpPr>
        <p:grpSpPr>
          <a:xfrm>
            <a:off x="3588440" y="3258368"/>
            <a:ext cx="364484" cy="262423"/>
            <a:chOff x="3588440" y="3258368"/>
            <a:chExt cx="364484" cy="262423"/>
          </a:xfrm>
        </p:grpSpPr>
        <p:sp>
          <p:nvSpPr>
            <p:cNvPr id="13022" name="Google Shape;13022;p72"/>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72"/>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72"/>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72"/>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72"/>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72"/>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28" name="Google Shape;13028;p72"/>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29" name="Google Shape;13029;p72"/>
          <p:cNvGrpSpPr/>
          <p:nvPr/>
        </p:nvGrpSpPr>
        <p:grpSpPr>
          <a:xfrm>
            <a:off x="5765817" y="3227724"/>
            <a:ext cx="364865" cy="324822"/>
            <a:chOff x="5765817" y="3227724"/>
            <a:chExt cx="364865" cy="324822"/>
          </a:xfrm>
        </p:grpSpPr>
        <p:sp>
          <p:nvSpPr>
            <p:cNvPr id="13030" name="Google Shape;13030;p72"/>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72"/>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72"/>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3" name="Google Shape;13033;p72"/>
          <p:cNvGrpSpPr/>
          <p:nvPr/>
        </p:nvGrpSpPr>
        <p:grpSpPr>
          <a:xfrm>
            <a:off x="6228583" y="3237664"/>
            <a:ext cx="446539" cy="303895"/>
            <a:chOff x="6228583" y="3237664"/>
            <a:chExt cx="446539" cy="303895"/>
          </a:xfrm>
        </p:grpSpPr>
        <p:sp>
          <p:nvSpPr>
            <p:cNvPr id="13034" name="Google Shape;13034;p72"/>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72"/>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72"/>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72"/>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72"/>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2"/>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72"/>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72"/>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72"/>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72"/>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2"/>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2"/>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72"/>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72"/>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72"/>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72"/>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72"/>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1" name="Google Shape;13051;p72"/>
          <p:cNvGrpSpPr/>
          <p:nvPr/>
        </p:nvGrpSpPr>
        <p:grpSpPr>
          <a:xfrm>
            <a:off x="865862" y="3207306"/>
            <a:ext cx="364484" cy="364897"/>
            <a:chOff x="865862" y="3207306"/>
            <a:chExt cx="364484" cy="364897"/>
          </a:xfrm>
        </p:grpSpPr>
        <p:sp>
          <p:nvSpPr>
            <p:cNvPr id="13052" name="Google Shape;13052;p72"/>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72"/>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72"/>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72"/>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72"/>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72"/>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72"/>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72"/>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72"/>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72"/>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72"/>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72"/>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2"/>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72"/>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6" name="Google Shape;13066;p72"/>
          <p:cNvGrpSpPr/>
          <p:nvPr/>
        </p:nvGrpSpPr>
        <p:grpSpPr>
          <a:xfrm>
            <a:off x="1404617" y="3226962"/>
            <a:ext cx="370168" cy="325965"/>
            <a:chOff x="1404617" y="3226962"/>
            <a:chExt cx="370168" cy="325965"/>
          </a:xfrm>
        </p:grpSpPr>
        <p:sp>
          <p:nvSpPr>
            <p:cNvPr id="13067" name="Google Shape;13067;p72"/>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72"/>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72"/>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72"/>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72"/>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72"/>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72"/>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2"/>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72"/>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6" name="Google Shape;13076;p72"/>
          <p:cNvGrpSpPr/>
          <p:nvPr/>
        </p:nvGrpSpPr>
        <p:grpSpPr>
          <a:xfrm>
            <a:off x="1954741" y="3212419"/>
            <a:ext cx="366389" cy="354481"/>
            <a:chOff x="1954741" y="3212419"/>
            <a:chExt cx="366389" cy="354481"/>
          </a:xfrm>
        </p:grpSpPr>
        <p:sp>
          <p:nvSpPr>
            <p:cNvPr id="13077" name="Google Shape;13077;p72"/>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72"/>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72"/>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72"/>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72"/>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72"/>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72"/>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4" name="Google Shape;13084;p72"/>
          <p:cNvGrpSpPr/>
          <p:nvPr/>
        </p:nvGrpSpPr>
        <p:grpSpPr>
          <a:xfrm>
            <a:off x="3043239" y="3215626"/>
            <a:ext cx="366008" cy="348670"/>
            <a:chOff x="3043239" y="3215626"/>
            <a:chExt cx="366008" cy="348670"/>
          </a:xfrm>
        </p:grpSpPr>
        <p:sp>
          <p:nvSpPr>
            <p:cNvPr id="13085" name="Google Shape;13085;p72"/>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72"/>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7" name="Google Shape;13087;p72"/>
          <p:cNvGrpSpPr/>
          <p:nvPr/>
        </p:nvGrpSpPr>
        <p:grpSpPr>
          <a:xfrm>
            <a:off x="4218333" y="3184982"/>
            <a:ext cx="209107" cy="383442"/>
            <a:chOff x="4218333" y="3184982"/>
            <a:chExt cx="209107" cy="383442"/>
          </a:xfrm>
        </p:grpSpPr>
        <p:sp>
          <p:nvSpPr>
            <p:cNvPr id="13088" name="Google Shape;13088;p72"/>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72"/>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90" name="Google Shape;13090;p72"/>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91" name="Google Shape;13091;p72"/>
          <p:cNvGrpSpPr/>
          <p:nvPr/>
        </p:nvGrpSpPr>
        <p:grpSpPr>
          <a:xfrm>
            <a:off x="6896644" y="3216007"/>
            <a:ext cx="322917" cy="347876"/>
            <a:chOff x="6896644" y="3216007"/>
            <a:chExt cx="322917" cy="347876"/>
          </a:xfrm>
        </p:grpSpPr>
        <p:sp>
          <p:nvSpPr>
            <p:cNvPr id="13092" name="Google Shape;13092;p72"/>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2"/>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72"/>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72"/>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72"/>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72"/>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2"/>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9" name="Google Shape;13099;p72"/>
          <p:cNvGrpSpPr/>
          <p:nvPr/>
        </p:nvGrpSpPr>
        <p:grpSpPr>
          <a:xfrm>
            <a:off x="7429366" y="3223183"/>
            <a:ext cx="334634" cy="333904"/>
            <a:chOff x="7429366" y="3223183"/>
            <a:chExt cx="334634" cy="333904"/>
          </a:xfrm>
        </p:grpSpPr>
        <p:sp>
          <p:nvSpPr>
            <p:cNvPr id="13100" name="Google Shape;13100;p72"/>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72"/>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02" name="Google Shape;13102;p72"/>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03" name="Google Shape;13103;p72"/>
          <p:cNvGrpSpPr/>
          <p:nvPr/>
        </p:nvGrpSpPr>
        <p:grpSpPr>
          <a:xfrm>
            <a:off x="5216456" y="3725484"/>
            <a:ext cx="356196" cy="265631"/>
            <a:chOff x="5216456" y="3725484"/>
            <a:chExt cx="356196" cy="265631"/>
          </a:xfrm>
        </p:grpSpPr>
        <p:sp>
          <p:nvSpPr>
            <p:cNvPr id="13104" name="Google Shape;13104;p7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7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6" name="Google Shape;13106;p72"/>
          <p:cNvGrpSpPr/>
          <p:nvPr/>
        </p:nvGrpSpPr>
        <p:grpSpPr>
          <a:xfrm>
            <a:off x="6849393" y="3733994"/>
            <a:ext cx="355053" cy="248038"/>
            <a:chOff x="6849393" y="3733994"/>
            <a:chExt cx="355053" cy="248038"/>
          </a:xfrm>
        </p:grpSpPr>
        <p:sp>
          <p:nvSpPr>
            <p:cNvPr id="13107" name="Google Shape;13107;p72"/>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72"/>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72"/>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72"/>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72"/>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2" name="Google Shape;13112;p72"/>
          <p:cNvGrpSpPr/>
          <p:nvPr/>
        </p:nvGrpSpPr>
        <p:grpSpPr>
          <a:xfrm>
            <a:off x="7918997" y="3714687"/>
            <a:ext cx="392111" cy="280206"/>
            <a:chOff x="7918997" y="3714687"/>
            <a:chExt cx="392111" cy="280206"/>
          </a:xfrm>
        </p:grpSpPr>
        <p:sp>
          <p:nvSpPr>
            <p:cNvPr id="13113" name="Google Shape;13113;p72"/>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72"/>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72"/>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72"/>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72"/>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18" name="Google Shape;13118;p72"/>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19" name="Google Shape;13119;p72"/>
          <p:cNvGrpSpPr/>
          <p:nvPr/>
        </p:nvGrpSpPr>
        <p:grpSpPr>
          <a:xfrm>
            <a:off x="1408777" y="3680964"/>
            <a:ext cx="357720" cy="355148"/>
            <a:chOff x="1408777" y="3680964"/>
            <a:chExt cx="357720" cy="355148"/>
          </a:xfrm>
        </p:grpSpPr>
        <p:sp>
          <p:nvSpPr>
            <p:cNvPr id="13120" name="Google Shape;13120;p72"/>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72"/>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72"/>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72"/>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72"/>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5" name="Google Shape;13125;p72"/>
          <p:cNvGrpSpPr/>
          <p:nvPr/>
        </p:nvGrpSpPr>
        <p:grpSpPr>
          <a:xfrm>
            <a:off x="1952836" y="3680964"/>
            <a:ext cx="357720" cy="355148"/>
            <a:chOff x="1952836" y="3680964"/>
            <a:chExt cx="357720" cy="355148"/>
          </a:xfrm>
        </p:grpSpPr>
        <p:sp>
          <p:nvSpPr>
            <p:cNvPr id="13126" name="Google Shape;13126;p72"/>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72"/>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72"/>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72"/>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72"/>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1" name="Google Shape;13131;p72"/>
          <p:cNvGrpSpPr/>
          <p:nvPr/>
        </p:nvGrpSpPr>
        <p:grpSpPr>
          <a:xfrm>
            <a:off x="2496894" y="3680964"/>
            <a:ext cx="357720" cy="355148"/>
            <a:chOff x="2496894" y="3680964"/>
            <a:chExt cx="357720" cy="355148"/>
          </a:xfrm>
        </p:grpSpPr>
        <p:sp>
          <p:nvSpPr>
            <p:cNvPr id="13132" name="Google Shape;13132;p72"/>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72"/>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72"/>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72"/>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72"/>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7" name="Google Shape;13137;p72"/>
          <p:cNvGrpSpPr/>
          <p:nvPr/>
        </p:nvGrpSpPr>
        <p:grpSpPr>
          <a:xfrm>
            <a:off x="3040984" y="3681059"/>
            <a:ext cx="356164" cy="355815"/>
            <a:chOff x="3040984" y="3681059"/>
            <a:chExt cx="356164" cy="355815"/>
          </a:xfrm>
        </p:grpSpPr>
        <p:sp>
          <p:nvSpPr>
            <p:cNvPr id="13138" name="Google Shape;13138;p72"/>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72"/>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72"/>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1" name="Google Shape;13141;p72"/>
          <p:cNvGrpSpPr/>
          <p:nvPr/>
        </p:nvGrpSpPr>
        <p:grpSpPr>
          <a:xfrm>
            <a:off x="3584280" y="3699191"/>
            <a:ext cx="358069" cy="317995"/>
            <a:chOff x="3584280" y="3699191"/>
            <a:chExt cx="358069" cy="317995"/>
          </a:xfrm>
        </p:grpSpPr>
        <p:sp>
          <p:nvSpPr>
            <p:cNvPr id="13142" name="Google Shape;13142;p72"/>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72"/>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72"/>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72"/>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6" name="Google Shape;13146;p72"/>
          <p:cNvGrpSpPr/>
          <p:nvPr/>
        </p:nvGrpSpPr>
        <p:grpSpPr>
          <a:xfrm>
            <a:off x="4129482" y="3681059"/>
            <a:ext cx="355402" cy="354291"/>
            <a:chOff x="4129482" y="3681059"/>
            <a:chExt cx="355402" cy="354291"/>
          </a:xfrm>
        </p:grpSpPr>
        <p:sp>
          <p:nvSpPr>
            <p:cNvPr id="13147" name="Google Shape;13147;p72"/>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72"/>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72"/>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72"/>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1" name="Google Shape;13151;p72"/>
          <p:cNvGrpSpPr/>
          <p:nvPr/>
        </p:nvGrpSpPr>
        <p:grpSpPr>
          <a:xfrm>
            <a:off x="4673540" y="3680297"/>
            <a:ext cx="355434" cy="355815"/>
            <a:chOff x="4673540" y="3680297"/>
            <a:chExt cx="355434" cy="355815"/>
          </a:xfrm>
        </p:grpSpPr>
        <p:sp>
          <p:nvSpPr>
            <p:cNvPr id="13152" name="Google Shape;13152;p72"/>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72"/>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72"/>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5" name="Google Shape;13155;p72"/>
          <p:cNvGrpSpPr/>
          <p:nvPr/>
        </p:nvGrpSpPr>
        <p:grpSpPr>
          <a:xfrm>
            <a:off x="5779408" y="3699191"/>
            <a:ext cx="317645" cy="318757"/>
            <a:chOff x="5779408" y="3699191"/>
            <a:chExt cx="317645" cy="318757"/>
          </a:xfrm>
        </p:grpSpPr>
        <p:sp>
          <p:nvSpPr>
            <p:cNvPr id="13156" name="Google Shape;13156;p72"/>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72"/>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58" name="Google Shape;13158;p72"/>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59" name="Google Shape;13159;p72"/>
          <p:cNvGrpSpPr/>
          <p:nvPr/>
        </p:nvGrpSpPr>
        <p:grpSpPr>
          <a:xfrm>
            <a:off x="7390435" y="3680868"/>
            <a:ext cx="372073" cy="355243"/>
            <a:chOff x="7390435" y="3680868"/>
            <a:chExt cx="372073" cy="355243"/>
          </a:xfrm>
        </p:grpSpPr>
        <p:sp>
          <p:nvSpPr>
            <p:cNvPr id="13160" name="Google Shape;13160;p72"/>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72"/>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72"/>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72"/>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72"/>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72"/>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6" name="Google Shape;13166;p72"/>
          <p:cNvGrpSpPr/>
          <p:nvPr/>
        </p:nvGrpSpPr>
        <p:grpSpPr>
          <a:xfrm>
            <a:off x="1421638" y="4125629"/>
            <a:ext cx="374709" cy="374010"/>
            <a:chOff x="1421638" y="4125629"/>
            <a:chExt cx="374709" cy="374010"/>
          </a:xfrm>
        </p:grpSpPr>
        <p:sp>
          <p:nvSpPr>
            <p:cNvPr id="13167" name="Google Shape;13167;p72"/>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72"/>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9" name="Google Shape;13169;p72"/>
          <p:cNvGrpSpPr/>
          <p:nvPr/>
        </p:nvGrpSpPr>
        <p:grpSpPr>
          <a:xfrm>
            <a:off x="1973254" y="4156304"/>
            <a:ext cx="357720" cy="342192"/>
            <a:chOff x="1973254" y="4156304"/>
            <a:chExt cx="357720" cy="342192"/>
          </a:xfrm>
        </p:grpSpPr>
        <p:sp>
          <p:nvSpPr>
            <p:cNvPr id="13170" name="Google Shape;13170;p72"/>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72"/>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72"/>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72"/>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72"/>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72"/>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6" name="Google Shape;13176;p72"/>
          <p:cNvGrpSpPr/>
          <p:nvPr/>
        </p:nvGrpSpPr>
        <p:grpSpPr>
          <a:xfrm>
            <a:off x="2523759" y="4135505"/>
            <a:ext cx="341049" cy="340318"/>
            <a:chOff x="2523759" y="4135505"/>
            <a:chExt cx="341049" cy="340318"/>
          </a:xfrm>
        </p:grpSpPr>
        <p:sp>
          <p:nvSpPr>
            <p:cNvPr id="13177" name="Google Shape;13177;p72"/>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72"/>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9" name="Google Shape;13179;p72"/>
          <p:cNvGrpSpPr/>
          <p:nvPr/>
        </p:nvGrpSpPr>
        <p:grpSpPr>
          <a:xfrm>
            <a:off x="3040603" y="4130360"/>
            <a:ext cx="392079" cy="350353"/>
            <a:chOff x="3040603" y="4130360"/>
            <a:chExt cx="392079" cy="350353"/>
          </a:xfrm>
        </p:grpSpPr>
        <p:sp>
          <p:nvSpPr>
            <p:cNvPr id="13180" name="Google Shape;13180;p72"/>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72"/>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72"/>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72"/>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72"/>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72"/>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72"/>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72"/>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72"/>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72"/>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0" name="Google Shape;13190;p72"/>
          <p:cNvGrpSpPr/>
          <p:nvPr/>
        </p:nvGrpSpPr>
        <p:grpSpPr>
          <a:xfrm>
            <a:off x="3662144" y="4135505"/>
            <a:ext cx="232955" cy="340318"/>
            <a:chOff x="3662144" y="4135505"/>
            <a:chExt cx="232955" cy="340318"/>
          </a:xfrm>
        </p:grpSpPr>
        <p:sp>
          <p:nvSpPr>
            <p:cNvPr id="13191" name="Google Shape;13191;p72"/>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72"/>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72"/>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72"/>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5" name="Google Shape;13195;p72"/>
          <p:cNvGrpSpPr/>
          <p:nvPr/>
        </p:nvGrpSpPr>
        <p:grpSpPr>
          <a:xfrm>
            <a:off x="4149138" y="4121151"/>
            <a:ext cx="344065" cy="368644"/>
            <a:chOff x="4149138" y="4121151"/>
            <a:chExt cx="344065" cy="368644"/>
          </a:xfrm>
        </p:grpSpPr>
        <p:sp>
          <p:nvSpPr>
            <p:cNvPr id="13196" name="Google Shape;13196;p72"/>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72"/>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72"/>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72"/>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72"/>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72"/>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72"/>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72"/>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72"/>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72"/>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72"/>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72"/>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08" name="Google Shape;13208;p72"/>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09" name="Google Shape;13209;p72"/>
          <p:cNvGrpSpPr/>
          <p:nvPr/>
        </p:nvGrpSpPr>
        <p:grpSpPr>
          <a:xfrm>
            <a:off x="5206262" y="4174817"/>
            <a:ext cx="397763" cy="262804"/>
            <a:chOff x="5206262" y="4174817"/>
            <a:chExt cx="397763" cy="262804"/>
          </a:xfrm>
        </p:grpSpPr>
        <p:sp>
          <p:nvSpPr>
            <p:cNvPr id="13210" name="Google Shape;13210;p72"/>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72"/>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72"/>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72"/>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72"/>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72"/>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72"/>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7" name="Google Shape;13217;p72"/>
          <p:cNvGrpSpPr/>
          <p:nvPr/>
        </p:nvGrpSpPr>
        <p:grpSpPr>
          <a:xfrm>
            <a:off x="5727616" y="4204699"/>
            <a:ext cx="440505" cy="290018"/>
            <a:chOff x="5727616" y="4204699"/>
            <a:chExt cx="440505" cy="290018"/>
          </a:xfrm>
        </p:grpSpPr>
        <p:sp>
          <p:nvSpPr>
            <p:cNvPr id="13218" name="Google Shape;13218;p72"/>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72"/>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72"/>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72"/>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72"/>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72"/>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72"/>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72"/>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6" name="Google Shape;13226;p72"/>
          <p:cNvGrpSpPr/>
          <p:nvPr/>
        </p:nvGrpSpPr>
        <p:grpSpPr>
          <a:xfrm>
            <a:off x="6410063" y="4135124"/>
            <a:ext cx="159950" cy="364516"/>
            <a:chOff x="6410063" y="4135124"/>
            <a:chExt cx="159950" cy="364516"/>
          </a:xfrm>
        </p:grpSpPr>
        <p:sp>
          <p:nvSpPr>
            <p:cNvPr id="13227" name="Google Shape;13227;p72"/>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72"/>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72"/>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72"/>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1" name="Google Shape;13231;p72"/>
          <p:cNvGrpSpPr/>
          <p:nvPr/>
        </p:nvGrpSpPr>
        <p:grpSpPr>
          <a:xfrm>
            <a:off x="6924652" y="4135505"/>
            <a:ext cx="214378" cy="364135"/>
            <a:chOff x="6924652" y="4135505"/>
            <a:chExt cx="214378" cy="364135"/>
          </a:xfrm>
        </p:grpSpPr>
        <p:sp>
          <p:nvSpPr>
            <p:cNvPr id="13232" name="Google Shape;13232;p72"/>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72"/>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72"/>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72"/>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6" name="Google Shape;13236;p72"/>
          <p:cNvGrpSpPr/>
          <p:nvPr/>
        </p:nvGrpSpPr>
        <p:grpSpPr>
          <a:xfrm>
            <a:off x="7384751" y="4147984"/>
            <a:ext cx="380012" cy="351274"/>
            <a:chOff x="7384751" y="4147984"/>
            <a:chExt cx="380012" cy="351274"/>
          </a:xfrm>
        </p:grpSpPr>
        <p:sp>
          <p:nvSpPr>
            <p:cNvPr id="13237" name="Google Shape;13237;p72"/>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72"/>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72"/>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72"/>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72"/>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45" name="Shape 13245"/>
        <p:cNvGrpSpPr/>
        <p:nvPr/>
      </p:nvGrpSpPr>
      <p:grpSpPr>
        <a:xfrm>
          <a:off x="0" y="0"/>
          <a:ext cx="0" cy="0"/>
          <a:chOff x="0" y="0"/>
          <a:chExt cx="0" cy="0"/>
        </a:xfrm>
      </p:grpSpPr>
      <p:sp>
        <p:nvSpPr>
          <p:cNvPr id="13246" name="Google Shape;13246;p73"/>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247" name="Google Shape;13247;p73"/>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3248" name="Google Shape;13248;p73"/>
          <p:cNvGrpSpPr/>
          <p:nvPr/>
        </p:nvGrpSpPr>
        <p:grpSpPr>
          <a:xfrm>
            <a:off x="1989449" y="4282269"/>
            <a:ext cx="374774" cy="346073"/>
            <a:chOff x="1989449" y="4282269"/>
            <a:chExt cx="374774" cy="346073"/>
          </a:xfrm>
        </p:grpSpPr>
        <p:sp>
          <p:nvSpPr>
            <p:cNvPr id="13249" name="Google Shape;13249;p73"/>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73"/>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73"/>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73"/>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73"/>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4" name="Google Shape;13254;p73"/>
          <p:cNvGrpSpPr/>
          <p:nvPr/>
        </p:nvGrpSpPr>
        <p:grpSpPr>
          <a:xfrm>
            <a:off x="2487439" y="4280740"/>
            <a:ext cx="198775" cy="348972"/>
            <a:chOff x="2487439" y="4280740"/>
            <a:chExt cx="198775" cy="348972"/>
          </a:xfrm>
        </p:grpSpPr>
        <p:sp>
          <p:nvSpPr>
            <p:cNvPr id="13255" name="Google Shape;13255;p73"/>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73"/>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73"/>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73"/>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9" name="Google Shape;13259;p73"/>
          <p:cNvGrpSpPr/>
          <p:nvPr/>
        </p:nvGrpSpPr>
        <p:grpSpPr>
          <a:xfrm>
            <a:off x="2810958" y="4273923"/>
            <a:ext cx="353145" cy="361873"/>
            <a:chOff x="2810958" y="4273923"/>
            <a:chExt cx="353145" cy="361873"/>
          </a:xfrm>
        </p:grpSpPr>
        <p:sp>
          <p:nvSpPr>
            <p:cNvPr id="13260" name="Google Shape;13260;p73"/>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73"/>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73"/>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73"/>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73"/>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73"/>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73"/>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7" name="Google Shape;13267;p73"/>
          <p:cNvGrpSpPr/>
          <p:nvPr/>
        </p:nvGrpSpPr>
        <p:grpSpPr>
          <a:xfrm>
            <a:off x="6275635" y="4282651"/>
            <a:ext cx="209383" cy="366778"/>
            <a:chOff x="6275635" y="4282651"/>
            <a:chExt cx="209383" cy="366778"/>
          </a:xfrm>
        </p:grpSpPr>
        <p:sp>
          <p:nvSpPr>
            <p:cNvPr id="13268" name="Google Shape;13268;p73"/>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73"/>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0" name="Google Shape;13270;p73"/>
          <p:cNvGrpSpPr/>
          <p:nvPr/>
        </p:nvGrpSpPr>
        <p:grpSpPr>
          <a:xfrm>
            <a:off x="6701186" y="4283033"/>
            <a:ext cx="280292" cy="366396"/>
            <a:chOff x="6701186" y="4283033"/>
            <a:chExt cx="280292" cy="366396"/>
          </a:xfrm>
        </p:grpSpPr>
        <p:sp>
          <p:nvSpPr>
            <p:cNvPr id="13271" name="Google Shape;13271;p73"/>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73"/>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3" name="Google Shape;13273;p73"/>
          <p:cNvGrpSpPr/>
          <p:nvPr/>
        </p:nvGrpSpPr>
        <p:grpSpPr>
          <a:xfrm>
            <a:off x="2609571" y="3824958"/>
            <a:ext cx="373627" cy="347347"/>
            <a:chOff x="2609571" y="3824958"/>
            <a:chExt cx="373627" cy="347347"/>
          </a:xfrm>
        </p:grpSpPr>
        <p:sp>
          <p:nvSpPr>
            <p:cNvPr id="13274" name="Google Shape;13274;p73"/>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73"/>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76" name="Google Shape;13276;p73"/>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77" name="Google Shape;13277;p73"/>
          <p:cNvGrpSpPr/>
          <p:nvPr/>
        </p:nvGrpSpPr>
        <p:grpSpPr>
          <a:xfrm>
            <a:off x="916127" y="3807056"/>
            <a:ext cx="221902" cy="380795"/>
            <a:chOff x="916127" y="3807056"/>
            <a:chExt cx="221902" cy="380795"/>
          </a:xfrm>
        </p:grpSpPr>
        <p:sp>
          <p:nvSpPr>
            <p:cNvPr id="13278" name="Google Shape;13278;p73"/>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73"/>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73"/>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73"/>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82" name="Google Shape;13282;p73"/>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73"/>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84" name="Google Shape;13284;p73"/>
          <p:cNvGrpSpPr/>
          <p:nvPr/>
        </p:nvGrpSpPr>
        <p:grpSpPr>
          <a:xfrm>
            <a:off x="3513010" y="3816134"/>
            <a:ext cx="362223" cy="361108"/>
            <a:chOff x="3513010" y="3816134"/>
            <a:chExt cx="362223" cy="361108"/>
          </a:xfrm>
        </p:grpSpPr>
        <p:sp>
          <p:nvSpPr>
            <p:cNvPr id="13285" name="Google Shape;13285;p73"/>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73"/>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73"/>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73"/>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9" name="Google Shape;13289;p73"/>
          <p:cNvGrpSpPr/>
          <p:nvPr/>
        </p:nvGrpSpPr>
        <p:grpSpPr>
          <a:xfrm>
            <a:off x="3950316" y="3820307"/>
            <a:ext cx="369805" cy="353782"/>
            <a:chOff x="3950316" y="3820307"/>
            <a:chExt cx="369805" cy="353782"/>
          </a:xfrm>
        </p:grpSpPr>
        <p:sp>
          <p:nvSpPr>
            <p:cNvPr id="13290" name="Google Shape;13290;p73"/>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73"/>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73"/>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73"/>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4" name="Google Shape;13294;p73"/>
          <p:cNvGrpSpPr/>
          <p:nvPr/>
        </p:nvGrpSpPr>
        <p:grpSpPr>
          <a:xfrm>
            <a:off x="1761909" y="3811961"/>
            <a:ext cx="307974" cy="371716"/>
            <a:chOff x="1761909" y="3811961"/>
            <a:chExt cx="307974" cy="371716"/>
          </a:xfrm>
        </p:grpSpPr>
        <p:sp>
          <p:nvSpPr>
            <p:cNvPr id="13295" name="Google Shape;13295;p73"/>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73"/>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73"/>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73"/>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73"/>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73"/>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73"/>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73"/>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73"/>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73"/>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5" name="Google Shape;13305;p73"/>
          <p:cNvGrpSpPr/>
          <p:nvPr/>
        </p:nvGrpSpPr>
        <p:grpSpPr>
          <a:xfrm>
            <a:off x="5373342" y="3808935"/>
            <a:ext cx="231395" cy="353145"/>
            <a:chOff x="5373342" y="3808935"/>
            <a:chExt cx="231395" cy="353145"/>
          </a:xfrm>
        </p:grpSpPr>
        <p:sp>
          <p:nvSpPr>
            <p:cNvPr id="13306" name="Google Shape;13306;p73"/>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73"/>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73"/>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73"/>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73"/>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73"/>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73"/>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73"/>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73"/>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15" name="Google Shape;13315;p73"/>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16" name="Google Shape;13316;p73"/>
          <p:cNvGrpSpPr/>
          <p:nvPr/>
        </p:nvGrpSpPr>
        <p:grpSpPr>
          <a:xfrm>
            <a:off x="5833775" y="3809445"/>
            <a:ext cx="235185" cy="352253"/>
            <a:chOff x="5833775" y="3809445"/>
            <a:chExt cx="235185" cy="352253"/>
          </a:xfrm>
        </p:grpSpPr>
        <p:sp>
          <p:nvSpPr>
            <p:cNvPr id="13317" name="Google Shape;13317;p73"/>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73"/>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73"/>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0" name="Google Shape;13320;p73"/>
          <p:cNvGrpSpPr/>
          <p:nvPr/>
        </p:nvGrpSpPr>
        <p:grpSpPr>
          <a:xfrm>
            <a:off x="4942472" y="3809318"/>
            <a:ext cx="238976" cy="352762"/>
            <a:chOff x="4942472" y="3809318"/>
            <a:chExt cx="238976" cy="352762"/>
          </a:xfrm>
        </p:grpSpPr>
        <p:sp>
          <p:nvSpPr>
            <p:cNvPr id="13321" name="Google Shape;13321;p73"/>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73"/>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73"/>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73"/>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73"/>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73"/>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73"/>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8" name="Google Shape;13328;p73"/>
          <p:cNvGrpSpPr/>
          <p:nvPr/>
        </p:nvGrpSpPr>
        <p:grpSpPr>
          <a:xfrm>
            <a:off x="6266525" y="3807788"/>
            <a:ext cx="260223" cy="353527"/>
            <a:chOff x="6266525" y="3807788"/>
            <a:chExt cx="260223" cy="353527"/>
          </a:xfrm>
        </p:grpSpPr>
        <p:sp>
          <p:nvSpPr>
            <p:cNvPr id="13329" name="Google Shape;13329;p73"/>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73"/>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73"/>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73"/>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33" name="Google Shape;13333;p73"/>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34" name="Google Shape;13334;p73"/>
          <p:cNvGrpSpPr/>
          <p:nvPr/>
        </p:nvGrpSpPr>
        <p:grpSpPr>
          <a:xfrm>
            <a:off x="7184363" y="3809604"/>
            <a:ext cx="202184" cy="352762"/>
            <a:chOff x="7184363" y="3809604"/>
            <a:chExt cx="202184" cy="352762"/>
          </a:xfrm>
        </p:grpSpPr>
        <p:sp>
          <p:nvSpPr>
            <p:cNvPr id="13335" name="Google Shape;13335;p73"/>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73"/>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7" name="Google Shape;13337;p73"/>
          <p:cNvGrpSpPr/>
          <p:nvPr/>
        </p:nvGrpSpPr>
        <p:grpSpPr>
          <a:xfrm>
            <a:off x="7571624" y="3808935"/>
            <a:ext cx="292047" cy="352762"/>
            <a:chOff x="7571624" y="3808935"/>
            <a:chExt cx="292047" cy="352762"/>
          </a:xfrm>
        </p:grpSpPr>
        <p:sp>
          <p:nvSpPr>
            <p:cNvPr id="13338" name="Google Shape;13338;p73"/>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73"/>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73"/>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73"/>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73"/>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73"/>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4" name="Google Shape;13344;p73"/>
          <p:cNvGrpSpPr/>
          <p:nvPr/>
        </p:nvGrpSpPr>
        <p:grpSpPr>
          <a:xfrm>
            <a:off x="2174559" y="3356116"/>
            <a:ext cx="364135" cy="359930"/>
            <a:chOff x="2174559" y="3356116"/>
            <a:chExt cx="364135" cy="359930"/>
          </a:xfrm>
        </p:grpSpPr>
        <p:sp>
          <p:nvSpPr>
            <p:cNvPr id="13345" name="Google Shape;13345;p73"/>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73"/>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7" name="Google Shape;13347;p73"/>
          <p:cNvGrpSpPr/>
          <p:nvPr/>
        </p:nvGrpSpPr>
        <p:grpSpPr>
          <a:xfrm>
            <a:off x="1731934" y="3355639"/>
            <a:ext cx="368371" cy="361554"/>
            <a:chOff x="1731934" y="3355639"/>
            <a:chExt cx="368371" cy="361554"/>
          </a:xfrm>
        </p:grpSpPr>
        <p:sp>
          <p:nvSpPr>
            <p:cNvPr id="13348" name="Google Shape;13348;p73"/>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73"/>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0" name="Google Shape;13350;p73"/>
          <p:cNvGrpSpPr/>
          <p:nvPr/>
        </p:nvGrpSpPr>
        <p:grpSpPr>
          <a:xfrm>
            <a:off x="3990517" y="3354173"/>
            <a:ext cx="279559" cy="363402"/>
            <a:chOff x="3990517" y="3354173"/>
            <a:chExt cx="279559" cy="363402"/>
          </a:xfrm>
        </p:grpSpPr>
        <p:sp>
          <p:nvSpPr>
            <p:cNvPr id="13351" name="Google Shape;13351;p73"/>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73"/>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73"/>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4" name="Google Shape;13354;p73"/>
          <p:cNvGrpSpPr/>
          <p:nvPr/>
        </p:nvGrpSpPr>
        <p:grpSpPr>
          <a:xfrm>
            <a:off x="3497847" y="3417374"/>
            <a:ext cx="379680" cy="237606"/>
            <a:chOff x="3497847" y="3417374"/>
            <a:chExt cx="379680" cy="237606"/>
          </a:xfrm>
        </p:grpSpPr>
        <p:sp>
          <p:nvSpPr>
            <p:cNvPr id="13355" name="Google Shape;13355;p73"/>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73"/>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73"/>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73"/>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9" name="Google Shape;13359;p73"/>
          <p:cNvGrpSpPr/>
          <p:nvPr/>
        </p:nvGrpSpPr>
        <p:grpSpPr>
          <a:xfrm>
            <a:off x="2612597" y="3367075"/>
            <a:ext cx="376271" cy="337982"/>
            <a:chOff x="2612597" y="3367075"/>
            <a:chExt cx="376271" cy="337982"/>
          </a:xfrm>
        </p:grpSpPr>
        <p:sp>
          <p:nvSpPr>
            <p:cNvPr id="13360" name="Google Shape;13360;p73"/>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73"/>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2" name="Google Shape;13362;p73"/>
          <p:cNvGrpSpPr/>
          <p:nvPr/>
        </p:nvGrpSpPr>
        <p:grpSpPr>
          <a:xfrm>
            <a:off x="3071914" y="3364431"/>
            <a:ext cx="343652" cy="342505"/>
            <a:chOff x="3071914" y="3364431"/>
            <a:chExt cx="343652" cy="342505"/>
          </a:xfrm>
        </p:grpSpPr>
        <p:sp>
          <p:nvSpPr>
            <p:cNvPr id="13363" name="Google Shape;13363;p73"/>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73"/>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73"/>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73"/>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73"/>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8" name="Google Shape;13368;p73"/>
          <p:cNvGrpSpPr/>
          <p:nvPr/>
        </p:nvGrpSpPr>
        <p:grpSpPr>
          <a:xfrm>
            <a:off x="897141" y="3359875"/>
            <a:ext cx="257962" cy="352762"/>
            <a:chOff x="897141" y="3359875"/>
            <a:chExt cx="257962" cy="352762"/>
          </a:xfrm>
        </p:grpSpPr>
        <p:sp>
          <p:nvSpPr>
            <p:cNvPr id="13369" name="Google Shape;13369;p73"/>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73"/>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73"/>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73"/>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73"/>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73"/>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73"/>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73"/>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7" name="Google Shape;13377;p73"/>
          <p:cNvGrpSpPr/>
          <p:nvPr/>
        </p:nvGrpSpPr>
        <p:grpSpPr>
          <a:xfrm>
            <a:off x="1333682" y="3344330"/>
            <a:ext cx="271213" cy="383088"/>
            <a:chOff x="1333682" y="3344330"/>
            <a:chExt cx="271213" cy="383088"/>
          </a:xfrm>
        </p:grpSpPr>
        <p:sp>
          <p:nvSpPr>
            <p:cNvPr id="13378" name="Google Shape;13378;p73"/>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73"/>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73"/>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73"/>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73"/>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73"/>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73"/>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73"/>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73"/>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73"/>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73"/>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9" name="Google Shape;13389;p73"/>
          <p:cNvGrpSpPr/>
          <p:nvPr/>
        </p:nvGrpSpPr>
        <p:grpSpPr>
          <a:xfrm>
            <a:off x="6664394" y="3346974"/>
            <a:ext cx="353113" cy="351998"/>
            <a:chOff x="6664394" y="3346974"/>
            <a:chExt cx="353113" cy="351998"/>
          </a:xfrm>
        </p:grpSpPr>
        <p:sp>
          <p:nvSpPr>
            <p:cNvPr id="13390" name="Google Shape;13390;p73"/>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73"/>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73"/>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73"/>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73"/>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5" name="Google Shape;13395;p73"/>
          <p:cNvGrpSpPr/>
          <p:nvPr/>
        </p:nvGrpSpPr>
        <p:grpSpPr>
          <a:xfrm>
            <a:off x="849741" y="1959307"/>
            <a:ext cx="399398" cy="375443"/>
            <a:chOff x="849741" y="1959307"/>
            <a:chExt cx="399398" cy="375443"/>
          </a:xfrm>
        </p:grpSpPr>
        <p:sp>
          <p:nvSpPr>
            <p:cNvPr id="13396" name="Google Shape;13396;p73"/>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73"/>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8" name="Google Shape;13398;p73"/>
          <p:cNvGrpSpPr/>
          <p:nvPr/>
        </p:nvGrpSpPr>
        <p:grpSpPr>
          <a:xfrm>
            <a:off x="1284212" y="1963766"/>
            <a:ext cx="379489" cy="366046"/>
            <a:chOff x="1284212" y="1963766"/>
            <a:chExt cx="379489" cy="366046"/>
          </a:xfrm>
        </p:grpSpPr>
        <p:sp>
          <p:nvSpPr>
            <p:cNvPr id="13399" name="Google Shape;13399;p73"/>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73"/>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1" name="Google Shape;13401;p73"/>
          <p:cNvGrpSpPr/>
          <p:nvPr/>
        </p:nvGrpSpPr>
        <p:grpSpPr>
          <a:xfrm>
            <a:off x="3037766" y="1969564"/>
            <a:ext cx="370219" cy="354928"/>
            <a:chOff x="3037766" y="1969564"/>
            <a:chExt cx="370219" cy="354928"/>
          </a:xfrm>
        </p:grpSpPr>
        <p:sp>
          <p:nvSpPr>
            <p:cNvPr id="13402" name="Google Shape;13402;p73"/>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73"/>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73"/>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73"/>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6" name="Google Shape;13406;p73"/>
          <p:cNvGrpSpPr/>
          <p:nvPr/>
        </p:nvGrpSpPr>
        <p:grpSpPr>
          <a:xfrm>
            <a:off x="3982553" y="1971730"/>
            <a:ext cx="304566" cy="350501"/>
            <a:chOff x="3982553" y="1971730"/>
            <a:chExt cx="304566" cy="350501"/>
          </a:xfrm>
        </p:grpSpPr>
        <p:sp>
          <p:nvSpPr>
            <p:cNvPr id="13407" name="Google Shape;13407;p73"/>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73"/>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9" name="Google Shape;13409;p73"/>
          <p:cNvGrpSpPr/>
          <p:nvPr/>
        </p:nvGrpSpPr>
        <p:grpSpPr>
          <a:xfrm>
            <a:off x="2567841" y="1994124"/>
            <a:ext cx="399812" cy="306477"/>
            <a:chOff x="2567841" y="1994124"/>
            <a:chExt cx="399812" cy="306477"/>
          </a:xfrm>
        </p:grpSpPr>
        <p:sp>
          <p:nvSpPr>
            <p:cNvPr id="13410" name="Google Shape;13410;p73"/>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73"/>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73"/>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3" name="Google Shape;13413;p73"/>
          <p:cNvGrpSpPr/>
          <p:nvPr/>
        </p:nvGrpSpPr>
        <p:grpSpPr>
          <a:xfrm>
            <a:off x="2212084" y="1960358"/>
            <a:ext cx="324698" cy="372863"/>
            <a:chOff x="2212084" y="1960358"/>
            <a:chExt cx="324698" cy="372863"/>
          </a:xfrm>
        </p:grpSpPr>
        <p:sp>
          <p:nvSpPr>
            <p:cNvPr id="13414" name="Google Shape;13414;p73"/>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73"/>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73"/>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7" name="Google Shape;13417;p73"/>
          <p:cNvGrpSpPr/>
          <p:nvPr/>
        </p:nvGrpSpPr>
        <p:grpSpPr>
          <a:xfrm>
            <a:off x="1805901" y="1960358"/>
            <a:ext cx="284847" cy="373627"/>
            <a:chOff x="1805901" y="1960358"/>
            <a:chExt cx="284847" cy="373627"/>
          </a:xfrm>
        </p:grpSpPr>
        <p:sp>
          <p:nvSpPr>
            <p:cNvPr id="13418" name="Google Shape;13418;p73"/>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73"/>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20" name="Google Shape;13420;p73"/>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73"/>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73"/>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23" name="Google Shape;13423;p73"/>
          <p:cNvGrpSpPr/>
          <p:nvPr/>
        </p:nvGrpSpPr>
        <p:grpSpPr>
          <a:xfrm>
            <a:off x="6656812" y="2029388"/>
            <a:ext cx="368690" cy="245793"/>
            <a:chOff x="6656812" y="2029388"/>
            <a:chExt cx="368690" cy="245793"/>
          </a:xfrm>
        </p:grpSpPr>
        <p:sp>
          <p:nvSpPr>
            <p:cNvPr id="13424" name="Google Shape;13424;p73"/>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73"/>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73"/>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73"/>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73"/>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73"/>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73"/>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73"/>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73"/>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73"/>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4" name="Google Shape;13434;p73"/>
          <p:cNvGrpSpPr/>
          <p:nvPr/>
        </p:nvGrpSpPr>
        <p:grpSpPr>
          <a:xfrm>
            <a:off x="4869651" y="2012218"/>
            <a:ext cx="376654" cy="281566"/>
            <a:chOff x="4869651" y="2012218"/>
            <a:chExt cx="376654" cy="281566"/>
          </a:xfrm>
        </p:grpSpPr>
        <p:sp>
          <p:nvSpPr>
            <p:cNvPr id="13435" name="Google Shape;13435;p73"/>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73"/>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73"/>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73"/>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9" name="Google Shape;13439;p73"/>
          <p:cNvGrpSpPr/>
          <p:nvPr/>
        </p:nvGrpSpPr>
        <p:grpSpPr>
          <a:xfrm>
            <a:off x="5306224" y="2012313"/>
            <a:ext cx="367925" cy="281694"/>
            <a:chOff x="5306224" y="2012313"/>
            <a:chExt cx="367925" cy="281694"/>
          </a:xfrm>
        </p:grpSpPr>
        <p:sp>
          <p:nvSpPr>
            <p:cNvPr id="13440" name="Google Shape;13440;p73"/>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73"/>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42" name="Google Shape;13442;p73"/>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43" name="Google Shape;13443;p73"/>
          <p:cNvGrpSpPr/>
          <p:nvPr/>
        </p:nvGrpSpPr>
        <p:grpSpPr>
          <a:xfrm>
            <a:off x="6195998" y="1983102"/>
            <a:ext cx="368308" cy="338746"/>
            <a:chOff x="6195998" y="1983102"/>
            <a:chExt cx="368308" cy="338746"/>
          </a:xfrm>
        </p:grpSpPr>
        <p:sp>
          <p:nvSpPr>
            <p:cNvPr id="13444" name="Google Shape;13444;p73"/>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73"/>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73"/>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7" name="Google Shape;13447;p73"/>
          <p:cNvGrpSpPr/>
          <p:nvPr/>
        </p:nvGrpSpPr>
        <p:grpSpPr>
          <a:xfrm>
            <a:off x="7542031" y="2011835"/>
            <a:ext cx="369072" cy="280037"/>
            <a:chOff x="7542031" y="2011835"/>
            <a:chExt cx="369072" cy="280037"/>
          </a:xfrm>
        </p:grpSpPr>
        <p:sp>
          <p:nvSpPr>
            <p:cNvPr id="13448" name="Google Shape;13448;p73"/>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73"/>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73"/>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73"/>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73"/>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73"/>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73"/>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73"/>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73"/>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7" name="Google Shape;13457;p73"/>
          <p:cNvGrpSpPr/>
          <p:nvPr/>
        </p:nvGrpSpPr>
        <p:grpSpPr>
          <a:xfrm>
            <a:off x="8010427" y="3348503"/>
            <a:ext cx="278795" cy="351615"/>
            <a:chOff x="8010427" y="3348503"/>
            <a:chExt cx="278795" cy="351615"/>
          </a:xfrm>
        </p:grpSpPr>
        <p:sp>
          <p:nvSpPr>
            <p:cNvPr id="13458" name="Google Shape;13458;p73"/>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73"/>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73"/>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73"/>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62" name="Google Shape;13462;p73"/>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63" name="Google Shape;13463;p73"/>
          <p:cNvGrpSpPr/>
          <p:nvPr/>
        </p:nvGrpSpPr>
        <p:grpSpPr>
          <a:xfrm>
            <a:off x="7141900" y="3349204"/>
            <a:ext cx="281057" cy="351010"/>
            <a:chOff x="7141900" y="3349204"/>
            <a:chExt cx="281057" cy="351010"/>
          </a:xfrm>
        </p:grpSpPr>
        <p:sp>
          <p:nvSpPr>
            <p:cNvPr id="13464" name="Google Shape;13464;p73"/>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73"/>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73"/>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7" name="Google Shape;13467;p73"/>
          <p:cNvGrpSpPr/>
          <p:nvPr/>
        </p:nvGrpSpPr>
        <p:grpSpPr>
          <a:xfrm>
            <a:off x="5314188" y="3350032"/>
            <a:ext cx="363752" cy="353113"/>
            <a:chOff x="5314188" y="3350032"/>
            <a:chExt cx="363752" cy="353113"/>
          </a:xfrm>
        </p:grpSpPr>
        <p:sp>
          <p:nvSpPr>
            <p:cNvPr id="13468" name="Google Shape;13468;p73"/>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73"/>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0" name="Google Shape;13470;p73"/>
          <p:cNvGrpSpPr/>
          <p:nvPr/>
        </p:nvGrpSpPr>
        <p:grpSpPr>
          <a:xfrm>
            <a:off x="6203579" y="3348981"/>
            <a:ext cx="351615" cy="350373"/>
            <a:chOff x="6203579" y="3348981"/>
            <a:chExt cx="351615" cy="350373"/>
          </a:xfrm>
        </p:grpSpPr>
        <p:sp>
          <p:nvSpPr>
            <p:cNvPr id="13471" name="Google Shape;13471;p73"/>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73"/>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73"/>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73"/>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73"/>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6" name="Google Shape;13476;p73"/>
          <p:cNvGrpSpPr/>
          <p:nvPr/>
        </p:nvGrpSpPr>
        <p:grpSpPr>
          <a:xfrm>
            <a:off x="5829984" y="3350032"/>
            <a:ext cx="220755" cy="352348"/>
            <a:chOff x="5829984" y="3350032"/>
            <a:chExt cx="220755" cy="352348"/>
          </a:xfrm>
        </p:grpSpPr>
        <p:sp>
          <p:nvSpPr>
            <p:cNvPr id="13477" name="Google Shape;13477;p73"/>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73"/>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73"/>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73"/>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1" name="Google Shape;13481;p73"/>
          <p:cNvGrpSpPr/>
          <p:nvPr/>
        </p:nvGrpSpPr>
        <p:grpSpPr>
          <a:xfrm>
            <a:off x="4882170" y="3349841"/>
            <a:ext cx="358464" cy="352316"/>
            <a:chOff x="4882170" y="3349841"/>
            <a:chExt cx="358464" cy="352316"/>
          </a:xfrm>
        </p:grpSpPr>
        <p:sp>
          <p:nvSpPr>
            <p:cNvPr id="13482" name="Google Shape;13482;p73"/>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73"/>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84" name="Google Shape;13484;p73"/>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73"/>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86" name="Google Shape;13486;p73"/>
          <p:cNvGrpSpPr/>
          <p:nvPr/>
        </p:nvGrpSpPr>
        <p:grpSpPr>
          <a:xfrm>
            <a:off x="3044965" y="2435220"/>
            <a:ext cx="400194" cy="324316"/>
            <a:chOff x="3044965" y="2435220"/>
            <a:chExt cx="400194" cy="324316"/>
          </a:xfrm>
        </p:grpSpPr>
        <p:sp>
          <p:nvSpPr>
            <p:cNvPr id="13487" name="Google Shape;13487;p73"/>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73"/>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73"/>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0" name="Google Shape;13490;p73"/>
          <p:cNvGrpSpPr/>
          <p:nvPr/>
        </p:nvGrpSpPr>
        <p:grpSpPr>
          <a:xfrm>
            <a:off x="4878379" y="2473892"/>
            <a:ext cx="367161" cy="287523"/>
            <a:chOff x="4878379" y="2473892"/>
            <a:chExt cx="367161" cy="287523"/>
          </a:xfrm>
        </p:grpSpPr>
        <p:sp>
          <p:nvSpPr>
            <p:cNvPr id="13491" name="Google Shape;13491;p73"/>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73"/>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73"/>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73"/>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73"/>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6" name="Google Shape;13496;p73"/>
          <p:cNvGrpSpPr/>
          <p:nvPr/>
        </p:nvGrpSpPr>
        <p:grpSpPr>
          <a:xfrm>
            <a:off x="1325719" y="2887689"/>
            <a:ext cx="290581" cy="372481"/>
            <a:chOff x="1325719" y="2887689"/>
            <a:chExt cx="290581" cy="372481"/>
          </a:xfrm>
        </p:grpSpPr>
        <p:sp>
          <p:nvSpPr>
            <p:cNvPr id="13497" name="Google Shape;13497;p73"/>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73"/>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99" name="Google Shape;13499;p73"/>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00" name="Google Shape;13500;p73"/>
          <p:cNvGrpSpPr/>
          <p:nvPr/>
        </p:nvGrpSpPr>
        <p:grpSpPr>
          <a:xfrm>
            <a:off x="3510335" y="2892499"/>
            <a:ext cx="360726" cy="361204"/>
            <a:chOff x="3510335" y="2892499"/>
            <a:chExt cx="360726" cy="361204"/>
          </a:xfrm>
        </p:grpSpPr>
        <p:sp>
          <p:nvSpPr>
            <p:cNvPr id="13501" name="Google Shape;13501;p73"/>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73"/>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73"/>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73"/>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73"/>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6" name="Google Shape;13506;p73"/>
          <p:cNvGrpSpPr/>
          <p:nvPr/>
        </p:nvGrpSpPr>
        <p:grpSpPr>
          <a:xfrm>
            <a:off x="3086313" y="2877049"/>
            <a:ext cx="320143" cy="392581"/>
            <a:chOff x="3086313" y="2877049"/>
            <a:chExt cx="320143" cy="392581"/>
          </a:xfrm>
        </p:grpSpPr>
        <p:sp>
          <p:nvSpPr>
            <p:cNvPr id="13507" name="Google Shape;13507;p73"/>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73"/>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73"/>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73"/>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73"/>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73"/>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73"/>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73"/>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73"/>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73"/>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73"/>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73"/>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19" name="Google Shape;13519;p73"/>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20" name="Google Shape;13520;p73"/>
          <p:cNvGrpSpPr/>
          <p:nvPr/>
        </p:nvGrpSpPr>
        <p:grpSpPr>
          <a:xfrm>
            <a:off x="861113" y="2885746"/>
            <a:ext cx="333809" cy="373277"/>
            <a:chOff x="861113" y="2885746"/>
            <a:chExt cx="333809" cy="373277"/>
          </a:xfrm>
        </p:grpSpPr>
        <p:sp>
          <p:nvSpPr>
            <p:cNvPr id="13521" name="Google Shape;13521;p73"/>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73"/>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73"/>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24" name="Google Shape;13524;p73"/>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73"/>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26" name="Google Shape;13526;p73"/>
          <p:cNvGrpSpPr/>
          <p:nvPr/>
        </p:nvGrpSpPr>
        <p:grpSpPr>
          <a:xfrm>
            <a:off x="1297654" y="1504481"/>
            <a:ext cx="349354" cy="362223"/>
            <a:chOff x="1297654" y="1504481"/>
            <a:chExt cx="349354" cy="362223"/>
          </a:xfrm>
        </p:grpSpPr>
        <p:sp>
          <p:nvSpPr>
            <p:cNvPr id="13527" name="Google Shape;13527;p73"/>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73"/>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73"/>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30" name="Google Shape;13530;p73"/>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31" name="Google Shape;13531;p73"/>
          <p:cNvGrpSpPr/>
          <p:nvPr/>
        </p:nvGrpSpPr>
        <p:grpSpPr>
          <a:xfrm>
            <a:off x="852385" y="1510916"/>
            <a:ext cx="353145" cy="351998"/>
            <a:chOff x="852385" y="1510916"/>
            <a:chExt cx="353145" cy="351998"/>
          </a:xfrm>
        </p:grpSpPr>
        <p:sp>
          <p:nvSpPr>
            <p:cNvPr id="13532" name="Google Shape;13532;p73"/>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73"/>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73"/>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5" name="Google Shape;13535;p73"/>
          <p:cNvGrpSpPr/>
          <p:nvPr/>
        </p:nvGrpSpPr>
        <p:grpSpPr>
          <a:xfrm>
            <a:off x="1745217" y="1515471"/>
            <a:ext cx="343269" cy="342505"/>
            <a:chOff x="1745217" y="1515471"/>
            <a:chExt cx="343269" cy="342505"/>
          </a:xfrm>
        </p:grpSpPr>
        <p:sp>
          <p:nvSpPr>
            <p:cNvPr id="13536" name="Google Shape;13536;p73"/>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73"/>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73"/>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73"/>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40" name="Google Shape;13540;p73"/>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41" name="Google Shape;13541;p73"/>
          <p:cNvGrpSpPr/>
          <p:nvPr/>
        </p:nvGrpSpPr>
        <p:grpSpPr>
          <a:xfrm>
            <a:off x="3042703" y="1529137"/>
            <a:ext cx="411535" cy="315587"/>
            <a:chOff x="3042703" y="1529137"/>
            <a:chExt cx="411535" cy="315587"/>
          </a:xfrm>
        </p:grpSpPr>
        <p:sp>
          <p:nvSpPr>
            <p:cNvPr id="13542" name="Google Shape;13542;p73"/>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73"/>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73"/>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73"/>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73"/>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73"/>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73"/>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73"/>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73"/>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73"/>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2" name="Google Shape;13552;p73"/>
          <p:cNvGrpSpPr/>
          <p:nvPr/>
        </p:nvGrpSpPr>
        <p:grpSpPr>
          <a:xfrm>
            <a:off x="2629289" y="1544682"/>
            <a:ext cx="350501" cy="284497"/>
            <a:chOff x="2629289" y="1544682"/>
            <a:chExt cx="350501" cy="284497"/>
          </a:xfrm>
        </p:grpSpPr>
        <p:sp>
          <p:nvSpPr>
            <p:cNvPr id="13553" name="Google Shape;13553;p73"/>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73"/>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73"/>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73"/>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73"/>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8" name="Google Shape;13558;p73"/>
          <p:cNvGrpSpPr/>
          <p:nvPr/>
        </p:nvGrpSpPr>
        <p:grpSpPr>
          <a:xfrm>
            <a:off x="5305077" y="1502633"/>
            <a:ext cx="367893" cy="365218"/>
            <a:chOff x="5305077" y="1502633"/>
            <a:chExt cx="367893" cy="365218"/>
          </a:xfrm>
        </p:grpSpPr>
        <p:sp>
          <p:nvSpPr>
            <p:cNvPr id="13559" name="Google Shape;13559;p73"/>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73"/>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1" name="Google Shape;13561;p73"/>
          <p:cNvGrpSpPr/>
          <p:nvPr/>
        </p:nvGrpSpPr>
        <p:grpSpPr>
          <a:xfrm>
            <a:off x="7100170" y="1500117"/>
            <a:ext cx="368308" cy="367033"/>
            <a:chOff x="7100170" y="1500117"/>
            <a:chExt cx="368308" cy="367033"/>
          </a:xfrm>
        </p:grpSpPr>
        <p:sp>
          <p:nvSpPr>
            <p:cNvPr id="13562" name="Google Shape;13562;p73"/>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73"/>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73"/>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73"/>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73"/>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73"/>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73"/>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73"/>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73"/>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73"/>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73"/>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73"/>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73"/>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75" name="Google Shape;13575;p73"/>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76" name="Google Shape;13576;p73"/>
          <p:cNvGrpSpPr/>
          <p:nvPr/>
        </p:nvGrpSpPr>
        <p:grpSpPr>
          <a:xfrm>
            <a:off x="6649231" y="1500021"/>
            <a:ext cx="390287" cy="367065"/>
            <a:chOff x="6649231" y="1500021"/>
            <a:chExt cx="390287" cy="367065"/>
          </a:xfrm>
        </p:grpSpPr>
        <p:sp>
          <p:nvSpPr>
            <p:cNvPr id="13577" name="Google Shape;13577;p73"/>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73"/>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73"/>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73"/>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73"/>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73"/>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73"/>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73"/>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73"/>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73"/>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73"/>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73"/>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9" name="Google Shape;13589;p73"/>
          <p:cNvGrpSpPr/>
          <p:nvPr/>
        </p:nvGrpSpPr>
        <p:grpSpPr>
          <a:xfrm>
            <a:off x="5746938" y="1543503"/>
            <a:ext cx="387261" cy="280356"/>
            <a:chOff x="5746938" y="1543503"/>
            <a:chExt cx="387261" cy="280356"/>
          </a:xfrm>
        </p:grpSpPr>
        <p:sp>
          <p:nvSpPr>
            <p:cNvPr id="13590" name="Google Shape;13590;p73"/>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73"/>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2" name="Google Shape;13592;p73"/>
          <p:cNvGrpSpPr/>
          <p:nvPr/>
        </p:nvGrpSpPr>
        <p:grpSpPr>
          <a:xfrm>
            <a:off x="6196730" y="1525346"/>
            <a:ext cx="369072" cy="317467"/>
            <a:chOff x="6196730" y="1525346"/>
            <a:chExt cx="369072" cy="317467"/>
          </a:xfrm>
        </p:grpSpPr>
        <p:sp>
          <p:nvSpPr>
            <p:cNvPr id="13593" name="Google Shape;13593;p73"/>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73"/>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73"/>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6" name="Google Shape;13596;p73"/>
          <p:cNvGrpSpPr/>
          <p:nvPr/>
        </p:nvGrpSpPr>
        <p:grpSpPr>
          <a:xfrm>
            <a:off x="4940592" y="1500690"/>
            <a:ext cx="246558" cy="367161"/>
            <a:chOff x="4940592" y="1500690"/>
            <a:chExt cx="246558" cy="367161"/>
          </a:xfrm>
        </p:grpSpPr>
        <p:sp>
          <p:nvSpPr>
            <p:cNvPr id="13597" name="Google Shape;13597;p73"/>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73"/>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73"/>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73"/>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1" name="Google Shape;13601;p73"/>
          <p:cNvGrpSpPr/>
          <p:nvPr/>
        </p:nvGrpSpPr>
        <p:grpSpPr>
          <a:xfrm>
            <a:off x="7964906" y="1499894"/>
            <a:ext cx="380858" cy="367575"/>
            <a:chOff x="7964906" y="1499894"/>
            <a:chExt cx="380858" cy="367575"/>
          </a:xfrm>
        </p:grpSpPr>
        <p:sp>
          <p:nvSpPr>
            <p:cNvPr id="13602" name="Google Shape;13602;p73"/>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73"/>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73"/>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05" name="Google Shape;13605;p73"/>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06" name="Google Shape;13606;p73"/>
          <p:cNvGrpSpPr/>
          <p:nvPr/>
        </p:nvGrpSpPr>
        <p:grpSpPr>
          <a:xfrm>
            <a:off x="8007400" y="2902278"/>
            <a:ext cx="285230" cy="355597"/>
            <a:chOff x="8007400" y="2902278"/>
            <a:chExt cx="285230" cy="355597"/>
          </a:xfrm>
        </p:grpSpPr>
        <p:sp>
          <p:nvSpPr>
            <p:cNvPr id="13607" name="Google Shape;13607;p73"/>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73"/>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9" name="Google Shape;13609;p73"/>
          <p:cNvGrpSpPr/>
          <p:nvPr/>
        </p:nvGrpSpPr>
        <p:grpSpPr>
          <a:xfrm>
            <a:off x="6219124" y="2902788"/>
            <a:ext cx="318231" cy="355470"/>
            <a:chOff x="6219124" y="2902788"/>
            <a:chExt cx="318231" cy="355470"/>
          </a:xfrm>
        </p:grpSpPr>
        <p:sp>
          <p:nvSpPr>
            <p:cNvPr id="13610" name="Google Shape;13610;p73"/>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73"/>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73"/>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3" name="Google Shape;13613;p73"/>
          <p:cNvGrpSpPr/>
          <p:nvPr/>
        </p:nvGrpSpPr>
        <p:grpSpPr>
          <a:xfrm>
            <a:off x="4969421" y="2902852"/>
            <a:ext cx="185109" cy="355406"/>
            <a:chOff x="4969421" y="2902852"/>
            <a:chExt cx="185109" cy="355406"/>
          </a:xfrm>
        </p:grpSpPr>
        <p:sp>
          <p:nvSpPr>
            <p:cNvPr id="13614" name="Google Shape;13614;p73"/>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73"/>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73"/>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73"/>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73"/>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73"/>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20" name="Google Shape;13620;p73"/>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73"/>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22" name="Google Shape;13622;p73"/>
          <p:cNvGrpSpPr/>
          <p:nvPr/>
        </p:nvGrpSpPr>
        <p:grpSpPr>
          <a:xfrm>
            <a:off x="6685259" y="2902852"/>
            <a:ext cx="311414" cy="355406"/>
            <a:chOff x="6685259" y="2902852"/>
            <a:chExt cx="311414" cy="355406"/>
          </a:xfrm>
        </p:grpSpPr>
        <p:sp>
          <p:nvSpPr>
            <p:cNvPr id="13623" name="Google Shape;13623;p73"/>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73"/>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73"/>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6" name="Google Shape;13626;p73"/>
          <p:cNvGrpSpPr/>
          <p:nvPr/>
        </p:nvGrpSpPr>
        <p:grpSpPr>
          <a:xfrm>
            <a:off x="5309250" y="2903170"/>
            <a:ext cx="359579" cy="355852"/>
            <a:chOff x="5309250" y="2903170"/>
            <a:chExt cx="359579" cy="355852"/>
          </a:xfrm>
        </p:grpSpPr>
        <p:sp>
          <p:nvSpPr>
            <p:cNvPr id="13627" name="Google Shape;13627;p73"/>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73"/>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73"/>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0" name="Google Shape;13630;p73"/>
          <p:cNvGrpSpPr/>
          <p:nvPr/>
        </p:nvGrpSpPr>
        <p:grpSpPr>
          <a:xfrm>
            <a:off x="2199565" y="2421172"/>
            <a:ext cx="312179" cy="353431"/>
            <a:chOff x="2199565" y="2421172"/>
            <a:chExt cx="312179" cy="353431"/>
          </a:xfrm>
        </p:grpSpPr>
        <p:sp>
          <p:nvSpPr>
            <p:cNvPr id="13631" name="Google Shape;13631;p73"/>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73"/>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3" name="Google Shape;13633;p73"/>
          <p:cNvGrpSpPr/>
          <p:nvPr/>
        </p:nvGrpSpPr>
        <p:grpSpPr>
          <a:xfrm>
            <a:off x="1750887" y="2425727"/>
            <a:ext cx="320143" cy="343269"/>
            <a:chOff x="1750887" y="2425727"/>
            <a:chExt cx="320143" cy="343269"/>
          </a:xfrm>
        </p:grpSpPr>
        <p:sp>
          <p:nvSpPr>
            <p:cNvPr id="13634" name="Google Shape;13634;p73"/>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73"/>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6" name="Google Shape;13636;p73"/>
          <p:cNvGrpSpPr/>
          <p:nvPr/>
        </p:nvGrpSpPr>
        <p:grpSpPr>
          <a:xfrm>
            <a:off x="1298037" y="2425727"/>
            <a:ext cx="338364" cy="342887"/>
            <a:chOff x="1298037" y="2425727"/>
            <a:chExt cx="338364" cy="342887"/>
          </a:xfrm>
        </p:grpSpPr>
        <p:sp>
          <p:nvSpPr>
            <p:cNvPr id="13637" name="Google Shape;13637;p73"/>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73"/>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73"/>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73"/>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41" name="Google Shape;13641;p73"/>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42" name="Google Shape;13642;p73"/>
          <p:cNvGrpSpPr/>
          <p:nvPr/>
        </p:nvGrpSpPr>
        <p:grpSpPr>
          <a:xfrm>
            <a:off x="3974207" y="2429009"/>
            <a:ext cx="320143" cy="338491"/>
            <a:chOff x="3974207" y="2429009"/>
            <a:chExt cx="320143" cy="338491"/>
          </a:xfrm>
        </p:grpSpPr>
        <p:sp>
          <p:nvSpPr>
            <p:cNvPr id="13643" name="Google Shape;13643;p73"/>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73"/>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5" name="Google Shape;13645;p73"/>
          <p:cNvGrpSpPr/>
          <p:nvPr/>
        </p:nvGrpSpPr>
        <p:grpSpPr>
          <a:xfrm>
            <a:off x="2623237" y="2431047"/>
            <a:ext cx="355024" cy="332630"/>
            <a:chOff x="2623237" y="2431047"/>
            <a:chExt cx="355024" cy="332630"/>
          </a:xfrm>
        </p:grpSpPr>
        <p:sp>
          <p:nvSpPr>
            <p:cNvPr id="13646" name="Google Shape;13646;p73"/>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73"/>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73"/>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73"/>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0" name="Google Shape;13650;p73"/>
          <p:cNvGrpSpPr/>
          <p:nvPr/>
        </p:nvGrpSpPr>
        <p:grpSpPr>
          <a:xfrm>
            <a:off x="6657194" y="2434073"/>
            <a:ext cx="375507" cy="367925"/>
            <a:chOff x="6657194" y="2434073"/>
            <a:chExt cx="375507" cy="367925"/>
          </a:xfrm>
        </p:grpSpPr>
        <p:sp>
          <p:nvSpPr>
            <p:cNvPr id="13651" name="Google Shape;13651;p73"/>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73"/>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73"/>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4" name="Google Shape;13654;p73"/>
          <p:cNvGrpSpPr/>
          <p:nvPr/>
        </p:nvGrpSpPr>
        <p:grpSpPr>
          <a:xfrm>
            <a:off x="7101317" y="2441655"/>
            <a:ext cx="367925" cy="352380"/>
            <a:chOff x="7101317" y="2441655"/>
            <a:chExt cx="367925" cy="352380"/>
          </a:xfrm>
        </p:grpSpPr>
        <p:sp>
          <p:nvSpPr>
            <p:cNvPr id="13655" name="Google Shape;13655;p73"/>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73"/>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7" name="Google Shape;13657;p73"/>
          <p:cNvGrpSpPr/>
          <p:nvPr/>
        </p:nvGrpSpPr>
        <p:grpSpPr>
          <a:xfrm>
            <a:off x="5756399" y="2434456"/>
            <a:ext cx="367925" cy="367161"/>
            <a:chOff x="5756399" y="2434456"/>
            <a:chExt cx="367925" cy="367161"/>
          </a:xfrm>
        </p:grpSpPr>
        <p:sp>
          <p:nvSpPr>
            <p:cNvPr id="13658" name="Google Shape;13658;p73"/>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73"/>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73"/>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73"/>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73"/>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73"/>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73"/>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65" name="Google Shape;13665;p73"/>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73"/>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67" name="Google Shape;13667;p73"/>
          <p:cNvGrpSpPr/>
          <p:nvPr/>
        </p:nvGrpSpPr>
        <p:grpSpPr>
          <a:xfrm>
            <a:off x="7964906" y="2434073"/>
            <a:ext cx="373627" cy="367925"/>
            <a:chOff x="7964906" y="2434073"/>
            <a:chExt cx="373627" cy="367925"/>
          </a:xfrm>
        </p:grpSpPr>
        <p:sp>
          <p:nvSpPr>
            <p:cNvPr id="13668" name="Google Shape;13668;p73"/>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73"/>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0" name="Google Shape;13670;p73"/>
          <p:cNvGrpSpPr/>
          <p:nvPr/>
        </p:nvGrpSpPr>
        <p:grpSpPr>
          <a:xfrm>
            <a:off x="6194086" y="2437737"/>
            <a:ext cx="369837" cy="360471"/>
            <a:chOff x="6194086" y="2437737"/>
            <a:chExt cx="369837" cy="360471"/>
          </a:xfrm>
        </p:grpSpPr>
        <p:sp>
          <p:nvSpPr>
            <p:cNvPr id="13671" name="Google Shape;13671;p73"/>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73"/>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676" name="Shape 13676"/>
        <p:cNvGrpSpPr/>
        <p:nvPr/>
      </p:nvGrpSpPr>
      <p:grpSpPr>
        <a:xfrm>
          <a:off x="0" y="0"/>
          <a:ext cx="0" cy="0"/>
          <a:chOff x="0" y="0"/>
          <a:chExt cx="0" cy="0"/>
        </a:xfrm>
      </p:grpSpPr>
      <p:sp>
        <p:nvSpPr>
          <p:cNvPr id="13677" name="Google Shape;13677;p74"/>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678" name="Google Shape;13678;p74"/>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3679" name="Google Shape;13679;p74"/>
          <p:cNvGrpSpPr/>
          <p:nvPr/>
        </p:nvGrpSpPr>
        <p:grpSpPr>
          <a:xfrm>
            <a:off x="3541011" y="1508594"/>
            <a:ext cx="350166" cy="349434"/>
            <a:chOff x="3541011" y="1508594"/>
            <a:chExt cx="350166" cy="349434"/>
          </a:xfrm>
        </p:grpSpPr>
        <p:sp>
          <p:nvSpPr>
            <p:cNvPr id="13680" name="Google Shape;13680;p74"/>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74"/>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74"/>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74"/>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74"/>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74"/>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74"/>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74"/>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74"/>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74"/>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74"/>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74"/>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74"/>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3" name="Google Shape;13693;p74"/>
          <p:cNvGrpSpPr/>
          <p:nvPr/>
        </p:nvGrpSpPr>
        <p:grpSpPr>
          <a:xfrm>
            <a:off x="3122257" y="1508594"/>
            <a:ext cx="294850" cy="349434"/>
            <a:chOff x="3122257" y="1508594"/>
            <a:chExt cx="294850" cy="349434"/>
          </a:xfrm>
        </p:grpSpPr>
        <p:sp>
          <p:nvSpPr>
            <p:cNvPr id="13694" name="Google Shape;13694;p74"/>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74"/>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74"/>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74"/>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74"/>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9" name="Google Shape;13699;p74"/>
          <p:cNvGrpSpPr/>
          <p:nvPr/>
        </p:nvGrpSpPr>
        <p:grpSpPr>
          <a:xfrm>
            <a:off x="910723" y="1508212"/>
            <a:ext cx="251660" cy="350166"/>
            <a:chOff x="910723" y="1508212"/>
            <a:chExt cx="251660" cy="350166"/>
          </a:xfrm>
        </p:grpSpPr>
        <p:sp>
          <p:nvSpPr>
            <p:cNvPr id="13700" name="Google Shape;13700;p74"/>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74"/>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74"/>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74"/>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74"/>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74"/>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74"/>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74"/>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74"/>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74"/>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74"/>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74"/>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74"/>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74"/>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74"/>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74"/>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74"/>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7" name="Google Shape;13717;p74"/>
          <p:cNvGrpSpPr/>
          <p:nvPr/>
        </p:nvGrpSpPr>
        <p:grpSpPr>
          <a:xfrm>
            <a:off x="1308631" y="1507830"/>
            <a:ext cx="350166" cy="350198"/>
            <a:chOff x="1308631" y="1507830"/>
            <a:chExt cx="350166" cy="350198"/>
          </a:xfrm>
        </p:grpSpPr>
        <p:sp>
          <p:nvSpPr>
            <p:cNvPr id="13718" name="Google Shape;13718;p74"/>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74"/>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74"/>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74"/>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2" name="Google Shape;13722;p74"/>
          <p:cNvGrpSpPr/>
          <p:nvPr/>
        </p:nvGrpSpPr>
        <p:grpSpPr>
          <a:xfrm>
            <a:off x="1756921" y="1509739"/>
            <a:ext cx="345997" cy="345997"/>
            <a:chOff x="1756921" y="1509739"/>
            <a:chExt cx="345997" cy="345997"/>
          </a:xfrm>
        </p:grpSpPr>
        <p:sp>
          <p:nvSpPr>
            <p:cNvPr id="13723" name="Google Shape;13723;p74"/>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74"/>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74"/>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74"/>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74"/>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74"/>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74"/>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74"/>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74"/>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74"/>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74"/>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74"/>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74"/>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74"/>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74"/>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74"/>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74"/>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0" name="Google Shape;13740;p74"/>
          <p:cNvGrpSpPr/>
          <p:nvPr/>
        </p:nvGrpSpPr>
        <p:grpSpPr>
          <a:xfrm>
            <a:off x="2216956" y="1510503"/>
            <a:ext cx="318721" cy="345615"/>
            <a:chOff x="2216956" y="1510503"/>
            <a:chExt cx="318721" cy="345615"/>
          </a:xfrm>
        </p:grpSpPr>
        <p:sp>
          <p:nvSpPr>
            <p:cNvPr id="13741" name="Google Shape;13741;p74"/>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74"/>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74"/>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74"/>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74"/>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6" name="Google Shape;13746;p74"/>
          <p:cNvGrpSpPr/>
          <p:nvPr/>
        </p:nvGrpSpPr>
        <p:grpSpPr>
          <a:xfrm>
            <a:off x="3988156" y="1568461"/>
            <a:ext cx="349052" cy="230049"/>
            <a:chOff x="3988156" y="1568461"/>
            <a:chExt cx="349052" cy="230049"/>
          </a:xfrm>
        </p:grpSpPr>
        <p:sp>
          <p:nvSpPr>
            <p:cNvPr id="13747" name="Google Shape;13747;p74"/>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74"/>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74"/>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74"/>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74"/>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74"/>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74"/>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4" name="Google Shape;13754;p74"/>
          <p:cNvGrpSpPr/>
          <p:nvPr/>
        </p:nvGrpSpPr>
        <p:grpSpPr>
          <a:xfrm>
            <a:off x="2633037" y="1499873"/>
            <a:ext cx="379002" cy="366112"/>
            <a:chOff x="2633037" y="1499873"/>
            <a:chExt cx="379002" cy="366112"/>
          </a:xfrm>
        </p:grpSpPr>
        <p:sp>
          <p:nvSpPr>
            <p:cNvPr id="13755" name="Google Shape;13755;p74"/>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74"/>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74"/>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74"/>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74"/>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74"/>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1" name="Google Shape;13761;p74"/>
          <p:cNvGrpSpPr/>
          <p:nvPr/>
        </p:nvGrpSpPr>
        <p:grpSpPr>
          <a:xfrm>
            <a:off x="6675256" y="1516169"/>
            <a:ext cx="327823" cy="357009"/>
            <a:chOff x="6675256" y="1516169"/>
            <a:chExt cx="327823" cy="357009"/>
          </a:xfrm>
        </p:grpSpPr>
        <p:sp>
          <p:nvSpPr>
            <p:cNvPr id="13762" name="Google Shape;13762;p74"/>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74"/>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74"/>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74"/>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74"/>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74"/>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74"/>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74"/>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74"/>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1" name="Google Shape;13771;p74"/>
          <p:cNvGrpSpPr/>
          <p:nvPr/>
        </p:nvGrpSpPr>
        <p:grpSpPr>
          <a:xfrm>
            <a:off x="8020159" y="1516551"/>
            <a:ext cx="300897" cy="356627"/>
            <a:chOff x="8020159" y="1516551"/>
            <a:chExt cx="300897" cy="356627"/>
          </a:xfrm>
        </p:grpSpPr>
        <p:sp>
          <p:nvSpPr>
            <p:cNvPr id="13772" name="Google Shape;13772;p74"/>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74"/>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74"/>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74"/>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74"/>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7" name="Google Shape;13777;p74"/>
          <p:cNvGrpSpPr/>
          <p:nvPr/>
        </p:nvGrpSpPr>
        <p:grpSpPr>
          <a:xfrm>
            <a:off x="5377363" y="1516169"/>
            <a:ext cx="257357" cy="356627"/>
            <a:chOff x="5377363" y="1516169"/>
            <a:chExt cx="257357" cy="356627"/>
          </a:xfrm>
        </p:grpSpPr>
        <p:sp>
          <p:nvSpPr>
            <p:cNvPr id="13778" name="Google Shape;13778;p74"/>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74"/>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74"/>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74"/>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74"/>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74"/>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74"/>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74"/>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74"/>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74"/>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74"/>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74"/>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74"/>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74"/>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74"/>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74"/>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74"/>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5" name="Google Shape;13795;p74"/>
          <p:cNvGrpSpPr/>
          <p:nvPr/>
        </p:nvGrpSpPr>
        <p:grpSpPr>
          <a:xfrm>
            <a:off x="4880567" y="1535870"/>
            <a:ext cx="356245" cy="317607"/>
            <a:chOff x="4880567" y="1535870"/>
            <a:chExt cx="356245" cy="317607"/>
          </a:xfrm>
        </p:grpSpPr>
        <p:sp>
          <p:nvSpPr>
            <p:cNvPr id="13796" name="Google Shape;13796;p74"/>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74"/>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74"/>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74"/>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74"/>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1" name="Google Shape;13801;p74"/>
          <p:cNvGrpSpPr/>
          <p:nvPr/>
        </p:nvGrpSpPr>
        <p:grpSpPr>
          <a:xfrm>
            <a:off x="5771483" y="1515787"/>
            <a:ext cx="357359" cy="357391"/>
            <a:chOff x="5771483" y="1515787"/>
            <a:chExt cx="357359" cy="357391"/>
          </a:xfrm>
        </p:grpSpPr>
        <p:sp>
          <p:nvSpPr>
            <p:cNvPr id="13802" name="Google Shape;13802;p74"/>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74"/>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74"/>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74"/>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6" name="Google Shape;13806;p74"/>
          <p:cNvGrpSpPr/>
          <p:nvPr/>
        </p:nvGrpSpPr>
        <p:grpSpPr>
          <a:xfrm>
            <a:off x="7121669" y="1533610"/>
            <a:ext cx="321362" cy="321362"/>
            <a:chOff x="7121669" y="1533610"/>
            <a:chExt cx="321362" cy="321362"/>
          </a:xfrm>
        </p:grpSpPr>
        <p:sp>
          <p:nvSpPr>
            <p:cNvPr id="13807" name="Google Shape;13807;p74"/>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74"/>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74"/>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74"/>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1" name="Google Shape;13811;p74"/>
          <p:cNvGrpSpPr/>
          <p:nvPr/>
        </p:nvGrpSpPr>
        <p:grpSpPr>
          <a:xfrm>
            <a:off x="7562766" y="1514864"/>
            <a:ext cx="327059" cy="360192"/>
            <a:chOff x="7562766" y="1514864"/>
            <a:chExt cx="327059" cy="360192"/>
          </a:xfrm>
        </p:grpSpPr>
        <p:sp>
          <p:nvSpPr>
            <p:cNvPr id="13812" name="Google Shape;13812;p74"/>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74"/>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74"/>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74"/>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6" name="Google Shape;13816;p74"/>
          <p:cNvGrpSpPr/>
          <p:nvPr/>
        </p:nvGrpSpPr>
        <p:grpSpPr>
          <a:xfrm>
            <a:off x="6221229" y="1498673"/>
            <a:ext cx="361636" cy="362183"/>
            <a:chOff x="6259175" y="1559008"/>
            <a:chExt cx="271743" cy="272093"/>
          </a:xfrm>
        </p:grpSpPr>
        <p:sp>
          <p:nvSpPr>
            <p:cNvPr id="13817" name="Google Shape;13817;p74"/>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74"/>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74"/>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74"/>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74"/>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74"/>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74"/>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74"/>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74"/>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74"/>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74"/>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74"/>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74"/>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74"/>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74"/>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74"/>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74"/>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4" name="Google Shape;13834;p74"/>
          <p:cNvGrpSpPr/>
          <p:nvPr/>
        </p:nvGrpSpPr>
        <p:grpSpPr>
          <a:xfrm>
            <a:off x="2661459" y="2015001"/>
            <a:ext cx="322508" cy="273494"/>
            <a:chOff x="2661459" y="2015001"/>
            <a:chExt cx="322508" cy="273494"/>
          </a:xfrm>
        </p:grpSpPr>
        <p:sp>
          <p:nvSpPr>
            <p:cNvPr id="13835" name="Google Shape;13835;p74"/>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74"/>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7" name="Google Shape;13837;p74"/>
          <p:cNvGrpSpPr/>
          <p:nvPr/>
        </p:nvGrpSpPr>
        <p:grpSpPr>
          <a:xfrm>
            <a:off x="6671087" y="2009304"/>
            <a:ext cx="332757" cy="281833"/>
            <a:chOff x="6671087" y="2009304"/>
            <a:chExt cx="332757" cy="281833"/>
          </a:xfrm>
        </p:grpSpPr>
        <p:sp>
          <p:nvSpPr>
            <p:cNvPr id="13838" name="Google Shape;13838;p74"/>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74"/>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40" name="Google Shape;13840;p74"/>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41" name="Google Shape;13841;p74"/>
          <p:cNvGrpSpPr/>
          <p:nvPr/>
        </p:nvGrpSpPr>
        <p:grpSpPr>
          <a:xfrm>
            <a:off x="2201806" y="1976585"/>
            <a:ext cx="349784" cy="349434"/>
            <a:chOff x="2201806" y="1976585"/>
            <a:chExt cx="349784" cy="349434"/>
          </a:xfrm>
        </p:grpSpPr>
        <p:sp>
          <p:nvSpPr>
            <p:cNvPr id="13842" name="Google Shape;13842;p74"/>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74"/>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74"/>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74"/>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6" name="Google Shape;13846;p74"/>
          <p:cNvGrpSpPr/>
          <p:nvPr/>
        </p:nvGrpSpPr>
        <p:grpSpPr>
          <a:xfrm>
            <a:off x="3094217" y="1976585"/>
            <a:ext cx="350198" cy="350548"/>
            <a:chOff x="3094217" y="1976585"/>
            <a:chExt cx="350198" cy="350548"/>
          </a:xfrm>
        </p:grpSpPr>
        <p:sp>
          <p:nvSpPr>
            <p:cNvPr id="13847" name="Google Shape;13847;p74"/>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74"/>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74"/>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74"/>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74"/>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74"/>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74"/>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74"/>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74"/>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74"/>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74"/>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74"/>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74"/>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0" name="Google Shape;13860;p74"/>
          <p:cNvGrpSpPr/>
          <p:nvPr/>
        </p:nvGrpSpPr>
        <p:grpSpPr>
          <a:xfrm>
            <a:off x="870939" y="1975821"/>
            <a:ext cx="332375" cy="350071"/>
            <a:chOff x="870939" y="1975821"/>
            <a:chExt cx="332375" cy="350071"/>
          </a:xfrm>
        </p:grpSpPr>
        <p:sp>
          <p:nvSpPr>
            <p:cNvPr id="13861" name="Google Shape;13861;p74"/>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74"/>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74"/>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74"/>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65" name="Google Shape;13865;p74"/>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66" name="Google Shape;13866;p74"/>
          <p:cNvGrpSpPr/>
          <p:nvPr/>
        </p:nvGrpSpPr>
        <p:grpSpPr>
          <a:xfrm>
            <a:off x="3979435" y="1976585"/>
            <a:ext cx="345265" cy="349848"/>
            <a:chOff x="3979435" y="1976585"/>
            <a:chExt cx="345265" cy="349848"/>
          </a:xfrm>
        </p:grpSpPr>
        <p:sp>
          <p:nvSpPr>
            <p:cNvPr id="13867" name="Google Shape;13867;p74"/>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74"/>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74"/>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74"/>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74"/>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74"/>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74"/>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74"/>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74"/>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74"/>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74"/>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74"/>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74"/>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74"/>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74"/>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74"/>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74"/>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4" name="Google Shape;13884;p74"/>
          <p:cNvGrpSpPr/>
          <p:nvPr/>
        </p:nvGrpSpPr>
        <p:grpSpPr>
          <a:xfrm>
            <a:off x="3576626" y="1975821"/>
            <a:ext cx="284251" cy="351694"/>
            <a:chOff x="3576626" y="1975821"/>
            <a:chExt cx="284251" cy="351694"/>
          </a:xfrm>
        </p:grpSpPr>
        <p:sp>
          <p:nvSpPr>
            <p:cNvPr id="13885" name="Google Shape;13885;p74"/>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74"/>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74"/>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8" name="Google Shape;13888;p74"/>
          <p:cNvGrpSpPr/>
          <p:nvPr/>
        </p:nvGrpSpPr>
        <p:grpSpPr>
          <a:xfrm>
            <a:off x="2722090" y="2890162"/>
            <a:ext cx="238770" cy="371841"/>
            <a:chOff x="2722090" y="2890162"/>
            <a:chExt cx="238770" cy="371841"/>
          </a:xfrm>
        </p:grpSpPr>
        <p:sp>
          <p:nvSpPr>
            <p:cNvPr id="13889" name="Google Shape;13889;p74"/>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74"/>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74"/>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92" name="Google Shape;13892;p74"/>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93" name="Google Shape;13893;p74"/>
          <p:cNvGrpSpPr/>
          <p:nvPr/>
        </p:nvGrpSpPr>
        <p:grpSpPr>
          <a:xfrm>
            <a:off x="6216367" y="1970156"/>
            <a:ext cx="361147" cy="361147"/>
            <a:chOff x="6216367" y="1970156"/>
            <a:chExt cx="361147" cy="361147"/>
          </a:xfrm>
        </p:grpSpPr>
        <p:sp>
          <p:nvSpPr>
            <p:cNvPr id="13894" name="Google Shape;13894;p74"/>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74"/>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74"/>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74"/>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8" name="Google Shape;13898;p74"/>
          <p:cNvGrpSpPr/>
          <p:nvPr/>
        </p:nvGrpSpPr>
        <p:grpSpPr>
          <a:xfrm>
            <a:off x="1289311" y="2926222"/>
            <a:ext cx="408156" cy="299783"/>
            <a:chOff x="1289311" y="2926222"/>
            <a:chExt cx="408156" cy="299783"/>
          </a:xfrm>
        </p:grpSpPr>
        <p:sp>
          <p:nvSpPr>
            <p:cNvPr id="13899" name="Google Shape;13899;p74"/>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74"/>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1" name="Google Shape;13901;p74"/>
          <p:cNvGrpSpPr/>
          <p:nvPr/>
        </p:nvGrpSpPr>
        <p:grpSpPr>
          <a:xfrm>
            <a:off x="7978465" y="1969392"/>
            <a:ext cx="361147" cy="360797"/>
            <a:chOff x="7978465" y="1969392"/>
            <a:chExt cx="361147" cy="360797"/>
          </a:xfrm>
        </p:grpSpPr>
        <p:sp>
          <p:nvSpPr>
            <p:cNvPr id="13902" name="Google Shape;13902;p74"/>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74"/>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74"/>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74"/>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74"/>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74"/>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74"/>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74"/>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74"/>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11" name="Google Shape;13911;p74"/>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12" name="Google Shape;13912;p74"/>
          <p:cNvGrpSpPr/>
          <p:nvPr/>
        </p:nvGrpSpPr>
        <p:grpSpPr>
          <a:xfrm>
            <a:off x="854261" y="2908813"/>
            <a:ext cx="377474" cy="335748"/>
            <a:chOff x="854261" y="2908813"/>
            <a:chExt cx="377474" cy="335748"/>
          </a:xfrm>
        </p:grpSpPr>
        <p:sp>
          <p:nvSpPr>
            <p:cNvPr id="13913" name="Google Shape;13913;p74"/>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74"/>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74"/>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74"/>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74"/>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8" name="Google Shape;13918;p74"/>
          <p:cNvGrpSpPr/>
          <p:nvPr/>
        </p:nvGrpSpPr>
        <p:grpSpPr>
          <a:xfrm>
            <a:off x="1749728" y="2894777"/>
            <a:ext cx="386927" cy="363438"/>
            <a:chOff x="1749728" y="2894777"/>
            <a:chExt cx="386927" cy="363438"/>
          </a:xfrm>
        </p:grpSpPr>
        <p:sp>
          <p:nvSpPr>
            <p:cNvPr id="13919" name="Google Shape;13919;p74"/>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74"/>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74"/>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74"/>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74"/>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74"/>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74"/>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6" name="Google Shape;13926;p74"/>
          <p:cNvGrpSpPr/>
          <p:nvPr/>
        </p:nvGrpSpPr>
        <p:grpSpPr>
          <a:xfrm>
            <a:off x="7098912" y="1969392"/>
            <a:ext cx="359651" cy="361560"/>
            <a:chOff x="7098912" y="1969392"/>
            <a:chExt cx="359651" cy="361560"/>
          </a:xfrm>
        </p:grpSpPr>
        <p:sp>
          <p:nvSpPr>
            <p:cNvPr id="13927" name="Google Shape;13927;p74"/>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74"/>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74"/>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74"/>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74"/>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74"/>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74"/>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74"/>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74"/>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74"/>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74"/>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74"/>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74"/>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40" name="Google Shape;13940;p74"/>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41" name="Google Shape;13941;p74"/>
          <p:cNvGrpSpPr/>
          <p:nvPr/>
        </p:nvGrpSpPr>
        <p:grpSpPr>
          <a:xfrm>
            <a:off x="5352728" y="1990239"/>
            <a:ext cx="327091" cy="322508"/>
            <a:chOff x="5352728" y="1990239"/>
            <a:chExt cx="327091" cy="322508"/>
          </a:xfrm>
        </p:grpSpPr>
        <p:sp>
          <p:nvSpPr>
            <p:cNvPr id="13942" name="Google Shape;13942;p74"/>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74"/>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74"/>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5" name="Google Shape;13945;p74"/>
          <p:cNvGrpSpPr/>
          <p:nvPr/>
        </p:nvGrpSpPr>
        <p:grpSpPr>
          <a:xfrm>
            <a:off x="7538896" y="1970156"/>
            <a:ext cx="361147" cy="361529"/>
            <a:chOff x="7538896" y="1970156"/>
            <a:chExt cx="361147" cy="361529"/>
          </a:xfrm>
        </p:grpSpPr>
        <p:sp>
          <p:nvSpPr>
            <p:cNvPr id="13946" name="Google Shape;13946;p74"/>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74"/>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74"/>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74"/>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74"/>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74"/>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2" name="Google Shape;13952;p74"/>
          <p:cNvGrpSpPr/>
          <p:nvPr/>
        </p:nvGrpSpPr>
        <p:grpSpPr>
          <a:xfrm>
            <a:off x="4896099" y="1970920"/>
            <a:ext cx="358155" cy="358123"/>
            <a:chOff x="4896099" y="1970920"/>
            <a:chExt cx="358155" cy="358123"/>
          </a:xfrm>
        </p:grpSpPr>
        <p:sp>
          <p:nvSpPr>
            <p:cNvPr id="13953" name="Google Shape;13953;p74"/>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74"/>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74"/>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6" name="Google Shape;13956;p74"/>
          <p:cNvGrpSpPr/>
          <p:nvPr/>
        </p:nvGrpSpPr>
        <p:grpSpPr>
          <a:xfrm>
            <a:off x="4048787" y="2977019"/>
            <a:ext cx="283488" cy="198604"/>
            <a:chOff x="4048787" y="2977019"/>
            <a:chExt cx="283488" cy="198604"/>
          </a:xfrm>
        </p:grpSpPr>
        <p:sp>
          <p:nvSpPr>
            <p:cNvPr id="13957" name="Google Shape;13957;p74"/>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74"/>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74"/>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74"/>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74"/>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74"/>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3" name="Google Shape;13963;p74"/>
          <p:cNvGrpSpPr/>
          <p:nvPr/>
        </p:nvGrpSpPr>
        <p:grpSpPr>
          <a:xfrm>
            <a:off x="4054103" y="2430191"/>
            <a:ext cx="218687" cy="349052"/>
            <a:chOff x="4054103" y="2430191"/>
            <a:chExt cx="218687" cy="349052"/>
          </a:xfrm>
        </p:grpSpPr>
        <p:sp>
          <p:nvSpPr>
            <p:cNvPr id="13964" name="Google Shape;13964;p74"/>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74"/>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6" name="Google Shape;13966;p74"/>
          <p:cNvGrpSpPr/>
          <p:nvPr/>
        </p:nvGrpSpPr>
        <p:grpSpPr>
          <a:xfrm>
            <a:off x="2185128" y="2427549"/>
            <a:ext cx="382758" cy="356595"/>
            <a:chOff x="2185128" y="2427549"/>
            <a:chExt cx="382758" cy="356595"/>
          </a:xfrm>
        </p:grpSpPr>
        <p:sp>
          <p:nvSpPr>
            <p:cNvPr id="13967" name="Google Shape;13967;p74"/>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74"/>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74"/>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74"/>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1" name="Google Shape;13971;p74"/>
          <p:cNvGrpSpPr/>
          <p:nvPr/>
        </p:nvGrpSpPr>
        <p:grpSpPr>
          <a:xfrm>
            <a:off x="3539102" y="2427549"/>
            <a:ext cx="355099" cy="355481"/>
            <a:chOff x="3539102" y="2427549"/>
            <a:chExt cx="355099" cy="355481"/>
          </a:xfrm>
        </p:grpSpPr>
        <p:sp>
          <p:nvSpPr>
            <p:cNvPr id="13972" name="Google Shape;13972;p74"/>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74"/>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4" name="Google Shape;13974;p74"/>
          <p:cNvGrpSpPr/>
          <p:nvPr/>
        </p:nvGrpSpPr>
        <p:grpSpPr>
          <a:xfrm>
            <a:off x="2656907" y="2439293"/>
            <a:ext cx="332757" cy="332343"/>
            <a:chOff x="2656907" y="2439293"/>
            <a:chExt cx="332757" cy="332343"/>
          </a:xfrm>
        </p:grpSpPr>
        <p:sp>
          <p:nvSpPr>
            <p:cNvPr id="13975" name="Google Shape;13975;p74"/>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74"/>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74"/>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74"/>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74"/>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74"/>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74"/>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2" name="Google Shape;13982;p74"/>
          <p:cNvGrpSpPr/>
          <p:nvPr/>
        </p:nvGrpSpPr>
        <p:grpSpPr>
          <a:xfrm>
            <a:off x="1731523" y="2422616"/>
            <a:ext cx="399435" cy="365698"/>
            <a:chOff x="1731523" y="2422616"/>
            <a:chExt cx="399435" cy="365698"/>
          </a:xfrm>
        </p:grpSpPr>
        <p:sp>
          <p:nvSpPr>
            <p:cNvPr id="13983" name="Google Shape;13983;p74"/>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74"/>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74"/>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6" name="Google Shape;13986;p74"/>
          <p:cNvGrpSpPr/>
          <p:nvPr/>
        </p:nvGrpSpPr>
        <p:grpSpPr>
          <a:xfrm>
            <a:off x="3097241" y="2433564"/>
            <a:ext cx="344883" cy="343387"/>
            <a:chOff x="3097241" y="2433564"/>
            <a:chExt cx="344883" cy="343387"/>
          </a:xfrm>
        </p:grpSpPr>
        <p:sp>
          <p:nvSpPr>
            <p:cNvPr id="13987" name="Google Shape;13987;p74"/>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74"/>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74"/>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74"/>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74"/>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74"/>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74"/>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74"/>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74"/>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6" name="Google Shape;13996;p74"/>
          <p:cNvGrpSpPr/>
          <p:nvPr/>
        </p:nvGrpSpPr>
        <p:grpSpPr>
          <a:xfrm>
            <a:off x="1278299" y="2439293"/>
            <a:ext cx="410829" cy="332343"/>
            <a:chOff x="1278299" y="2439293"/>
            <a:chExt cx="410829" cy="332343"/>
          </a:xfrm>
        </p:grpSpPr>
        <p:sp>
          <p:nvSpPr>
            <p:cNvPr id="13997" name="Google Shape;13997;p74"/>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74"/>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74"/>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74"/>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74"/>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74"/>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74"/>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74"/>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5" name="Google Shape;14005;p74"/>
          <p:cNvGrpSpPr/>
          <p:nvPr/>
        </p:nvGrpSpPr>
        <p:grpSpPr>
          <a:xfrm>
            <a:off x="870939" y="2439293"/>
            <a:ext cx="331993" cy="331993"/>
            <a:chOff x="870939" y="2439293"/>
            <a:chExt cx="331993" cy="331993"/>
          </a:xfrm>
        </p:grpSpPr>
        <p:sp>
          <p:nvSpPr>
            <p:cNvPr id="14006" name="Google Shape;14006;p74"/>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74"/>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74"/>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74"/>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74"/>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74"/>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74"/>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74"/>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74"/>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74"/>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74"/>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74"/>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74"/>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74"/>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74"/>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74"/>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2" name="Google Shape;14022;p74"/>
          <p:cNvGrpSpPr/>
          <p:nvPr/>
        </p:nvGrpSpPr>
        <p:grpSpPr>
          <a:xfrm>
            <a:off x="6644957" y="2456353"/>
            <a:ext cx="371395" cy="278904"/>
            <a:chOff x="6644957" y="2456353"/>
            <a:chExt cx="371395" cy="278904"/>
          </a:xfrm>
        </p:grpSpPr>
        <p:sp>
          <p:nvSpPr>
            <p:cNvPr id="14023" name="Google Shape;14023;p74"/>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74"/>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74"/>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74"/>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74"/>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8" name="Google Shape;14028;p74"/>
          <p:cNvGrpSpPr/>
          <p:nvPr/>
        </p:nvGrpSpPr>
        <p:grpSpPr>
          <a:xfrm>
            <a:off x="5388757" y="2414659"/>
            <a:ext cx="260349" cy="362292"/>
            <a:chOff x="5388757" y="2414659"/>
            <a:chExt cx="260349" cy="362292"/>
          </a:xfrm>
        </p:grpSpPr>
        <p:sp>
          <p:nvSpPr>
            <p:cNvPr id="14029" name="Google Shape;14029;p74"/>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74"/>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74"/>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74"/>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74"/>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74"/>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74"/>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74"/>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74"/>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74"/>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74"/>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74"/>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74"/>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74"/>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74"/>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74"/>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74"/>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74"/>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74"/>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74"/>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9" name="Google Shape;14049;p74"/>
          <p:cNvGrpSpPr/>
          <p:nvPr/>
        </p:nvGrpSpPr>
        <p:grpSpPr>
          <a:xfrm>
            <a:off x="3567142" y="2905757"/>
            <a:ext cx="348288" cy="340331"/>
            <a:chOff x="3567142" y="2905757"/>
            <a:chExt cx="348288" cy="340331"/>
          </a:xfrm>
        </p:grpSpPr>
        <p:sp>
          <p:nvSpPr>
            <p:cNvPr id="14050" name="Google Shape;14050;p74"/>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74"/>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74"/>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74"/>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74"/>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5" name="Google Shape;14055;p74"/>
          <p:cNvGrpSpPr/>
          <p:nvPr/>
        </p:nvGrpSpPr>
        <p:grpSpPr>
          <a:xfrm>
            <a:off x="7967103" y="2415041"/>
            <a:ext cx="355863" cy="361911"/>
            <a:chOff x="7967103" y="2415041"/>
            <a:chExt cx="355863" cy="361911"/>
          </a:xfrm>
        </p:grpSpPr>
        <p:sp>
          <p:nvSpPr>
            <p:cNvPr id="14056" name="Google Shape;14056;p74"/>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74"/>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74"/>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74"/>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74"/>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74"/>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74"/>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74"/>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74"/>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74"/>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74"/>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7" name="Google Shape;14067;p74"/>
          <p:cNvGrpSpPr/>
          <p:nvPr/>
        </p:nvGrpSpPr>
        <p:grpSpPr>
          <a:xfrm>
            <a:off x="7529411" y="2414659"/>
            <a:ext cx="355863" cy="362292"/>
            <a:chOff x="7529411" y="2414659"/>
            <a:chExt cx="355863" cy="362292"/>
          </a:xfrm>
        </p:grpSpPr>
        <p:sp>
          <p:nvSpPr>
            <p:cNvPr id="14068" name="Google Shape;14068;p74"/>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74"/>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74"/>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74"/>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74"/>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74"/>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74"/>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74"/>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74"/>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74"/>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74"/>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74"/>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0" name="Google Shape;14080;p74"/>
          <p:cNvGrpSpPr/>
          <p:nvPr/>
        </p:nvGrpSpPr>
        <p:grpSpPr>
          <a:xfrm>
            <a:off x="5733194" y="2431718"/>
            <a:ext cx="446826" cy="327059"/>
            <a:chOff x="5733194" y="2431718"/>
            <a:chExt cx="446826" cy="327059"/>
          </a:xfrm>
        </p:grpSpPr>
        <p:sp>
          <p:nvSpPr>
            <p:cNvPr id="14081" name="Google Shape;14081;p74"/>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74"/>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74"/>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4" name="Google Shape;14084;p74"/>
          <p:cNvGrpSpPr/>
          <p:nvPr/>
        </p:nvGrpSpPr>
        <p:grpSpPr>
          <a:xfrm>
            <a:off x="4876780" y="2418064"/>
            <a:ext cx="407774" cy="356627"/>
            <a:chOff x="4876780" y="2418064"/>
            <a:chExt cx="407774" cy="356627"/>
          </a:xfrm>
        </p:grpSpPr>
        <p:sp>
          <p:nvSpPr>
            <p:cNvPr id="14085" name="Google Shape;14085;p74"/>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74"/>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74"/>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74"/>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74"/>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74"/>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74"/>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74"/>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3" name="Google Shape;14093;p74"/>
          <p:cNvGrpSpPr/>
          <p:nvPr/>
        </p:nvGrpSpPr>
        <p:grpSpPr>
          <a:xfrm>
            <a:off x="7070872" y="2410871"/>
            <a:ext cx="398321" cy="371013"/>
            <a:chOff x="7070872" y="2410871"/>
            <a:chExt cx="398321" cy="371013"/>
          </a:xfrm>
        </p:grpSpPr>
        <p:sp>
          <p:nvSpPr>
            <p:cNvPr id="14094" name="Google Shape;14094;p74"/>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74"/>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74"/>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74"/>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98" name="Google Shape;14098;p74"/>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99" name="Google Shape;14099;p74"/>
          <p:cNvGrpSpPr/>
          <p:nvPr/>
        </p:nvGrpSpPr>
        <p:grpSpPr>
          <a:xfrm>
            <a:off x="5318259" y="2982111"/>
            <a:ext cx="371013" cy="220787"/>
            <a:chOff x="5318259" y="2982111"/>
            <a:chExt cx="371013" cy="220787"/>
          </a:xfrm>
        </p:grpSpPr>
        <p:sp>
          <p:nvSpPr>
            <p:cNvPr id="14100" name="Google Shape;14100;p74"/>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74"/>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74"/>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74"/>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74"/>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74"/>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74"/>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74"/>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8" name="Google Shape;14108;p74"/>
          <p:cNvGrpSpPr/>
          <p:nvPr/>
        </p:nvGrpSpPr>
        <p:grpSpPr>
          <a:xfrm>
            <a:off x="7073928" y="2905757"/>
            <a:ext cx="371395" cy="371809"/>
            <a:chOff x="7073928" y="2905757"/>
            <a:chExt cx="371395" cy="371809"/>
          </a:xfrm>
        </p:grpSpPr>
        <p:sp>
          <p:nvSpPr>
            <p:cNvPr id="14109" name="Google Shape;14109;p74"/>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74"/>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74"/>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2" name="Google Shape;14112;p74"/>
          <p:cNvGrpSpPr/>
          <p:nvPr/>
        </p:nvGrpSpPr>
        <p:grpSpPr>
          <a:xfrm>
            <a:off x="6188327" y="2955408"/>
            <a:ext cx="371395" cy="272857"/>
            <a:chOff x="6188327" y="2955408"/>
            <a:chExt cx="371395" cy="272857"/>
          </a:xfrm>
        </p:grpSpPr>
        <p:sp>
          <p:nvSpPr>
            <p:cNvPr id="14113" name="Google Shape;14113;p74"/>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74"/>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5" name="Google Shape;14115;p74"/>
          <p:cNvGrpSpPr/>
          <p:nvPr/>
        </p:nvGrpSpPr>
        <p:grpSpPr>
          <a:xfrm>
            <a:off x="7521454" y="2906139"/>
            <a:ext cx="359651" cy="371013"/>
            <a:chOff x="7521454" y="2906139"/>
            <a:chExt cx="359651" cy="371013"/>
          </a:xfrm>
        </p:grpSpPr>
        <p:sp>
          <p:nvSpPr>
            <p:cNvPr id="14116" name="Google Shape;14116;p74"/>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74"/>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74"/>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74"/>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74"/>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1" name="Google Shape;14121;p74"/>
          <p:cNvGrpSpPr/>
          <p:nvPr/>
        </p:nvGrpSpPr>
        <p:grpSpPr>
          <a:xfrm>
            <a:off x="5782845" y="2906521"/>
            <a:ext cx="301661" cy="371013"/>
            <a:chOff x="5782845" y="2906521"/>
            <a:chExt cx="301661" cy="371013"/>
          </a:xfrm>
        </p:grpSpPr>
        <p:sp>
          <p:nvSpPr>
            <p:cNvPr id="14122" name="Google Shape;14122;p74"/>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74"/>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74"/>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5" name="Google Shape;14125;p74"/>
          <p:cNvGrpSpPr/>
          <p:nvPr/>
        </p:nvGrpSpPr>
        <p:grpSpPr>
          <a:xfrm>
            <a:off x="6630539" y="2917502"/>
            <a:ext cx="371777" cy="349434"/>
            <a:chOff x="6630539" y="2917502"/>
            <a:chExt cx="371777" cy="349434"/>
          </a:xfrm>
        </p:grpSpPr>
        <p:sp>
          <p:nvSpPr>
            <p:cNvPr id="14126" name="Google Shape;14126;p74"/>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74"/>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74"/>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74"/>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74"/>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74"/>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74"/>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3" name="Google Shape;14133;p74"/>
          <p:cNvGrpSpPr/>
          <p:nvPr/>
        </p:nvGrpSpPr>
        <p:grpSpPr>
          <a:xfrm>
            <a:off x="2171474" y="3369229"/>
            <a:ext cx="408156" cy="343737"/>
            <a:chOff x="2171474" y="3369229"/>
            <a:chExt cx="408156" cy="343737"/>
          </a:xfrm>
        </p:grpSpPr>
        <p:sp>
          <p:nvSpPr>
            <p:cNvPr id="14134" name="Google Shape;14134;p74"/>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74"/>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74"/>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74"/>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8" name="Google Shape;14138;p74"/>
          <p:cNvGrpSpPr/>
          <p:nvPr/>
        </p:nvGrpSpPr>
        <p:grpSpPr>
          <a:xfrm>
            <a:off x="4891198" y="2925108"/>
            <a:ext cx="334634" cy="334634"/>
            <a:chOff x="4891198" y="2925108"/>
            <a:chExt cx="334634" cy="334634"/>
          </a:xfrm>
        </p:grpSpPr>
        <p:sp>
          <p:nvSpPr>
            <p:cNvPr id="14139" name="Google Shape;14139;p74"/>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74"/>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74"/>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74"/>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74"/>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74"/>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74"/>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74"/>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7" name="Google Shape;14147;p74"/>
          <p:cNvGrpSpPr/>
          <p:nvPr/>
        </p:nvGrpSpPr>
        <p:grpSpPr>
          <a:xfrm>
            <a:off x="7976174" y="2925108"/>
            <a:ext cx="334666" cy="334634"/>
            <a:chOff x="7976174" y="2925108"/>
            <a:chExt cx="334666" cy="334634"/>
          </a:xfrm>
        </p:grpSpPr>
        <p:sp>
          <p:nvSpPr>
            <p:cNvPr id="14148" name="Google Shape;14148;p74"/>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74"/>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74"/>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74"/>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74"/>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74"/>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74"/>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74"/>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74"/>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7" name="Google Shape;14157;p74"/>
          <p:cNvGrpSpPr/>
          <p:nvPr/>
        </p:nvGrpSpPr>
        <p:grpSpPr>
          <a:xfrm>
            <a:off x="3091957" y="3374131"/>
            <a:ext cx="354717" cy="332757"/>
            <a:chOff x="3091957" y="3374131"/>
            <a:chExt cx="354717" cy="332757"/>
          </a:xfrm>
        </p:grpSpPr>
        <p:sp>
          <p:nvSpPr>
            <p:cNvPr id="14158" name="Google Shape;14158;p74"/>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74"/>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74"/>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74"/>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74"/>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74"/>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4" name="Google Shape;14164;p74"/>
          <p:cNvGrpSpPr/>
          <p:nvPr/>
        </p:nvGrpSpPr>
        <p:grpSpPr>
          <a:xfrm>
            <a:off x="3988156" y="3380210"/>
            <a:ext cx="353954" cy="318880"/>
            <a:chOff x="3988156" y="3380210"/>
            <a:chExt cx="353954" cy="318880"/>
          </a:xfrm>
        </p:grpSpPr>
        <p:sp>
          <p:nvSpPr>
            <p:cNvPr id="14165" name="Google Shape;14165;p74"/>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74"/>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74"/>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74"/>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74"/>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0" name="Google Shape;14170;p74"/>
          <p:cNvGrpSpPr/>
          <p:nvPr/>
        </p:nvGrpSpPr>
        <p:grpSpPr>
          <a:xfrm>
            <a:off x="3541011" y="3367320"/>
            <a:ext cx="348257" cy="346188"/>
            <a:chOff x="3541011" y="3367320"/>
            <a:chExt cx="348257" cy="346188"/>
          </a:xfrm>
        </p:grpSpPr>
        <p:sp>
          <p:nvSpPr>
            <p:cNvPr id="14171" name="Google Shape;14171;p74"/>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74"/>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74"/>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74"/>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5" name="Google Shape;14175;p74"/>
          <p:cNvGrpSpPr/>
          <p:nvPr/>
        </p:nvGrpSpPr>
        <p:grpSpPr>
          <a:xfrm>
            <a:off x="850092" y="3352934"/>
            <a:ext cx="369517" cy="375660"/>
            <a:chOff x="850092" y="3352934"/>
            <a:chExt cx="369517" cy="375660"/>
          </a:xfrm>
        </p:grpSpPr>
        <p:sp>
          <p:nvSpPr>
            <p:cNvPr id="14176" name="Google Shape;14176;p74"/>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74"/>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74"/>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74"/>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74"/>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1" name="Google Shape;14181;p74"/>
          <p:cNvGrpSpPr/>
          <p:nvPr/>
        </p:nvGrpSpPr>
        <p:grpSpPr>
          <a:xfrm>
            <a:off x="1314678" y="3358217"/>
            <a:ext cx="334666" cy="365348"/>
            <a:chOff x="1314678" y="3358217"/>
            <a:chExt cx="334666" cy="365348"/>
          </a:xfrm>
        </p:grpSpPr>
        <p:sp>
          <p:nvSpPr>
            <p:cNvPr id="14182" name="Google Shape;14182;p74"/>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74"/>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74"/>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74"/>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74"/>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7" name="Google Shape;14187;p74"/>
          <p:cNvGrpSpPr/>
          <p:nvPr/>
        </p:nvGrpSpPr>
        <p:grpSpPr>
          <a:xfrm>
            <a:off x="1748582" y="3372635"/>
            <a:ext cx="359269" cy="335780"/>
            <a:chOff x="1748582" y="3372635"/>
            <a:chExt cx="359269" cy="335780"/>
          </a:xfrm>
        </p:grpSpPr>
        <p:sp>
          <p:nvSpPr>
            <p:cNvPr id="14188" name="Google Shape;14188;p74"/>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89" name="Google Shape;14189;p74"/>
            <p:cNvGrpSpPr/>
            <p:nvPr/>
          </p:nvGrpSpPr>
          <p:grpSpPr>
            <a:xfrm>
              <a:off x="1748582" y="3372635"/>
              <a:ext cx="333520" cy="335780"/>
              <a:chOff x="1748582" y="3372635"/>
              <a:chExt cx="333520" cy="335780"/>
            </a:xfrm>
          </p:grpSpPr>
          <p:sp>
            <p:nvSpPr>
              <p:cNvPr id="14190" name="Google Shape;14190;p74"/>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74"/>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74"/>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93" name="Google Shape;14193;p74"/>
          <p:cNvGrpSpPr/>
          <p:nvPr/>
        </p:nvGrpSpPr>
        <p:grpSpPr>
          <a:xfrm>
            <a:off x="2640993" y="3357835"/>
            <a:ext cx="365348" cy="364966"/>
            <a:chOff x="2640993" y="3357835"/>
            <a:chExt cx="365348" cy="364966"/>
          </a:xfrm>
        </p:grpSpPr>
        <p:sp>
          <p:nvSpPr>
            <p:cNvPr id="14194" name="Google Shape;14194;p74"/>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74"/>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74"/>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74"/>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74"/>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74"/>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74"/>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74"/>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74"/>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74"/>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4" name="Google Shape;14204;p74"/>
          <p:cNvGrpSpPr/>
          <p:nvPr/>
        </p:nvGrpSpPr>
        <p:grpSpPr>
          <a:xfrm>
            <a:off x="4886264" y="3366174"/>
            <a:ext cx="350548" cy="350198"/>
            <a:chOff x="4886264" y="3366174"/>
            <a:chExt cx="350548" cy="350198"/>
          </a:xfrm>
        </p:grpSpPr>
        <p:sp>
          <p:nvSpPr>
            <p:cNvPr id="14205" name="Google Shape;14205;p74"/>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74"/>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74"/>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74"/>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74"/>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74"/>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74"/>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74"/>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74"/>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74"/>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74"/>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74"/>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74"/>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8" name="Google Shape;14218;p74"/>
          <p:cNvGrpSpPr/>
          <p:nvPr/>
        </p:nvGrpSpPr>
        <p:grpSpPr>
          <a:xfrm>
            <a:off x="5331913" y="3413947"/>
            <a:ext cx="347143" cy="254684"/>
            <a:chOff x="5331913" y="3413947"/>
            <a:chExt cx="347143" cy="254684"/>
          </a:xfrm>
        </p:grpSpPr>
        <p:sp>
          <p:nvSpPr>
            <p:cNvPr id="14219" name="Google Shape;14219;p74"/>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74"/>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74"/>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74"/>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74"/>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74"/>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5" name="Google Shape;14225;p74"/>
          <p:cNvGrpSpPr/>
          <p:nvPr/>
        </p:nvGrpSpPr>
        <p:grpSpPr>
          <a:xfrm>
            <a:off x="5776798" y="3409778"/>
            <a:ext cx="346379" cy="264518"/>
            <a:chOff x="5776798" y="3409778"/>
            <a:chExt cx="346379" cy="264518"/>
          </a:xfrm>
        </p:grpSpPr>
        <p:sp>
          <p:nvSpPr>
            <p:cNvPr id="14226" name="Google Shape;14226;p74"/>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74"/>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74"/>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74"/>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74"/>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74"/>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2" name="Google Shape;14232;p74"/>
          <p:cNvGrpSpPr/>
          <p:nvPr/>
        </p:nvGrpSpPr>
        <p:grpSpPr>
          <a:xfrm>
            <a:off x="7108015" y="3396505"/>
            <a:ext cx="344883" cy="290299"/>
            <a:chOff x="7108015" y="3396505"/>
            <a:chExt cx="344883" cy="290299"/>
          </a:xfrm>
        </p:grpSpPr>
        <p:sp>
          <p:nvSpPr>
            <p:cNvPr id="14233" name="Google Shape;14233;p74"/>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74"/>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74"/>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74"/>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7" name="Google Shape;14237;p74"/>
          <p:cNvGrpSpPr/>
          <p:nvPr/>
        </p:nvGrpSpPr>
        <p:grpSpPr>
          <a:xfrm>
            <a:off x="7551754" y="3390808"/>
            <a:ext cx="344883" cy="301311"/>
            <a:chOff x="7551754" y="3390808"/>
            <a:chExt cx="344883" cy="301311"/>
          </a:xfrm>
        </p:grpSpPr>
        <p:sp>
          <p:nvSpPr>
            <p:cNvPr id="14238" name="Google Shape;14238;p74"/>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74"/>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74"/>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74"/>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74"/>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74"/>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74"/>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74"/>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74"/>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74"/>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74"/>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9" name="Google Shape;14249;p74"/>
          <p:cNvGrpSpPr/>
          <p:nvPr/>
        </p:nvGrpSpPr>
        <p:grpSpPr>
          <a:xfrm>
            <a:off x="6707084" y="3387403"/>
            <a:ext cx="261145" cy="308504"/>
            <a:chOff x="6707084" y="3387403"/>
            <a:chExt cx="261145" cy="308504"/>
          </a:xfrm>
        </p:grpSpPr>
        <p:sp>
          <p:nvSpPr>
            <p:cNvPr id="14250" name="Google Shape;14250;p74"/>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74"/>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74"/>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74"/>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4" name="Google Shape;14254;p74"/>
          <p:cNvGrpSpPr/>
          <p:nvPr/>
        </p:nvGrpSpPr>
        <p:grpSpPr>
          <a:xfrm>
            <a:off x="848978" y="4297637"/>
            <a:ext cx="377824" cy="324418"/>
            <a:chOff x="848978" y="4297637"/>
            <a:chExt cx="377824" cy="324418"/>
          </a:xfrm>
        </p:grpSpPr>
        <p:sp>
          <p:nvSpPr>
            <p:cNvPr id="14255" name="Google Shape;14255;p74"/>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74"/>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7" name="Google Shape;14257;p74"/>
          <p:cNvGrpSpPr/>
          <p:nvPr/>
        </p:nvGrpSpPr>
        <p:grpSpPr>
          <a:xfrm>
            <a:off x="1754279" y="4286593"/>
            <a:ext cx="351439" cy="345965"/>
            <a:chOff x="1754279" y="4286593"/>
            <a:chExt cx="351439" cy="345965"/>
          </a:xfrm>
        </p:grpSpPr>
        <p:sp>
          <p:nvSpPr>
            <p:cNvPr id="14258" name="Google Shape;14258;p74"/>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74"/>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74"/>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74"/>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74"/>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3" name="Google Shape;14263;p74"/>
          <p:cNvGrpSpPr/>
          <p:nvPr/>
        </p:nvGrpSpPr>
        <p:grpSpPr>
          <a:xfrm>
            <a:off x="3996113" y="4291176"/>
            <a:ext cx="336512" cy="335048"/>
            <a:chOff x="3996113" y="4291176"/>
            <a:chExt cx="336512" cy="335048"/>
          </a:xfrm>
        </p:grpSpPr>
        <p:sp>
          <p:nvSpPr>
            <p:cNvPr id="14264" name="Google Shape;14264;p74"/>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74"/>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74"/>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7" name="Google Shape;14267;p74"/>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68" name="Google Shape;14268;p74"/>
          <p:cNvGrpSpPr/>
          <p:nvPr/>
        </p:nvGrpSpPr>
        <p:grpSpPr>
          <a:xfrm>
            <a:off x="2179081" y="4285511"/>
            <a:ext cx="397525" cy="348670"/>
            <a:chOff x="2179081" y="4285511"/>
            <a:chExt cx="397525" cy="348670"/>
          </a:xfrm>
        </p:grpSpPr>
        <p:sp>
          <p:nvSpPr>
            <p:cNvPr id="14269" name="Google Shape;14269;p74"/>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74"/>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1" name="Google Shape;14271;p74"/>
          <p:cNvGrpSpPr/>
          <p:nvPr/>
        </p:nvGrpSpPr>
        <p:grpSpPr>
          <a:xfrm>
            <a:off x="3584201" y="4294996"/>
            <a:ext cx="267574" cy="329415"/>
            <a:chOff x="3584201" y="4294996"/>
            <a:chExt cx="267574" cy="329415"/>
          </a:xfrm>
        </p:grpSpPr>
        <p:sp>
          <p:nvSpPr>
            <p:cNvPr id="14272" name="Google Shape;14272;p74"/>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74"/>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74"/>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74"/>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6" name="Google Shape;14276;p74"/>
          <p:cNvGrpSpPr/>
          <p:nvPr/>
        </p:nvGrpSpPr>
        <p:grpSpPr>
          <a:xfrm>
            <a:off x="3082855" y="4295728"/>
            <a:ext cx="375946" cy="327823"/>
            <a:chOff x="3082855" y="4295728"/>
            <a:chExt cx="375946" cy="327823"/>
          </a:xfrm>
        </p:grpSpPr>
        <p:sp>
          <p:nvSpPr>
            <p:cNvPr id="14277" name="Google Shape;14277;p74"/>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74"/>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74"/>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74"/>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74"/>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74"/>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74"/>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74"/>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74"/>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74"/>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74"/>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8" name="Google Shape;14288;p74"/>
          <p:cNvGrpSpPr/>
          <p:nvPr/>
        </p:nvGrpSpPr>
        <p:grpSpPr>
          <a:xfrm>
            <a:off x="2749016" y="4291176"/>
            <a:ext cx="150831" cy="336926"/>
            <a:chOff x="2749016" y="4291176"/>
            <a:chExt cx="150831" cy="336926"/>
          </a:xfrm>
        </p:grpSpPr>
        <p:sp>
          <p:nvSpPr>
            <p:cNvPr id="14289" name="Google Shape;14289;p74"/>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74"/>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74"/>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74"/>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3" name="Google Shape;14293;p74"/>
          <p:cNvGrpSpPr/>
          <p:nvPr/>
        </p:nvGrpSpPr>
        <p:grpSpPr>
          <a:xfrm>
            <a:off x="7127716" y="4279432"/>
            <a:ext cx="248254" cy="361942"/>
            <a:chOff x="7127716" y="4279432"/>
            <a:chExt cx="248254" cy="361942"/>
          </a:xfrm>
        </p:grpSpPr>
        <p:sp>
          <p:nvSpPr>
            <p:cNvPr id="14294" name="Google Shape;14294;p74"/>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74"/>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74"/>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74"/>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74"/>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74"/>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74"/>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74"/>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74"/>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3" name="Google Shape;14303;p74"/>
          <p:cNvGrpSpPr/>
          <p:nvPr/>
        </p:nvGrpSpPr>
        <p:grpSpPr>
          <a:xfrm>
            <a:off x="7565408" y="4279432"/>
            <a:ext cx="248255" cy="361942"/>
            <a:chOff x="7565408" y="4279432"/>
            <a:chExt cx="248255" cy="361942"/>
          </a:xfrm>
        </p:grpSpPr>
        <p:sp>
          <p:nvSpPr>
            <p:cNvPr id="14304" name="Google Shape;14304;p74"/>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74"/>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74"/>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74"/>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74"/>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74"/>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74"/>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74"/>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2" name="Google Shape;14312;p74"/>
          <p:cNvGrpSpPr/>
          <p:nvPr/>
        </p:nvGrpSpPr>
        <p:grpSpPr>
          <a:xfrm>
            <a:off x="6264109" y="4279432"/>
            <a:ext cx="225498" cy="361560"/>
            <a:chOff x="6264109" y="4279432"/>
            <a:chExt cx="225498" cy="361560"/>
          </a:xfrm>
        </p:grpSpPr>
        <p:sp>
          <p:nvSpPr>
            <p:cNvPr id="14313" name="Google Shape;14313;p74"/>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74"/>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5" name="Google Shape;14315;p74"/>
          <p:cNvGrpSpPr/>
          <p:nvPr/>
        </p:nvGrpSpPr>
        <p:grpSpPr>
          <a:xfrm>
            <a:off x="7929578" y="4284365"/>
            <a:ext cx="395266" cy="351312"/>
            <a:chOff x="7929578" y="4284365"/>
            <a:chExt cx="395266" cy="351312"/>
          </a:xfrm>
        </p:grpSpPr>
        <p:sp>
          <p:nvSpPr>
            <p:cNvPr id="14316" name="Google Shape;14316;p74"/>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74"/>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74"/>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74"/>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0" name="Google Shape;14320;p74"/>
          <p:cNvGrpSpPr/>
          <p:nvPr/>
        </p:nvGrpSpPr>
        <p:grpSpPr>
          <a:xfrm>
            <a:off x="6595502" y="4323777"/>
            <a:ext cx="426315" cy="332826"/>
            <a:chOff x="6639652" y="4323777"/>
            <a:chExt cx="426315" cy="332826"/>
          </a:xfrm>
        </p:grpSpPr>
        <p:sp>
          <p:nvSpPr>
            <p:cNvPr id="14321" name="Google Shape;14321;p74"/>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74"/>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74"/>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74"/>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74"/>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74"/>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74"/>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74"/>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74"/>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74"/>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1" name="Google Shape;14331;p74"/>
          <p:cNvGrpSpPr/>
          <p:nvPr/>
        </p:nvGrpSpPr>
        <p:grpSpPr>
          <a:xfrm>
            <a:off x="5357662" y="4297637"/>
            <a:ext cx="287275" cy="326296"/>
            <a:chOff x="5357662" y="4297637"/>
            <a:chExt cx="287275" cy="326296"/>
          </a:xfrm>
        </p:grpSpPr>
        <p:sp>
          <p:nvSpPr>
            <p:cNvPr id="14332" name="Google Shape;14332;p74"/>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74"/>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74"/>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74"/>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74"/>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7" name="Google Shape;14337;p74"/>
          <p:cNvGrpSpPr/>
          <p:nvPr/>
        </p:nvGrpSpPr>
        <p:grpSpPr>
          <a:xfrm>
            <a:off x="5774124" y="4294550"/>
            <a:ext cx="331611" cy="331674"/>
            <a:chOff x="5774124" y="4294550"/>
            <a:chExt cx="331611" cy="331674"/>
          </a:xfrm>
        </p:grpSpPr>
        <p:sp>
          <p:nvSpPr>
            <p:cNvPr id="14338" name="Google Shape;14338;p74"/>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74"/>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0" name="Google Shape;14340;p74"/>
          <p:cNvGrpSpPr/>
          <p:nvPr/>
        </p:nvGrpSpPr>
        <p:grpSpPr>
          <a:xfrm>
            <a:off x="4890434" y="4287389"/>
            <a:ext cx="345997" cy="346029"/>
            <a:chOff x="4890434" y="4287389"/>
            <a:chExt cx="345997" cy="346029"/>
          </a:xfrm>
        </p:grpSpPr>
        <p:sp>
          <p:nvSpPr>
            <p:cNvPr id="14341" name="Google Shape;14341;p74"/>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74"/>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74"/>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74"/>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74"/>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74"/>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74"/>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8" name="Google Shape;14348;p74"/>
          <p:cNvGrpSpPr/>
          <p:nvPr/>
        </p:nvGrpSpPr>
        <p:grpSpPr>
          <a:xfrm>
            <a:off x="2165809" y="3811059"/>
            <a:ext cx="422542" cy="342973"/>
            <a:chOff x="2165809" y="3811059"/>
            <a:chExt cx="422542" cy="342973"/>
          </a:xfrm>
        </p:grpSpPr>
        <p:sp>
          <p:nvSpPr>
            <p:cNvPr id="14349" name="Google Shape;14349;p74"/>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74"/>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74"/>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74"/>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74"/>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74"/>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74"/>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74"/>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74"/>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74"/>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74"/>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74"/>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74"/>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74"/>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74"/>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74"/>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74"/>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74"/>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67" name="Google Shape;14367;p74"/>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68" name="Google Shape;14368;p74"/>
          <p:cNvGrpSpPr/>
          <p:nvPr/>
        </p:nvGrpSpPr>
        <p:grpSpPr>
          <a:xfrm>
            <a:off x="903530" y="3806125"/>
            <a:ext cx="264550" cy="353222"/>
            <a:chOff x="903530" y="3806125"/>
            <a:chExt cx="264550" cy="353222"/>
          </a:xfrm>
        </p:grpSpPr>
        <p:sp>
          <p:nvSpPr>
            <p:cNvPr id="14369" name="Google Shape;14369;p74"/>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74"/>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74"/>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74"/>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3" name="Google Shape;14373;p74"/>
          <p:cNvGrpSpPr/>
          <p:nvPr/>
        </p:nvGrpSpPr>
        <p:grpSpPr>
          <a:xfrm>
            <a:off x="2611458" y="3816374"/>
            <a:ext cx="426329" cy="332375"/>
            <a:chOff x="2611458" y="3816374"/>
            <a:chExt cx="426329" cy="332375"/>
          </a:xfrm>
        </p:grpSpPr>
        <p:sp>
          <p:nvSpPr>
            <p:cNvPr id="14374" name="Google Shape;14374;p74"/>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74"/>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74"/>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74"/>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74"/>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74"/>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74"/>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74"/>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74"/>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74"/>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84" name="Google Shape;14384;p74"/>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85" name="Google Shape;14385;p74"/>
          <p:cNvGrpSpPr/>
          <p:nvPr/>
        </p:nvGrpSpPr>
        <p:grpSpPr>
          <a:xfrm>
            <a:off x="4019984" y="3805393"/>
            <a:ext cx="293704" cy="353954"/>
            <a:chOff x="4019984" y="3805393"/>
            <a:chExt cx="293704" cy="353954"/>
          </a:xfrm>
        </p:grpSpPr>
        <p:sp>
          <p:nvSpPr>
            <p:cNvPr id="14386" name="Google Shape;14386;p74"/>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74"/>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8" name="Google Shape;14388;p74"/>
          <p:cNvGrpSpPr/>
          <p:nvPr/>
        </p:nvGrpSpPr>
        <p:grpSpPr>
          <a:xfrm>
            <a:off x="8006505" y="3390044"/>
            <a:ext cx="323654" cy="303189"/>
            <a:chOff x="8006505" y="3390044"/>
            <a:chExt cx="323654" cy="303189"/>
          </a:xfrm>
        </p:grpSpPr>
        <p:sp>
          <p:nvSpPr>
            <p:cNvPr id="14389" name="Google Shape;14389;p74"/>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74"/>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74"/>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74"/>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74"/>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74"/>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5" name="Google Shape;14395;p74"/>
          <p:cNvGrpSpPr/>
          <p:nvPr/>
        </p:nvGrpSpPr>
        <p:grpSpPr>
          <a:xfrm>
            <a:off x="1299146" y="3806507"/>
            <a:ext cx="367990" cy="351312"/>
            <a:chOff x="1299146" y="3806507"/>
            <a:chExt cx="367990" cy="351312"/>
          </a:xfrm>
        </p:grpSpPr>
        <p:sp>
          <p:nvSpPr>
            <p:cNvPr id="14396" name="Google Shape;14396;p74"/>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74"/>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98" name="Google Shape;14398;p74"/>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99" name="Google Shape;14399;p74"/>
          <p:cNvGrpSpPr/>
          <p:nvPr/>
        </p:nvGrpSpPr>
        <p:grpSpPr>
          <a:xfrm>
            <a:off x="3095745" y="3805393"/>
            <a:ext cx="352840" cy="354717"/>
            <a:chOff x="3095745" y="3805393"/>
            <a:chExt cx="352840" cy="354717"/>
          </a:xfrm>
        </p:grpSpPr>
        <p:sp>
          <p:nvSpPr>
            <p:cNvPr id="14400" name="Google Shape;14400;p74"/>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74"/>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74"/>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74"/>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74"/>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74"/>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6" name="Google Shape;14406;p74"/>
          <p:cNvGrpSpPr/>
          <p:nvPr/>
        </p:nvGrpSpPr>
        <p:grpSpPr>
          <a:xfrm>
            <a:off x="7550258" y="3832670"/>
            <a:ext cx="371395" cy="301279"/>
            <a:chOff x="7550258" y="3832670"/>
            <a:chExt cx="371395" cy="301279"/>
          </a:xfrm>
        </p:grpSpPr>
        <p:sp>
          <p:nvSpPr>
            <p:cNvPr id="14407" name="Google Shape;14407;p74"/>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74"/>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74"/>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74"/>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74"/>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74"/>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74"/>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74"/>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74"/>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74"/>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74"/>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74"/>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74"/>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74"/>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74"/>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74"/>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74"/>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74"/>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25" name="Google Shape;14425;p74"/>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26" name="Google Shape;14426;p74"/>
          <p:cNvGrpSpPr/>
          <p:nvPr/>
        </p:nvGrpSpPr>
        <p:grpSpPr>
          <a:xfrm>
            <a:off x="6659725" y="3808035"/>
            <a:ext cx="367608" cy="350548"/>
            <a:chOff x="6659725" y="3808035"/>
            <a:chExt cx="367608" cy="350548"/>
          </a:xfrm>
        </p:grpSpPr>
        <p:sp>
          <p:nvSpPr>
            <p:cNvPr id="14427" name="Google Shape;14427;p74"/>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74"/>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9" name="Google Shape;14429;p74"/>
          <p:cNvGrpSpPr/>
          <p:nvPr/>
        </p:nvGrpSpPr>
        <p:grpSpPr>
          <a:xfrm>
            <a:off x="6219391" y="3816756"/>
            <a:ext cx="356627" cy="334252"/>
            <a:chOff x="6219391" y="3816756"/>
            <a:chExt cx="356627" cy="334252"/>
          </a:xfrm>
        </p:grpSpPr>
        <p:sp>
          <p:nvSpPr>
            <p:cNvPr id="14430" name="Google Shape;14430;p74"/>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74"/>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74"/>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74"/>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4" name="Google Shape;14434;p74"/>
          <p:cNvGrpSpPr/>
          <p:nvPr/>
        </p:nvGrpSpPr>
        <p:grpSpPr>
          <a:xfrm>
            <a:off x="5778676" y="3826972"/>
            <a:ext cx="349052" cy="313055"/>
            <a:chOff x="5778676" y="3826972"/>
            <a:chExt cx="349052" cy="313055"/>
          </a:xfrm>
        </p:grpSpPr>
        <p:sp>
          <p:nvSpPr>
            <p:cNvPr id="14435" name="Google Shape;14435;p74"/>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74"/>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74"/>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74"/>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74"/>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0" name="Google Shape;14440;p74"/>
          <p:cNvGrpSpPr/>
          <p:nvPr/>
        </p:nvGrpSpPr>
        <p:grpSpPr>
          <a:xfrm>
            <a:off x="5355784" y="3834547"/>
            <a:ext cx="299019" cy="297905"/>
            <a:chOff x="5355784" y="3834547"/>
            <a:chExt cx="299019" cy="297905"/>
          </a:xfrm>
        </p:grpSpPr>
        <p:sp>
          <p:nvSpPr>
            <p:cNvPr id="14441" name="Google Shape;14441;p74"/>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74"/>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74"/>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74"/>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5" name="Google Shape;14445;p74"/>
          <p:cNvGrpSpPr/>
          <p:nvPr/>
        </p:nvGrpSpPr>
        <p:grpSpPr>
          <a:xfrm>
            <a:off x="8036455" y="3807271"/>
            <a:ext cx="292176" cy="353985"/>
            <a:chOff x="8036455" y="3807271"/>
            <a:chExt cx="292176" cy="353985"/>
          </a:xfrm>
        </p:grpSpPr>
        <p:sp>
          <p:nvSpPr>
            <p:cNvPr id="14446" name="Google Shape;14446;p74"/>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74"/>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8" name="Google Shape;14448;p74"/>
          <p:cNvGrpSpPr/>
          <p:nvPr/>
        </p:nvGrpSpPr>
        <p:grpSpPr>
          <a:xfrm>
            <a:off x="4874902" y="3808799"/>
            <a:ext cx="345615" cy="350835"/>
            <a:chOff x="4874902" y="3808799"/>
            <a:chExt cx="345615" cy="350835"/>
          </a:xfrm>
        </p:grpSpPr>
        <p:sp>
          <p:nvSpPr>
            <p:cNvPr id="14449" name="Google Shape;14449;p74"/>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74"/>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74"/>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74"/>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74"/>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74"/>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74"/>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74"/>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74"/>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74"/>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74"/>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74"/>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74"/>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74"/>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74"/>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74"/>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74"/>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469" name="Shape 14469"/>
        <p:cNvGrpSpPr/>
        <p:nvPr/>
      </p:nvGrpSpPr>
      <p:grpSpPr>
        <a:xfrm>
          <a:off x="0" y="0"/>
          <a:ext cx="0" cy="0"/>
          <a:chOff x="0" y="0"/>
          <a:chExt cx="0" cy="0"/>
        </a:xfrm>
      </p:grpSpPr>
      <p:sp>
        <p:nvSpPr>
          <p:cNvPr id="14470" name="Google Shape;14470;p7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4471" name="Google Shape;14471;p7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4472" name="Google Shape;14472;p75"/>
          <p:cNvGrpSpPr/>
          <p:nvPr/>
        </p:nvGrpSpPr>
        <p:grpSpPr>
          <a:xfrm>
            <a:off x="2704005" y="4258781"/>
            <a:ext cx="342144" cy="362704"/>
            <a:chOff x="2704005" y="4258781"/>
            <a:chExt cx="342144" cy="362704"/>
          </a:xfrm>
        </p:grpSpPr>
        <p:sp>
          <p:nvSpPr>
            <p:cNvPr id="14473" name="Google Shape;14473;p75"/>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75"/>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75"/>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75"/>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75"/>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75"/>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75"/>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0" name="Google Shape;14480;p75"/>
          <p:cNvGrpSpPr/>
          <p:nvPr/>
        </p:nvGrpSpPr>
        <p:grpSpPr>
          <a:xfrm>
            <a:off x="2157462" y="4258496"/>
            <a:ext cx="347435" cy="363370"/>
            <a:chOff x="2157462" y="4258496"/>
            <a:chExt cx="347435" cy="363370"/>
          </a:xfrm>
        </p:grpSpPr>
        <p:sp>
          <p:nvSpPr>
            <p:cNvPr id="14481" name="Google Shape;14481;p75"/>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75"/>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75"/>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4" name="Google Shape;14484;p75"/>
          <p:cNvGrpSpPr/>
          <p:nvPr/>
        </p:nvGrpSpPr>
        <p:grpSpPr>
          <a:xfrm>
            <a:off x="4010963" y="3763781"/>
            <a:ext cx="343665" cy="363211"/>
            <a:chOff x="4010963" y="3763781"/>
            <a:chExt cx="343665" cy="363211"/>
          </a:xfrm>
        </p:grpSpPr>
        <p:sp>
          <p:nvSpPr>
            <p:cNvPr id="14485" name="Google Shape;14485;p75"/>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75"/>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75"/>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75"/>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75"/>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0" name="Google Shape;14490;p75"/>
          <p:cNvGrpSpPr/>
          <p:nvPr/>
        </p:nvGrpSpPr>
        <p:grpSpPr>
          <a:xfrm>
            <a:off x="2214042" y="3810509"/>
            <a:ext cx="368153" cy="311193"/>
            <a:chOff x="2214042" y="3810509"/>
            <a:chExt cx="368153" cy="311193"/>
          </a:xfrm>
        </p:grpSpPr>
        <p:sp>
          <p:nvSpPr>
            <p:cNvPr id="14491" name="Google Shape;14491;p75"/>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75"/>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3" name="Google Shape;14493;p75"/>
          <p:cNvGrpSpPr/>
          <p:nvPr/>
        </p:nvGrpSpPr>
        <p:grpSpPr>
          <a:xfrm>
            <a:off x="1768938" y="3782219"/>
            <a:ext cx="367805" cy="367773"/>
            <a:chOff x="1768938" y="3782219"/>
            <a:chExt cx="367805" cy="367773"/>
          </a:xfrm>
        </p:grpSpPr>
        <p:sp>
          <p:nvSpPr>
            <p:cNvPr id="14494" name="Google Shape;14494;p75"/>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75"/>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75"/>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75"/>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75"/>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9" name="Google Shape;14499;p75"/>
          <p:cNvGrpSpPr/>
          <p:nvPr/>
        </p:nvGrpSpPr>
        <p:grpSpPr>
          <a:xfrm>
            <a:off x="2681385" y="3798439"/>
            <a:ext cx="325544" cy="327413"/>
            <a:chOff x="2681385" y="3798439"/>
            <a:chExt cx="325544" cy="327413"/>
          </a:xfrm>
        </p:grpSpPr>
        <p:sp>
          <p:nvSpPr>
            <p:cNvPr id="14500" name="Google Shape;14500;p75"/>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75"/>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75"/>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75"/>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75"/>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75"/>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75"/>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7" name="Google Shape;14507;p75"/>
          <p:cNvGrpSpPr/>
          <p:nvPr/>
        </p:nvGrpSpPr>
        <p:grpSpPr>
          <a:xfrm>
            <a:off x="6243928" y="4263502"/>
            <a:ext cx="274254" cy="350824"/>
            <a:chOff x="6243928" y="4263502"/>
            <a:chExt cx="274254" cy="350824"/>
          </a:xfrm>
        </p:grpSpPr>
        <p:sp>
          <p:nvSpPr>
            <p:cNvPr id="14508" name="Google Shape;14508;p75"/>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75"/>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75"/>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75"/>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75"/>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75"/>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75"/>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75"/>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6" name="Google Shape;14516;p75"/>
          <p:cNvGrpSpPr/>
          <p:nvPr/>
        </p:nvGrpSpPr>
        <p:grpSpPr>
          <a:xfrm>
            <a:off x="3560600" y="3763338"/>
            <a:ext cx="352345" cy="363655"/>
            <a:chOff x="3560600" y="3763338"/>
            <a:chExt cx="352345" cy="363655"/>
          </a:xfrm>
        </p:grpSpPr>
        <p:sp>
          <p:nvSpPr>
            <p:cNvPr id="14517" name="Google Shape;14517;p75"/>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75"/>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75"/>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0" name="Google Shape;14520;p75"/>
          <p:cNvGrpSpPr/>
          <p:nvPr/>
        </p:nvGrpSpPr>
        <p:grpSpPr>
          <a:xfrm>
            <a:off x="5790556" y="4261252"/>
            <a:ext cx="279513" cy="356083"/>
            <a:chOff x="5790556" y="4261252"/>
            <a:chExt cx="279513" cy="356083"/>
          </a:xfrm>
        </p:grpSpPr>
        <p:sp>
          <p:nvSpPr>
            <p:cNvPr id="14521" name="Google Shape;14521;p75"/>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75"/>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75"/>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75"/>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75"/>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75"/>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75"/>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8" name="Google Shape;14528;p75"/>
          <p:cNvGrpSpPr/>
          <p:nvPr/>
        </p:nvGrpSpPr>
        <p:grpSpPr>
          <a:xfrm>
            <a:off x="5341333" y="4261252"/>
            <a:ext cx="278752" cy="356463"/>
            <a:chOff x="5341333" y="4261252"/>
            <a:chExt cx="278752" cy="356463"/>
          </a:xfrm>
        </p:grpSpPr>
        <p:sp>
          <p:nvSpPr>
            <p:cNvPr id="14529" name="Google Shape;14529;p75"/>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75"/>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75"/>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75"/>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75"/>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75"/>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75"/>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36" name="Google Shape;14536;p75"/>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37" name="Google Shape;14537;p75"/>
          <p:cNvGrpSpPr/>
          <p:nvPr/>
        </p:nvGrpSpPr>
        <p:grpSpPr>
          <a:xfrm>
            <a:off x="3103646" y="3766076"/>
            <a:ext cx="360233" cy="362451"/>
            <a:chOff x="3107608" y="3763401"/>
            <a:chExt cx="360233" cy="362451"/>
          </a:xfrm>
        </p:grpSpPr>
        <p:sp>
          <p:nvSpPr>
            <p:cNvPr id="14538" name="Google Shape;14538;p75"/>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75"/>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75"/>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1" name="Google Shape;14541;p75"/>
          <p:cNvGrpSpPr/>
          <p:nvPr/>
        </p:nvGrpSpPr>
        <p:grpSpPr>
          <a:xfrm>
            <a:off x="889343" y="3801227"/>
            <a:ext cx="351585" cy="339705"/>
            <a:chOff x="889343" y="3801227"/>
            <a:chExt cx="351585" cy="339705"/>
          </a:xfrm>
        </p:grpSpPr>
        <p:sp>
          <p:nvSpPr>
            <p:cNvPr id="14542" name="Google Shape;14542;p75"/>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75"/>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75"/>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75"/>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75"/>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7" name="Google Shape;14547;p75"/>
          <p:cNvGrpSpPr/>
          <p:nvPr/>
        </p:nvGrpSpPr>
        <p:grpSpPr>
          <a:xfrm>
            <a:off x="4896609" y="4260872"/>
            <a:ext cx="278784" cy="355323"/>
            <a:chOff x="4896609" y="4260872"/>
            <a:chExt cx="278784" cy="355323"/>
          </a:xfrm>
        </p:grpSpPr>
        <p:sp>
          <p:nvSpPr>
            <p:cNvPr id="14548" name="Google Shape;14548;p75"/>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75"/>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75"/>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75"/>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75"/>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75"/>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4" name="Google Shape;14554;p75"/>
          <p:cNvGrpSpPr/>
          <p:nvPr/>
        </p:nvGrpSpPr>
        <p:grpSpPr>
          <a:xfrm>
            <a:off x="7598438" y="4266131"/>
            <a:ext cx="260283" cy="345914"/>
            <a:chOff x="7598438" y="4266131"/>
            <a:chExt cx="260283" cy="345914"/>
          </a:xfrm>
        </p:grpSpPr>
        <p:sp>
          <p:nvSpPr>
            <p:cNvPr id="14555" name="Google Shape;14555;p75"/>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75"/>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75"/>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75"/>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75"/>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75"/>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75"/>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2" name="Google Shape;14562;p75"/>
          <p:cNvGrpSpPr/>
          <p:nvPr/>
        </p:nvGrpSpPr>
        <p:grpSpPr>
          <a:xfrm>
            <a:off x="1767069" y="3360146"/>
            <a:ext cx="286324" cy="348163"/>
            <a:chOff x="1767069" y="3360146"/>
            <a:chExt cx="286324" cy="348163"/>
          </a:xfrm>
        </p:grpSpPr>
        <p:sp>
          <p:nvSpPr>
            <p:cNvPr id="14563" name="Google Shape;14563;p75"/>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75"/>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75"/>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75"/>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75"/>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75"/>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75"/>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0" name="Google Shape;14570;p75"/>
          <p:cNvGrpSpPr/>
          <p:nvPr/>
        </p:nvGrpSpPr>
        <p:grpSpPr>
          <a:xfrm>
            <a:off x="7149944" y="4266131"/>
            <a:ext cx="260283" cy="345914"/>
            <a:chOff x="7149944" y="4266131"/>
            <a:chExt cx="260283" cy="345914"/>
          </a:xfrm>
        </p:grpSpPr>
        <p:sp>
          <p:nvSpPr>
            <p:cNvPr id="14571" name="Google Shape;14571;p75"/>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75"/>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75"/>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75"/>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75"/>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75"/>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7" name="Google Shape;14577;p75"/>
          <p:cNvGrpSpPr/>
          <p:nvPr/>
        </p:nvGrpSpPr>
        <p:grpSpPr>
          <a:xfrm>
            <a:off x="6695051" y="4259351"/>
            <a:ext cx="270104" cy="360233"/>
            <a:chOff x="6695051" y="4259351"/>
            <a:chExt cx="270104" cy="360233"/>
          </a:xfrm>
        </p:grpSpPr>
        <p:sp>
          <p:nvSpPr>
            <p:cNvPr id="14578" name="Google Shape;14578;p75"/>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75"/>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75"/>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75"/>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2" name="Google Shape;14582;p75"/>
          <p:cNvGrpSpPr/>
          <p:nvPr/>
        </p:nvGrpSpPr>
        <p:grpSpPr>
          <a:xfrm>
            <a:off x="8047661" y="4257451"/>
            <a:ext cx="277263" cy="362514"/>
            <a:chOff x="8047661" y="4257451"/>
            <a:chExt cx="277263" cy="362514"/>
          </a:xfrm>
        </p:grpSpPr>
        <p:sp>
          <p:nvSpPr>
            <p:cNvPr id="14583" name="Google Shape;14583;p75"/>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75"/>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75"/>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75"/>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7" name="Google Shape;14587;p75"/>
          <p:cNvGrpSpPr/>
          <p:nvPr/>
        </p:nvGrpSpPr>
        <p:grpSpPr>
          <a:xfrm>
            <a:off x="6248078" y="3784468"/>
            <a:ext cx="277263" cy="356115"/>
            <a:chOff x="6248078" y="3784468"/>
            <a:chExt cx="277263" cy="356115"/>
          </a:xfrm>
        </p:grpSpPr>
        <p:sp>
          <p:nvSpPr>
            <p:cNvPr id="14588" name="Google Shape;14588;p75"/>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75"/>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75"/>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75"/>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75"/>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3" name="Google Shape;14593;p75"/>
          <p:cNvGrpSpPr/>
          <p:nvPr/>
        </p:nvGrpSpPr>
        <p:grpSpPr>
          <a:xfrm>
            <a:off x="5800725" y="3785989"/>
            <a:ext cx="277644" cy="354594"/>
            <a:chOff x="5800725" y="3785989"/>
            <a:chExt cx="277644" cy="354594"/>
          </a:xfrm>
        </p:grpSpPr>
        <p:sp>
          <p:nvSpPr>
            <p:cNvPr id="14594" name="Google Shape;14594;p75"/>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75"/>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75"/>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75"/>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75"/>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75"/>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75"/>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1" name="Google Shape;14601;p75"/>
          <p:cNvGrpSpPr/>
          <p:nvPr/>
        </p:nvGrpSpPr>
        <p:grpSpPr>
          <a:xfrm>
            <a:off x="2206122" y="3360748"/>
            <a:ext cx="308183" cy="347561"/>
            <a:chOff x="2206122" y="3360748"/>
            <a:chExt cx="308183" cy="347561"/>
          </a:xfrm>
        </p:grpSpPr>
        <p:sp>
          <p:nvSpPr>
            <p:cNvPr id="14602" name="Google Shape;14602;p75"/>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75"/>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75"/>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75"/>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75"/>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7" name="Google Shape;14607;p75"/>
          <p:cNvGrpSpPr/>
          <p:nvPr/>
        </p:nvGrpSpPr>
        <p:grpSpPr>
          <a:xfrm>
            <a:off x="5353403" y="3785609"/>
            <a:ext cx="277992" cy="354974"/>
            <a:chOff x="5353403" y="3785609"/>
            <a:chExt cx="277992" cy="354974"/>
          </a:xfrm>
        </p:grpSpPr>
        <p:sp>
          <p:nvSpPr>
            <p:cNvPr id="14608" name="Google Shape;14608;p75"/>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75"/>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75"/>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75"/>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75"/>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75"/>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4" name="Google Shape;14614;p75"/>
          <p:cNvGrpSpPr/>
          <p:nvPr/>
        </p:nvGrpSpPr>
        <p:grpSpPr>
          <a:xfrm>
            <a:off x="4896229" y="3785989"/>
            <a:ext cx="278784" cy="354594"/>
            <a:chOff x="4896229" y="3785989"/>
            <a:chExt cx="278784" cy="354594"/>
          </a:xfrm>
        </p:grpSpPr>
        <p:sp>
          <p:nvSpPr>
            <p:cNvPr id="14615" name="Google Shape;14615;p75"/>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75"/>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75"/>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75"/>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75"/>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75"/>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1" name="Google Shape;14621;p75"/>
          <p:cNvGrpSpPr/>
          <p:nvPr/>
        </p:nvGrpSpPr>
        <p:grpSpPr>
          <a:xfrm>
            <a:off x="7592387" y="3787858"/>
            <a:ext cx="273874" cy="351204"/>
            <a:chOff x="7592387" y="3787858"/>
            <a:chExt cx="273874" cy="351204"/>
          </a:xfrm>
        </p:grpSpPr>
        <p:sp>
          <p:nvSpPr>
            <p:cNvPr id="14622" name="Google Shape;14622;p75"/>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75"/>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75"/>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75"/>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6" name="Google Shape;14626;p75"/>
          <p:cNvGrpSpPr/>
          <p:nvPr/>
        </p:nvGrpSpPr>
        <p:grpSpPr>
          <a:xfrm>
            <a:off x="7145794" y="3787858"/>
            <a:ext cx="274254" cy="350444"/>
            <a:chOff x="7145794" y="3787858"/>
            <a:chExt cx="274254" cy="350444"/>
          </a:xfrm>
        </p:grpSpPr>
        <p:sp>
          <p:nvSpPr>
            <p:cNvPr id="14627" name="Google Shape;14627;p75"/>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75"/>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75"/>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75"/>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75"/>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75"/>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3" name="Google Shape;14633;p75"/>
          <p:cNvGrpSpPr/>
          <p:nvPr/>
        </p:nvGrpSpPr>
        <p:grpSpPr>
          <a:xfrm>
            <a:off x="8054060" y="3787098"/>
            <a:ext cx="266334" cy="353834"/>
            <a:chOff x="8054060" y="3787098"/>
            <a:chExt cx="266334" cy="353834"/>
          </a:xfrm>
        </p:grpSpPr>
        <p:sp>
          <p:nvSpPr>
            <p:cNvPr id="14634" name="Google Shape;14634;p75"/>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75"/>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75"/>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75"/>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8" name="Google Shape;14638;p75"/>
          <p:cNvGrpSpPr/>
          <p:nvPr/>
        </p:nvGrpSpPr>
        <p:grpSpPr>
          <a:xfrm>
            <a:off x="6702211" y="3782599"/>
            <a:ext cx="270104" cy="361754"/>
            <a:chOff x="6702211" y="3782599"/>
            <a:chExt cx="270104" cy="361754"/>
          </a:xfrm>
        </p:grpSpPr>
        <p:sp>
          <p:nvSpPr>
            <p:cNvPr id="14639" name="Google Shape;14639;p75"/>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75"/>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75"/>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75"/>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75"/>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4" name="Google Shape;14644;p75"/>
          <p:cNvGrpSpPr/>
          <p:nvPr/>
        </p:nvGrpSpPr>
        <p:grpSpPr>
          <a:xfrm>
            <a:off x="3516886" y="3438727"/>
            <a:ext cx="391854" cy="269922"/>
            <a:chOff x="3516850" y="3406526"/>
            <a:chExt cx="369674" cy="254644"/>
          </a:xfrm>
        </p:grpSpPr>
        <p:sp>
          <p:nvSpPr>
            <p:cNvPr id="14645" name="Google Shape;14645;p75"/>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75"/>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75"/>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75"/>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9" name="Google Shape;14649;p75"/>
          <p:cNvGrpSpPr/>
          <p:nvPr/>
        </p:nvGrpSpPr>
        <p:grpSpPr>
          <a:xfrm>
            <a:off x="1310655" y="3360527"/>
            <a:ext cx="306314" cy="347403"/>
            <a:chOff x="1310655" y="3360527"/>
            <a:chExt cx="306314" cy="347403"/>
          </a:xfrm>
        </p:grpSpPr>
        <p:sp>
          <p:nvSpPr>
            <p:cNvPr id="14650" name="Google Shape;14650;p75"/>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75"/>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75"/>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75"/>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75"/>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5" name="Google Shape;14655;p75"/>
          <p:cNvGrpSpPr/>
          <p:nvPr/>
        </p:nvGrpSpPr>
        <p:grpSpPr>
          <a:xfrm>
            <a:off x="3119678" y="3360146"/>
            <a:ext cx="269343" cy="348543"/>
            <a:chOff x="3119678" y="3360146"/>
            <a:chExt cx="269343" cy="348543"/>
          </a:xfrm>
        </p:grpSpPr>
        <p:sp>
          <p:nvSpPr>
            <p:cNvPr id="14656" name="Google Shape;14656;p75"/>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75"/>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75"/>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75"/>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75"/>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75"/>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75"/>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3" name="Google Shape;14663;p75"/>
          <p:cNvGrpSpPr/>
          <p:nvPr/>
        </p:nvGrpSpPr>
        <p:grpSpPr>
          <a:xfrm>
            <a:off x="3967213" y="3356947"/>
            <a:ext cx="368185" cy="354753"/>
            <a:chOff x="3967213" y="3356947"/>
            <a:chExt cx="368185" cy="354753"/>
          </a:xfrm>
        </p:grpSpPr>
        <p:sp>
          <p:nvSpPr>
            <p:cNvPr id="14664" name="Google Shape;14664;p75"/>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75"/>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75"/>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75"/>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75"/>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9" name="Google Shape;14669;p75"/>
          <p:cNvGrpSpPr/>
          <p:nvPr/>
        </p:nvGrpSpPr>
        <p:grpSpPr>
          <a:xfrm>
            <a:off x="871254" y="3360146"/>
            <a:ext cx="285183" cy="347023"/>
            <a:chOff x="871254" y="3360146"/>
            <a:chExt cx="285183" cy="347023"/>
          </a:xfrm>
        </p:grpSpPr>
        <p:sp>
          <p:nvSpPr>
            <p:cNvPr id="14670" name="Google Shape;14670;p75"/>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75"/>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75"/>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75"/>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4" name="Google Shape;14674;p75"/>
          <p:cNvGrpSpPr/>
          <p:nvPr/>
        </p:nvGrpSpPr>
        <p:grpSpPr>
          <a:xfrm>
            <a:off x="2665165" y="3360146"/>
            <a:ext cx="281794" cy="349684"/>
            <a:chOff x="2665165" y="3360146"/>
            <a:chExt cx="281794" cy="349684"/>
          </a:xfrm>
        </p:grpSpPr>
        <p:sp>
          <p:nvSpPr>
            <p:cNvPr id="14675" name="Google Shape;14675;p75"/>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75"/>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75"/>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75"/>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75"/>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0" name="Google Shape;14680;p75"/>
          <p:cNvGrpSpPr/>
          <p:nvPr/>
        </p:nvGrpSpPr>
        <p:grpSpPr>
          <a:xfrm>
            <a:off x="7156344" y="3347696"/>
            <a:ext cx="264465" cy="353074"/>
            <a:chOff x="7156344" y="3347696"/>
            <a:chExt cx="264465" cy="353074"/>
          </a:xfrm>
        </p:grpSpPr>
        <p:sp>
          <p:nvSpPr>
            <p:cNvPr id="14681" name="Google Shape;14681;p75"/>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75"/>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75"/>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75"/>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75"/>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6" name="Google Shape;14686;p75"/>
          <p:cNvGrpSpPr/>
          <p:nvPr/>
        </p:nvGrpSpPr>
        <p:grpSpPr>
          <a:xfrm>
            <a:off x="6703732" y="3346936"/>
            <a:ext cx="264813" cy="352693"/>
            <a:chOff x="6703732" y="3346936"/>
            <a:chExt cx="264813" cy="352693"/>
          </a:xfrm>
        </p:grpSpPr>
        <p:sp>
          <p:nvSpPr>
            <p:cNvPr id="14687" name="Google Shape;14687;p75"/>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75"/>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75"/>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75"/>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75"/>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2" name="Google Shape;14692;p75"/>
          <p:cNvGrpSpPr/>
          <p:nvPr/>
        </p:nvGrpSpPr>
        <p:grpSpPr>
          <a:xfrm>
            <a:off x="6252228" y="3346936"/>
            <a:ext cx="265193" cy="352693"/>
            <a:chOff x="6252228" y="3346936"/>
            <a:chExt cx="265193" cy="352693"/>
          </a:xfrm>
        </p:grpSpPr>
        <p:sp>
          <p:nvSpPr>
            <p:cNvPr id="14693" name="Google Shape;14693;p75"/>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75"/>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75"/>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6" name="Google Shape;14696;p75"/>
          <p:cNvGrpSpPr/>
          <p:nvPr/>
        </p:nvGrpSpPr>
        <p:grpSpPr>
          <a:xfrm>
            <a:off x="5801105" y="3347696"/>
            <a:ext cx="264813" cy="351933"/>
            <a:chOff x="5801105" y="3347696"/>
            <a:chExt cx="264813" cy="351933"/>
          </a:xfrm>
        </p:grpSpPr>
        <p:sp>
          <p:nvSpPr>
            <p:cNvPr id="14697" name="Google Shape;14697;p75"/>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75"/>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75"/>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75"/>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1" name="Google Shape;14701;p75"/>
          <p:cNvGrpSpPr/>
          <p:nvPr/>
        </p:nvGrpSpPr>
        <p:grpSpPr>
          <a:xfrm>
            <a:off x="5349253" y="3346936"/>
            <a:ext cx="265922" cy="352693"/>
            <a:chOff x="5349253" y="3346936"/>
            <a:chExt cx="265922" cy="352693"/>
          </a:xfrm>
        </p:grpSpPr>
        <p:sp>
          <p:nvSpPr>
            <p:cNvPr id="14702" name="Google Shape;14702;p75"/>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75"/>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75"/>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75"/>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75"/>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75"/>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8" name="Google Shape;14708;p75"/>
          <p:cNvGrpSpPr/>
          <p:nvPr/>
        </p:nvGrpSpPr>
        <p:grpSpPr>
          <a:xfrm>
            <a:off x="4907159" y="3346936"/>
            <a:ext cx="264845" cy="354214"/>
            <a:chOff x="4907159" y="3346936"/>
            <a:chExt cx="264845" cy="354214"/>
          </a:xfrm>
        </p:grpSpPr>
        <p:sp>
          <p:nvSpPr>
            <p:cNvPr id="14709" name="Google Shape;14709;p75"/>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75"/>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1" name="Google Shape;14711;p75"/>
          <p:cNvGrpSpPr/>
          <p:nvPr/>
        </p:nvGrpSpPr>
        <p:grpSpPr>
          <a:xfrm>
            <a:off x="8048421" y="3334486"/>
            <a:ext cx="276503" cy="369674"/>
            <a:chOff x="8048421" y="3334486"/>
            <a:chExt cx="276503" cy="369674"/>
          </a:xfrm>
        </p:grpSpPr>
        <p:sp>
          <p:nvSpPr>
            <p:cNvPr id="14712" name="Google Shape;14712;p75"/>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75"/>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75"/>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75"/>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75"/>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75"/>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8" name="Google Shape;14718;p75"/>
          <p:cNvGrpSpPr/>
          <p:nvPr/>
        </p:nvGrpSpPr>
        <p:grpSpPr>
          <a:xfrm>
            <a:off x="7575787" y="3329955"/>
            <a:ext cx="295384" cy="376834"/>
            <a:chOff x="7575787" y="3329955"/>
            <a:chExt cx="295384" cy="376834"/>
          </a:xfrm>
        </p:grpSpPr>
        <p:sp>
          <p:nvSpPr>
            <p:cNvPr id="14719" name="Google Shape;14719;p75"/>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75"/>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75"/>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75"/>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75"/>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75"/>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5" name="Google Shape;14725;p75"/>
          <p:cNvGrpSpPr/>
          <p:nvPr/>
        </p:nvGrpSpPr>
        <p:grpSpPr>
          <a:xfrm>
            <a:off x="864062" y="2884503"/>
            <a:ext cx="264084" cy="347783"/>
            <a:chOff x="864062" y="2884503"/>
            <a:chExt cx="264084" cy="347783"/>
          </a:xfrm>
        </p:grpSpPr>
        <p:sp>
          <p:nvSpPr>
            <p:cNvPr id="14726" name="Google Shape;14726;p75"/>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75"/>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75"/>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75"/>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75"/>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75"/>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75"/>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75"/>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75"/>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75"/>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6" name="Google Shape;14736;p75"/>
          <p:cNvGrpSpPr/>
          <p:nvPr/>
        </p:nvGrpSpPr>
        <p:grpSpPr>
          <a:xfrm>
            <a:off x="3978523" y="2884661"/>
            <a:ext cx="348955" cy="346516"/>
            <a:chOff x="3978523" y="2884661"/>
            <a:chExt cx="348955" cy="346516"/>
          </a:xfrm>
        </p:grpSpPr>
        <p:sp>
          <p:nvSpPr>
            <p:cNvPr id="14737" name="Google Shape;14737;p75"/>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75"/>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75"/>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75"/>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75"/>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75"/>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75"/>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75"/>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5" name="Google Shape;14745;p75"/>
          <p:cNvGrpSpPr/>
          <p:nvPr/>
        </p:nvGrpSpPr>
        <p:grpSpPr>
          <a:xfrm>
            <a:off x="3527780" y="2885263"/>
            <a:ext cx="347435" cy="345534"/>
            <a:chOff x="3527780" y="2885263"/>
            <a:chExt cx="347435" cy="345534"/>
          </a:xfrm>
        </p:grpSpPr>
        <p:sp>
          <p:nvSpPr>
            <p:cNvPr id="14746" name="Google Shape;14746;p75"/>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75"/>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75"/>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75"/>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75"/>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75"/>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75"/>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75"/>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75"/>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75"/>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75"/>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75"/>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75"/>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75"/>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75"/>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75"/>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75"/>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75"/>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75"/>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75"/>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75"/>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75"/>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75"/>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9" name="Google Shape;14769;p75"/>
          <p:cNvGrpSpPr/>
          <p:nvPr/>
        </p:nvGrpSpPr>
        <p:grpSpPr>
          <a:xfrm>
            <a:off x="2239671" y="2884503"/>
            <a:ext cx="218053" cy="348543"/>
            <a:chOff x="2239671" y="2884503"/>
            <a:chExt cx="218053" cy="348543"/>
          </a:xfrm>
        </p:grpSpPr>
        <p:sp>
          <p:nvSpPr>
            <p:cNvPr id="14770" name="Google Shape;14770;p75"/>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75"/>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75"/>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75"/>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75"/>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5" name="Google Shape;14775;p75"/>
          <p:cNvGrpSpPr/>
          <p:nvPr/>
        </p:nvGrpSpPr>
        <p:grpSpPr>
          <a:xfrm>
            <a:off x="2691555" y="2884503"/>
            <a:ext cx="215044" cy="348924"/>
            <a:chOff x="2691555" y="2884503"/>
            <a:chExt cx="215044" cy="348924"/>
          </a:xfrm>
        </p:grpSpPr>
        <p:sp>
          <p:nvSpPr>
            <p:cNvPr id="14776" name="Google Shape;14776;p75"/>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75"/>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75"/>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9" name="Google Shape;14779;p75"/>
          <p:cNvGrpSpPr/>
          <p:nvPr/>
        </p:nvGrpSpPr>
        <p:grpSpPr>
          <a:xfrm>
            <a:off x="1770459" y="2884503"/>
            <a:ext cx="254644" cy="348828"/>
            <a:chOff x="1770459" y="2884503"/>
            <a:chExt cx="254644" cy="348828"/>
          </a:xfrm>
        </p:grpSpPr>
        <p:sp>
          <p:nvSpPr>
            <p:cNvPr id="14780" name="Google Shape;14780;p75"/>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75"/>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75"/>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75"/>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75"/>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75"/>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75"/>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75"/>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8" name="Google Shape;14788;p75"/>
          <p:cNvGrpSpPr/>
          <p:nvPr/>
        </p:nvGrpSpPr>
        <p:grpSpPr>
          <a:xfrm>
            <a:off x="1317466" y="2884883"/>
            <a:ext cx="258382" cy="348543"/>
            <a:chOff x="1317466" y="2884883"/>
            <a:chExt cx="258382" cy="348543"/>
          </a:xfrm>
        </p:grpSpPr>
        <p:sp>
          <p:nvSpPr>
            <p:cNvPr id="14789" name="Google Shape;14789;p75"/>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75"/>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75"/>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75"/>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75"/>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75"/>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75"/>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75"/>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7" name="Google Shape;14797;p75"/>
          <p:cNvGrpSpPr/>
          <p:nvPr/>
        </p:nvGrpSpPr>
        <p:grpSpPr>
          <a:xfrm>
            <a:off x="3121167" y="2884883"/>
            <a:ext cx="258414" cy="348543"/>
            <a:chOff x="3121167" y="2884883"/>
            <a:chExt cx="258414" cy="348543"/>
          </a:xfrm>
        </p:grpSpPr>
        <p:sp>
          <p:nvSpPr>
            <p:cNvPr id="14798" name="Google Shape;14798;p75"/>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75"/>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75"/>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75"/>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75"/>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75"/>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75"/>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75"/>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6" name="Google Shape;14806;p75"/>
          <p:cNvGrpSpPr/>
          <p:nvPr/>
        </p:nvGrpSpPr>
        <p:grpSpPr>
          <a:xfrm>
            <a:off x="4899999" y="2882095"/>
            <a:ext cx="271244" cy="346801"/>
            <a:chOff x="4899999" y="2882095"/>
            <a:chExt cx="271244" cy="346801"/>
          </a:xfrm>
        </p:grpSpPr>
        <p:sp>
          <p:nvSpPr>
            <p:cNvPr id="14807" name="Google Shape;14807;p75"/>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75"/>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75"/>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75"/>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75"/>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75"/>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75"/>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75"/>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75"/>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75"/>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7" name="Google Shape;14817;p75"/>
          <p:cNvGrpSpPr/>
          <p:nvPr/>
        </p:nvGrpSpPr>
        <p:grpSpPr>
          <a:xfrm>
            <a:off x="7162775" y="2881113"/>
            <a:ext cx="259523" cy="346294"/>
            <a:chOff x="7162775" y="2881113"/>
            <a:chExt cx="259523" cy="346294"/>
          </a:xfrm>
        </p:grpSpPr>
        <p:sp>
          <p:nvSpPr>
            <p:cNvPr id="14818" name="Google Shape;14818;p75"/>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75"/>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75"/>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75"/>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75"/>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75"/>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4" name="Google Shape;14824;p75"/>
          <p:cNvGrpSpPr/>
          <p:nvPr/>
        </p:nvGrpSpPr>
        <p:grpSpPr>
          <a:xfrm>
            <a:off x="6709751" y="2881842"/>
            <a:ext cx="261075" cy="347815"/>
            <a:chOff x="6709751" y="2881842"/>
            <a:chExt cx="261075" cy="347815"/>
          </a:xfrm>
        </p:grpSpPr>
        <p:sp>
          <p:nvSpPr>
            <p:cNvPr id="14825" name="Google Shape;14825;p75"/>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75"/>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75"/>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75"/>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75"/>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75"/>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1" name="Google Shape;14831;p75"/>
          <p:cNvGrpSpPr/>
          <p:nvPr/>
        </p:nvGrpSpPr>
        <p:grpSpPr>
          <a:xfrm>
            <a:off x="5807156" y="2881113"/>
            <a:ext cx="261043" cy="348163"/>
            <a:chOff x="5807156" y="2881113"/>
            <a:chExt cx="261043" cy="348163"/>
          </a:xfrm>
        </p:grpSpPr>
        <p:sp>
          <p:nvSpPr>
            <p:cNvPr id="14832" name="Google Shape;14832;p75"/>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75"/>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75"/>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75"/>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75"/>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7" name="Google Shape;14837;p75"/>
          <p:cNvGrpSpPr/>
          <p:nvPr/>
        </p:nvGrpSpPr>
        <p:grpSpPr>
          <a:xfrm>
            <a:off x="5355653" y="2881493"/>
            <a:ext cx="262184" cy="346643"/>
            <a:chOff x="5355653" y="2881493"/>
            <a:chExt cx="262184" cy="346643"/>
          </a:xfrm>
        </p:grpSpPr>
        <p:sp>
          <p:nvSpPr>
            <p:cNvPr id="14838" name="Google Shape;14838;p75"/>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75"/>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75"/>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75"/>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75"/>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3" name="Google Shape;14843;p75"/>
          <p:cNvGrpSpPr/>
          <p:nvPr/>
        </p:nvGrpSpPr>
        <p:grpSpPr>
          <a:xfrm>
            <a:off x="8055961" y="2881842"/>
            <a:ext cx="260283" cy="345914"/>
            <a:chOff x="8055961" y="2881842"/>
            <a:chExt cx="260283" cy="345914"/>
          </a:xfrm>
        </p:grpSpPr>
        <p:sp>
          <p:nvSpPr>
            <p:cNvPr id="14844" name="Google Shape;14844;p75"/>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75"/>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75"/>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75"/>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8" name="Google Shape;14848;p75"/>
          <p:cNvGrpSpPr/>
          <p:nvPr/>
        </p:nvGrpSpPr>
        <p:grpSpPr>
          <a:xfrm>
            <a:off x="7609368" y="2893912"/>
            <a:ext cx="264813" cy="353105"/>
            <a:chOff x="7609368" y="2893912"/>
            <a:chExt cx="264813" cy="353105"/>
          </a:xfrm>
        </p:grpSpPr>
        <p:sp>
          <p:nvSpPr>
            <p:cNvPr id="14849" name="Google Shape;14849;p75"/>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75"/>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75"/>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75"/>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75"/>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75"/>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5" name="Google Shape;14855;p75"/>
          <p:cNvGrpSpPr/>
          <p:nvPr/>
        </p:nvGrpSpPr>
        <p:grpSpPr>
          <a:xfrm>
            <a:off x="6248458" y="2869772"/>
            <a:ext cx="270864" cy="360645"/>
            <a:chOff x="6248458" y="2869772"/>
            <a:chExt cx="270864" cy="360645"/>
          </a:xfrm>
        </p:grpSpPr>
        <p:sp>
          <p:nvSpPr>
            <p:cNvPr id="14856" name="Google Shape;14856;p75"/>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75"/>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75"/>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75"/>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75"/>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1" name="Google Shape;14861;p75"/>
          <p:cNvGrpSpPr/>
          <p:nvPr/>
        </p:nvGrpSpPr>
        <p:grpSpPr>
          <a:xfrm>
            <a:off x="3075928" y="2445798"/>
            <a:ext cx="363243" cy="300675"/>
            <a:chOff x="3075928" y="2445798"/>
            <a:chExt cx="363243" cy="300675"/>
          </a:xfrm>
        </p:grpSpPr>
        <p:sp>
          <p:nvSpPr>
            <p:cNvPr id="14862" name="Google Shape;14862;p75"/>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75"/>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75"/>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75"/>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75"/>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75"/>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75"/>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75"/>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75"/>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75"/>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75"/>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3" name="Google Shape;14873;p75"/>
          <p:cNvGrpSpPr/>
          <p:nvPr/>
        </p:nvGrpSpPr>
        <p:grpSpPr>
          <a:xfrm>
            <a:off x="2633105" y="2431859"/>
            <a:ext cx="363243" cy="328585"/>
            <a:chOff x="2633105" y="2431859"/>
            <a:chExt cx="363243" cy="328585"/>
          </a:xfrm>
        </p:grpSpPr>
        <p:sp>
          <p:nvSpPr>
            <p:cNvPr id="14874" name="Google Shape;14874;p75"/>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75"/>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75"/>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75"/>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75"/>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75"/>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75"/>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75"/>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2" name="Google Shape;14882;p75"/>
          <p:cNvGrpSpPr/>
          <p:nvPr/>
        </p:nvGrpSpPr>
        <p:grpSpPr>
          <a:xfrm>
            <a:off x="2189142" y="2421310"/>
            <a:ext cx="365904" cy="350064"/>
            <a:chOff x="2189142" y="2421310"/>
            <a:chExt cx="365904" cy="350064"/>
          </a:xfrm>
        </p:grpSpPr>
        <p:sp>
          <p:nvSpPr>
            <p:cNvPr id="14883" name="Google Shape;14883;p75"/>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75"/>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75"/>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75"/>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75"/>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75"/>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75"/>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75"/>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75"/>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92" name="Google Shape;14892;p75"/>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93" name="Google Shape;14893;p75"/>
          <p:cNvGrpSpPr/>
          <p:nvPr/>
        </p:nvGrpSpPr>
        <p:grpSpPr>
          <a:xfrm>
            <a:off x="3961923" y="2486317"/>
            <a:ext cx="364415" cy="220936"/>
            <a:chOff x="3961923" y="2486317"/>
            <a:chExt cx="364415" cy="220936"/>
          </a:xfrm>
        </p:grpSpPr>
        <p:sp>
          <p:nvSpPr>
            <p:cNvPr id="14894" name="Google Shape;14894;p75"/>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75"/>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75"/>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75"/>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98" name="Google Shape;14898;p75"/>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99" name="Google Shape;14899;p75"/>
          <p:cNvGrpSpPr/>
          <p:nvPr/>
        </p:nvGrpSpPr>
        <p:grpSpPr>
          <a:xfrm>
            <a:off x="1303876" y="2419377"/>
            <a:ext cx="363275" cy="354626"/>
            <a:chOff x="1303876" y="2419377"/>
            <a:chExt cx="363275" cy="354626"/>
          </a:xfrm>
        </p:grpSpPr>
        <p:sp>
          <p:nvSpPr>
            <p:cNvPr id="14900" name="Google Shape;14900;p75"/>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75"/>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75"/>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75"/>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75"/>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75"/>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75"/>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75"/>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8" name="Google Shape;14908;p75"/>
          <p:cNvGrpSpPr/>
          <p:nvPr/>
        </p:nvGrpSpPr>
        <p:grpSpPr>
          <a:xfrm>
            <a:off x="861053" y="2414910"/>
            <a:ext cx="362134" cy="363623"/>
            <a:chOff x="861053" y="2414910"/>
            <a:chExt cx="362134" cy="363623"/>
          </a:xfrm>
        </p:grpSpPr>
        <p:sp>
          <p:nvSpPr>
            <p:cNvPr id="14909" name="Google Shape;14909;p75"/>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75"/>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75"/>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75"/>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75"/>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4" name="Google Shape;14914;p75"/>
          <p:cNvGrpSpPr/>
          <p:nvPr/>
        </p:nvGrpSpPr>
        <p:grpSpPr>
          <a:xfrm>
            <a:off x="7594288" y="2415259"/>
            <a:ext cx="279513" cy="355735"/>
            <a:chOff x="7594288" y="2415259"/>
            <a:chExt cx="279513" cy="355735"/>
          </a:xfrm>
        </p:grpSpPr>
        <p:sp>
          <p:nvSpPr>
            <p:cNvPr id="14915" name="Google Shape;14915;p75"/>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75"/>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75"/>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75"/>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75"/>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75"/>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1" name="Google Shape;14921;p75"/>
          <p:cNvGrpSpPr/>
          <p:nvPr/>
        </p:nvGrpSpPr>
        <p:grpSpPr>
          <a:xfrm>
            <a:off x="7145794" y="2415639"/>
            <a:ext cx="278784" cy="355735"/>
            <a:chOff x="7145794" y="2415639"/>
            <a:chExt cx="278784" cy="355735"/>
          </a:xfrm>
        </p:grpSpPr>
        <p:sp>
          <p:nvSpPr>
            <p:cNvPr id="14922" name="Google Shape;14922;p75"/>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75"/>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75"/>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75"/>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75"/>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75"/>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75"/>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75"/>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75"/>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75"/>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2" name="Google Shape;14932;p75"/>
          <p:cNvGrpSpPr/>
          <p:nvPr/>
        </p:nvGrpSpPr>
        <p:grpSpPr>
          <a:xfrm>
            <a:off x="6698441" y="2414530"/>
            <a:ext cx="277644" cy="357984"/>
            <a:chOff x="6698441" y="2414530"/>
            <a:chExt cx="277644" cy="357984"/>
          </a:xfrm>
        </p:grpSpPr>
        <p:sp>
          <p:nvSpPr>
            <p:cNvPr id="14933" name="Google Shape;14933;p75"/>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75"/>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75"/>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75"/>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75"/>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75"/>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9" name="Google Shape;14939;p75"/>
          <p:cNvGrpSpPr/>
          <p:nvPr/>
        </p:nvGrpSpPr>
        <p:grpSpPr>
          <a:xfrm>
            <a:off x="4897750" y="2415639"/>
            <a:ext cx="279513" cy="357255"/>
            <a:chOff x="4897750" y="2415639"/>
            <a:chExt cx="279513" cy="357255"/>
          </a:xfrm>
        </p:grpSpPr>
        <p:sp>
          <p:nvSpPr>
            <p:cNvPr id="14940" name="Google Shape;14940;p75"/>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75"/>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75"/>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75"/>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75"/>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75"/>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75"/>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75"/>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8" name="Google Shape;14948;p75"/>
          <p:cNvGrpSpPr/>
          <p:nvPr/>
        </p:nvGrpSpPr>
        <p:grpSpPr>
          <a:xfrm>
            <a:off x="5812066" y="2416019"/>
            <a:ext cx="264813" cy="353454"/>
            <a:chOff x="5812066" y="2416019"/>
            <a:chExt cx="264813" cy="353454"/>
          </a:xfrm>
        </p:grpSpPr>
        <p:sp>
          <p:nvSpPr>
            <p:cNvPr id="14949" name="Google Shape;14949;p75"/>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75"/>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75"/>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75"/>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75"/>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75"/>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75"/>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6" name="Google Shape;14956;p75"/>
          <p:cNvGrpSpPr/>
          <p:nvPr/>
        </p:nvGrpSpPr>
        <p:grpSpPr>
          <a:xfrm>
            <a:off x="8054820" y="2416399"/>
            <a:ext cx="264433" cy="353454"/>
            <a:chOff x="8054820" y="2416399"/>
            <a:chExt cx="264433" cy="353454"/>
          </a:xfrm>
        </p:grpSpPr>
        <p:sp>
          <p:nvSpPr>
            <p:cNvPr id="14957" name="Google Shape;14957;p75"/>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75"/>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75"/>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75"/>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75"/>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75"/>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3" name="Google Shape;14963;p75"/>
          <p:cNvGrpSpPr/>
          <p:nvPr/>
        </p:nvGrpSpPr>
        <p:grpSpPr>
          <a:xfrm>
            <a:off x="5356413" y="2413390"/>
            <a:ext cx="271212" cy="361374"/>
            <a:chOff x="5356413" y="2413390"/>
            <a:chExt cx="271212" cy="361374"/>
          </a:xfrm>
        </p:grpSpPr>
        <p:sp>
          <p:nvSpPr>
            <p:cNvPr id="14964" name="Google Shape;14964;p75"/>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75"/>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75"/>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75"/>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75"/>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9" name="Google Shape;14969;p75"/>
          <p:cNvGrpSpPr/>
          <p:nvPr/>
        </p:nvGrpSpPr>
        <p:grpSpPr>
          <a:xfrm>
            <a:off x="6255238" y="2412249"/>
            <a:ext cx="271244" cy="360994"/>
            <a:chOff x="6255238" y="2412249"/>
            <a:chExt cx="271244" cy="360994"/>
          </a:xfrm>
        </p:grpSpPr>
        <p:sp>
          <p:nvSpPr>
            <p:cNvPr id="14970" name="Google Shape;14970;p75"/>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75"/>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75"/>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75"/>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75"/>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75"/>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6" name="Google Shape;14976;p75"/>
          <p:cNvGrpSpPr/>
          <p:nvPr/>
        </p:nvGrpSpPr>
        <p:grpSpPr>
          <a:xfrm>
            <a:off x="2185372" y="1957799"/>
            <a:ext cx="366664" cy="366981"/>
            <a:chOff x="2185372" y="1957799"/>
            <a:chExt cx="366664" cy="366981"/>
          </a:xfrm>
        </p:grpSpPr>
        <p:sp>
          <p:nvSpPr>
            <p:cNvPr id="14977" name="Google Shape;14977;p75"/>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75"/>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75"/>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75"/>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75"/>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75"/>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75"/>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75"/>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5" name="Google Shape;14985;p75"/>
          <p:cNvGrpSpPr/>
          <p:nvPr/>
        </p:nvGrpSpPr>
        <p:grpSpPr>
          <a:xfrm>
            <a:off x="1737258" y="1988371"/>
            <a:ext cx="370814" cy="307359"/>
            <a:chOff x="1737258" y="1988371"/>
            <a:chExt cx="370814" cy="307359"/>
          </a:xfrm>
        </p:grpSpPr>
        <p:sp>
          <p:nvSpPr>
            <p:cNvPr id="14986" name="Google Shape;14986;p75"/>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75"/>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75"/>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75"/>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0" name="Google Shape;14990;p75"/>
          <p:cNvGrpSpPr/>
          <p:nvPr/>
        </p:nvGrpSpPr>
        <p:grpSpPr>
          <a:xfrm>
            <a:off x="848983" y="1989511"/>
            <a:ext cx="369294" cy="304350"/>
            <a:chOff x="848983" y="1989511"/>
            <a:chExt cx="369294" cy="304350"/>
          </a:xfrm>
        </p:grpSpPr>
        <p:sp>
          <p:nvSpPr>
            <p:cNvPr id="14991" name="Google Shape;14991;p75"/>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75"/>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75"/>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75"/>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75"/>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6" name="Google Shape;14996;p75"/>
          <p:cNvGrpSpPr/>
          <p:nvPr/>
        </p:nvGrpSpPr>
        <p:grpSpPr>
          <a:xfrm>
            <a:off x="3074027" y="1983777"/>
            <a:ext cx="380604" cy="313854"/>
            <a:chOff x="3074027" y="1983777"/>
            <a:chExt cx="380604" cy="313854"/>
          </a:xfrm>
        </p:grpSpPr>
        <p:sp>
          <p:nvSpPr>
            <p:cNvPr id="14997" name="Google Shape;14997;p75"/>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75"/>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75"/>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75"/>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75"/>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2" name="Google Shape;15002;p75"/>
          <p:cNvGrpSpPr/>
          <p:nvPr/>
        </p:nvGrpSpPr>
        <p:grpSpPr>
          <a:xfrm>
            <a:off x="3522521" y="1975857"/>
            <a:ext cx="367013" cy="331278"/>
            <a:chOff x="3522521" y="1975857"/>
            <a:chExt cx="367013" cy="331278"/>
          </a:xfrm>
        </p:grpSpPr>
        <p:sp>
          <p:nvSpPr>
            <p:cNvPr id="15003" name="Google Shape;15003;p75"/>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75"/>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75"/>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75"/>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75"/>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75"/>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75"/>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0" name="Google Shape;15010;p75"/>
          <p:cNvGrpSpPr/>
          <p:nvPr/>
        </p:nvGrpSpPr>
        <p:grpSpPr>
          <a:xfrm>
            <a:off x="2630824" y="1976966"/>
            <a:ext cx="368185" cy="330454"/>
            <a:chOff x="2630824" y="1976966"/>
            <a:chExt cx="368185" cy="330454"/>
          </a:xfrm>
        </p:grpSpPr>
        <p:sp>
          <p:nvSpPr>
            <p:cNvPr id="15011" name="Google Shape;15011;p75"/>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75"/>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75"/>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75"/>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75"/>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75"/>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75"/>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75"/>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9" name="Google Shape;15019;p75"/>
          <p:cNvGrpSpPr/>
          <p:nvPr/>
        </p:nvGrpSpPr>
        <p:grpSpPr>
          <a:xfrm>
            <a:off x="1293706" y="1966416"/>
            <a:ext cx="369294" cy="350444"/>
            <a:chOff x="1293706" y="1966416"/>
            <a:chExt cx="369294" cy="350444"/>
          </a:xfrm>
        </p:grpSpPr>
        <p:sp>
          <p:nvSpPr>
            <p:cNvPr id="15020" name="Google Shape;15020;p75"/>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75"/>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75"/>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75"/>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75"/>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75"/>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75"/>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75"/>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8" name="Google Shape;15028;p75"/>
          <p:cNvGrpSpPr/>
          <p:nvPr/>
        </p:nvGrpSpPr>
        <p:grpSpPr>
          <a:xfrm>
            <a:off x="3967213" y="1975477"/>
            <a:ext cx="368185" cy="331816"/>
            <a:chOff x="3967213" y="1975477"/>
            <a:chExt cx="368185" cy="331816"/>
          </a:xfrm>
        </p:grpSpPr>
        <p:sp>
          <p:nvSpPr>
            <p:cNvPr id="15029" name="Google Shape;15029;p75"/>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75"/>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75"/>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2" name="Google Shape;15032;p75"/>
          <p:cNvGrpSpPr/>
          <p:nvPr/>
        </p:nvGrpSpPr>
        <p:grpSpPr>
          <a:xfrm>
            <a:off x="8047661" y="1969046"/>
            <a:ext cx="279132" cy="356875"/>
            <a:chOff x="8047661" y="1969046"/>
            <a:chExt cx="279132" cy="356875"/>
          </a:xfrm>
        </p:grpSpPr>
        <p:sp>
          <p:nvSpPr>
            <p:cNvPr id="15033" name="Google Shape;15033;p75"/>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75"/>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75"/>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75"/>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7" name="Google Shape;15037;p75"/>
          <p:cNvGrpSpPr/>
          <p:nvPr/>
        </p:nvGrpSpPr>
        <p:grpSpPr>
          <a:xfrm>
            <a:off x="7596157" y="1968159"/>
            <a:ext cx="279544" cy="358142"/>
            <a:chOff x="7596157" y="1968159"/>
            <a:chExt cx="279544" cy="358142"/>
          </a:xfrm>
        </p:grpSpPr>
        <p:sp>
          <p:nvSpPr>
            <p:cNvPr id="15038" name="Google Shape;15038;p75"/>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75"/>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75"/>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75"/>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75"/>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75"/>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4" name="Google Shape;15044;p75"/>
          <p:cNvGrpSpPr/>
          <p:nvPr/>
        </p:nvGrpSpPr>
        <p:grpSpPr>
          <a:xfrm>
            <a:off x="7147315" y="1969046"/>
            <a:ext cx="279513" cy="357636"/>
            <a:chOff x="7147315" y="1969046"/>
            <a:chExt cx="279513" cy="357636"/>
          </a:xfrm>
        </p:grpSpPr>
        <p:sp>
          <p:nvSpPr>
            <p:cNvPr id="15045" name="Google Shape;15045;p75"/>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75"/>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75"/>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75"/>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75"/>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75"/>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75"/>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2" name="Google Shape;15052;p75"/>
          <p:cNvGrpSpPr/>
          <p:nvPr/>
        </p:nvGrpSpPr>
        <p:grpSpPr>
          <a:xfrm>
            <a:off x="6697681" y="1968317"/>
            <a:ext cx="280305" cy="359093"/>
            <a:chOff x="6697681" y="1968317"/>
            <a:chExt cx="280305" cy="359093"/>
          </a:xfrm>
        </p:grpSpPr>
        <p:sp>
          <p:nvSpPr>
            <p:cNvPr id="15053" name="Google Shape;15053;p75"/>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75"/>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75"/>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75"/>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75"/>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75"/>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75"/>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0" name="Google Shape;15060;p75"/>
          <p:cNvGrpSpPr/>
          <p:nvPr/>
        </p:nvGrpSpPr>
        <p:grpSpPr>
          <a:xfrm>
            <a:off x="6248839" y="1967937"/>
            <a:ext cx="280273" cy="358744"/>
            <a:chOff x="6248839" y="1967937"/>
            <a:chExt cx="280273" cy="358744"/>
          </a:xfrm>
        </p:grpSpPr>
        <p:sp>
          <p:nvSpPr>
            <p:cNvPr id="15061" name="Google Shape;15061;p75"/>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75"/>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75"/>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75"/>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75"/>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75"/>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7" name="Google Shape;15067;p75"/>
          <p:cNvGrpSpPr/>
          <p:nvPr/>
        </p:nvGrpSpPr>
        <p:grpSpPr>
          <a:xfrm>
            <a:off x="5801485" y="1969046"/>
            <a:ext cx="279164" cy="357794"/>
            <a:chOff x="5801485" y="1969046"/>
            <a:chExt cx="279164" cy="357794"/>
          </a:xfrm>
        </p:grpSpPr>
        <p:sp>
          <p:nvSpPr>
            <p:cNvPr id="15068" name="Google Shape;15068;p75"/>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75"/>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75"/>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75"/>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75"/>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75"/>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75"/>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75"/>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75"/>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75"/>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75"/>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75"/>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75"/>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1" name="Google Shape;15081;p75"/>
          <p:cNvGrpSpPr/>
          <p:nvPr/>
        </p:nvGrpSpPr>
        <p:grpSpPr>
          <a:xfrm>
            <a:off x="5352643" y="1969046"/>
            <a:ext cx="278404" cy="358364"/>
            <a:chOff x="5352643" y="1969046"/>
            <a:chExt cx="278404" cy="358364"/>
          </a:xfrm>
        </p:grpSpPr>
        <p:sp>
          <p:nvSpPr>
            <p:cNvPr id="15082" name="Google Shape;15082;p75"/>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75"/>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75"/>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75"/>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6" name="Google Shape;15086;p75"/>
          <p:cNvGrpSpPr/>
          <p:nvPr/>
        </p:nvGrpSpPr>
        <p:grpSpPr>
          <a:xfrm>
            <a:off x="4897750" y="1968317"/>
            <a:ext cx="279132" cy="358364"/>
            <a:chOff x="4897750" y="1968317"/>
            <a:chExt cx="279132" cy="358364"/>
          </a:xfrm>
        </p:grpSpPr>
        <p:sp>
          <p:nvSpPr>
            <p:cNvPr id="15087" name="Google Shape;15087;p75"/>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75"/>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75"/>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75"/>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75"/>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75"/>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75"/>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75"/>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75"/>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75"/>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75"/>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75"/>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75"/>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00" name="Google Shape;15100;p75"/>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01" name="Google Shape;15101;p75"/>
          <p:cNvGrpSpPr/>
          <p:nvPr/>
        </p:nvGrpSpPr>
        <p:grpSpPr>
          <a:xfrm>
            <a:off x="1767449" y="1513044"/>
            <a:ext cx="324403" cy="347783"/>
            <a:chOff x="1767449" y="1513044"/>
            <a:chExt cx="324403" cy="347783"/>
          </a:xfrm>
        </p:grpSpPr>
        <p:sp>
          <p:nvSpPr>
            <p:cNvPr id="15102" name="Google Shape;15102;p75"/>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75"/>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75"/>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75"/>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75"/>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75"/>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75"/>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75"/>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75"/>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1" name="Google Shape;15111;p75"/>
          <p:cNvGrpSpPr/>
          <p:nvPr/>
        </p:nvGrpSpPr>
        <p:grpSpPr>
          <a:xfrm>
            <a:off x="4007193" y="1512727"/>
            <a:ext cx="320633" cy="348100"/>
            <a:chOff x="4007193" y="1512727"/>
            <a:chExt cx="320633" cy="348100"/>
          </a:xfrm>
        </p:grpSpPr>
        <p:sp>
          <p:nvSpPr>
            <p:cNvPr id="15112" name="Google Shape;15112;p75"/>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75"/>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75"/>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75"/>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75"/>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7" name="Google Shape;15117;p75"/>
          <p:cNvGrpSpPr/>
          <p:nvPr/>
        </p:nvGrpSpPr>
        <p:grpSpPr>
          <a:xfrm>
            <a:off x="3530425" y="1508747"/>
            <a:ext cx="368175" cy="344594"/>
            <a:chOff x="3530425" y="1508747"/>
            <a:chExt cx="368175" cy="344594"/>
          </a:xfrm>
        </p:grpSpPr>
        <p:sp>
          <p:nvSpPr>
            <p:cNvPr id="15118" name="Google Shape;15118;p75"/>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75"/>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75"/>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75"/>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2" name="Google Shape;15122;p75"/>
          <p:cNvGrpSpPr/>
          <p:nvPr/>
        </p:nvGrpSpPr>
        <p:grpSpPr>
          <a:xfrm>
            <a:off x="3127598" y="1513234"/>
            <a:ext cx="289714" cy="347593"/>
            <a:chOff x="3127598" y="1513234"/>
            <a:chExt cx="289714" cy="347593"/>
          </a:xfrm>
        </p:grpSpPr>
        <p:sp>
          <p:nvSpPr>
            <p:cNvPr id="15123" name="Google Shape;15123;p75"/>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75"/>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75"/>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75"/>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75"/>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8" name="Google Shape;15128;p75"/>
          <p:cNvGrpSpPr/>
          <p:nvPr/>
        </p:nvGrpSpPr>
        <p:grpSpPr>
          <a:xfrm>
            <a:off x="2662884" y="1513044"/>
            <a:ext cx="322914" cy="348543"/>
            <a:chOff x="2662884" y="1513044"/>
            <a:chExt cx="322914" cy="348543"/>
          </a:xfrm>
        </p:grpSpPr>
        <p:sp>
          <p:nvSpPr>
            <p:cNvPr id="15129" name="Google Shape;15129;p75"/>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75"/>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75"/>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75"/>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75"/>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75"/>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75"/>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75"/>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75"/>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75"/>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9" name="Google Shape;15139;p75"/>
          <p:cNvGrpSpPr/>
          <p:nvPr/>
        </p:nvGrpSpPr>
        <p:grpSpPr>
          <a:xfrm>
            <a:off x="2232511" y="1512759"/>
            <a:ext cx="299534" cy="348068"/>
            <a:chOff x="2232511" y="1512759"/>
            <a:chExt cx="299534" cy="348068"/>
          </a:xfrm>
        </p:grpSpPr>
        <p:sp>
          <p:nvSpPr>
            <p:cNvPr id="15140" name="Google Shape;15140;p75"/>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75"/>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75"/>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75"/>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75"/>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75"/>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75"/>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75"/>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75"/>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75"/>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75"/>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1" name="Google Shape;15151;p75"/>
          <p:cNvGrpSpPr/>
          <p:nvPr/>
        </p:nvGrpSpPr>
        <p:grpSpPr>
          <a:xfrm>
            <a:off x="1331406" y="1513361"/>
            <a:ext cx="301784" cy="348607"/>
            <a:chOff x="1331406" y="1513361"/>
            <a:chExt cx="301784" cy="348607"/>
          </a:xfrm>
        </p:grpSpPr>
        <p:sp>
          <p:nvSpPr>
            <p:cNvPr id="15152" name="Google Shape;15152;p75"/>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75"/>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75"/>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75"/>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6" name="Google Shape;15156;p75"/>
          <p:cNvGrpSpPr/>
          <p:nvPr/>
        </p:nvGrpSpPr>
        <p:grpSpPr>
          <a:xfrm>
            <a:off x="7144274" y="1500214"/>
            <a:ext cx="282174" cy="355735"/>
            <a:chOff x="7144274" y="1500214"/>
            <a:chExt cx="282174" cy="355735"/>
          </a:xfrm>
        </p:grpSpPr>
        <p:sp>
          <p:nvSpPr>
            <p:cNvPr id="15157" name="Google Shape;15157;p75"/>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75"/>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75"/>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75"/>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75"/>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75"/>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3" name="Google Shape;15163;p75"/>
          <p:cNvGrpSpPr/>
          <p:nvPr/>
        </p:nvGrpSpPr>
        <p:grpSpPr>
          <a:xfrm>
            <a:off x="6685262" y="1500214"/>
            <a:ext cx="289682" cy="354594"/>
            <a:chOff x="6685262" y="1500214"/>
            <a:chExt cx="289682" cy="354594"/>
          </a:xfrm>
        </p:grpSpPr>
        <p:sp>
          <p:nvSpPr>
            <p:cNvPr id="15164" name="Google Shape;15164;p75"/>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75"/>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75"/>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75"/>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8" name="Google Shape;15168;p75"/>
          <p:cNvGrpSpPr/>
          <p:nvPr/>
        </p:nvGrpSpPr>
        <p:grpSpPr>
          <a:xfrm>
            <a:off x="6200938" y="1500594"/>
            <a:ext cx="322154" cy="355355"/>
            <a:chOff x="6200938" y="1500594"/>
            <a:chExt cx="322154" cy="355355"/>
          </a:xfrm>
        </p:grpSpPr>
        <p:sp>
          <p:nvSpPr>
            <p:cNvPr id="15169" name="Google Shape;15169;p75"/>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75"/>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75"/>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75"/>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75"/>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4" name="Google Shape;15174;p75"/>
          <p:cNvGrpSpPr/>
          <p:nvPr/>
        </p:nvGrpSpPr>
        <p:grpSpPr>
          <a:xfrm>
            <a:off x="5289631" y="1500214"/>
            <a:ext cx="332355" cy="354974"/>
            <a:chOff x="5289631" y="1500214"/>
            <a:chExt cx="332355" cy="354974"/>
          </a:xfrm>
        </p:grpSpPr>
        <p:sp>
          <p:nvSpPr>
            <p:cNvPr id="15175" name="Google Shape;15175;p75"/>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75"/>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75"/>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75"/>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75"/>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75"/>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1" name="Google Shape;15181;p75"/>
          <p:cNvGrpSpPr/>
          <p:nvPr/>
        </p:nvGrpSpPr>
        <p:grpSpPr>
          <a:xfrm>
            <a:off x="5748295" y="1499833"/>
            <a:ext cx="323294" cy="356115"/>
            <a:chOff x="5748295" y="1499833"/>
            <a:chExt cx="323294" cy="356115"/>
          </a:xfrm>
        </p:grpSpPr>
        <p:sp>
          <p:nvSpPr>
            <p:cNvPr id="15182" name="Google Shape;15182;p75"/>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75"/>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75"/>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75"/>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75"/>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75"/>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75"/>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9" name="Google Shape;15189;p75"/>
          <p:cNvGrpSpPr/>
          <p:nvPr/>
        </p:nvGrpSpPr>
        <p:grpSpPr>
          <a:xfrm>
            <a:off x="8047661" y="1501037"/>
            <a:ext cx="278404" cy="355260"/>
            <a:chOff x="8047661" y="1501037"/>
            <a:chExt cx="278404" cy="355260"/>
          </a:xfrm>
        </p:grpSpPr>
        <p:sp>
          <p:nvSpPr>
            <p:cNvPr id="15190" name="Google Shape;15190;p75"/>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75"/>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75"/>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75"/>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4" name="Google Shape;15194;p75"/>
          <p:cNvGrpSpPr/>
          <p:nvPr/>
        </p:nvGrpSpPr>
        <p:grpSpPr>
          <a:xfrm>
            <a:off x="4903389" y="1500214"/>
            <a:ext cx="267854" cy="355735"/>
            <a:chOff x="4903389" y="1500214"/>
            <a:chExt cx="267854" cy="355735"/>
          </a:xfrm>
        </p:grpSpPr>
        <p:sp>
          <p:nvSpPr>
            <p:cNvPr id="15195" name="Google Shape;15195;p75"/>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75"/>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75"/>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75"/>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75"/>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0" name="Google Shape;15200;p75"/>
          <p:cNvGrpSpPr/>
          <p:nvPr/>
        </p:nvGrpSpPr>
        <p:grpSpPr>
          <a:xfrm>
            <a:off x="7613518" y="1501354"/>
            <a:ext cx="264433" cy="353074"/>
            <a:chOff x="7613518" y="1501354"/>
            <a:chExt cx="264433" cy="353074"/>
          </a:xfrm>
        </p:grpSpPr>
        <p:sp>
          <p:nvSpPr>
            <p:cNvPr id="15201" name="Google Shape;15201;p75"/>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75"/>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75"/>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75"/>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75"/>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75"/>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210" name="Shape 15210"/>
        <p:cNvGrpSpPr/>
        <p:nvPr/>
      </p:nvGrpSpPr>
      <p:grpSpPr>
        <a:xfrm>
          <a:off x="0" y="0"/>
          <a:ext cx="0" cy="0"/>
          <a:chOff x="0" y="0"/>
          <a:chExt cx="0" cy="0"/>
        </a:xfrm>
      </p:grpSpPr>
      <p:sp>
        <p:nvSpPr>
          <p:cNvPr id="15211" name="Google Shape;15211;p76"/>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5212" name="Google Shape;15212;p76"/>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5213" name="Google Shape;15213;p76"/>
          <p:cNvGrpSpPr/>
          <p:nvPr/>
        </p:nvGrpSpPr>
        <p:grpSpPr>
          <a:xfrm>
            <a:off x="1757085" y="1500675"/>
            <a:ext cx="371069" cy="359396"/>
            <a:chOff x="1757085" y="1500675"/>
            <a:chExt cx="371069" cy="359396"/>
          </a:xfrm>
        </p:grpSpPr>
        <p:sp>
          <p:nvSpPr>
            <p:cNvPr id="15214" name="Google Shape;15214;p76"/>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76"/>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76"/>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76"/>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7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7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76"/>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76"/>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76"/>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76"/>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76"/>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7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7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76"/>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76"/>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7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76"/>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7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7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7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7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7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76"/>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76"/>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76"/>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76"/>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76"/>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76"/>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76"/>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3" name="Google Shape;15243;p76"/>
          <p:cNvGrpSpPr/>
          <p:nvPr/>
        </p:nvGrpSpPr>
        <p:grpSpPr>
          <a:xfrm>
            <a:off x="2774209" y="1954691"/>
            <a:ext cx="116693" cy="374186"/>
            <a:chOff x="2774209" y="1954691"/>
            <a:chExt cx="116693" cy="374186"/>
          </a:xfrm>
        </p:grpSpPr>
        <p:sp>
          <p:nvSpPr>
            <p:cNvPr id="15244" name="Google Shape;15244;p76"/>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76"/>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6" name="Google Shape;15246;p76"/>
          <p:cNvGrpSpPr/>
          <p:nvPr/>
        </p:nvGrpSpPr>
        <p:grpSpPr>
          <a:xfrm>
            <a:off x="4017435" y="1499912"/>
            <a:ext cx="315092" cy="359397"/>
            <a:chOff x="4017435" y="1499912"/>
            <a:chExt cx="315092" cy="359397"/>
          </a:xfrm>
        </p:grpSpPr>
        <p:sp>
          <p:nvSpPr>
            <p:cNvPr id="15247" name="Google Shape;15247;p76"/>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76"/>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9" name="Google Shape;15249;p76"/>
          <p:cNvGrpSpPr/>
          <p:nvPr/>
        </p:nvGrpSpPr>
        <p:grpSpPr>
          <a:xfrm>
            <a:off x="3963652" y="1999759"/>
            <a:ext cx="374154" cy="284050"/>
            <a:chOff x="3963652" y="1999759"/>
            <a:chExt cx="374154" cy="284050"/>
          </a:xfrm>
        </p:grpSpPr>
        <p:sp>
          <p:nvSpPr>
            <p:cNvPr id="15250" name="Google Shape;15250;p76"/>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76"/>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76"/>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3" name="Google Shape;15253;p76"/>
          <p:cNvGrpSpPr/>
          <p:nvPr/>
        </p:nvGrpSpPr>
        <p:grpSpPr>
          <a:xfrm>
            <a:off x="1777536" y="2014866"/>
            <a:ext cx="376444" cy="253772"/>
            <a:chOff x="1777536" y="2014866"/>
            <a:chExt cx="376444" cy="253772"/>
          </a:xfrm>
        </p:grpSpPr>
        <p:sp>
          <p:nvSpPr>
            <p:cNvPr id="15254" name="Google Shape;15254;p76"/>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76"/>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76"/>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76"/>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76"/>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9" name="Google Shape;15259;p76"/>
          <p:cNvGrpSpPr/>
          <p:nvPr/>
        </p:nvGrpSpPr>
        <p:grpSpPr>
          <a:xfrm>
            <a:off x="1309875" y="2057326"/>
            <a:ext cx="374154" cy="169680"/>
            <a:chOff x="1309875" y="2057326"/>
            <a:chExt cx="374154" cy="169680"/>
          </a:xfrm>
        </p:grpSpPr>
        <p:sp>
          <p:nvSpPr>
            <p:cNvPr id="15260" name="Google Shape;15260;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76"/>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76"/>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76"/>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76"/>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76"/>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76"/>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71" name="Google Shape;15271;p76"/>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72" name="Google Shape;15272;p76"/>
          <p:cNvGrpSpPr/>
          <p:nvPr/>
        </p:nvGrpSpPr>
        <p:grpSpPr>
          <a:xfrm>
            <a:off x="2347450" y="1954564"/>
            <a:ext cx="113639" cy="373168"/>
            <a:chOff x="2347450" y="1954564"/>
            <a:chExt cx="113639" cy="373168"/>
          </a:xfrm>
        </p:grpSpPr>
        <p:sp>
          <p:nvSpPr>
            <p:cNvPr id="15273" name="Google Shape;15273;p76"/>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76"/>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75" name="Google Shape;15275;p76"/>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76" name="Google Shape;15276;p76"/>
          <p:cNvGrpSpPr/>
          <p:nvPr/>
        </p:nvGrpSpPr>
        <p:grpSpPr>
          <a:xfrm>
            <a:off x="3110102" y="1499880"/>
            <a:ext cx="330613" cy="358379"/>
            <a:chOff x="3110102" y="1499880"/>
            <a:chExt cx="330613" cy="358379"/>
          </a:xfrm>
        </p:grpSpPr>
        <p:sp>
          <p:nvSpPr>
            <p:cNvPr id="15277" name="Google Shape;15277;p76"/>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76"/>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76"/>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76"/>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76"/>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76"/>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76"/>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84" name="Google Shape;15284;p76"/>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85" name="Google Shape;15285;p76"/>
          <p:cNvGrpSpPr/>
          <p:nvPr/>
        </p:nvGrpSpPr>
        <p:grpSpPr>
          <a:xfrm>
            <a:off x="3485575" y="1999759"/>
            <a:ext cx="373772" cy="284050"/>
            <a:chOff x="3531200" y="1999759"/>
            <a:chExt cx="373772" cy="284050"/>
          </a:xfrm>
        </p:grpSpPr>
        <p:sp>
          <p:nvSpPr>
            <p:cNvPr id="15286" name="Google Shape;15286;p76"/>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76"/>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76"/>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76"/>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0" name="Google Shape;15290;p76"/>
          <p:cNvGrpSpPr/>
          <p:nvPr/>
        </p:nvGrpSpPr>
        <p:grpSpPr>
          <a:xfrm>
            <a:off x="2667058" y="1500293"/>
            <a:ext cx="330231" cy="359015"/>
            <a:chOff x="2667058" y="1500293"/>
            <a:chExt cx="330231" cy="359015"/>
          </a:xfrm>
        </p:grpSpPr>
        <p:sp>
          <p:nvSpPr>
            <p:cNvPr id="15291" name="Google Shape;15291;p76"/>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76"/>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76"/>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76"/>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76"/>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76"/>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76"/>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7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7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76"/>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76"/>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7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7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76"/>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76"/>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76"/>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76"/>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76"/>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9" name="Google Shape;15309;p76"/>
          <p:cNvGrpSpPr/>
          <p:nvPr/>
        </p:nvGrpSpPr>
        <p:grpSpPr>
          <a:xfrm>
            <a:off x="3567553" y="1499912"/>
            <a:ext cx="320022" cy="359778"/>
            <a:chOff x="3567553" y="1499912"/>
            <a:chExt cx="320022" cy="359778"/>
          </a:xfrm>
        </p:grpSpPr>
        <p:sp>
          <p:nvSpPr>
            <p:cNvPr id="15310" name="Google Shape;15310;p76"/>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76"/>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76"/>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76"/>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76"/>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76"/>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6" name="Google Shape;15316;p76"/>
          <p:cNvGrpSpPr/>
          <p:nvPr/>
        </p:nvGrpSpPr>
        <p:grpSpPr>
          <a:xfrm>
            <a:off x="1309875" y="1499912"/>
            <a:ext cx="359015" cy="358633"/>
            <a:chOff x="1309875" y="1499912"/>
            <a:chExt cx="359015" cy="358633"/>
          </a:xfrm>
        </p:grpSpPr>
        <p:sp>
          <p:nvSpPr>
            <p:cNvPr id="15317" name="Google Shape;15317;p76"/>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76"/>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76"/>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76"/>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76"/>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76"/>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76"/>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76"/>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76"/>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6" name="Google Shape;15326;p76"/>
          <p:cNvGrpSpPr/>
          <p:nvPr/>
        </p:nvGrpSpPr>
        <p:grpSpPr>
          <a:xfrm>
            <a:off x="2219466" y="1500293"/>
            <a:ext cx="330613" cy="359015"/>
            <a:chOff x="2219466" y="1500293"/>
            <a:chExt cx="330613" cy="359015"/>
          </a:xfrm>
        </p:grpSpPr>
        <p:sp>
          <p:nvSpPr>
            <p:cNvPr id="15327" name="Google Shape;15327;p76"/>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76"/>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9" name="Google Shape;15329;p76"/>
          <p:cNvGrpSpPr/>
          <p:nvPr/>
        </p:nvGrpSpPr>
        <p:grpSpPr>
          <a:xfrm>
            <a:off x="5343544" y="1509358"/>
            <a:ext cx="244676" cy="351095"/>
            <a:chOff x="5343544" y="1509358"/>
            <a:chExt cx="244676" cy="351095"/>
          </a:xfrm>
        </p:grpSpPr>
        <p:sp>
          <p:nvSpPr>
            <p:cNvPr id="15330" name="Google Shape;15330;p76"/>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76"/>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76"/>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3" name="Google Shape;15333;p76"/>
          <p:cNvGrpSpPr/>
          <p:nvPr/>
        </p:nvGrpSpPr>
        <p:grpSpPr>
          <a:xfrm>
            <a:off x="4882340" y="1509358"/>
            <a:ext cx="246171" cy="351095"/>
            <a:chOff x="4882340" y="1509358"/>
            <a:chExt cx="246171" cy="351095"/>
          </a:xfrm>
        </p:grpSpPr>
        <p:sp>
          <p:nvSpPr>
            <p:cNvPr id="15334" name="Google Shape;15334;p76"/>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76"/>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76"/>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76"/>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76"/>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9" name="Google Shape;15339;p76"/>
          <p:cNvGrpSpPr/>
          <p:nvPr/>
        </p:nvGrpSpPr>
        <p:grpSpPr>
          <a:xfrm>
            <a:off x="6273204" y="1509008"/>
            <a:ext cx="236343" cy="351445"/>
            <a:chOff x="6273204" y="1509008"/>
            <a:chExt cx="236343" cy="351445"/>
          </a:xfrm>
        </p:grpSpPr>
        <p:sp>
          <p:nvSpPr>
            <p:cNvPr id="15340" name="Google Shape;15340;p76"/>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76"/>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42" name="Google Shape;15342;p76"/>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3" name="Google Shape;15343;p76"/>
          <p:cNvGrpSpPr/>
          <p:nvPr/>
        </p:nvGrpSpPr>
        <p:grpSpPr>
          <a:xfrm>
            <a:off x="7219530" y="1508244"/>
            <a:ext cx="191625" cy="352209"/>
            <a:chOff x="7219530" y="1508244"/>
            <a:chExt cx="191625" cy="352209"/>
          </a:xfrm>
        </p:grpSpPr>
        <p:sp>
          <p:nvSpPr>
            <p:cNvPr id="15344" name="Google Shape;15344;p76"/>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76"/>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6" name="Google Shape;15346;p76"/>
          <p:cNvGrpSpPr/>
          <p:nvPr/>
        </p:nvGrpSpPr>
        <p:grpSpPr>
          <a:xfrm>
            <a:off x="7699309" y="1508626"/>
            <a:ext cx="154922" cy="351827"/>
            <a:chOff x="7699309" y="1508626"/>
            <a:chExt cx="154922" cy="351827"/>
          </a:xfrm>
        </p:grpSpPr>
        <p:sp>
          <p:nvSpPr>
            <p:cNvPr id="15347" name="Google Shape;15347;p76"/>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76"/>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76"/>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76"/>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76"/>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76"/>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76"/>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4" name="Google Shape;15354;p76"/>
          <p:cNvGrpSpPr/>
          <p:nvPr/>
        </p:nvGrpSpPr>
        <p:grpSpPr>
          <a:xfrm>
            <a:off x="8161690" y="1509008"/>
            <a:ext cx="153396" cy="351064"/>
            <a:chOff x="8161690" y="1509008"/>
            <a:chExt cx="153396" cy="351064"/>
          </a:xfrm>
        </p:grpSpPr>
        <p:sp>
          <p:nvSpPr>
            <p:cNvPr id="15355" name="Google Shape;15355;p76"/>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76"/>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76"/>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76"/>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9" name="Google Shape;15359;p76"/>
          <p:cNvGrpSpPr/>
          <p:nvPr/>
        </p:nvGrpSpPr>
        <p:grpSpPr>
          <a:xfrm>
            <a:off x="6746940" y="1508881"/>
            <a:ext cx="213221" cy="352304"/>
            <a:chOff x="6746940" y="1508881"/>
            <a:chExt cx="213221" cy="352304"/>
          </a:xfrm>
        </p:grpSpPr>
        <p:sp>
          <p:nvSpPr>
            <p:cNvPr id="15360" name="Google Shape;15360;p76"/>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76"/>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76"/>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76"/>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4" name="Google Shape;15364;p76"/>
          <p:cNvGrpSpPr/>
          <p:nvPr/>
        </p:nvGrpSpPr>
        <p:grpSpPr>
          <a:xfrm>
            <a:off x="5770336" y="2007615"/>
            <a:ext cx="350682" cy="292097"/>
            <a:chOff x="5770336" y="2007615"/>
            <a:chExt cx="350682" cy="292097"/>
          </a:xfrm>
        </p:grpSpPr>
        <p:sp>
          <p:nvSpPr>
            <p:cNvPr id="15365" name="Google Shape;15365;p76"/>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76"/>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76"/>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76"/>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9" name="Google Shape;15369;p76"/>
          <p:cNvGrpSpPr/>
          <p:nvPr/>
        </p:nvGrpSpPr>
        <p:grpSpPr>
          <a:xfrm>
            <a:off x="5326878" y="1980358"/>
            <a:ext cx="350332" cy="346229"/>
            <a:chOff x="5326878" y="1980358"/>
            <a:chExt cx="350332" cy="346229"/>
          </a:xfrm>
        </p:grpSpPr>
        <p:sp>
          <p:nvSpPr>
            <p:cNvPr id="15370" name="Google Shape;15370;p76"/>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76"/>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76"/>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76"/>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74" name="Google Shape;15374;p76"/>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75" name="Google Shape;15375;p76"/>
          <p:cNvGrpSpPr/>
          <p:nvPr/>
        </p:nvGrpSpPr>
        <p:grpSpPr>
          <a:xfrm>
            <a:off x="4883835" y="1992571"/>
            <a:ext cx="350300" cy="323043"/>
            <a:chOff x="4883835" y="1992571"/>
            <a:chExt cx="350300" cy="323043"/>
          </a:xfrm>
        </p:grpSpPr>
        <p:sp>
          <p:nvSpPr>
            <p:cNvPr id="15376" name="Google Shape;15376;p76"/>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76"/>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76"/>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76"/>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76"/>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76"/>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2" name="Google Shape;15382;p76"/>
          <p:cNvGrpSpPr/>
          <p:nvPr/>
        </p:nvGrpSpPr>
        <p:grpSpPr>
          <a:xfrm>
            <a:off x="7548967" y="1978927"/>
            <a:ext cx="333285" cy="349950"/>
            <a:chOff x="7548967" y="1978927"/>
            <a:chExt cx="333285" cy="349950"/>
          </a:xfrm>
        </p:grpSpPr>
        <p:sp>
          <p:nvSpPr>
            <p:cNvPr id="15383" name="Google Shape;15383;p76"/>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76"/>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76"/>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76"/>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76"/>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76"/>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76"/>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0" name="Google Shape;15390;p76"/>
          <p:cNvGrpSpPr/>
          <p:nvPr/>
        </p:nvGrpSpPr>
        <p:grpSpPr>
          <a:xfrm>
            <a:off x="6214142" y="1978927"/>
            <a:ext cx="346515" cy="350300"/>
            <a:chOff x="6214142" y="1978927"/>
            <a:chExt cx="346515" cy="350300"/>
          </a:xfrm>
        </p:grpSpPr>
        <p:sp>
          <p:nvSpPr>
            <p:cNvPr id="15391" name="Google Shape;15391;p76"/>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76"/>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3" name="Google Shape;15393;p76"/>
          <p:cNvGrpSpPr/>
          <p:nvPr/>
        </p:nvGrpSpPr>
        <p:grpSpPr>
          <a:xfrm>
            <a:off x="7105923" y="1978545"/>
            <a:ext cx="333285" cy="350682"/>
            <a:chOff x="7105923" y="1978545"/>
            <a:chExt cx="333285" cy="350682"/>
          </a:xfrm>
        </p:grpSpPr>
        <p:sp>
          <p:nvSpPr>
            <p:cNvPr id="15394" name="Google Shape;15394;p76"/>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76"/>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76"/>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76"/>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76"/>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76"/>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76"/>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01" name="Google Shape;15401;p76"/>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76"/>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03" name="Google Shape;15403;p76"/>
          <p:cNvGrpSpPr/>
          <p:nvPr/>
        </p:nvGrpSpPr>
        <p:grpSpPr>
          <a:xfrm>
            <a:off x="3616406" y="2422352"/>
            <a:ext cx="203393" cy="351827"/>
            <a:chOff x="3616406" y="2422352"/>
            <a:chExt cx="203393" cy="351827"/>
          </a:xfrm>
        </p:grpSpPr>
        <p:sp>
          <p:nvSpPr>
            <p:cNvPr id="15404" name="Google Shape;15404;p76"/>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76"/>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6" name="Google Shape;15406;p76"/>
          <p:cNvGrpSpPr/>
          <p:nvPr/>
        </p:nvGrpSpPr>
        <p:grpSpPr>
          <a:xfrm>
            <a:off x="878187" y="2421970"/>
            <a:ext cx="272696" cy="351827"/>
            <a:chOff x="913012" y="2421970"/>
            <a:chExt cx="272696" cy="351827"/>
          </a:xfrm>
        </p:grpSpPr>
        <p:sp>
          <p:nvSpPr>
            <p:cNvPr id="15407" name="Google Shape;15407;p76"/>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76"/>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76"/>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76"/>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1" name="Google Shape;15411;p76"/>
          <p:cNvGrpSpPr/>
          <p:nvPr/>
        </p:nvGrpSpPr>
        <p:grpSpPr>
          <a:xfrm>
            <a:off x="2274743" y="2422352"/>
            <a:ext cx="255649" cy="351445"/>
            <a:chOff x="2274743" y="2422352"/>
            <a:chExt cx="255649" cy="351445"/>
          </a:xfrm>
        </p:grpSpPr>
        <p:sp>
          <p:nvSpPr>
            <p:cNvPr id="15412" name="Google Shape;15412;p76"/>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76"/>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76"/>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5" name="Google Shape;15415;p76"/>
          <p:cNvGrpSpPr/>
          <p:nvPr/>
        </p:nvGrpSpPr>
        <p:grpSpPr>
          <a:xfrm>
            <a:off x="2708723" y="2421239"/>
            <a:ext cx="246552" cy="352558"/>
            <a:chOff x="2708723" y="2421239"/>
            <a:chExt cx="246552" cy="352558"/>
          </a:xfrm>
        </p:grpSpPr>
        <p:sp>
          <p:nvSpPr>
            <p:cNvPr id="15416" name="Google Shape;15416;p76"/>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76"/>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8" name="Google Shape;15418;p76"/>
          <p:cNvGrpSpPr/>
          <p:nvPr/>
        </p:nvGrpSpPr>
        <p:grpSpPr>
          <a:xfrm>
            <a:off x="1835485" y="2422352"/>
            <a:ext cx="259433" cy="350714"/>
            <a:chOff x="1835485" y="2422352"/>
            <a:chExt cx="259433" cy="350714"/>
          </a:xfrm>
        </p:grpSpPr>
        <p:sp>
          <p:nvSpPr>
            <p:cNvPr id="15419" name="Google Shape;15419;p76"/>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76"/>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76"/>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76"/>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76"/>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76"/>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76"/>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6" name="Google Shape;15426;p76"/>
          <p:cNvGrpSpPr/>
          <p:nvPr/>
        </p:nvGrpSpPr>
        <p:grpSpPr>
          <a:xfrm>
            <a:off x="3150240" y="2422352"/>
            <a:ext cx="212489" cy="351445"/>
            <a:chOff x="3150240" y="2422352"/>
            <a:chExt cx="212489" cy="351445"/>
          </a:xfrm>
        </p:grpSpPr>
        <p:sp>
          <p:nvSpPr>
            <p:cNvPr id="15427" name="Google Shape;15427;p76"/>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76"/>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9" name="Google Shape;15429;p76"/>
          <p:cNvGrpSpPr/>
          <p:nvPr/>
        </p:nvGrpSpPr>
        <p:grpSpPr>
          <a:xfrm>
            <a:off x="1367060" y="2422129"/>
            <a:ext cx="269261" cy="352050"/>
            <a:chOff x="1367060" y="2422129"/>
            <a:chExt cx="269261" cy="352050"/>
          </a:xfrm>
        </p:grpSpPr>
        <p:sp>
          <p:nvSpPr>
            <p:cNvPr id="15430" name="Google Shape;15430;p76"/>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76"/>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76"/>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76"/>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76"/>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76"/>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76"/>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76"/>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76"/>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76"/>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76"/>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76"/>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76"/>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76"/>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44" name="Google Shape;15444;p76"/>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45" name="Google Shape;15445;p76"/>
          <p:cNvGrpSpPr/>
          <p:nvPr/>
        </p:nvGrpSpPr>
        <p:grpSpPr>
          <a:xfrm>
            <a:off x="4882690" y="2425405"/>
            <a:ext cx="274573" cy="350682"/>
            <a:chOff x="4882690" y="2425405"/>
            <a:chExt cx="274573" cy="350682"/>
          </a:xfrm>
        </p:grpSpPr>
        <p:sp>
          <p:nvSpPr>
            <p:cNvPr id="15446" name="Google Shape;15446;p76"/>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76"/>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8" name="Google Shape;15448;p76"/>
          <p:cNvGrpSpPr/>
          <p:nvPr/>
        </p:nvGrpSpPr>
        <p:grpSpPr>
          <a:xfrm>
            <a:off x="6627639" y="2443884"/>
            <a:ext cx="355993" cy="313247"/>
            <a:chOff x="6627639" y="2443884"/>
            <a:chExt cx="355993" cy="313247"/>
          </a:xfrm>
        </p:grpSpPr>
        <p:sp>
          <p:nvSpPr>
            <p:cNvPr id="15449" name="Google Shape;15449;p76"/>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76"/>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76"/>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2" name="Google Shape;15452;p76"/>
          <p:cNvGrpSpPr/>
          <p:nvPr/>
        </p:nvGrpSpPr>
        <p:grpSpPr>
          <a:xfrm>
            <a:off x="6183451" y="2462140"/>
            <a:ext cx="351445" cy="277976"/>
            <a:chOff x="6183451" y="2462140"/>
            <a:chExt cx="351445" cy="277976"/>
          </a:xfrm>
        </p:grpSpPr>
        <p:sp>
          <p:nvSpPr>
            <p:cNvPr id="15453" name="Google Shape;15453;p76"/>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76"/>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76"/>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76"/>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76"/>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76"/>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76"/>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0" name="Google Shape;15460;p76"/>
          <p:cNvGrpSpPr/>
          <p:nvPr/>
        </p:nvGrpSpPr>
        <p:grpSpPr>
          <a:xfrm>
            <a:off x="5735477" y="2429858"/>
            <a:ext cx="353354" cy="341299"/>
            <a:chOff x="5735477" y="2429858"/>
            <a:chExt cx="353354" cy="341299"/>
          </a:xfrm>
        </p:grpSpPr>
        <p:sp>
          <p:nvSpPr>
            <p:cNvPr id="15461" name="Google Shape;15461;p76"/>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76"/>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76"/>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76"/>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76"/>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76"/>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7" name="Google Shape;15467;p76"/>
          <p:cNvGrpSpPr/>
          <p:nvPr/>
        </p:nvGrpSpPr>
        <p:grpSpPr>
          <a:xfrm>
            <a:off x="5243735" y="2446973"/>
            <a:ext cx="405255" cy="275499"/>
            <a:chOff x="5283337" y="2478774"/>
            <a:chExt cx="358633" cy="243913"/>
          </a:xfrm>
        </p:grpSpPr>
        <p:sp>
          <p:nvSpPr>
            <p:cNvPr id="15468" name="Google Shape;15468;p76"/>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76"/>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76"/>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76"/>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76"/>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76"/>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76"/>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76"/>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76"/>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76"/>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76"/>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76"/>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76"/>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76"/>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76"/>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76"/>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76"/>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5" name="Google Shape;15485;p76"/>
          <p:cNvGrpSpPr/>
          <p:nvPr/>
        </p:nvGrpSpPr>
        <p:grpSpPr>
          <a:xfrm>
            <a:off x="7964753" y="2470823"/>
            <a:ext cx="362068" cy="258670"/>
            <a:chOff x="7964753" y="2470823"/>
            <a:chExt cx="362068" cy="258670"/>
          </a:xfrm>
        </p:grpSpPr>
        <p:sp>
          <p:nvSpPr>
            <p:cNvPr id="15486" name="Google Shape;15486;p76"/>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76"/>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76"/>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76"/>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76"/>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76"/>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76"/>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76"/>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76"/>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5" name="Google Shape;15495;p76"/>
          <p:cNvGrpSpPr/>
          <p:nvPr/>
        </p:nvGrpSpPr>
        <p:grpSpPr>
          <a:xfrm>
            <a:off x="7524349" y="2456447"/>
            <a:ext cx="350332" cy="288948"/>
            <a:chOff x="7524349" y="2456447"/>
            <a:chExt cx="350332" cy="288948"/>
          </a:xfrm>
        </p:grpSpPr>
        <p:sp>
          <p:nvSpPr>
            <p:cNvPr id="15496" name="Google Shape;15496;p76"/>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76"/>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76"/>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76"/>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76"/>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1" name="Google Shape;15501;p76"/>
          <p:cNvGrpSpPr/>
          <p:nvPr/>
        </p:nvGrpSpPr>
        <p:grpSpPr>
          <a:xfrm>
            <a:off x="3972749" y="2894211"/>
            <a:ext cx="355230" cy="356725"/>
            <a:chOff x="3972749" y="2894211"/>
            <a:chExt cx="355230" cy="356725"/>
          </a:xfrm>
        </p:grpSpPr>
        <p:sp>
          <p:nvSpPr>
            <p:cNvPr id="15502" name="Google Shape;15502;p76"/>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76"/>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76"/>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76"/>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76"/>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7" name="Google Shape;15507;p76"/>
          <p:cNvGrpSpPr/>
          <p:nvPr/>
        </p:nvGrpSpPr>
        <p:grpSpPr>
          <a:xfrm>
            <a:off x="3527797" y="2918796"/>
            <a:ext cx="355993" cy="307904"/>
            <a:chOff x="3527797" y="2918796"/>
            <a:chExt cx="355993" cy="307904"/>
          </a:xfrm>
        </p:grpSpPr>
        <p:sp>
          <p:nvSpPr>
            <p:cNvPr id="15508" name="Google Shape;15508;p76"/>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76"/>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76"/>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76"/>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76"/>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76"/>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76"/>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76"/>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76"/>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76"/>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8" name="Google Shape;15518;p76"/>
          <p:cNvGrpSpPr/>
          <p:nvPr/>
        </p:nvGrpSpPr>
        <p:grpSpPr>
          <a:xfrm>
            <a:off x="3082845" y="2920959"/>
            <a:ext cx="356375" cy="302338"/>
            <a:chOff x="3082845" y="2920959"/>
            <a:chExt cx="356375" cy="302338"/>
          </a:xfrm>
        </p:grpSpPr>
        <p:sp>
          <p:nvSpPr>
            <p:cNvPr id="15519" name="Google Shape;15519;p76"/>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76"/>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1" name="Google Shape;15521;p76"/>
          <p:cNvGrpSpPr/>
          <p:nvPr/>
        </p:nvGrpSpPr>
        <p:grpSpPr>
          <a:xfrm>
            <a:off x="2639038" y="2894942"/>
            <a:ext cx="355612" cy="355612"/>
            <a:chOff x="2639038" y="2894942"/>
            <a:chExt cx="355612" cy="355612"/>
          </a:xfrm>
        </p:grpSpPr>
        <p:sp>
          <p:nvSpPr>
            <p:cNvPr id="15522" name="Google Shape;15522;p76"/>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76"/>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4" name="Google Shape;15524;p76"/>
          <p:cNvGrpSpPr/>
          <p:nvPr/>
        </p:nvGrpSpPr>
        <p:grpSpPr>
          <a:xfrm>
            <a:off x="2194468" y="2938865"/>
            <a:ext cx="355993" cy="267766"/>
            <a:chOff x="2194468" y="2938865"/>
            <a:chExt cx="355993" cy="267766"/>
          </a:xfrm>
        </p:grpSpPr>
        <p:sp>
          <p:nvSpPr>
            <p:cNvPr id="15525" name="Google Shape;15525;p76"/>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76"/>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76"/>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76"/>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76"/>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76"/>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76"/>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76"/>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76"/>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76"/>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76"/>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76"/>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76"/>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76"/>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76"/>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76"/>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76"/>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76"/>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76"/>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76"/>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5" name="Google Shape;15545;p76"/>
          <p:cNvGrpSpPr/>
          <p:nvPr/>
        </p:nvGrpSpPr>
        <p:grpSpPr>
          <a:xfrm>
            <a:off x="1749897" y="2894561"/>
            <a:ext cx="355993" cy="355612"/>
            <a:chOff x="1749897" y="2894561"/>
            <a:chExt cx="355993" cy="355612"/>
          </a:xfrm>
        </p:grpSpPr>
        <p:sp>
          <p:nvSpPr>
            <p:cNvPr id="15546" name="Google Shape;15546;p76"/>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76"/>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76"/>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76"/>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76"/>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76"/>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76"/>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76"/>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76"/>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76"/>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76"/>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7" name="Google Shape;15557;p76"/>
          <p:cNvGrpSpPr/>
          <p:nvPr/>
        </p:nvGrpSpPr>
        <p:grpSpPr>
          <a:xfrm>
            <a:off x="1305327" y="2894211"/>
            <a:ext cx="357520" cy="357488"/>
            <a:chOff x="1305327" y="2894211"/>
            <a:chExt cx="357520" cy="357488"/>
          </a:xfrm>
        </p:grpSpPr>
        <p:sp>
          <p:nvSpPr>
            <p:cNvPr id="15558" name="Google Shape;15558;p76"/>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76"/>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76"/>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76"/>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76"/>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3" name="Google Shape;15563;p76"/>
          <p:cNvGrpSpPr/>
          <p:nvPr/>
        </p:nvGrpSpPr>
        <p:grpSpPr>
          <a:xfrm>
            <a:off x="853950" y="2894720"/>
            <a:ext cx="364104" cy="353290"/>
            <a:chOff x="853950" y="2894720"/>
            <a:chExt cx="364104" cy="353290"/>
          </a:xfrm>
        </p:grpSpPr>
        <p:sp>
          <p:nvSpPr>
            <p:cNvPr id="15564" name="Google Shape;15564;p76"/>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76"/>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76"/>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76"/>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76"/>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76"/>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76"/>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1" name="Google Shape;15571;p76"/>
          <p:cNvGrpSpPr/>
          <p:nvPr/>
        </p:nvGrpSpPr>
        <p:grpSpPr>
          <a:xfrm>
            <a:off x="7066548" y="2912594"/>
            <a:ext cx="352209" cy="334938"/>
            <a:chOff x="7066548" y="2912594"/>
            <a:chExt cx="352209" cy="334938"/>
          </a:xfrm>
        </p:grpSpPr>
        <p:sp>
          <p:nvSpPr>
            <p:cNvPr id="15572" name="Google Shape;15572;p76"/>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76"/>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76"/>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76"/>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76"/>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76"/>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78" name="Google Shape;15578;p76"/>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76"/>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80" name="Google Shape;15580;p76"/>
          <p:cNvGrpSpPr/>
          <p:nvPr/>
        </p:nvGrpSpPr>
        <p:grpSpPr>
          <a:xfrm>
            <a:off x="7541397" y="2904802"/>
            <a:ext cx="318495" cy="352209"/>
            <a:chOff x="7541397" y="2904802"/>
            <a:chExt cx="318495" cy="352209"/>
          </a:xfrm>
        </p:grpSpPr>
        <p:sp>
          <p:nvSpPr>
            <p:cNvPr id="15581" name="Google Shape;15581;p76"/>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76"/>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3" name="Google Shape;15583;p76"/>
          <p:cNvGrpSpPr/>
          <p:nvPr/>
        </p:nvGrpSpPr>
        <p:grpSpPr>
          <a:xfrm>
            <a:off x="8003015" y="2904039"/>
            <a:ext cx="306759" cy="351445"/>
            <a:chOff x="8003015" y="2904039"/>
            <a:chExt cx="306759" cy="351445"/>
          </a:xfrm>
        </p:grpSpPr>
        <p:sp>
          <p:nvSpPr>
            <p:cNvPr id="15584" name="Google Shape;15584;p76"/>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76"/>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76"/>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76"/>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76"/>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76"/>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0" name="Google Shape;15590;p76"/>
          <p:cNvGrpSpPr/>
          <p:nvPr/>
        </p:nvGrpSpPr>
        <p:grpSpPr>
          <a:xfrm>
            <a:off x="5687770" y="2885496"/>
            <a:ext cx="369638" cy="369606"/>
            <a:chOff x="5687770" y="2885496"/>
            <a:chExt cx="369638" cy="369606"/>
          </a:xfrm>
        </p:grpSpPr>
        <p:sp>
          <p:nvSpPr>
            <p:cNvPr id="15591" name="Google Shape;15591;p76"/>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76"/>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76"/>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76"/>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76"/>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76"/>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76"/>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76"/>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76"/>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76"/>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1" name="Google Shape;15601;p76"/>
          <p:cNvGrpSpPr/>
          <p:nvPr/>
        </p:nvGrpSpPr>
        <p:grpSpPr>
          <a:xfrm>
            <a:off x="4881958" y="2904802"/>
            <a:ext cx="156417" cy="349537"/>
            <a:chOff x="4881958" y="2904802"/>
            <a:chExt cx="156417" cy="349537"/>
          </a:xfrm>
        </p:grpSpPr>
        <p:sp>
          <p:nvSpPr>
            <p:cNvPr id="15602" name="Google Shape;15602;p76"/>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76"/>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76"/>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76"/>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76"/>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76"/>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76"/>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9" name="Google Shape;15609;p76"/>
          <p:cNvGrpSpPr/>
          <p:nvPr/>
        </p:nvGrpSpPr>
        <p:grpSpPr>
          <a:xfrm>
            <a:off x="5230318" y="2886514"/>
            <a:ext cx="371133" cy="367443"/>
            <a:chOff x="5230318" y="2886514"/>
            <a:chExt cx="371133" cy="367443"/>
          </a:xfrm>
        </p:grpSpPr>
        <p:sp>
          <p:nvSpPr>
            <p:cNvPr id="15610" name="Google Shape;15610;p76"/>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76"/>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76"/>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76"/>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76"/>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76"/>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76"/>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76"/>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76"/>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9" name="Google Shape;15619;p76"/>
          <p:cNvGrpSpPr/>
          <p:nvPr/>
        </p:nvGrpSpPr>
        <p:grpSpPr>
          <a:xfrm>
            <a:off x="5748358" y="3434578"/>
            <a:ext cx="352590" cy="182561"/>
            <a:chOff x="5748358" y="3434578"/>
            <a:chExt cx="352590" cy="182561"/>
          </a:xfrm>
        </p:grpSpPr>
        <p:sp>
          <p:nvSpPr>
            <p:cNvPr id="15620" name="Google Shape;15620;p76"/>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76"/>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76"/>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76"/>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76"/>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76"/>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6" name="Google Shape;15626;p76"/>
          <p:cNvGrpSpPr/>
          <p:nvPr/>
        </p:nvGrpSpPr>
        <p:grpSpPr>
          <a:xfrm>
            <a:off x="862283" y="4274771"/>
            <a:ext cx="341204" cy="359301"/>
            <a:chOff x="862283" y="4274771"/>
            <a:chExt cx="341204" cy="359301"/>
          </a:xfrm>
        </p:grpSpPr>
        <p:sp>
          <p:nvSpPr>
            <p:cNvPr id="15627" name="Google Shape;15627;p76"/>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76"/>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76"/>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0" name="Google Shape;15630;p76"/>
          <p:cNvGrpSpPr/>
          <p:nvPr/>
        </p:nvGrpSpPr>
        <p:grpSpPr>
          <a:xfrm>
            <a:off x="1396957" y="4287365"/>
            <a:ext cx="301861" cy="332871"/>
            <a:chOff x="1396957" y="4287365"/>
            <a:chExt cx="301861" cy="332871"/>
          </a:xfrm>
        </p:grpSpPr>
        <p:sp>
          <p:nvSpPr>
            <p:cNvPr id="15631" name="Google Shape;15631;p76"/>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76"/>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76"/>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76"/>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76"/>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76"/>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76"/>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76"/>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76"/>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76"/>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76"/>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76"/>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76"/>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76"/>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76"/>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6" name="Google Shape;15646;p76"/>
          <p:cNvGrpSpPr/>
          <p:nvPr/>
        </p:nvGrpSpPr>
        <p:grpSpPr>
          <a:xfrm>
            <a:off x="1865381" y="4277506"/>
            <a:ext cx="396131" cy="355612"/>
            <a:chOff x="1865381" y="4277506"/>
            <a:chExt cx="396131" cy="355612"/>
          </a:xfrm>
        </p:grpSpPr>
        <p:sp>
          <p:nvSpPr>
            <p:cNvPr id="15647" name="Google Shape;15647;p76"/>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76"/>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76"/>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76"/>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76"/>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76"/>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3" name="Google Shape;15653;p76"/>
          <p:cNvGrpSpPr/>
          <p:nvPr/>
        </p:nvGrpSpPr>
        <p:grpSpPr>
          <a:xfrm>
            <a:off x="2411823" y="4303999"/>
            <a:ext cx="334398" cy="299953"/>
            <a:chOff x="2411823" y="4303999"/>
            <a:chExt cx="334398" cy="299953"/>
          </a:xfrm>
        </p:grpSpPr>
        <p:sp>
          <p:nvSpPr>
            <p:cNvPr id="15654" name="Google Shape;15654;p76"/>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76"/>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76"/>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76"/>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76"/>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76"/>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76"/>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1" name="Google Shape;15661;p76"/>
          <p:cNvGrpSpPr/>
          <p:nvPr/>
        </p:nvGrpSpPr>
        <p:grpSpPr>
          <a:xfrm>
            <a:off x="2903337" y="4279032"/>
            <a:ext cx="382519" cy="350682"/>
            <a:chOff x="2903337" y="4279032"/>
            <a:chExt cx="382519" cy="350682"/>
          </a:xfrm>
        </p:grpSpPr>
        <p:sp>
          <p:nvSpPr>
            <p:cNvPr id="15662" name="Google Shape;15662;p76"/>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76"/>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76"/>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76"/>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76"/>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76"/>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76"/>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76"/>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76"/>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76"/>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76"/>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76"/>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76"/>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76"/>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76"/>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7" name="Google Shape;15677;p76"/>
          <p:cNvGrpSpPr/>
          <p:nvPr/>
        </p:nvGrpSpPr>
        <p:grpSpPr>
          <a:xfrm>
            <a:off x="3933342" y="4315767"/>
            <a:ext cx="383632" cy="276449"/>
            <a:chOff x="3933342" y="4315767"/>
            <a:chExt cx="383632" cy="276449"/>
          </a:xfrm>
        </p:grpSpPr>
        <p:sp>
          <p:nvSpPr>
            <p:cNvPr id="15678" name="Google Shape;15678;p76"/>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76"/>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76"/>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76"/>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76"/>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76"/>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4" name="Google Shape;15684;p76"/>
          <p:cNvGrpSpPr/>
          <p:nvPr/>
        </p:nvGrpSpPr>
        <p:grpSpPr>
          <a:xfrm>
            <a:off x="3441065" y="4302505"/>
            <a:ext cx="337069" cy="302593"/>
            <a:chOff x="3441065" y="4302505"/>
            <a:chExt cx="337069" cy="302593"/>
          </a:xfrm>
        </p:grpSpPr>
        <p:sp>
          <p:nvSpPr>
            <p:cNvPr id="15685" name="Google Shape;15685;p76"/>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76"/>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76"/>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76"/>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76"/>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76"/>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76"/>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76"/>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76"/>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76"/>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76"/>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76"/>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76"/>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8" name="Google Shape;15698;p76"/>
          <p:cNvGrpSpPr/>
          <p:nvPr/>
        </p:nvGrpSpPr>
        <p:grpSpPr>
          <a:xfrm>
            <a:off x="3532345" y="3362635"/>
            <a:ext cx="339328" cy="336274"/>
            <a:chOff x="3532345" y="3362635"/>
            <a:chExt cx="339328" cy="336274"/>
          </a:xfrm>
        </p:grpSpPr>
        <p:sp>
          <p:nvSpPr>
            <p:cNvPr id="15699" name="Google Shape;15699;p76"/>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76"/>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76"/>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76"/>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76"/>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04" name="Google Shape;15704;p76"/>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05" name="Google Shape;15705;p76"/>
          <p:cNvGrpSpPr/>
          <p:nvPr/>
        </p:nvGrpSpPr>
        <p:grpSpPr>
          <a:xfrm>
            <a:off x="1883955" y="3808700"/>
            <a:ext cx="162873" cy="351445"/>
            <a:chOff x="1883955" y="3808700"/>
            <a:chExt cx="162873" cy="351445"/>
          </a:xfrm>
        </p:grpSpPr>
        <p:sp>
          <p:nvSpPr>
            <p:cNvPr id="15706" name="Google Shape;15706;p76"/>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76"/>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8" name="Google Shape;15708;p76"/>
          <p:cNvGrpSpPr/>
          <p:nvPr/>
        </p:nvGrpSpPr>
        <p:grpSpPr>
          <a:xfrm>
            <a:off x="939156" y="3809209"/>
            <a:ext cx="192007" cy="351318"/>
            <a:chOff x="939156" y="3809209"/>
            <a:chExt cx="192007" cy="351318"/>
          </a:xfrm>
        </p:grpSpPr>
        <p:sp>
          <p:nvSpPr>
            <p:cNvPr id="15709" name="Google Shape;15709;p76"/>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76"/>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1" name="Google Shape;15711;p76"/>
          <p:cNvGrpSpPr/>
          <p:nvPr/>
        </p:nvGrpSpPr>
        <p:grpSpPr>
          <a:xfrm>
            <a:off x="2306167" y="3809845"/>
            <a:ext cx="193915" cy="349155"/>
            <a:chOff x="2306167" y="3809845"/>
            <a:chExt cx="193915" cy="349155"/>
          </a:xfrm>
        </p:grpSpPr>
        <p:sp>
          <p:nvSpPr>
            <p:cNvPr id="15712" name="Google Shape;15712;p76"/>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76"/>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76"/>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76"/>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76"/>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76"/>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76"/>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9" name="Google Shape;15719;p76"/>
          <p:cNvGrpSpPr/>
          <p:nvPr/>
        </p:nvGrpSpPr>
        <p:grpSpPr>
          <a:xfrm>
            <a:off x="1323901" y="3807173"/>
            <a:ext cx="356343" cy="356757"/>
            <a:chOff x="1323901" y="3807173"/>
            <a:chExt cx="356343" cy="356757"/>
          </a:xfrm>
        </p:grpSpPr>
        <p:sp>
          <p:nvSpPr>
            <p:cNvPr id="15720" name="Google Shape;15720;p76"/>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76"/>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76"/>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76"/>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76"/>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76"/>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76"/>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76"/>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76"/>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76"/>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76"/>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76"/>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76"/>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76"/>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76"/>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76"/>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76"/>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76"/>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76"/>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76"/>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76"/>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76"/>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76"/>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76"/>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44" name="Google Shape;15744;p76"/>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45" name="Google Shape;15745;p76"/>
          <p:cNvGrpSpPr/>
          <p:nvPr/>
        </p:nvGrpSpPr>
        <p:grpSpPr>
          <a:xfrm>
            <a:off x="859262" y="3353920"/>
            <a:ext cx="306759" cy="351445"/>
            <a:chOff x="859262" y="3353920"/>
            <a:chExt cx="306759" cy="351445"/>
          </a:xfrm>
        </p:grpSpPr>
        <p:sp>
          <p:nvSpPr>
            <p:cNvPr id="15746" name="Google Shape;15746;p76"/>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76"/>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76"/>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76"/>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76"/>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51" name="Google Shape;15751;p76"/>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52" name="Google Shape;15752;p76"/>
          <p:cNvGrpSpPr/>
          <p:nvPr/>
        </p:nvGrpSpPr>
        <p:grpSpPr>
          <a:xfrm>
            <a:off x="3967437" y="3837102"/>
            <a:ext cx="364708" cy="295405"/>
            <a:chOff x="3967437" y="3837102"/>
            <a:chExt cx="364708" cy="295405"/>
          </a:xfrm>
        </p:grpSpPr>
        <p:sp>
          <p:nvSpPr>
            <p:cNvPr id="15753" name="Google Shape;15753;p76"/>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76"/>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76"/>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76"/>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76"/>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58" name="Google Shape;15758;p76"/>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76"/>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76"/>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61" name="Google Shape;15761;p76"/>
          <p:cNvGrpSpPr/>
          <p:nvPr/>
        </p:nvGrpSpPr>
        <p:grpSpPr>
          <a:xfrm>
            <a:off x="5811827" y="3806451"/>
            <a:ext cx="283743" cy="308444"/>
            <a:chOff x="5964227" y="3858701"/>
            <a:chExt cx="283743" cy="308444"/>
          </a:xfrm>
        </p:grpSpPr>
        <p:sp>
          <p:nvSpPr>
            <p:cNvPr id="15762" name="Google Shape;15762;p76"/>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76"/>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76"/>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76"/>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6" name="Google Shape;15766;p76"/>
          <p:cNvGrpSpPr/>
          <p:nvPr/>
        </p:nvGrpSpPr>
        <p:grpSpPr>
          <a:xfrm>
            <a:off x="6243508" y="3873073"/>
            <a:ext cx="320372" cy="213602"/>
            <a:chOff x="6395908" y="3873073"/>
            <a:chExt cx="320372" cy="213602"/>
          </a:xfrm>
        </p:grpSpPr>
        <p:sp>
          <p:nvSpPr>
            <p:cNvPr id="15767" name="Google Shape;15767;p76"/>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76"/>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76"/>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76"/>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76"/>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76"/>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76"/>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76"/>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76"/>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76"/>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7" name="Google Shape;15777;p76"/>
          <p:cNvGrpSpPr/>
          <p:nvPr/>
        </p:nvGrpSpPr>
        <p:grpSpPr>
          <a:xfrm>
            <a:off x="7262890" y="3802816"/>
            <a:ext cx="357138" cy="352018"/>
            <a:chOff x="7415290" y="3802816"/>
            <a:chExt cx="357138" cy="352018"/>
          </a:xfrm>
        </p:grpSpPr>
        <p:sp>
          <p:nvSpPr>
            <p:cNvPr id="15778" name="Google Shape;15778;p76"/>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76"/>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76"/>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76"/>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76"/>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76"/>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76"/>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76"/>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6" name="Google Shape;15786;p76"/>
          <p:cNvGrpSpPr/>
          <p:nvPr/>
        </p:nvGrpSpPr>
        <p:grpSpPr>
          <a:xfrm>
            <a:off x="6737312" y="3833413"/>
            <a:ext cx="355230" cy="293401"/>
            <a:chOff x="6889712" y="3833413"/>
            <a:chExt cx="355230" cy="293401"/>
          </a:xfrm>
        </p:grpSpPr>
        <p:sp>
          <p:nvSpPr>
            <p:cNvPr id="15787" name="Google Shape;15787;p76"/>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76"/>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76"/>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76"/>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76"/>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2" name="Google Shape;15792;p76"/>
          <p:cNvGrpSpPr/>
          <p:nvPr/>
        </p:nvGrpSpPr>
        <p:grpSpPr>
          <a:xfrm>
            <a:off x="7707152" y="3835870"/>
            <a:ext cx="282318" cy="337168"/>
            <a:chOff x="1635875" y="237775"/>
            <a:chExt cx="4370250" cy="5219325"/>
          </a:xfrm>
        </p:grpSpPr>
        <p:sp>
          <p:nvSpPr>
            <p:cNvPr id="15793" name="Google Shape;15793;p76"/>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76"/>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5" name="Google Shape;15795;p76"/>
          <p:cNvGrpSpPr/>
          <p:nvPr/>
        </p:nvGrpSpPr>
        <p:grpSpPr>
          <a:xfrm>
            <a:off x="3103963" y="3361140"/>
            <a:ext cx="297886" cy="337578"/>
            <a:chOff x="3103963" y="3361140"/>
            <a:chExt cx="297886" cy="337578"/>
          </a:xfrm>
        </p:grpSpPr>
        <p:sp>
          <p:nvSpPr>
            <p:cNvPr id="15796" name="Google Shape;15796;p76"/>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76"/>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76"/>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76"/>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76"/>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7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7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76"/>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76"/>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76"/>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76"/>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76"/>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76"/>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76"/>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76"/>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76"/>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76"/>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76"/>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7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7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76"/>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76"/>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76"/>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76"/>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0" name="Google Shape;15820;p76"/>
          <p:cNvGrpSpPr/>
          <p:nvPr/>
        </p:nvGrpSpPr>
        <p:grpSpPr>
          <a:xfrm>
            <a:off x="2667821" y="3361108"/>
            <a:ext cx="273046" cy="337801"/>
            <a:chOff x="2667821" y="3361108"/>
            <a:chExt cx="273046" cy="337801"/>
          </a:xfrm>
        </p:grpSpPr>
        <p:sp>
          <p:nvSpPr>
            <p:cNvPr id="15821" name="Google Shape;15821;p76"/>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76"/>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76"/>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76"/>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76"/>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76"/>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76"/>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76"/>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76"/>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76"/>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76"/>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76"/>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76"/>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76"/>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76"/>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76"/>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76"/>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76"/>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76"/>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0" name="Google Shape;15840;p76"/>
          <p:cNvGrpSpPr/>
          <p:nvPr/>
        </p:nvGrpSpPr>
        <p:grpSpPr>
          <a:xfrm>
            <a:off x="2212469" y="3360313"/>
            <a:ext cx="282715" cy="338660"/>
            <a:chOff x="2212469" y="3360313"/>
            <a:chExt cx="282715" cy="338660"/>
          </a:xfrm>
        </p:grpSpPr>
        <p:sp>
          <p:nvSpPr>
            <p:cNvPr id="15841" name="Google Shape;15841;p76"/>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76"/>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76"/>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4" name="Google Shape;15844;p76"/>
          <p:cNvGrpSpPr/>
          <p:nvPr/>
        </p:nvGrpSpPr>
        <p:grpSpPr>
          <a:xfrm>
            <a:off x="1768821" y="3361108"/>
            <a:ext cx="278739" cy="339073"/>
            <a:chOff x="1768821" y="3361108"/>
            <a:chExt cx="278739" cy="339073"/>
          </a:xfrm>
        </p:grpSpPr>
        <p:sp>
          <p:nvSpPr>
            <p:cNvPr id="15845" name="Google Shape;15845;p76"/>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76"/>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76"/>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76"/>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76"/>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76"/>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76"/>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76"/>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76"/>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76"/>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76"/>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6" name="Google Shape;15856;p76"/>
          <p:cNvGrpSpPr/>
          <p:nvPr/>
        </p:nvGrpSpPr>
        <p:grpSpPr>
          <a:xfrm>
            <a:off x="5337883" y="3336873"/>
            <a:ext cx="307141" cy="376826"/>
            <a:chOff x="5337883" y="3336873"/>
            <a:chExt cx="307141" cy="376826"/>
          </a:xfrm>
        </p:grpSpPr>
        <p:sp>
          <p:nvSpPr>
            <p:cNvPr id="15857" name="Google Shape;15857;p76"/>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76"/>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9" name="Google Shape;15859;p76"/>
          <p:cNvGrpSpPr/>
          <p:nvPr/>
        </p:nvGrpSpPr>
        <p:grpSpPr>
          <a:xfrm>
            <a:off x="4883835" y="3337255"/>
            <a:ext cx="323425" cy="377557"/>
            <a:chOff x="4883835" y="3337255"/>
            <a:chExt cx="323425" cy="377557"/>
          </a:xfrm>
        </p:grpSpPr>
        <p:sp>
          <p:nvSpPr>
            <p:cNvPr id="15860" name="Google Shape;15860;p76"/>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76"/>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76"/>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3" name="Google Shape;15863;p76"/>
          <p:cNvGrpSpPr/>
          <p:nvPr/>
        </p:nvGrpSpPr>
        <p:grpSpPr>
          <a:xfrm>
            <a:off x="6193310" y="3407289"/>
            <a:ext cx="352590" cy="237488"/>
            <a:chOff x="6193310" y="3407289"/>
            <a:chExt cx="352590" cy="237488"/>
          </a:xfrm>
        </p:grpSpPr>
        <p:sp>
          <p:nvSpPr>
            <p:cNvPr id="15864" name="Google Shape;15864;p76"/>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76"/>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76"/>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76"/>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76"/>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9" name="Google Shape;15869;p76"/>
          <p:cNvGrpSpPr/>
          <p:nvPr/>
        </p:nvGrpSpPr>
        <p:grpSpPr>
          <a:xfrm>
            <a:off x="6637117" y="3397843"/>
            <a:ext cx="353735" cy="254504"/>
            <a:chOff x="6637117" y="3397843"/>
            <a:chExt cx="353735" cy="254504"/>
          </a:xfrm>
        </p:grpSpPr>
        <p:sp>
          <p:nvSpPr>
            <p:cNvPr id="15870" name="Google Shape;15870;p76"/>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76"/>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76"/>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76"/>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76"/>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76"/>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6" name="Google Shape;15876;p76"/>
          <p:cNvGrpSpPr/>
          <p:nvPr/>
        </p:nvGrpSpPr>
        <p:grpSpPr>
          <a:xfrm>
            <a:off x="7075994" y="3349531"/>
            <a:ext cx="360637" cy="352336"/>
            <a:chOff x="7075994" y="3349531"/>
            <a:chExt cx="360637" cy="352336"/>
          </a:xfrm>
        </p:grpSpPr>
        <p:sp>
          <p:nvSpPr>
            <p:cNvPr id="15877" name="Google Shape;15877;p76"/>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76"/>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76"/>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76"/>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76"/>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76"/>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76"/>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4" name="Google Shape;15884;p76"/>
          <p:cNvGrpSpPr/>
          <p:nvPr/>
        </p:nvGrpSpPr>
        <p:grpSpPr>
          <a:xfrm>
            <a:off x="7651983" y="3349181"/>
            <a:ext cx="107183" cy="352399"/>
            <a:chOff x="7651983" y="3349181"/>
            <a:chExt cx="107183" cy="352399"/>
          </a:xfrm>
        </p:grpSpPr>
        <p:sp>
          <p:nvSpPr>
            <p:cNvPr id="15885" name="Google Shape;15885;p76"/>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76"/>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7" name="Google Shape;15887;p76"/>
          <p:cNvGrpSpPr/>
          <p:nvPr/>
        </p:nvGrpSpPr>
        <p:grpSpPr>
          <a:xfrm>
            <a:off x="7973468" y="3382322"/>
            <a:ext cx="352590" cy="287072"/>
            <a:chOff x="7973468" y="3382322"/>
            <a:chExt cx="352590" cy="287072"/>
          </a:xfrm>
        </p:grpSpPr>
        <p:sp>
          <p:nvSpPr>
            <p:cNvPr id="15888" name="Google Shape;15888;p76"/>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76"/>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76"/>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76"/>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76"/>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76"/>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76"/>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76"/>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76"/>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76"/>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76"/>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76"/>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903" name="Shape 15903"/>
        <p:cNvGrpSpPr/>
        <p:nvPr/>
      </p:nvGrpSpPr>
      <p:grpSpPr>
        <a:xfrm>
          <a:off x="0" y="0"/>
          <a:ext cx="0" cy="0"/>
          <a:chOff x="0" y="0"/>
          <a:chExt cx="0" cy="0"/>
        </a:xfrm>
      </p:grpSpPr>
      <p:sp>
        <p:nvSpPr>
          <p:cNvPr id="15904" name="Google Shape;15904;p7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5905" name="Google Shape;15905;p77"/>
          <p:cNvGrpSpPr/>
          <p:nvPr/>
        </p:nvGrpSpPr>
        <p:grpSpPr>
          <a:xfrm>
            <a:off x="849677" y="1500658"/>
            <a:ext cx="347872" cy="347488"/>
            <a:chOff x="849677" y="1500658"/>
            <a:chExt cx="347872" cy="347488"/>
          </a:xfrm>
        </p:grpSpPr>
        <p:sp>
          <p:nvSpPr>
            <p:cNvPr id="15906" name="Google Shape;15906;p77"/>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77"/>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77"/>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77"/>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77"/>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77"/>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2" name="Google Shape;15912;p77"/>
          <p:cNvGrpSpPr/>
          <p:nvPr/>
        </p:nvGrpSpPr>
        <p:grpSpPr>
          <a:xfrm>
            <a:off x="1415853" y="1500658"/>
            <a:ext cx="315872" cy="347488"/>
            <a:chOff x="1415853" y="1500658"/>
            <a:chExt cx="315872" cy="347488"/>
          </a:xfrm>
        </p:grpSpPr>
        <p:sp>
          <p:nvSpPr>
            <p:cNvPr id="15913" name="Google Shape;15913;p77"/>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77"/>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77"/>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77"/>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7" name="Google Shape;15917;p77"/>
          <p:cNvGrpSpPr/>
          <p:nvPr/>
        </p:nvGrpSpPr>
        <p:grpSpPr>
          <a:xfrm>
            <a:off x="4697389" y="1500658"/>
            <a:ext cx="347520" cy="347104"/>
            <a:chOff x="4697389" y="1500658"/>
            <a:chExt cx="347520" cy="347104"/>
          </a:xfrm>
        </p:grpSpPr>
        <p:sp>
          <p:nvSpPr>
            <p:cNvPr id="15918" name="Google Shape;15918;p77"/>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77"/>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77"/>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1" name="Google Shape;15921;p77"/>
          <p:cNvGrpSpPr/>
          <p:nvPr/>
        </p:nvGrpSpPr>
        <p:grpSpPr>
          <a:xfrm>
            <a:off x="3603533" y="1964946"/>
            <a:ext cx="347520" cy="353760"/>
            <a:chOff x="3603533" y="1964946"/>
            <a:chExt cx="347520" cy="353760"/>
          </a:xfrm>
        </p:grpSpPr>
        <p:sp>
          <p:nvSpPr>
            <p:cNvPr id="15922" name="Google Shape;15922;p77"/>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77"/>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77"/>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5" name="Google Shape;15925;p77"/>
          <p:cNvGrpSpPr/>
          <p:nvPr/>
        </p:nvGrpSpPr>
        <p:grpSpPr>
          <a:xfrm>
            <a:off x="1950765" y="1964338"/>
            <a:ext cx="357792" cy="352448"/>
            <a:chOff x="1950765" y="1964338"/>
            <a:chExt cx="357792" cy="352448"/>
          </a:xfrm>
        </p:grpSpPr>
        <p:sp>
          <p:nvSpPr>
            <p:cNvPr id="15926" name="Google Shape;15926;p77"/>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77"/>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77"/>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77"/>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0" name="Google Shape;15930;p77"/>
          <p:cNvGrpSpPr/>
          <p:nvPr/>
        </p:nvGrpSpPr>
        <p:grpSpPr>
          <a:xfrm>
            <a:off x="7435629" y="1964690"/>
            <a:ext cx="367712" cy="353248"/>
            <a:chOff x="7435629" y="1964690"/>
            <a:chExt cx="367712" cy="353248"/>
          </a:xfrm>
        </p:grpSpPr>
        <p:sp>
          <p:nvSpPr>
            <p:cNvPr id="15931" name="Google Shape;15931;p77"/>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77"/>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77"/>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77"/>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5" name="Google Shape;15935;p77"/>
          <p:cNvGrpSpPr/>
          <p:nvPr/>
        </p:nvGrpSpPr>
        <p:grpSpPr>
          <a:xfrm>
            <a:off x="2512749" y="1965042"/>
            <a:ext cx="333024" cy="352896"/>
            <a:chOff x="2512749" y="1965042"/>
            <a:chExt cx="333024" cy="352896"/>
          </a:xfrm>
        </p:grpSpPr>
        <p:sp>
          <p:nvSpPr>
            <p:cNvPr id="15936" name="Google Shape;15936;p77"/>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77"/>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77"/>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77"/>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77"/>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1" name="Google Shape;15941;p77"/>
          <p:cNvGrpSpPr/>
          <p:nvPr/>
        </p:nvGrpSpPr>
        <p:grpSpPr>
          <a:xfrm>
            <a:off x="1398317" y="1981778"/>
            <a:ext cx="365792" cy="335392"/>
            <a:chOff x="1398317" y="1981778"/>
            <a:chExt cx="365792" cy="335392"/>
          </a:xfrm>
        </p:grpSpPr>
        <p:sp>
          <p:nvSpPr>
            <p:cNvPr id="15942" name="Google Shape;15942;p77"/>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77"/>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77"/>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77"/>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77"/>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77"/>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8" name="Google Shape;15948;p77"/>
          <p:cNvGrpSpPr/>
          <p:nvPr/>
        </p:nvGrpSpPr>
        <p:grpSpPr>
          <a:xfrm>
            <a:off x="3052237" y="2003570"/>
            <a:ext cx="353600" cy="314752"/>
            <a:chOff x="3052237" y="2003570"/>
            <a:chExt cx="353600" cy="314752"/>
          </a:xfrm>
        </p:grpSpPr>
        <p:sp>
          <p:nvSpPr>
            <p:cNvPr id="15949" name="Google Shape;15949;p77"/>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77"/>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77"/>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2" name="Google Shape;15952;p77"/>
          <p:cNvGrpSpPr/>
          <p:nvPr/>
        </p:nvGrpSpPr>
        <p:grpSpPr>
          <a:xfrm>
            <a:off x="1404013" y="2958066"/>
            <a:ext cx="368096" cy="223968"/>
            <a:chOff x="1404013" y="2958066"/>
            <a:chExt cx="368096" cy="223968"/>
          </a:xfrm>
        </p:grpSpPr>
        <p:sp>
          <p:nvSpPr>
            <p:cNvPr id="15953" name="Google Shape;15953;p77"/>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77"/>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55" name="Google Shape;15955;p77"/>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77"/>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57" name="Google Shape;15957;p77"/>
          <p:cNvGrpSpPr/>
          <p:nvPr/>
        </p:nvGrpSpPr>
        <p:grpSpPr>
          <a:xfrm>
            <a:off x="1951149" y="2885202"/>
            <a:ext cx="370368" cy="367328"/>
            <a:chOff x="1951149" y="2885202"/>
            <a:chExt cx="370368" cy="367328"/>
          </a:xfrm>
        </p:grpSpPr>
        <p:sp>
          <p:nvSpPr>
            <p:cNvPr id="15958" name="Google Shape;15958;p77"/>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77"/>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77"/>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1" name="Google Shape;15961;p77"/>
          <p:cNvGrpSpPr/>
          <p:nvPr/>
        </p:nvGrpSpPr>
        <p:grpSpPr>
          <a:xfrm>
            <a:off x="2501677" y="2906162"/>
            <a:ext cx="367328" cy="327296"/>
            <a:chOff x="2501677" y="2906162"/>
            <a:chExt cx="367328" cy="327296"/>
          </a:xfrm>
        </p:grpSpPr>
        <p:sp>
          <p:nvSpPr>
            <p:cNvPr id="15962" name="Google Shape;15962;p77"/>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77"/>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77"/>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65" name="Google Shape;15965;p77"/>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66" name="Google Shape;15966;p77"/>
          <p:cNvGrpSpPr/>
          <p:nvPr/>
        </p:nvGrpSpPr>
        <p:grpSpPr>
          <a:xfrm>
            <a:off x="3050317" y="2893714"/>
            <a:ext cx="367712" cy="354240"/>
            <a:chOff x="3050317" y="2893714"/>
            <a:chExt cx="367712" cy="354240"/>
          </a:xfrm>
        </p:grpSpPr>
        <p:sp>
          <p:nvSpPr>
            <p:cNvPr id="15967" name="Google Shape;15967;p77"/>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77"/>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69" name="Google Shape;15969;p77"/>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77"/>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71" name="Google Shape;15971;p77"/>
          <p:cNvGrpSpPr/>
          <p:nvPr/>
        </p:nvGrpSpPr>
        <p:grpSpPr>
          <a:xfrm>
            <a:off x="7531277" y="2886354"/>
            <a:ext cx="185184" cy="367296"/>
            <a:chOff x="7531277" y="2886354"/>
            <a:chExt cx="185184" cy="367296"/>
          </a:xfrm>
        </p:grpSpPr>
        <p:sp>
          <p:nvSpPr>
            <p:cNvPr id="15972" name="Google Shape;15972;p77"/>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77"/>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77"/>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5" name="Google Shape;15975;p77"/>
          <p:cNvGrpSpPr/>
          <p:nvPr/>
        </p:nvGrpSpPr>
        <p:grpSpPr>
          <a:xfrm>
            <a:off x="6926637" y="2886738"/>
            <a:ext cx="297184" cy="367296"/>
            <a:chOff x="6926637" y="2886738"/>
            <a:chExt cx="297184" cy="367296"/>
          </a:xfrm>
        </p:grpSpPr>
        <p:sp>
          <p:nvSpPr>
            <p:cNvPr id="15976" name="Google Shape;15976;p77"/>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77"/>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77"/>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79" name="Google Shape;15979;p77"/>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77"/>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81" name="Google Shape;15981;p77"/>
          <p:cNvGrpSpPr/>
          <p:nvPr/>
        </p:nvGrpSpPr>
        <p:grpSpPr>
          <a:xfrm>
            <a:off x="6340653" y="2886354"/>
            <a:ext cx="370368" cy="368064"/>
            <a:chOff x="6340653" y="2886354"/>
            <a:chExt cx="370368" cy="368064"/>
          </a:xfrm>
        </p:grpSpPr>
        <p:sp>
          <p:nvSpPr>
            <p:cNvPr id="15982" name="Google Shape;15982;p77"/>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77"/>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77"/>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77"/>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77"/>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77"/>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8" name="Google Shape;15988;p77"/>
          <p:cNvGrpSpPr/>
          <p:nvPr/>
        </p:nvGrpSpPr>
        <p:grpSpPr>
          <a:xfrm>
            <a:off x="5246797" y="1981426"/>
            <a:ext cx="354752" cy="336512"/>
            <a:chOff x="5246797" y="1981426"/>
            <a:chExt cx="354752" cy="336512"/>
          </a:xfrm>
        </p:grpSpPr>
        <p:sp>
          <p:nvSpPr>
            <p:cNvPr id="15989" name="Google Shape;15989;p77"/>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77"/>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1" name="Google Shape;15991;p77"/>
          <p:cNvGrpSpPr/>
          <p:nvPr/>
        </p:nvGrpSpPr>
        <p:grpSpPr>
          <a:xfrm>
            <a:off x="4148749" y="2102066"/>
            <a:ext cx="355136" cy="216256"/>
            <a:chOff x="4148749" y="2102066"/>
            <a:chExt cx="355136" cy="216256"/>
          </a:xfrm>
        </p:grpSpPr>
        <p:sp>
          <p:nvSpPr>
            <p:cNvPr id="15992" name="Google Shape;15992;p77"/>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77"/>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4" name="Google Shape;15994;p77"/>
          <p:cNvGrpSpPr/>
          <p:nvPr/>
        </p:nvGrpSpPr>
        <p:grpSpPr>
          <a:xfrm>
            <a:off x="5794669" y="2001426"/>
            <a:ext cx="354752" cy="315360"/>
            <a:chOff x="5794669" y="2001426"/>
            <a:chExt cx="354752" cy="315360"/>
          </a:xfrm>
        </p:grpSpPr>
        <p:sp>
          <p:nvSpPr>
            <p:cNvPr id="15995" name="Google Shape;15995;p77"/>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77"/>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7" name="Google Shape;15997;p77"/>
          <p:cNvGrpSpPr/>
          <p:nvPr/>
        </p:nvGrpSpPr>
        <p:grpSpPr>
          <a:xfrm>
            <a:off x="6345229" y="2029842"/>
            <a:ext cx="352832" cy="289216"/>
            <a:chOff x="6345229" y="2029842"/>
            <a:chExt cx="352832" cy="289216"/>
          </a:xfrm>
        </p:grpSpPr>
        <p:sp>
          <p:nvSpPr>
            <p:cNvPr id="15998" name="Google Shape;15998;p77"/>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77"/>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0" name="Google Shape;16000;p77"/>
          <p:cNvGrpSpPr/>
          <p:nvPr/>
        </p:nvGrpSpPr>
        <p:grpSpPr>
          <a:xfrm>
            <a:off x="4697389" y="2036338"/>
            <a:ext cx="354752" cy="281984"/>
            <a:chOff x="4697389" y="2036338"/>
            <a:chExt cx="354752" cy="281984"/>
          </a:xfrm>
        </p:grpSpPr>
        <p:sp>
          <p:nvSpPr>
            <p:cNvPr id="16001" name="Google Shape;16001;p77"/>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77"/>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3" name="Google Shape;16003;p77"/>
          <p:cNvGrpSpPr/>
          <p:nvPr/>
        </p:nvGrpSpPr>
        <p:grpSpPr>
          <a:xfrm>
            <a:off x="1404013" y="2424754"/>
            <a:ext cx="353600" cy="354944"/>
            <a:chOff x="1404013" y="2424754"/>
            <a:chExt cx="353600" cy="354944"/>
          </a:xfrm>
        </p:grpSpPr>
        <p:sp>
          <p:nvSpPr>
            <p:cNvPr id="16004" name="Google Shape;16004;p77"/>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77"/>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77"/>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77"/>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77"/>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9" name="Google Shape;16009;p77"/>
          <p:cNvGrpSpPr/>
          <p:nvPr/>
        </p:nvGrpSpPr>
        <p:grpSpPr>
          <a:xfrm>
            <a:off x="854253" y="2428274"/>
            <a:ext cx="355104" cy="351040"/>
            <a:chOff x="854253" y="2428274"/>
            <a:chExt cx="355104" cy="351040"/>
          </a:xfrm>
        </p:grpSpPr>
        <p:sp>
          <p:nvSpPr>
            <p:cNvPr id="16010" name="Google Shape;16010;p77"/>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77"/>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2" name="Google Shape;16012;p77"/>
          <p:cNvGrpSpPr/>
          <p:nvPr/>
        </p:nvGrpSpPr>
        <p:grpSpPr>
          <a:xfrm>
            <a:off x="6896909" y="2440946"/>
            <a:ext cx="354752" cy="275904"/>
            <a:chOff x="6896909" y="2440946"/>
            <a:chExt cx="354752" cy="275904"/>
          </a:xfrm>
        </p:grpSpPr>
        <p:sp>
          <p:nvSpPr>
            <p:cNvPr id="16013" name="Google Shape;16013;p77"/>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77"/>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15" name="Google Shape;16015;p77"/>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16" name="Google Shape;16016;p77"/>
          <p:cNvGrpSpPr/>
          <p:nvPr/>
        </p:nvGrpSpPr>
        <p:grpSpPr>
          <a:xfrm>
            <a:off x="5265069" y="2424754"/>
            <a:ext cx="321984" cy="354560"/>
            <a:chOff x="5265069" y="2424754"/>
            <a:chExt cx="321984" cy="354560"/>
          </a:xfrm>
        </p:grpSpPr>
        <p:sp>
          <p:nvSpPr>
            <p:cNvPr id="16017" name="Google Shape;16017;p77"/>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77"/>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9" name="Google Shape;16019;p77"/>
          <p:cNvGrpSpPr/>
          <p:nvPr/>
        </p:nvGrpSpPr>
        <p:grpSpPr>
          <a:xfrm>
            <a:off x="4150669" y="2466770"/>
            <a:ext cx="355104" cy="259584"/>
            <a:chOff x="4150669" y="2466770"/>
            <a:chExt cx="355104" cy="259584"/>
          </a:xfrm>
        </p:grpSpPr>
        <p:sp>
          <p:nvSpPr>
            <p:cNvPr id="16020" name="Google Shape;16020;p77"/>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77"/>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77"/>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77"/>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4" name="Google Shape;16024;p77"/>
          <p:cNvGrpSpPr/>
          <p:nvPr/>
        </p:nvGrpSpPr>
        <p:grpSpPr>
          <a:xfrm>
            <a:off x="4699693" y="2424946"/>
            <a:ext cx="354336" cy="353984"/>
            <a:chOff x="4699693" y="2424946"/>
            <a:chExt cx="354336" cy="353984"/>
          </a:xfrm>
        </p:grpSpPr>
        <p:sp>
          <p:nvSpPr>
            <p:cNvPr id="16025" name="Google Shape;16025;p77"/>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77"/>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27" name="Google Shape;16027;p77"/>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77"/>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29" name="Google Shape;16029;p77"/>
          <p:cNvGrpSpPr/>
          <p:nvPr/>
        </p:nvGrpSpPr>
        <p:grpSpPr>
          <a:xfrm>
            <a:off x="1953037" y="2552242"/>
            <a:ext cx="355136" cy="227072"/>
            <a:chOff x="1953037" y="2552242"/>
            <a:chExt cx="355136" cy="227072"/>
          </a:xfrm>
        </p:grpSpPr>
        <p:sp>
          <p:nvSpPr>
            <p:cNvPr id="16030" name="Google Shape;16030;p77"/>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77"/>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32" name="Google Shape;16032;p77"/>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33" name="Google Shape;16033;p77"/>
          <p:cNvGrpSpPr/>
          <p:nvPr/>
        </p:nvGrpSpPr>
        <p:grpSpPr>
          <a:xfrm>
            <a:off x="2500941" y="2527218"/>
            <a:ext cx="355104" cy="250944"/>
            <a:chOff x="2500941" y="2527218"/>
            <a:chExt cx="355104" cy="250944"/>
          </a:xfrm>
        </p:grpSpPr>
        <p:sp>
          <p:nvSpPr>
            <p:cNvPr id="16034" name="Google Shape;16034;p77"/>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77"/>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77"/>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77"/>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77"/>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39" name="Google Shape;16039;p77"/>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40" name="Google Shape;16040;p77"/>
          <p:cNvGrpSpPr/>
          <p:nvPr/>
        </p:nvGrpSpPr>
        <p:grpSpPr>
          <a:xfrm>
            <a:off x="7993805" y="2427122"/>
            <a:ext cx="356256" cy="351808"/>
            <a:chOff x="7993805" y="2427122"/>
            <a:chExt cx="356256" cy="351808"/>
          </a:xfrm>
        </p:grpSpPr>
        <p:sp>
          <p:nvSpPr>
            <p:cNvPr id="16041" name="Google Shape;16041;p77"/>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77"/>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77"/>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4" name="Google Shape;16044;p77"/>
          <p:cNvGrpSpPr/>
          <p:nvPr/>
        </p:nvGrpSpPr>
        <p:grpSpPr>
          <a:xfrm>
            <a:off x="878637" y="1965010"/>
            <a:ext cx="308640" cy="353312"/>
            <a:chOff x="878637" y="1965010"/>
            <a:chExt cx="308640" cy="353312"/>
          </a:xfrm>
        </p:grpSpPr>
        <p:sp>
          <p:nvSpPr>
            <p:cNvPr id="16045" name="Google Shape;16045;p77"/>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77"/>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77"/>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8" name="Google Shape;16048;p77"/>
          <p:cNvGrpSpPr/>
          <p:nvPr/>
        </p:nvGrpSpPr>
        <p:grpSpPr>
          <a:xfrm>
            <a:off x="6896141" y="1964722"/>
            <a:ext cx="348256" cy="352448"/>
            <a:chOff x="6896141" y="1964722"/>
            <a:chExt cx="348256" cy="352448"/>
          </a:xfrm>
        </p:grpSpPr>
        <p:sp>
          <p:nvSpPr>
            <p:cNvPr id="16049" name="Google Shape;16049;p77"/>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77"/>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77"/>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2" name="Google Shape;16052;p77"/>
          <p:cNvGrpSpPr/>
          <p:nvPr/>
        </p:nvGrpSpPr>
        <p:grpSpPr>
          <a:xfrm>
            <a:off x="7989997" y="2015378"/>
            <a:ext cx="355136" cy="303328"/>
            <a:chOff x="7989997" y="2015378"/>
            <a:chExt cx="355136" cy="303328"/>
          </a:xfrm>
        </p:grpSpPr>
        <p:sp>
          <p:nvSpPr>
            <p:cNvPr id="16053" name="Google Shape;16053;p77"/>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77"/>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77"/>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6" name="Google Shape;16056;p77"/>
          <p:cNvGrpSpPr/>
          <p:nvPr/>
        </p:nvGrpSpPr>
        <p:grpSpPr>
          <a:xfrm>
            <a:off x="3598221" y="1509362"/>
            <a:ext cx="348640" cy="330784"/>
            <a:chOff x="3598221" y="1509362"/>
            <a:chExt cx="348640" cy="330784"/>
          </a:xfrm>
        </p:grpSpPr>
        <p:sp>
          <p:nvSpPr>
            <p:cNvPr id="16057" name="Google Shape;16057;p77"/>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77"/>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77"/>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77"/>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1" name="Google Shape;16061;p77"/>
          <p:cNvGrpSpPr/>
          <p:nvPr/>
        </p:nvGrpSpPr>
        <p:grpSpPr>
          <a:xfrm>
            <a:off x="5246797" y="1500658"/>
            <a:ext cx="347872" cy="347488"/>
            <a:chOff x="5246797" y="1500658"/>
            <a:chExt cx="347872" cy="347488"/>
          </a:xfrm>
        </p:grpSpPr>
        <p:sp>
          <p:nvSpPr>
            <p:cNvPr id="16062" name="Google Shape;16062;p77"/>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77"/>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77"/>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77"/>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6" name="Google Shape;16066;p77"/>
          <p:cNvGrpSpPr/>
          <p:nvPr/>
        </p:nvGrpSpPr>
        <p:grpSpPr>
          <a:xfrm>
            <a:off x="5796589" y="1500658"/>
            <a:ext cx="349024" cy="346752"/>
            <a:chOff x="5796589" y="1500658"/>
            <a:chExt cx="349024" cy="346752"/>
          </a:xfrm>
        </p:grpSpPr>
        <p:sp>
          <p:nvSpPr>
            <p:cNvPr id="16067" name="Google Shape;16067;p77"/>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68" name="Google Shape;16068;p77"/>
            <p:cNvGrpSpPr/>
            <p:nvPr/>
          </p:nvGrpSpPr>
          <p:grpSpPr>
            <a:xfrm>
              <a:off x="5796589" y="1500658"/>
              <a:ext cx="349024" cy="346752"/>
              <a:chOff x="5796589" y="1500658"/>
              <a:chExt cx="349024" cy="346752"/>
            </a:xfrm>
          </p:grpSpPr>
          <p:sp>
            <p:nvSpPr>
              <p:cNvPr id="16069" name="Google Shape;16069;p77"/>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77"/>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77"/>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77"/>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73" name="Google Shape;16073;p77"/>
          <p:cNvGrpSpPr/>
          <p:nvPr/>
        </p:nvGrpSpPr>
        <p:grpSpPr>
          <a:xfrm>
            <a:off x="6895373" y="1502578"/>
            <a:ext cx="348640" cy="343296"/>
            <a:chOff x="6895373" y="1502578"/>
            <a:chExt cx="348640" cy="343296"/>
          </a:xfrm>
        </p:grpSpPr>
        <p:sp>
          <p:nvSpPr>
            <p:cNvPr id="16074" name="Google Shape;16074;p77"/>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77"/>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77"/>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7" name="Google Shape;16077;p77"/>
          <p:cNvGrpSpPr/>
          <p:nvPr/>
        </p:nvGrpSpPr>
        <p:grpSpPr>
          <a:xfrm>
            <a:off x="4147597" y="1505458"/>
            <a:ext cx="347904" cy="336992"/>
            <a:chOff x="4147597" y="1505458"/>
            <a:chExt cx="347904" cy="336992"/>
          </a:xfrm>
        </p:grpSpPr>
        <p:sp>
          <p:nvSpPr>
            <p:cNvPr id="16078" name="Google Shape;16078;p77"/>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77"/>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77"/>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77"/>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77"/>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77"/>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77"/>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5" name="Google Shape;16085;p77"/>
          <p:cNvGrpSpPr/>
          <p:nvPr/>
        </p:nvGrpSpPr>
        <p:grpSpPr>
          <a:xfrm>
            <a:off x="2499405" y="1499890"/>
            <a:ext cx="347488" cy="348256"/>
            <a:chOff x="2499405" y="1499890"/>
            <a:chExt cx="347488" cy="348256"/>
          </a:xfrm>
        </p:grpSpPr>
        <p:sp>
          <p:nvSpPr>
            <p:cNvPr id="16086" name="Google Shape;16086;p77"/>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77"/>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77"/>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77"/>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77"/>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1" name="Google Shape;16091;p77"/>
          <p:cNvGrpSpPr/>
          <p:nvPr/>
        </p:nvGrpSpPr>
        <p:grpSpPr>
          <a:xfrm>
            <a:off x="1956845" y="1500498"/>
            <a:ext cx="331520" cy="348032"/>
            <a:chOff x="1956845" y="1500498"/>
            <a:chExt cx="331520" cy="348032"/>
          </a:xfrm>
        </p:grpSpPr>
        <p:sp>
          <p:nvSpPr>
            <p:cNvPr id="16092" name="Google Shape;16092;p77"/>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77"/>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77"/>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77"/>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77"/>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77"/>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77"/>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77"/>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77"/>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77"/>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77"/>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77"/>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4" name="Google Shape;16104;p77"/>
          <p:cNvGrpSpPr/>
          <p:nvPr/>
        </p:nvGrpSpPr>
        <p:grpSpPr>
          <a:xfrm>
            <a:off x="6345613" y="1549874"/>
            <a:ext cx="348640" cy="250656"/>
            <a:chOff x="6345613" y="1549874"/>
            <a:chExt cx="348640" cy="250656"/>
          </a:xfrm>
        </p:grpSpPr>
        <p:sp>
          <p:nvSpPr>
            <p:cNvPr id="16105" name="Google Shape;16105;p77"/>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77"/>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77"/>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77"/>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77"/>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77"/>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1" name="Google Shape;16111;p77"/>
          <p:cNvGrpSpPr/>
          <p:nvPr/>
        </p:nvGrpSpPr>
        <p:grpSpPr>
          <a:xfrm>
            <a:off x="7444781" y="1507026"/>
            <a:ext cx="348640" cy="334272"/>
            <a:chOff x="7444781" y="1507026"/>
            <a:chExt cx="348640" cy="334272"/>
          </a:xfrm>
        </p:grpSpPr>
        <p:sp>
          <p:nvSpPr>
            <p:cNvPr id="16112" name="Google Shape;16112;p77"/>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77"/>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77"/>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77"/>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77"/>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7" name="Google Shape;16117;p77"/>
          <p:cNvGrpSpPr/>
          <p:nvPr/>
        </p:nvGrpSpPr>
        <p:grpSpPr>
          <a:xfrm>
            <a:off x="7995341" y="1506738"/>
            <a:ext cx="347872" cy="334944"/>
            <a:chOff x="7995341" y="1506738"/>
            <a:chExt cx="347872" cy="334944"/>
          </a:xfrm>
        </p:grpSpPr>
        <p:sp>
          <p:nvSpPr>
            <p:cNvPr id="16118" name="Google Shape;16118;p77"/>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77"/>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77"/>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77"/>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77"/>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77"/>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4" name="Google Shape;16124;p77"/>
          <p:cNvGrpSpPr/>
          <p:nvPr/>
        </p:nvGrpSpPr>
        <p:grpSpPr>
          <a:xfrm>
            <a:off x="3048045" y="1522930"/>
            <a:ext cx="347872" cy="303904"/>
            <a:chOff x="3048045" y="1522930"/>
            <a:chExt cx="347872" cy="303904"/>
          </a:xfrm>
        </p:grpSpPr>
        <p:sp>
          <p:nvSpPr>
            <p:cNvPr id="16125" name="Google Shape;16125;p77"/>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26" name="Google Shape;16126;p77"/>
            <p:cNvGrpSpPr/>
            <p:nvPr/>
          </p:nvGrpSpPr>
          <p:grpSpPr>
            <a:xfrm>
              <a:off x="3048045" y="1522930"/>
              <a:ext cx="347872" cy="303904"/>
              <a:chOff x="3048045" y="1522930"/>
              <a:chExt cx="347872" cy="303904"/>
            </a:xfrm>
          </p:grpSpPr>
          <p:sp>
            <p:nvSpPr>
              <p:cNvPr id="16127" name="Google Shape;16127;p77"/>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77"/>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129" name="Google Shape;16129;p77"/>
          <p:cNvGrpSpPr/>
          <p:nvPr/>
        </p:nvGrpSpPr>
        <p:grpSpPr>
          <a:xfrm>
            <a:off x="1133133" y="3351922"/>
            <a:ext cx="313984" cy="358560"/>
            <a:chOff x="1133133" y="3351922"/>
            <a:chExt cx="313984" cy="358560"/>
          </a:xfrm>
        </p:grpSpPr>
        <p:sp>
          <p:nvSpPr>
            <p:cNvPr id="16130" name="Google Shape;16130;p77"/>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77"/>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77"/>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77"/>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77"/>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77"/>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77"/>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77"/>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77"/>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77"/>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77"/>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77"/>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77"/>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77"/>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77"/>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77"/>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46" name="Google Shape;16146;p77"/>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47" name="Google Shape;16147;p77"/>
          <p:cNvGrpSpPr/>
          <p:nvPr/>
        </p:nvGrpSpPr>
        <p:grpSpPr>
          <a:xfrm>
            <a:off x="2795053" y="3352594"/>
            <a:ext cx="288448" cy="357120"/>
            <a:chOff x="2795053" y="3352594"/>
            <a:chExt cx="288448" cy="357120"/>
          </a:xfrm>
        </p:grpSpPr>
        <p:sp>
          <p:nvSpPr>
            <p:cNvPr id="16148" name="Google Shape;16148;p77"/>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77"/>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77"/>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77"/>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77"/>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77"/>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77"/>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77"/>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77"/>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7" name="Google Shape;16157;p77"/>
          <p:cNvGrpSpPr/>
          <p:nvPr/>
        </p:nvGrpSpPr>
        <p:grpSpPr>
          <a:xfrm>
            <a:off x="2236525" y="3353202"/>
            <a:ext cx="304832" cy="356512"/>
            <a:chOff x="2236525" y="3353202"/>
            <a:chExt cx="304832" cy="356512"/>
          </a:xfrm>
        </p:grpSpPr>
        <p:sp>
          <p:nvSpPr>
            <p:cNvPr id="16158" name="Google Shape;16158;p77"/>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77"/>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77"/>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1" name="Google Shape;16161;p77"/>
          <p:cNvGrpSpPr/>
          <p:nvPr/>
        </p:nvGrpSpPr>
        <p:grpSpPr>
          <a:xfrm>
            <a:off x="3910637" y="3352690"/>
            <a:ext cx="256800" cy="357024"/>
            <a:chOff x="3910637" y="3352690"/>
            <a:chExt cx="256800" cy="357024"/>
          </a:xfrm>
        </p:grpSpPr>
        <p:sp>
          <p:nvSpPr>
            <p:cNvPr id="16162" name="Google Shape;16162;p77"/>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77"/>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77"/>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5" name="Google Shape;16165;p77"/>
          <p:cNvGrpSpPr/>
          <p:nvPr/>
        </p:nvGrpSpPr>
        <p:grpSpPr>
          <a:xfrm>
            <a:off x="6056429" y="3351922"/>
            <a:ext cx="360064" cy="360096"/>
            <a:chOff x="6056429" y="3351922"/>
            <a:chExt cx="360064" cy="360096"/>
          </a:xfrm>
        </p:grpSpPr>
        <p:sp>
          <p:nvSpPr>
            <p:cNvPr id="16166" name="Google Shape;16166;p77"/>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77"/>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77"/>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9" name="Google Shape;16169;p77"/>
          <p:cNvGrpSpPr/>
          <p:nvPr/>
        </p:nvGrpSpPr>
        <p:grpSpPr>
          <a:xfrm>
            <a:off x="6608877" y="3353074"/>
            <a:ext cx="357408" cy="357408"/>
            <a:chOff x="6608877" y="3353074"/>
            <a:chExt cx="357408" cy="357408"/>
          </a:xfrm>
        </p:grpSpPr>
        <p:sp>
          <p:nvSpPr>
            <p:cNvPr id="16170" name="Google Shape;16170;p77"/>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77"/>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77"/>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77"/>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77"/>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77"/>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77"/>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77" name="Google Shape;16177;p77"/>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78" name="Google Shape;16178;p77"/>
          <p:cNvGrpSpPr/>
          <p:nvPr/>
        </p:nvGrpSpPr>
        <p:grpSpPr>
          <a:xfrm>
            <a:off x="3316269" y="3352402"/>
            <a:ext cx="344832" cy="356544"/>
            <a:chOff x="3316269" y="3352402"/>
            <a:chExt cx="344832" cy="356544"/>
          </a:xfrm>
        </p:grpSpPr>
        <p:sp>
          <p:nvSpPr>
            <p:cNvPr id="16179" name="Google Shape;16179;p77"/>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77"/>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77"/>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82" name="Google Shape;16182;p77"/>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83" name="Google Shape;16183;p77"/>
          <p:cNvGrpSpPr/>
          <p:nvPr/>
        </p:nvGrpSpPr>
        <p:grpSpPr>
          <a:xfrm>
            <a:off x="4959533" y="3370226"/>
            <a:ext cx="357408" cy="323488"/>
            <a:chOff x="4959533" y="3370226"/>
            <a:chExt cx="357408" cy="323488"/>
          </a:xfrm>
        </p:grpSpPr>
        <p:sp>
          <p:nvSpPr>
            <p:cNvPr id="16184" name="Google Shape;16184;p77"/>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77"/>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6" name="Google Shape;16186;p77"/>
          <p:cNvGrpSpPr/>
          <p:nvPr/>
        </p:nvGrpSpPr>
        <p:grpSpPr>
          <a:xfrm>
            <a:off x="7158637" y="3353074"/>
            <a:ext cx="357056" cy="357408"/>
            <a:chOff x="7158637" y="3353074"/>
            <a:chExt cx="357056" cy="357408"/>
          </a:xfrm>
        </p:grpSpPr>
        <p:sp>
          <p:nvSpPr>
            <p:cNvPr id="16187" name="Google Shape;16187;p77"/>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77"/>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77"/>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77"/>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1" name="Google Shape;16191;p77"/>
          <p:cNvGrpSpPr/>
          <p:nvPr/>
        </p:nvGrpSpPr>
        <p:grpSpPr>
          <a:xfrm>
            <a:off x="5508909" y="3371506"/>
            <a:ext cx="358560" cy="319552"/>
            <a:chOff x="5508909" y="3371506"/>
            <a:chExt cx="358560" cy="319552"/>
          </a:xfrm>
        </p:grpSpPr>
        <p:sp>
          <p:nvSpPr>
            <p:cNvPr id="16192" name="Google Shape;16192;p77"/>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77"/>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77"/>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77"/>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77"/>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77"/>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77"/>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77"/>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77"/>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77"/>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205" name="Shape 16205"/>
        <p:cNvGrpSpPr/>
        <p:nvPr/>
      </p:nvGrpSpPr>
      <p:grpSpPr>
        <a:xfrm>
          <a:off x="0" y="0"/>
          <a:ext cx="0" cy="0"/>
          <a:chOff x="0" y="0"/>
          <a:chExt cx="0" cy="0"/>
        </a:xfrm>
      </p:grpSpPr>
      <p:sp>
        <p:nvSpPr>
          <p:cNvPr id="16206" name="Google Shape;16206;p7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6207" name="Google Shape;16207;p78"/>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08" name="Google Shape;16208;p78"/>
          <p:cNvGrpSpPr/>
          <p:nvPr/>
        </p:nvGrpSpPr>
        <p:grpSpPr>
          <a:xfrm>
            <a:off x="3303268" y="3817349"/>
            <a:ext cx="346056" cy="345674"/>
            <a:chOff x="3303268" y="3817349"/>
            <a:chExt cx="346056" cy="345674"/>
          </a:xfrm>
        </p:grpSpPr>
        <p:sp>
          <p:nvSpPr>
            <p:cNvPr id="16209" name="Google Shape;16209;p78"/>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78"/>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78"/>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78"/>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3" name="Google Shape;16213;p78"/>
          <p:cNvGrpSpPr/>
          <p:nvPr/>
        </p:nvGrpSpPr>
        <p:grpSpPr>
          <a:xfrm>
            <a:off x="3752358" y="3817349"/>
            <a:ext cx="346056" cy="345674"/>
            <a:chOff x="3752358" y="3817349"/>
            <a:chExt cx="346056" cy="345674"/>
          </a:xfrm>
        </p:grpSpPr>
        <p:sp>
          <p:nvSpPr>
            <p:cNvPr id="16214" name="Google Shape;16214;p78"/>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78"/>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78"/>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78"/>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8" name="Google Shape;16218;p78"/>
          <p:cNvGrpSpPr/>
          <p:nvPr/>
        </p:nvGrpSpPr>
        <p:grpSpPr>
          <a:xfrm>
            <a:off x="5100008" y="3817349"/>
            <a:ext cx="346024" cy="345674"/>
            <a:chOff x="5100008" y="3817349"/>
            <a:chExt cx="346024" cy="345674"/>
          </a:xfrm>
        </p:grpSpPr>
        <p:sp>
          <p:nvSpPr>
            <p:cNvPr id="16219" name="Google Shape;16219;p78"/>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78"/>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78"/>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2" name="Google Shape;16222;p78"/>
          <p:cNvGrpSpPr/>
          <p:nvPr/>
        </p:nvGrpSpPr>
        <p:grpSpPr>
          <a:xfrm>
            <a:off x="5998919" y="3817349"/>
            <a:ext cx="345674" cy="345674"/>
            <a:chOff x="5998919" y="3817349"/>
            <a:chExt cx="345674" cy="345674"/>
          </a:xfrm>
        </p:grpSpPr>
        <p:sp>
          <p:nvSpPr>
            <p:cNvPr id="16223" name="Google Shape;16223;p78"/>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78"/>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78"/>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6" name="Google Shape;16226;p78"/>
          <p:cNvGrpSpPr/>
          <p:nvPr/>
        </p:nvGrpSpPr>
        <p:grpSpPr>
          <a:xfrm>
            <a:off x="4201447" y="3817349"/>
            <a:ext cx="346024" cy="345674"/>
            <a:chOff x="4201447" y="3817349"/>
            <a:chExt cx="346024" cy="345674"/>
          </a:xfrm>
        </p:grpSpPr>
        <p:sp>
          <p:nvSpPr>
            <p:cNvPr id="16227" name="Google Shape;16227;p78"/>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78"/>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9" name="Google Shape;16229;p78"/>
          <p:cNvGrpSpPr/>
          <p:nvPr/>
        </p:nvGrpSpPr>
        <p:grpSpPr>
          <a:xfrm>
            <a:off x="4650919" y="3817349"/>
            <a:ext cx="346024" cy="345674"/>
            <a:chOff x="4650919" y="3817349"/>
            <a:chExt cx="346024" cy="345674"/>
          </a:xfrm>
        </p:grpSpPr>
        <p:sp>
          <p:nvSpPr>
            <p:cNvPr id="16230" name="Google Shape;16230;p78"/>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78"/>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78"/>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3" name="Google Shape;16233;p78"/>
          <p:cNvGrpSpPr/>
          <p:nvPr/>
        </p:nvGrpSpPr>
        <p:grpSpPr>
          <a:xfrm>
            <a:off x="5549861" y="3817349"/>
            <a:ext cx="345642" cy="345674"/>
            <a:chOff x="5549861" y="3817349"/>
            <a:chExt cx="345642" cy="345674"/>
          </a:xfrm>
        </p:grpSpPr>
        <p:sp>
          <p:nvSpPr>
            <p:cNvPr id="16234" name="Google Shape;16234;p78"/>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78"/>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78"/>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7" name="Google Shape;16237;p78"/>
          <p:cNvGrpSpPr/>
          <p:nvPr/>
        </p:nvGrpSpPr>
        <p:grpSpPr>
          <a:xfrm>
            <a:off x="1306445" y="3397829"/>
            <a:ext cx="367255" cy="269855"/>
            <a:chOff x="1306445" y="3397829"/>
            <a:chExt cx="367255" cy="269855"/>
          </a:xfrm>
        </p:grpSpPr>
        <p:sp>
          <p:nvSpPr>
            <p:cNvPr id="16238" name="Google Shape;16238;p78"/>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78"/>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78"/>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78"/>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78"/>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78"/>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4" name="Google Shape;16244;p78"/>
          <p:cNvGrpSpPr/>
          <p:nvPr/>
        </p:nvGrpSpPr>
        <p:grpSpPr>
          <a:xfrm>
            <a:off x="1781317" y="3391400"/>
            <a:ext cx="367255" cy="282364"/>
            <a:chOff x="1781317" y="3391400"/>
            <a:chExt cx="367255" cy="282364"/>
          </a:xfrm>
        </p:grpSpPr>
        <p:sp>
          <p:nvSpPr>
            <p:cNvPr id="16245" name="Google Shape;16245;p78"/>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78"/>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78"/>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78"/>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78"/>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78"/>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1" name="Google Shape;16251;p78"/>
          <p:cNvGrpSpPr/>
          <p:nvPr/>
        </p:nvGrpSpPr>
        <p:grpSpPr>
          <a:xfrm>
            <a:off x="3678830" y="3370933"/>
            <a:ext cx="369164" cy="323297"/>
            <a:chOff x="3678830" y="3370933"/>
            <a:chExt cx="369164" cy="323297"/>
          </a:xfrm>
        </p:grpSpPr>
        <p:sp>
          <p:nvSpPr>
            <p:cNvPr id="16252" name="Google Shape;16252;p78"/>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78"/>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78"/>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78"/>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78"/>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78"/>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78"/>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78"/>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78"/>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78"/>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78"/>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3" name="Google Shape;16263;p78"/>
          <p:cNvGrpSpPr/>
          <p:nvPr/>
        </p:nvGrpSpPr>
        <p:grpSpPr>
          <a:xfrm>
            <a:off x="859265" y="3348175"/>
            <a:ext cx="312316" cy="368400"/>
            <a:chOff x="859265" y="3348175"/>
            <a:chExt cx="312316" cy="368400"/>
          </a:xfrm>
        </p:grpSpPr>
        <p:sp>
          <p:nvSpPr>
            <p:cNvPr id="16264" name="Google Shape;16264;p78"/>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78"/>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78"/>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78"/>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78"/>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69" name="Google Shape;16269;p78"/>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70" name="Google Shape;16270;p78"/>
          <p:cNvGrpSpPr/>
          <p:nvPr/>
        </p:nvGrpSpPr>
        <p:grpSpPr>
          <a:xfrm>
            <a:off x="2766374" y="3361013"/>
            <a:ext cx="330110" cy="308908"/>
            <a:chOff x="2766264" y="3394042"/>
            <a:chExt cx="294873" cy="275934"/>
          </a:xfrm>
        </p:grpSpPr>
        <p:sp>
          <p:nvSpPr>
            <p:cNvPr id="16271" name="Google Shape;16271;p78"/>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78"/>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78"/>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78"/>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5" name="Google Shape;16275;p78"/>
          <p:cNvGrpSpPr/>
          <p:nvPr/>
        </p:nvGrpSpPr>
        <p:grpSpPr>
          <a:xfrm>
            <a:off x="3214972" y="3359188"/>
            <a:ext cx="346406" cy="347552"/>
            <a:chOff x="3214972" y="3359188"/>
            <a:chExt cx="346406" cy="347552"/>
          </a:xfrm>
        </p:grpSpPr>
        <p:sp>
          <p:nvSpPr>
            <p:cNvPr id="16276" name="Google Shape;16276;p78"/>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78"/>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78"/>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78"/>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78"/>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78"/>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78"/>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78"/>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78"/>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78"/>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78"/>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78"/>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78"/>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78"/>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0" name="Google Shape;16290;p78"/>
          <p:cNvGrpSpPr/>
          <p:nvPr/>
        </p:nvGrpSpPr>
        <p:grpSpPr>
          <a:xfrm>
            <a:off x="4629306" y="3409193"/>
            <a:ext cx="367255" cy="244486"/>
            <a:chOff x="4629306" y="3409193"/>
            <a:chExt cx="367255" cy="244486"/>
          </a:xfrm>
        </p:grpSpPr>
        <p:sp>
          <p:nvSpPr>
            <p:cNvPr id="16291" name="Google Shape;16291;p78"/>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78"/>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78"/>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78"/>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78"/>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78"/>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78"/>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78"/>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78"/>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78"/>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1" name="Google Shape;16301;p78"/>
          <p:cNvGrpSpPr/>
          <p:nvPr/>
        </p:nvGrpSpPr>
        <p:grpSpPr>
          <a:xfrm>
            <a:off x="4193490" y="3350084"/>
            <a:ext cx="289939" cy="334661"/>
            <a:chOff x="4193490" y="3350084"/>
            <a:chExt cx="289939" cy="334661"/>
          </a:xfrm>
        </p:grpSpPr>
        <p:sp>
          <p:nvSpPr>
            <p:cNvPr id="16302" name="Google Shape;16302;p78"/>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78"/>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78"/>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78"/>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78"/>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78"/>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78"/>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78"/>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78"/>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78"/>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2" name="Google Shape;16312;p78"/>
          <p:cNvGrpSpPr/>
          <p:nvPr/>
        </p:nvGrpSpPr>
        <p:grpSpPr>
          <a:xfrm>
            <a:off x="6533281" y="3351230"/>
            <a:ext cx="357037" cy="357005"/>
            <a:chOff x="6533281" y="3351230"/>
            <a:chExt cx="357037" cy="357005"/>
          </a:xfrm>
        </p:grpSpPr>
        <p:sp>
          <p:nvSpPr>
            <p:cNvPr id="16313" name="Google Shape;16313;p78"/>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78"/>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78"/>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6" name="Google Shape;16316;p78"/>
          <p:cNvGrpSpPr/>
          <p:nvPr/>
        </p:nvGrpSpPr>
        <p:grpSpPr>
          <a:xfrm>
            <a:off x="6058441" y="3351230"/>
            <a:ext cx="357387" cy="357005"/>
            <a:chOff x="6058441" y="3351230"/>
            <a:chExt cx="357387" cy="357005"/>
          </a:xfrm>
        </p:grpSpPr>
        <p:sp>
          <p:nvSpPr>
            <p:cNvPr id="16317" name="Google Shape;16317;p78"/>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78"/>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9" name="Google Shape;16319;p78"/>
          <p:cNvGrpSpPr/>
          <p:nvPr/>
        </p:nvGrpSpPr>
        <p:grpSpPr>
          <a:xfrm>
            <a:off x="7957483" y="3350848"/>
            <a:ext cx="357387" cy="357387"/>
            <a:chOff x="7957483" y="3350848"/>
            <a:chExt cx="357387" cy="357387"/>
          </a:xfrm>
        </p:grpSpPr>
        <p:sp>
          <p:nvSpPr>
            <p:cNvPr id="16320" name="Google Shape;16320;p78"/>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78"/>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78"/>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3" name="Google Shape;16323;p78"/>
          <p:cNvGrpSpPr/>
          <p:nvPr/>
        </p:nvGrpSpPr>
        <p:grpSpPr>
          <a:xfrm>
            <a:off x="7007771" y="3351230"/>
            <a:ext cx="357387" cy="357005"/>
            <a:chOff x="7007771" y="3351230"/>
            <a:chExt cx="357387" cy="357005"/>
          </a:xfrm>
        </p:grpSpPr>
        <p:sp>
          <p:nvSpPr>
            <p:cNvPr id="16324" name="Google Shape;16324;p78"/>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78"/>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78"/>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78"/>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78"/>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9" name="Google Shape;16329;p78"/>
          <p:cNvGrpSpPr/>
          <p:nvPr/>
        </p:nvGrpSpPr>
        <p:grpSpPr>
          <a:xfrm>
            <a:off x="5108729" y="3351230"/>
            <a:ext cx="357005" cy="357005"/>
            <a:chOff x="5108729" y="3351230"/>
            <a:chExt cx="357005" cy="357005"/>
          </a:xfrm>
        </p:grpSpPr>
        <p:sp>
          <p:nvSpPr>
            <p:cNvPr id="16330" name="Google Shape;16330;p78"/>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78"/>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2" name="Google Shape;16332;p78"/>
          <p:cNvGrpSpPr/>
          <p:nvPr/>
        </p:nvGrpSpPr>
        <p:grpSpPr>
          <a:xfrm>
            <a:off x="5583569" y="3351230"/>
            <a:ext cx="357419" cy="357005"/>
            <a:chOff x="5583569" y="3351230"/>
            <a:chExt cx="357419" cy="357005"/>
          </a:xfrm>
        </p:grpSpPr>
        <p:sp>
          <p:nvSpPr>
            <p:cNvPr id="16333" name="Google Shape;16333;p78"/>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78"/>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5" name="Google Shape;16335;p78"/>
          <p:cNvGrpSpPr/>
          <p:nvPr/>
        </p:nvGrpSpPr>
        <p:grpSpPr>
          <a:xfrm>
            <a:off x="7482229" y="3351230"/>
            <a:ext cx="357419" cy="357005"/>
            <a:chOff x="7482229" y="3351230"/>
            <a:chExt cx="357419" cy="357005"/>
          </a:xfrm>
        </p:grpSpPr>
        <p:sp>
          <p:nvSpPr>
            <p:cNvPr id="16336" name="Google Shape;16336;p78"/>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78"/>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78"/>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78"/>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78"/>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1" name="Google Shape;16341;p78"/>
          <p:cNvGrpSpPr/>
          <p:nvPr/>
        </p:nvGrpSpPr>
        <p:grpSpPr>
          <a:xfrm>
            <a:off x="3764485" y="2890682"/>
            <a:ext cx="222874" cy="345737"/>
            <a:chOff x="3764485" y="2890682"/>
            <a:chExt cx="222874" cy="345737"/>
          </a:xfrm>
        </p:grpSpPr>
        <p:sp>
          <p:nvSpPr>
            <p:cNvPr id="16342" name="Google Shape;16342;p78"/>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78"/>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78"/>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5" name="Google Shape;16345;p78"/>
          <p:cNvGrpSpPr/>
          <p:nvPr/>
        </p:nvGrpSpPr>
        <p:grpSpPr>
          <a:xfrm>
            <a:off x="2238616" y="2908131"/>
            <a:ext cx="422596" cy="310382"/>
            <a:chOff x="2278533" y="2937377"/>
            <a:chExt cx="346788" cy="254704"/>
          </a:xfrm>
        </p:grpSpPr>
        <p:sp>
          <p:nvSpPr>
            <p:cNvPr id="16346" name="Google Shape;16346;p78"/>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78"/>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48" name="Google Shape;16348;p78"/>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49" name="Google Shape;16349;p78"/>
          <p:cNvGrpSpPr/>
          <p:nvPr/>
        </p:nvGrpSpPr>
        <p:grpSpPr>
          <a:xfrm>
            <a:off x="1836637" y="2891510"/>
            <a:ext cx="286152" cy="346438"/>
            <a:chOff x="1836637" y="2891510"/>
            <a:chExt cx="286152" cy="346438"/>
          </a:xfrm>
        </p:grpSpPr>
        <p:sp>
          <p:nvSpPr>
            <p:cNvPr id="16350" name="Google Shape;16350;p78"/>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78"/>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78"/>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3" name="Google Shape;16353;p78"/>
          <p:cNvGrpSpPr/>
          <p:nvPr/>
        </p:nvGrpSpPr>
        <p:grpSpPr>
          <a:xfrm>
            <a:off x="5585861" y="2905929"/>
            <a:ext cx="379764" cy="337684"/>
            <a:chOff x="5585861" y="2905929"/>
            <a:chExt cx="379764" cy="337684"/>
          </a:xfrm>
        </p:grpSpPr>
        <p:sp>
          <p:nvSpPr>
            <p:cNvPr id="16354" name="Google Shape;16354;p78"/>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78"/>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78"/>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78"/>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8" name="Google Shape;16358;p78"/>
          <p:cNvGrpSpPr/>
          <p:nvPr/>
        </p:nvGrpSpPr>
        <p:grpSpPr>
          <a:xfrm>
            <a:off x="1327676" y="2910480"/>
            <a:ext cx="347934" cy="310024"/>
            <a:chOff x="1327676" y="2910480"/>
            <a:chExt cx="347934" cy="310024"/>
          </a:xfrm>
        </p:grpSpPr>
        <p:sp>
          <p:nvSpPr>
            <p:cNvPr id="16359" name="Google Shape;16359;p78"/>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78"/>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78"/>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78"/>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78"/>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64" name="Google Shape;16364;p78"/>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65" name="Google Shape;16365;p78"/>
          <p:cNvGrpSpPr/>
          <p:nvPr/>
        </p:nvGrpSpPr>
        <p:grpSpPr>
          <a:xfrm>
            <a:off x="2753401" y="2869564"/>
            <a:ext cx="382828" cy="358601"/>
            <a:chOff x="2753373" y="2902523"/>
            <a:chExt cx="347552" cy="325557"/>
          </a:xfrm>
        </p:grpSpPr>
        <p:sp>
          <p:nvSpPr>
            <p:cNvPr id="16366" name="Google Shape;16366;p78"/>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78"/>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78"/>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78"/>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78"/>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78"/>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2" name="Google Shape;16372;p78"/>
          <p:cNvGrpSpPr/>
          <p:nvPr/>
        </p:nvGrpSpPr>
        <p:grpSpPr>
          <a:xfrm>
            <a:off x="849016" y="2903255"/>
            <a:ext cx="356655" cy="335425"/>
            <a:chOff x="849016" y="2903255"/>
            <a:chExt cx="356655" cy="335425"/>
          </a:xfrm>
        </p:grpSpPr>
        <p:sp>
          <p:nvSpPr>
            <p:cNvPr id="16373" name="Google Shape;16373;p78"/>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78"/>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78"/>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78"/>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78"/>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78"/>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78"/>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78"/>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78"/>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78"/>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78"/>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4" name="Google Shape;16384;p78"/>
          <p:cNvGrpSpPr/>
          <p:nvPr/>
        </p:nvGrpSpPr>
        <p:grpSpPr>
          <a:xfrm>
            <a:off x="4210933" y="2926777"/>
            <a:ext cx="280072" cy="275520"/>
            <a:chOff x="4210933" y="2926777"/>
            <a:chExt cx="280072" cy="275520"/>
          </a:xfrm>
        </p:grpSpPr>
        <p:sp>
          <p:nvSpPr>
            <p:cNvPr id="16385" name="Google Shape;16385;p78"/>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78"/>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78"/>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78"/>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78"/>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78"/>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78"/>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78"/>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78"/>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78"/>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78"/>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78"/>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78"/>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8" name="Google Shape;16398;p78"/>
          <p:cNvGrpSpPr/>
          <p:nvPr/>
        </p:nvGrpSpPr>
        <p:grpSpPr>
          <a:xfrm>
            <a:off x="4667216" y="2915382"/>
            <a:ext cx="320273" cy="318395"/>
            <a:chOff x="4667216" y="2915382"/>
            <a:chExt cx="320273" cy="318395"/>
          </a:xfrm>
        </p:grpSpPr>
        <p:sp>
          <p:nvSpPr>
            <p:cNvPr id="16399" name="Google Shape;16399;p78"/>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78"/>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78"/>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78"/>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3" name="Google Shape;16403;p78"/>
          <p:cNvGrpSpPr/>
          <p:nvPr/>
        </p:nvGrpSpPr>
        <p:grpSpPr>
          <a:xfrm>
            <a:off x="5170480" y="2934639"/>
            <a:ext cx="261929" cy="280550"/>
            <a:chOff x="5170480" y="2934639"/>
            <a:chExt cx="261929" cy="280550"/>
          </a:xfrm>
        </p:grpSpPr>
        <p:sp>
          <p:nvSpPr>
            <p:cNvPr id="16404" name="Google Shape;16404;p78"/>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78"/>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78"/>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78"/>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78"/>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78"/>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78"/>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1" name="Google Shape;16411;p78"/>
          <p:cNvGrpSpPr/>
          <p:nvPr/>
        </p:nvGrpSpPr>
        <p:grpSpPr>
          <a:xfrm>
            <a:off x="6069423" y="2891892"/>
            <a:ext cx="362321" cy="364231"/>
            <a:chOff x="6069423" y="2891892"/>
            <a:chExt cx="362321" cy="364231"/>
          </a:xfrm>
        </p:grpSpPr>
        <p:sp>
          <p:nvSpPr>
            <p:cNvPr id="16412" name="Google Shape;16412;p78"/>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78"/>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78"/>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78"/>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78"/>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78"/>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8" name="Google Shape;16418;p78"/>
          <p:cNvGrpSpPr/>
          <p:nvPr/>
        </p:nvGrpSpPr>
        <p:grpSpPr>
          <a:xfrm>
            <a:off x="6571955" y="2919170"/>
            <a:ext cx="308878" cy="311170"/>
            <a:chOff x="6571955" y="2919170"/>
            <a:chExt cx="308878" cy="311170"/>
          </a:xfrm>
        </p:grpSpPr>
        <p:sp>
          <p:nvSpPr>
            <p:cNvPr id="16419" name="Google Shape;16419;p78"/>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78"/>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78"/>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78"/>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78"/>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78"/>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78"/>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78"/>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78"/>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78"/>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9" name="Google Shape;16429;p78"/>
          <p:cNvGrpSpPr/>
          <p:nvPr/>
        </p:nvGrpSpPr>
        <p:grpSpPr>
          <a:xfrm>
            <a:off x="7500054" y="2934735"/>
            <a:ext cx="350576" cy="280454"/>
            <a:chOff x="7500054" y="2934735"/>
            <a:chExt cx="350576" cy="280454"/>
          </a:xfrm>
        </p:grpSpPr>
        <p:sp>
          <p:nvSpPr>
            <p:cNvPr id="16430" name="Google Shape;16430;p78"/>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78"/>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78"/>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78"/>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78"/>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78"/>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78"/>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78"/>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8" name="Google Shape;16438;p78"/>
          <p:cNvGrpSpPr/>
          <p:nvPr/>
        </p:nvGrpSpPr>
        <p:grpSpPr>
          <a:xfrm>
            <a:off x="7024430" y="2874662"/>
            <a:ext cx="332012" cy="355454"/>
            <a:chOff x="7055134" y="2919170"/>
            <a:chExt cx="290321" cy="310820"/>
          </a:xfrm>
        </p:grpSpPr>
        <p:sp>
          <p:nvSpPr>
            <p:cNvPr id="16439" name="Google Shape;16439;p78"/>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78"/>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78"/>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78"/>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78"/>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78"/>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78"/>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78"/>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78"/>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78"/>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78"/>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78"/>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78"/>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78"/>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3" name="Google Shape;16453;p78"/>
          <p:cNvGrpSpPr/>
          <p:nvPr/>
        </p:nvGrpSpPr>
        <p:grpSpPr>
          <a:xfrm>
            <a:off x="7985143" y="2900613"/>
            <a:ext cx="330109" cy="347552"/>
            <a:chOff x="7985143" y="2900613"/>
            <a:chExt cx="330109" cy="347552"/>
          </a:xfrm>
        </p:grpSpPr>
        <p:sp>
          <p:nvSpPr>
            <p:cNvPr id="16454" name="Google Shape;16454;p78"/>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78"/>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78"/>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78"/>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78"/>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78"/>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78"/>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78"/>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2" name="Google Shape;16462;p78"/>
          <p:cNvGrpSpPr/>
          <p:nvPr/>
        </p:nvGrpSpPr>
        <p:grpSpPr>
          <a:xfrm>
            <a:off x="7990840" y="2435226"/>
            <a:ext cx="354363" cy="353631"/>
            <a:chOff x="7990840" y="2435226"/>
            <a:chExt cx="354363" cy="353631"/>
          </a:xfrm>
        </p:grpSpPr>
        <p:sp>
          <p:nvSpPr>
            <p:cNvPr id="16463" name="Google Shape;16463;p78"/>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78"/>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78"/>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6" name="Google Shape;16466;p78"/>
          <p:cNvGrpSpPr/>
          <p:nvPr/>
        </p:nvGrpSpPr>
        <p:grpSpPr>
          <a:xfrm>
            <a:off x="1817317" y="2480330"/>
            <a:ext cx="350958" cy="263043"/>
            <a:chOff x="1817317" y="2480330"/>
            <a:chExt cx="350958" cy="263043"/>
          </a:xfrm>
        </p:grpSpPr>
        <p:sp>
          <p:nvSpPr>
            <p:cNvPr id="16467" name="Google Shape;16467;p78"/>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78"/>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78"/>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78"/>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78"/>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2" name="Google Shape;16472;p78"/>
          <p:cNvGrpSpPr/>
          <p:nvPr/>
        </p:nvGrpSpPr>
        <p:grpSpPr>
          <a:xfrm>
            <a:off x="1341727" y="2483349"/>
            <a:ext cx="419913" cy="308109"/>
            <a:chOff x="1341727" y="2483349"/>
            <a:chExt cx="419913" cy="308109"/>
          </a:xfrm>
        </p:grpSpPr>
        <p:sp>
          <p:nvSpPr>
            <p:cNvPr id="16473" name="Google Shape;16473;p78"/>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78"/>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78"/>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6" name="Google Shape;16476;p78"/>
          <p:cNvGrpSpPr/>
          <p:nvPr/>
        </p:nvGrpSpPr>
        <p:grpSpPr>
          <a:xfrm>
            <a:off x="854332" y="2447736"/>
            <a:ext cx="376358" cy="330109"/>
            <a:chOff x="854332" y="2447736"/>
            <a:chExt cx="376358" cy="330109"/>
          </a:xfrm>
        </p:grpSpPr>
        <p:sp>
          <p:nvSpPr>
            <p:cNvPr id="16477" name="Google Shape;16477;p78"/>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78"/>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78"/>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78"/>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78"/>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78"/>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78"/>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78"/>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5" name="Google Shape;16485;p78"/>
          <p:cNvGrpSpPr/>
          <p:nvPr/>
        </p:nvGrpSpPr>
        <p:grpSpPr>
          <a:xfrm>
            <a:off x="4206763" y="2450951"/>
            <a:ext cx="322151" cy="322374"/>
            <a:chOff x="4206763" y="2450951"/>
            <a:chExt cx="322151" cy="322374"/>
          </a:xfrm>
        </p:grpSpPr>
        <p:sp>
          <p:nvSpPr>
            <p:cNvPr id="16486" name="Google Shape;16486;p78"/>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78"/>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8" name="Google Shape;16488;p78"/>
          <p:cNvGrpSpPr/>
          <p:nvPr/>
        </p:nvGrpSpPr>
        <p:grpSpPr>
          <a:xfrm>
            <a:off x="7528096" y="2450059"/>
            <a:ext cx="327976" cy="324316"/>
            <a:chOff x="7528096" y="2450059"/>
            <a:chExt cx="327976" cy="324316"/>
          </a:xfrm>
        </p:grpSpPr>
        <p:sp>
          <p:nvSpPr>
            <p:cNvPr id="16489" name="Google Shape;16489;p78"/>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78"/>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78"/>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78"/>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78"/>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4" name="Google Shape;16494;p78"/>
          <p:cNvGrpSpPr/>
          <p:nvPr/>
        </p:nvGrpSpPr>
        <p:grpSpPr>
          <a:xfrm>
            <a:off x="7077129" y="2512542"/>
            <a:ext cx="282364" cy="198619"/>
            <a:chOff x="7077129" y="2512542"/>
            <a:chExt cx="282364" cy="198619"/>
          </a:xfrm>
        </p:grpSpPr>
        <p:sp>
          <p:nvSpPr>
            <p:cNvPr id="16495" name="Google Shape;16495;p78"/>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78"/>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78"/>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78"/>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78"/>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78"/>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1" name="Google Shape;16501;p78"/>
          <p:cNvGrpSpPr/>
          <p:nvPr/>
        </p:nvGrpSpPr>
        <p:grpSpPr>
          <a:xfrm>
            <a:off x="3725461" y="2444712"/>
            <a:ext cx="334279" cy="334661"/>
            <a:chOff x="3725461" y="2444712"/>
            <a:chExt cx="334279" cy="334661"/>
          </a:xfrm>
        </p:grpSpPr>
        <p:sp>
          <p:nvSpPr>
            <p:cNvPr id="16502" name="Google Shape;16502;p78"/>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78"/>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78"/>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78"/>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78"/>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78"/>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78"/>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9" name="Google Shape;16509;p78"/>
          <p:cNvGrpSpPr/>
          <p:nvPr/>
        </p:nvGrpSpPr>
        <p:grpSpPr>
          <a:xfrm>
            <a:off x="6577238" y="2457221"/>
            <a:ext cx="332019" cy="310788"/>
            <a:chOff x="6577238" y="2457221"/>
            <a:chExt cx="332019" cy="310788"/>
          </a:xfrm>
        </p:grpSpPr>
        <p:sp>
          <p:nvSpPr>
            <p:cNvPr id="16510" name="Google Shape;16510;p78"/>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78"/>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78"/>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78"/>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78"/>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78"/>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6" name="Google Shape;16516;p78"/>
          <p:cNvGrpSpPr/>
          <p:nvPr/>
        </p:nvGrpSpPr>
        <p:grpSpPr>
          <a:xfrm>
            <a:off x="2818561" y="2439778"/>
            <a:ext cx="247892" cy="346024"/>
            <a:chOff x="2818561" y="2439778"/>
            <a:chExt cx="247892" cy="346024"/>
          </a:xfrm>
        </p:grpSpPr>
        <p:sp>
          <p:nvSpPr>
            <p:cNvPr id="16517" name="Google Shape;16517;p78"/>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78"/>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78"/>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78"/>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78"/>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78"/>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78"/>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78"/>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78"/>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78"/>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78"/>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78"/>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9" name="Google Shape;16529;p78"/>
          <p:cNvGrpSpPr/>
          <p:nvPr/>
        </p:nvGrpSpPr>
        <p:grpSpPr>
          <a:xfrm>
            <a:off x="3207778" y="2474632"/>
            <a:ext cx="419933" cy="275170"/>
            <a:chOff x="3207778" y="2474632"/>
            <a:chExt cx="419933" cy="275170"/>
          </a:xfrm>
        </p:grpSpPr>
        <p:sp>
          <p:nvSpPr>
            <p:cNvPr id="16530" name="Google Shape;16530;p78"/>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78"/>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78"/>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78"/>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78"/>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78"/>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78"/>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78"/>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78"/>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78"/>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78"/>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78"/>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78"/>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78"/>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4" name="Google Shape;16544;p78"/>
          <p:cNvGrpSpPr/>
          <p:nvPr/>
        </p:nvGrpSpPr>
        <p:grpSpPr>
          <a:xfrm>
            <a:off x="6099375" y="2456075"/>
            <a:ext cx="337684" cy="314194"/>
            <a:chOff x="6099375" y="2456075"/>
            <a:chExt cx="337684" cy="314194"/>
          </a:xfrm>
        </p:grpSpPr>
        <p:sp>
          <p:nvSpPr>
            <p:cNvPr id="16545" name="Google Shape;16545;p78"/>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78"/>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7" name="Google Shape;16547;p78"/>
          <p:cNvGrpSpPr/>
          <p:nvPr/>
        </p:nvGrpSpPr>
        <p:grpSpPr>
          <a:xfrm>
            <a:off x="2312623" y="2468584"/>
            <a:ext cx="312698" cy="286534"/>
            <a:chOff x="2312623" y="2468584"/>
            <a:chExt cx="312698" cy="286534"/>
          </a:xfrm>
        </p:grpSpPr>
        <p:sp>
          <p:nvSpPr>
            <p:cNvPr id="16548" name="Google Shape;16548;p78"/>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78"/>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78"/>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1" name="Google Shape;16551;p78"/>
          <p:cNvGrpSpPr/>
          <p:nvPr/>
        </p:nvGrpSpPr>
        <p:grpSpPr>
          <a:xfrm>
            <a:off x="5618805" y="2440924"/>
            <a:ext cx="345292" cy="342618"/>
            <a:chOff x="5618805" y="2440924"/>
            <a:chExt cx="345292" cy="342618"/>
          </a:xfrm>
        </p:grpSpPr>
        <p:sp>
          <p:nvSpPr>
            <p:cNvPr id="16552" name="Google Shape;16552;p78"/>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78"/>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78"/>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78"/>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78"/>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7" name="Google Shape;16557;p78"/>
          <p:cNvGrpSpPr/>
          <p:nvPr/>
        </p:nvGrpSpPr>
        <p:grpSpPr>
          <a:xfrm>
            <a:off x="4653179" y="2446590"/>
            <a:ext cx="377886" cy="331255"/>
            <a:chOff x="4653179" y="2446590"/>
            <a:chExt cx="377886" cy="331255"/>
          </a:xfrm>
        </p:grpSpPr>
        <p:sp>
          <p:nvSpPr>
            <p:cNvPr id="16558" name="Google Shape;16558;p78"/>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78"/>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78"/>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78"/>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2" name="Google Shape;16562;p78"/>
          <p:cNvGrpSpPr/>
          <p:nvPr/>
        </p:nvGrpSpPr>
        <p:grpSpPr>
          <a:xfrm>
            <a:off x="5184517" y="2459481"/>
            <a:ext cx="252062" cy="305122"/>
            <a:chOff x="5184517" y="2459481"/>
            <a:chExt cx="252062" cy="305122"/>
          </a:xfrm>
        </p:grpSpPr>
        <p:sp>
          <p:nvSpPr>
            <p:cNvPr id="16563" name="Google Shape;16563;p78"/>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78"/>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78"/>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78"/>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78"/>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78"/>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69" name="Google Shape;16569;p78"/>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70" name="Google Shape;16570;p78"/>
          <p:cNvGrpSpPr/>
          <p:nvPr/>
        </p:nvGrpSpPr>
        <p:grpSpPr>
          <a:xfrm>
            <a:off x="6155459" y="1969108"/>
            <a:ext cx="249770" cy="363849"/>
            <a:chOff x="6155459" y="1969108"/>
            <a:chExt cx="249770" cy="363849"/>
          </a:xfrm>
        </p:grpSpPr>
        <p:sp>
          <p:nvSpPr>
            <p:cNvPr id="16571" name="Google Shape;16571;p78"/>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78"/>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78"/>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78"/>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78"/>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78"/>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78"/>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78"/>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78"/>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0" name="Google Shape;16580;p78"/>
          <p:cNvGrpSpPr/>
          <p:nvPr/>
        </p:nvGrpSpPr>
        <p:grpSpPr>
          <a:xfrm>
            <a:off x="2280029" y="1970604"/>
            <a:ext cx="353631" cy="354395"/>
            <a:chOff x="2280029" y="1970604"/>
            <a:chExt cx="353631" cy="354395"/>
          </a:xfrm>
        </p:grpSpPr>
        <p:sp>
          <p:nvSpPr>
            <p:cNvPr id="16581" name="Google Shape;16581;p78"/>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78"/>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78"/>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78"/>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5" name="Google Shape;16585;p78"/>
          <p:cNvGrpSpPr/>
          <p:nvPr/>
        </p:nvGrpSpPr>
        <p:grpSpPr>
          <a:xfrm>
            <a:off x="8065100" y="2000174"/>
            <a:ext cx="255086" cy="301685"/>
            <a:chOff x="8065100" y="2000174"/>
            <a:chExt cx="255086" cy="301685"/>
          </a:xfrm>
        </p:grpSpPr>
        <p:sp>
          <p:nvSpPr>
            <p:cNvPr id="16586" name="Google Shape;16586;p78"/>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78"/>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78"/>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78"/>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0" name="Google Shape;16590;p78"/>
          <p:cNvGrpSpPr/>
          <p:nvPr/>
        </p:nvGrpSpPr>
        <p:grpSpPr>
          <a:xfrm>
            <a:off x="6633705" y="1969108"/>
            <a:ext cx="249420" cy="363849"/>
            <a:chOff x="6633705" y="1969108"/>
            <a:chExt cx="249420" cy="363849"/>
          </a:xfrm>
        </p:grpSpPr>
        <p:sp>
          <p:nvSpPr>
            <p:cNvPr id="16591" name="Google Shape;16591;p78"/>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78"/>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78"/>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78"/>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78"/>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78"/>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78"/>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78"/>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9" name="Google Shape;16599;p78"/>
          <p:cNvGrpSpPr/>
          <p:nvPr/>
        </p:nvGrpSpPr>
        <p:grpSpPr>
          <a:xfrm>
            <a:off x="5211031" y="1969108"/>
            <a:ext cx="226661" cy="363467"/>
            <a:chOff x="5211031" y="1969108"/>
            <a:chExt cx="226661" cy="363467"/>
          </a:xfrm>
        </p:grpSpPr>
        <p:sp>
          <p:nvSpPr>
            <p:cNvPr id="16600" name="Google Shape;16600;p78"/>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78"/>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2" name="Google Shape;16602;p78"/>
          <p:cNvGrpSpPr/>
          <p:nvPr/>
        </p:nvGrpSpPr>
        <p:grpSpPr>
          <a:xfrm>
            <a:off x="3712952" y="1970604"/>
            <a:ext cx="354363" cy="354395"/>
            <a:chOff x="3712952" y="1970604"/>
            <a:chExt cx="354363" cy="354395"/>
          </a:xfrm>
        </p:grpSpPr>
        <p:sp>
          <p:nvSpPr>
            <p:cNvPr id="16603" name="Google Shape;16603;p78"/>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78"/>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78"/>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78"/>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78"/>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78"/>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78"/>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78"/>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78"/>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2" name="Google Shape;16612;p78"/>
          <p:cNvGrpSpPr/>
          <p:nvPr/>
        </p:nvGrpSpPr>
        <p:grpSpPr>
          <a:xfrm>
            <a:off x="3235438" y="1970604"/>
            <a:ext cx="354363" cy="354745"/>
            <a:chOff x="3235438" y="1970604"/>
            <a:chExt cx="354363" cy="354745"/>
          </a:xfrm>
        </p:grpSpPr>
        <p:sp>
          <p:nvSpPr>
            <p:cNvPr id="16613" name="Google Shape;16613;p78"/>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78"/>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78"/>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78"/>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78"/>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78"/>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78"/>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78"/>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78"/>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78"/>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78"/>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78"/>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78"/>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6" name="Google Shape;16626;p78"/>
          <p:cNvGrpSpPr/>
          <p:nvPr/>
        </p:nvGrpSpPr>
        <p:grpSpPr>
          <a:xfrm>
            <a:off x="1329585" y="1989925"/>
            <a:ext cx="341472" cy="335074"/>
            <a:chOff x="1329585" y="1989925"/>
            <a:chExt cx="341472" cy="335074"/>
          </a:xfrm>
        </p:grpSpPr>
        <p:sp>
          <p:nvSpPr>
            <p:cNvPr id="16627" name="Google Shape;16627;p78"/>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78"/>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78"/>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0" name="Google Shape;16630;p78"/>
          <p:cNvGrpSpPr/>
          <p:nvPr/>
        </p:nvGrpSpPr>
        <p:grpSpPr>
          <a:xfrm>
            <a:off x="5591871" y="1989906"/>
            <a:ext cx="416649" cy="325597"/>
            <a:chOff x="5626763" y="2013829"/>
            <a:chExt cx="351722" cy="274788"/>
          </a:xfrm>
        </p:grpSpPr>
        <p:sp>
          <p:nvSpPr>
            <p:cNvPr id="16631" name="Google Shape;16631;p78"/>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78"/>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78"/>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78"/>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78"/>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78"/>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78"/>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78"/>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78"/>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78"/>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1" name="Google Shape;16641;p78"/>
          <p:cNvGrpSpPr/>
          <p:nvPr/>
        </p:nvGrpSpPr>
        <p:grpSpPr>
          <a:xfrm>
            <a:off x="7576605" y="1983877"/>
            <a:ext cx="276698" cy="333133"/>
            <a:chOff x="7576605" y="1983877"/>
            <a:chExt cx="276698" cy="333133"/>
          </a:xfrm>
        </p:grpSpPr>
        <p:sp>
          <p:nvSpPr>
            <p:cNvPr id="16642" name="Google Shape;16642;p78"/>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78"/>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4" name="Google Shape;16644;p78"/>
          <p:cNvGrpSpPr/>
          <p:nvPr/>
        </p:nvGrpSpPr>
        <p:grpSpPr>
          <a:xfrm>
            <a:off x="853568" y="1975538"/>
            <a:ext cx="337334" cy="353599"/>
            <a:chOff x="853568" y="1975538"/>
            <a:chExt cx="337334" cy="353599"/>
          </a:xfrm>
        </p:grpSpPr>
        <p:sp>
          <p:nvSpPr>
            <p:cNvPr id="16645" name="Google Shape;16645;p78"/>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78"/>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78"/>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78"/>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9" name="Google Shape;16649;p78"/>
          <p:cNvGrpSpPr/>
          <p:nvPr/>
        </p:nvGrpSpPr>
        <p:grpSpPr>
          <a:xfrm>
            <a:off x="2770052" y="2009628"/>
            <a:ext cx="327085" cy="277080"/>
            <a:chOff x="2770052" y="2009628"/>
            <a:chExt cx="327085" cy="277080"/>
          </a:xfrm>
        </p:grpSpPr>
        <p:sp>
          <p:nvSpPr>
            <p:cNvPr id="16650" name="Google Shape;16650;p78"/>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78"/>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52" name="Google Shape;16652;p78"/>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53" name="Google Shape;16653;p78"/>
          <p:cNvGrpSpPr/>
          <p:nvPr/>
        </p:nvGrpSpPr>
        <p:grpSpPr>
          <a:xfrm>
            <a:off x="4195399" y="1970604"/>
            <a:ext cx="344878" cy="343573"/>
            <a:chOff x="4195399" y="1970604"/>
            <a:chExt cx="344878" cy="343573"/>
          </a:xfrm>
        </p:grpSpPr>
        <p:sp>
          <p:nvSpPr>
            <p:cNvPr id="16654" name="Google Shape;16654;p78"/>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78"/>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78"/>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78"/>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8" name="Google Shape;16658;p78"/>
          <p:cNvGrpSpPr/>
          <p:nvPr/>
        </p:nvGrpSpPr>
        <p:grpSpPr>
          <a:xfrm>
            <a:off x="4674791" y="1977447"/>
            <a:ext cx="344528" cy="344114"/>
            <a:chOff x="4674791" y="1977447"/>
            <a:chExt cx="344528" cy="344114"/>
          </a:xfrm>
        </p:grpSpPr>
        <p:sp>
          <p:nvSpPr>
            <p:cNvPr id="16659" name="Google Shape;16659;p78"/>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78"/>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78"/>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78"/>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78"/>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78"/>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78"/>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78"/>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78"/>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78"/>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78"/>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78"/>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78"/>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78"/>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78"/>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78"/>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78"/>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78"/>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78"/>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78"/>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78"/>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78"/>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78"/>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78"/>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78"/>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78"/>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5" name="Google Shape;16685;p78"/>
          <p:cNvGrpSpPr/>
          <p:nvPr/>
        </p:nvGrpSpPr>
        <p:grpSpPr>
          <a:xfrm>
            <a:off x="6083810" y="1547297"/>
            <a:ext cx="382819" cy="310788"/>
            <a:chOff x="6083810" y="1547297"/>
            <a:chExt cx="382819" cy="310788"/>
          </a:xfrm>
        </p:grpSpPr>
        <p:sp>
          <p:nvSpPr>
            <p:cNvPr id="16686" name="Google Shape;16686;p78"/>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78"/>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78"/>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78"/>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78"/>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78"/>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78"/>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78"/>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78"/>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78"/>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78"/>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78"/>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78"/>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78"/>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78"/>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78"/>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78"/>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78"/>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4" name="Google Shape;16704;p78"/>
          <p:cNvGrpSpPr/>
          <p:nvPr/>
        </p:nvGrpSpPr>
        <p:grpSpPr>
          <a:xfrm>
            <a:off x="6558300" y="1538193"/>
            <a:ext cx="382788" cy="328613"/>
            <a:chOff x="6558300" y="1538193"/>
            <a:chExt cx="382788" cy="328613"/>
          </a:xfrm>
        </p:grpSpPr>
        <p:sp>
          <p:nvSpPr>
            <p:cNvPr id="16705" name="Google Shape;16705;p78"/>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78"/>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7" name="Google Shape;16707;p78"/>
          <p:cNvGrpSpPr/>
          <p:nvPr/>
        </p:nvGrpSpPr>
        <p:grpSpPr>
          <a:xfrm>
            <a:off x="5194002" y="1511297"/>
            <a:ext cx="259605" cy="346024"/>
            <a:chOff x="5194002" y="1511297"/>
            <a:chExt cx="259605" cy="346024"/>
          </a:xfrm>
        </p:grpSpPr>
        <p:sp>
          <p:nvSpPr>
            <p:cNvPr id="16708" name="Google Shape;16708;p78"/>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78"/>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78"/>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78"/>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2" name="Google Shape;16712;p78"/>
          <p:cNvGrpSpPr/>
          <p:nvPr/>
        </p:nvGrpSpPr>
        <p:grpSpPr>
          <a:xfrm>
            <a:off x="1394741" y="1512061"/>
            <a:ext cx="252444" cy="351722"/>
            <a:chOff x="1394741" y="1512061"/>
            <a:chExt cx="252444" cy="351722"/>
          </a:xfrm>
        </p:grpSpPr>
        <p:sp>
          <p:nvSpPr>
            <p:cNvPr id="16713" name="Google Shape;16713;p78"/>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78"/>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78"/>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78"/>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78"/>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78"/>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78"/>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78"/>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78"/>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78"/>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78"/>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78"/>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78"/>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78"/>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78"/>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78"/>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78"/>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0" name="Google Shape;16730;p78"/>
          <p:cNvGrpSpPr/>
          <p:nvPr/>
        </p:nvGrpSpPr>
        <p:grpSpPr>
          <a:xfrm>
            <a:off x="855096" y="1504485"/>
            <a:ext cx="380910" cy="339594"/>
            <a:chOff x="855096" y="1504485"/>
            <a:chExt cx="380910" cy="339594"/>
          </a:xfrm>
        </p:grpSpPr>
        <p:sp>
          <p:nvSpPr>
            <p:cNvPr id="16731" name="Google Shape;16731;p78"/>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78"/>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78"/>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78"/>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78"/>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6" name="Google Shape;16736;p78"/>
          <p:cNvGrpSpPr/>
          <p:nvPr/>
        </p:nvGrpSpPr>
        <p:grpSpPr>
          <a:xfrm>
            <a:off x="1819576" y="1511679"/>
            <a:ext cx="352103" cy="352103"/>
            <a:chOff x="1819576" y="1511679"/>
            <a:chExt cx="352103" cy="352103"/>
          </a:xfrm>
        </p:grpSpPr>
        <p:sp>
          <p:nvSpPr>
            <p:cNvPr id="16737" name="Google Shape;16737;p78"/>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78"/>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78"/>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78"/>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1" name="Google Shape;16741;p78"/>
          <p:cNvGrpSpPr/>
          <p:nvPr/>
        </p:nvGrpSpPr>
        <p:grpSpPr>
          <a:xfrm>
            <a:off x="5621097" y="1500761"/>
            <a:ext cx="371424" cy="355446"/>
            <a:chOff x="5621097" y="1500761"/>
            <a:chExt cx="371424" cy="355446"/>
          </a:xfrm>
        </p:grpSpPr>
        <p:sp>
          <p:nvSpPr>
            <p:cNvPr id="16742" name="Google Shape;16742;p78"/>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78"/>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4" name="Google Shape;16744;p78"/>
          <p:cNvGrpSpPr/>
          <p:nvPr/>
        </p:nvGrpSpPr>
        <p:grpSpPr>
          <a:xfrm>
            <a:off x="4670239" y="1541599"/>
            <a:ext cx="359679" cy="321833"/>
            <a:chOff x="4670239" y="1541599"/>
            <a:chExt cx="359679" cy="321833"/>
          </a:xfrm>
        </p:grpSpPr>
        <p:sp>
          <p:nvSpPr>
            <p:cNvPr id="16745" name="Google Shape;16745;p78"/>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78"/>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78"/>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78"/>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78"/>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0" name="Google Shape;16750;p78"/>
          <p:cNvGrpSpPr/>
          <p:nvPr/>
        </p:nvGrpSpPr>
        <p:grpSpPr>
          <a:xfrm>
            <a:off x="4212429" y="1502385"/>
            <a:ext cx="321037" cy="353822"/>
            <a:chOff x="4212429" y="1502385"/>
            <a:chExt cx="321037" cy="353822"/>
          </a:xfrm>
        </p:grpSpPr>
        <p:sp>
          <p:nvSpPr>
            <p:cNvPr id="16751" name="Google Shape;16751;p78"/>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78"/>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78"/>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78"/>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5" name="Google Shape;16755;p78"/>
          <p:cNvGrpSpPr/>
          <p:nvPr/>
        </p:nvGrpSpPr>
        <p:grpSpPr>
          <a:xfrm>
            <a:off x="2302788" y="1505981"/>
            <a:ext cx="336188" cy="335425"/>
            <a:chOff x="2302788" y="1505981"/>
            <a:chExt cx="336188" cy="335425"/>
          </a:xfrm>
        </p:grpSpPr>
        <p:sp>
          <p:nvSpPr>
            <p:cNvPr id="16756" name="Google Shape;16756;p78"/>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78"/>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78"/>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78"/>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78"/>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78"/>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78"/>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78"/>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78"/>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78"/>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78"/>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78"/>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78"/>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78"/>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78"/>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78"/>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78"/>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3" name="Google Shape;16773;p78"/>
          <p:cNvGrpSpPr/>
          <p:nvPr/>
        </p:nvGrpSpPr>
        <p:grpSpPr>
          <a:xfrm>
            <a:off x="2780301" y="1521896"/>
            <a:ext cx="333133" cy="321037"/>
            <a:chOff x="2780301" y="1521896"/>
            <a:chExt cx="333133" cy="321037"/>
          </a:xfrm>
        </p:grpSpPr>
        <p:sp>
          <p:nvSpPr>
            <p:cNvPr id="16774" name="Google Shape;16774;p78"/>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78"/>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78"/>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78"/>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78"/>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78"/>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78"/>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78"/>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78"/>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78"/>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78"/>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78"/>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78"/>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78"/>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78"/>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78"/>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78"/>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78"/>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78"/>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78"/>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94" name="Google Shape;16794;p78"/>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78"/>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78"/>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97" name="Google Shape;16797;p78"/>
          <p:cNvGrpSpPr/>
          <p:nvPr/>
        </p:nvGrpSpPr>
        <p:grpSpPr>
          <a:xfrm>
            <a:off x="3316159" y="1515085"/>
            <a:ext cx="211892" cy="339594"/>
            <a:chOff x="3316159" y="1515085"/>
            <a:chExt cx="211892" cy="339594"/>
          </a:xfrm>
        </p:grpSpPr>
        <p:sp>
          <p:nvSpPr>
            <p:cNvPr id="16798" name="Google Shape;16798;p78"/>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78"/>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78"/>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78"/>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78"/>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78"/>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4" name="Google Shape;16804;p78"/>
          <p:cNvGrpSpPr/>
          <p:nvPr/>
        </p:nvGrpSpPr>
        <p:grpSpPr>
          <a:xfrm>
            <a:off x="3716358" y="1544655"/>
            <a:ext cx="361971" cy="314958"/>
            <a:chOff x="3716358" y="1544655"/>
            <a:chExt cx="361971" cy="314958"/>
          </a:xfrm>
        </p:grpSpPr>
        <p:sp>
          <p:nvSpPr>
            <p:cNvPr id="16805" name="Google Shape;16805;p78"/>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78"/>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78"/>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78"/>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78"/>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10" name="Google Shape;16810;p78"/>
            <p:cNvGrpSpPr/>
            <p:nvPr/>
          </p:nvGrpSpPr>
          <p:grpSpPr>
            <a:xfrm>
              <a:off x="3716358" y="1544655"/>
              <a:ext cx="361971" cy="314958"/>
              <a:chOff x="3716358" y="1544655"/>
              <a:chExt cx="361971" cy="314958"/>
            </a:xfrm>
          </p:grpSpPr>
          <p:sp>
            <p:nvSpPr>
              <p:cNvPr id="16811" name="Google Shape;16811;p78"/>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78"/>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78"/>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78"/>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78"/>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816" name="Google Shape;16816;p78"/>
          <p:cNvGrpSpPr/>
          <p:nvPr/>
        </p:nvGrpSpPr>
        <p:grpSpPr>
          <a:xfrm>
            <a:off x="7011924" y="1557552"/>
            <a:ext cx="499533" cy="305136"/>
            <a:chOff x="7009649" y="1541981"/>
            <a:chExt cx="524940" cy="320655"/>
          </a:xfrm>
        </p:grpSpPr>
        <p:sp>
          <p:nvSpPr>
            <p:cNvPr id="16817" name="Google Shape;16817;p78"/>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78"/>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78"/>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78"/>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78"/>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78"/>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78"/>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78"/>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5" name="Google Shape;16825;p78"/>
          <p:cNvGrpSpPr/>
          <p:nvPr/>
        </p:nvGrpSpPr>
        <p:grpSpPr>
          <a:xfrm>
            <a:off x="8034034" y="1518109"/>
            <a:ext cx="282746" cy="340358"/>
            <a:chOff x="8034034" y="1518109"/>
            <a:chExt cx="282746" cy="340358"/>
          </a:xfrm>
        </p:grpSpPr>
        <p:sp>
          <p:nvSpPr>
            <p:cNvPr id="16826" name="Google Shape;16826;p78"/>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78"/>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78"/>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78"/>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0" name="Google Shape;16830;p78"/>
          <p:cNvGrpSpPr/>
          <p:nvPr/>
        </p:nvGrpSpPr>
        <p:grpSpPr>
          <a:xfrm>
            <a:off x="7582302" y="1499934"/>
            <a:ext cx="369133" cy="360411"/>
            <a:chOff x="7582302" y="1499934"/>
            <a:chExt cx="369133" cy="360411"/>
          </a:xfrm>
        </p:grpSpPr>
        <p:sp>
          <p:nvSpPr>
            <p:cNvPr id="16831" name="Google Shape;16831;p78"/>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78"/>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78"/>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78"/>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78"/>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839" name="Shape 16839"/>
        <p:cNvGrpSpPr/>
        <p:nvPr/>
      </p:nvGrpSpPr>
      <p:grpSpPr>
        <a:xfrm>
          <a:off x="0" y="0"/>
          <a:ext cx="0" cy="0"/>
          <a:chOff x="0" y="0"/>
          <a:chExt cx="0" cy="0"/>
        </a:xfrm>
      </p:grpSpPr>
      <p:pic>
        <p:nvPicPr>
          <p:cNvPr id="16840" name="Google Shape;16840;p7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Psychology Thesis Defense by Slidesgo">
  <a:themeElements>
    <a:clrScheme name="Simple Light">
      <a:dk1>
        <a:srgbClr val="FDDEDE"/>
      </a:dk1>
      <a:lt1>
        <a:srgbClr val="576B67"/>
      </a:lt1>
      <a:dk2>
        <a:srgbClr val="1C1F26"/>
      </a:dk2>
      <a:lt2>
        <a:srgbClr val="FFFFFF"/>
      </a:lt2>
      <a:accent1>
        <a:srgbClr val="FDDEDE"/>
      </a:accent1>
      <a:accent2>
        <a:srgbClr val="1C1F26"/>
      </a:accent2>
      <a:accent3>
        <a:srgbClr val="F1D966"/>
      </a:accent3>
      <a:accent4>
        <a:srgbClr val="70CC70"/>
      </a:accent4>
      <a:accent5>
        <a:srgbClr val="EBAC8B"/>
      </a:accent5>
      <a:accent6>
        <a:srgbClr val="FFFFFF"/>
      </a:accent6>
      <a:hlink>
        <a:srgbClr val="FDDEDE"/>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